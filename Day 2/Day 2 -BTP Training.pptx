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76" r:id="rId2"/>
    <p:sldId id="4122" r:id="rId3"/>
    <p:sldId id="278" r:id="rId4"/>
    <p:sldId id="277" r:id="rId5"/>
    <p:sldId id="4723" r:id="rId6"/>
    <p:sldId id="4784" r:id="rId7"/>
    <p:sldId id="4726" r:id="rId8"/>
    <p:sldId id="4727" r:id="rId9"/>
    <p:sldId id="4785" r:id="rId10"/>
    <p:sldId id="4728" r:id="rId11"/>
    <p:sldId id="4729" r:id="rId12"/>
    <p:sldId id="4730" r:id="rId13"/>
    <p:sldId id="4778" r:id="rId14"/>
    <p:sldId id="4781" r:id="rId15"/>
    <p:sldId id="4786" r:id="rId16"/>
    <p:sldId id="4787" r:id="rId17"/>
    <p:sldId id="4788" r:id="rId18"/>
    <p:sldId id="4789" r:id="rId19"/>
    <p:sldId id="4790" r:id="rId20"/>
    <p:sldId id="4755" r:id="rId21"/>
    <p:sldId id="4777" r:id="rId22"/>
    <p:sldId id="4774" r:id="rId23"/>
    <p:sldId id="4756" r:id="rId24"/>
    <p:sldId id="4757" r:id="rId25"/>
    <p:sldId id="4753" r:id="rId26"/>
    <p:sldId id="4754" r:id="rId27"/>
    <p:sldId id="282" r:id="rId28"/>
    <p:sldId id="280" r:id="rId29"/>
    <p:sldId id="4711" r:id="rId30"/>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4D92"/>
    <a:srgbClr val="E8E8E8"/>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63" autoAdjust="0"/>
    <p:restoredTop sz="95250" autoAdjust="0"/>
  </p:normalViewPr>
  <p:slideViewPr>
    <p:cSldViewPr>
      <p:cViewPr varScale="1">
        <p:scale>
          <a:sx n="105" d="100"/>
          <a:sy n="105" d="100"/>
        </p:scale>
        <p:origin x="480" y="64"/>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6-16T08:12:23.107"/>
    </inkml:context>
    <inkml:brush xml:id="br0">
      <inkml:brushProperty name="width" value="0.05292" units="cm"/>
      <inkml:brushProperty name="height" value="0.05292" units="cm"/>
    </inkml:brush>
  </inkml:definitions>
  <inkml:trace contextRef="#ctx0" brushRef="#br0">4259 12709 0,'0'-13'16,"0"26"-16,13-39 16,0 26-1,0 0 1,1 66 0,-1-40-1,0 133 1,-13-119-1,0 211 1,0-132 0</inkml:trace>
  <inkml:trace contextRef="#ctx0" brushRef="#br0" timeOffset="416.38">4193 12921 0,'0'0'15,"-40"-27"-15,-66-131 16,80 105-1,39-132 1,13 145 0,1 13-16,131-39 15,-91 66 1,197 40 0,-171 26-1,-27 119 1,-93-132-1,-92 119 1,80-145 0,-80 39-1,105-53 1</inkml:trace>
  <inkml:trace contextRef="#ctx0" brushRef="#br0" timeOffset="744.06">4603 13040 0,'0'0'0,"-14"0"16,41-13 0,-1-1-1,-13 1-15,80 13 16,-67 13-1,1 1-15,39 52 16,-53-13 0,-26 39-1,0-79 1,-53 1 0,52-28-1,1-12-15,13-1 16,0 1-16,53-93 15,-26 79 1,65-26 0</inkml:trace>
  <inkml:trace contextRef="#ctx0" brushRef="#br0" timeOffset="1147.38">5079 13053 0,'0'0'0,"-14"0"16,41 13 31,39 0-16,-53-13-31,0 0 15,27-26 1,-27-80 15,-26 67-15,0 12-16,-93 14 31,93 39-15,-53 93-1,92 27 17,106-107-1</inkml:trace>
  <inkml:trace contextRef="#ctx0" brushRef="#br0" timeOffset="1619.22">5489 12934 0,'-40'13'31,"53"40"0,0 26-15,27 67 15,-40-120-15,13 14-1,-13-146 17,-13-52-17,-27-147 16,40 213-15,67 12 15,52 160 1,-66 92-1,-146-1032 0,0 1892-15</inkml:trace>
  <inkml:trace contextRef="#ctx0" brushRef="#br0" timeOffset="2113.1">6137 13066 0,'0'0'15,"13"-26"-15,-39-80 32,-1 66-17,-13-13 1,27 53-16,-79 53 31,78-26-31,-25 39 16,-14 66 15,92-79 0,94-146 0,-41-65 1,-65 131-1,-27 133 0,13-40-15,40-13 15,-13-53-31</inkml:trace>
  <inkml:trace contextRef="#ctx0" brushRef="#br0" timeOffset="2357.05">6454 13040 0,'0'0'0,"53"-40"31,-53 27-16,0-27 17,0 67-1,0 52 0,27 0 0,39-79-15</inkml:trace>
  <inkml:trace contextRef="#ctx0" brushRef="#br0" timeOffset="2532.23">6600 12789 0,'-27'-14'15,"54"28"-15,-80-41 32,66 27-1</inkml:trace>
  <inkml:trace contextRef="#ctx0" brushRef="#br0" timeOffset="3079.21">6957 13053 0,'26'-26'31,"-52"52"-31,65-105 31,-39 65-31,-26-12 31,-53 79 1,65 26-1,81-13 0,-28-79-15,67-159 15,-106 66-15,-13-52-1,-53 25 16,39 358 1,93 27-1,27-147 0,-67-105-31</inkml:trace>
  <inkml:trace contextRef="#ctx0" brushRef="#br0" timeOffset="3439.55">5542 12894 0,'-27'0'31,"54"0"-31,-41-13 31,160-13 1,-1 12-1,-105 14 0,-53 0-31,-14 0 16</inkml:trace>
  <inkml:trace contextRef="#ctx0" brushRef="#br0" timeOffset="4703.17">9734 4576 0,'0'0'0,"-13"13"32,13 1-32,-27 78 31,41 173 0,39-54-15</inkml:trace>
  <inkml:trace contextRef="#ctx0" brushRef="#br0" timeOffset="5025.54">9761 4483 0,'0'0'0,"-53"-211"15,53 184 1,26-65 0,-13 65-1,120-39 1,-94 66 0,120 40-1,-133-14 1,1 226-1,-40-199 1,-133 158 0,120-171-1,-80 66 1</inkml:trace>
  <inkml:trace contextRef="#ctx0" brushRef="#br0" timeOffset="5374.35">10038 4814 0,'0'0'0,"-13"-13"16,-40 13-1,40 13 1,-13 80-1,26-54 1,0 1-16,13 0 16,106 92-1,39-172 17,-118 14-17,-27-1-15,27-92 16,-40 80-1,0-1-15,-53-53 16,27 80-16,-1 0 16,-39 13-16</inkml:trace>
  <inkml:trace contextRef="#ctx0" brushRef="#br0" timeOffset="5721.24">10475 4788 0,'0'0'0,"26"-40"15,-26 27-15,-53-14 32,40 27-17,-40 27 1,53-14-1,40 40 1,-14-27 0,1-12-16,52 52 15,-52-53 1,-1 13-16,0 27 16,-26-26-1,-79 12 1,66-39-1,-40-13 1</inkml:trace>
  <inkml:trace contextRef="#ctx0" brushRef="#br0" timeOffset="5938.86">10779 4351 0,'0'0'0,"40"-106"31,-40 120-15,0 197 15,0-145-31,13 1 16,13 197 0,-26-119 15</inkml:trace>
  <inkml:trace contextRef="#ctx0" brushRef="#br0" timeOffset="6087.29">10753 4735 0,'0'0'0,"-14"-53"16,54 0 15,92 0-16</inkml:trace>
  <inkml:trace contextRef="#ctx0" brushRef="#br0" timeOffset="6513.14">11229 4497 0,'0'0'0,"-14"0"16,1 53 15,26 132 0,-13-146-31,14 41 16,-1-1 15,-13-185 0,-40-317 1,53 93-1,93 263 0,-79 81-31,92 78 31,-185 159 1,-80-92-17</inkml:trace>
  <inkml:trace contextRef="#ctx0" brushRef="#br0" timeOffset="7222.03">11573 4603 0,'13'0'16,"-26"0"-16,26-40 31,-13-53 0,-53 67 1,-40 132-1,54 66 0,105-67 0,53-144 1,-53-120-1,-53 66 0,-13 120-15,27 105 15,-27-105-31,39 52 31,1-66-15,39-105 15,-52 12-15,-14-65-1,-13 26 17,0 172-17,0 13 1,26 66 0,27 0 15</inkml:trace>
  <inkml:trace contextRef="#ctx0" brushRef="#br0" timeOffset="7983.72">12247 4576 0,'0'0'0,"13"-13"15,0-67 17,-39-39-1,-40 133 0,0 171 0,79 0 1,40-145-17,79-120 16,-52-65-15,-41-186 15,-92 120 1,27 250-1,52 252 0,27-53 0,0-119 1,0-132-1,13-53 0,-66 53-31</inkml:trace>
  <inkml:trace contextRef="#ctx0" brushRef="#br0" timeOffset="14393.26">4087 14455 0,'0'0'0,"-13"-13"15,-14-1 1,40 14 0,93-1005-1,53 1984 1,-106-992-1,132-14 1,-159 27 0,14-13-1</inkml:trace>
  <inkml:trace contextRef="#ctx0" brushRef="#br0" timeOffset="14753.65">4457 14164 0,'0'0'0,"-13"0"31,66 13 0,-27 0-15,67 14 0,39 79 15,-119-80-16,-211 119 17,66-105-17</inkml:trace>
  <inkml:trace contextRef="#ctx0" brushRef="#br0" timeOffset="16829.59">5436 13344 0,'-13'-13'16,"52"13"31,80 0-16,-53 0-15,14 13-1</inkml:trace>
  <inkml:trace contextRef="#ctx0" brushRef="#br0" timeOffset="17159.21">5555 13463 0,'0'-13'31,"0"26"-31,66-39 31,93 12 0,-80 14-15,-53 14 0</inkml:trace>
  <inkml:trace contextRef="#ctx0" brushRef="#br0" timeOffset="21663.55">14231 13397 0,'0'0'0,"0"-13"32,13 13-17,0-14 1,1 28 15,-14-1-15,0 79-1,0-52 1,13 106 0,-13-41-1,13-65 1,-13-14-16,0 1 16</inkml:trace>
  <inkml:trace contextRef="#ctx0" brushRef="#br0" timeOffset="21880.01">14165 13820 0,'13'0'31,"13"13"-15,1 14 0,26-1-1</inkml:trace>
  <inkml:trace contextRef="#ctx0" brushRef="#br0" timeOffset="22143.35">14416 13873 0,'0'0'0,"26"-40"31,-26 53 16,-39 40-16,26-39-31,-14 25 31,14-25-31</inkml:trace>
  <inkml:trace contextRef="#ctx0" brushRef="#br0" timeOffset="29312.4">15646 13344 0,'0'-13'16,"0"0"0,26-14-1,-12 14 1,12-14 0,106 14 15,-92 13-16,79 0 1,-66 40 0,-53-27-1,-40 53 1,14-39 0,-1-14-16,-65 40 15,79-40 1,-40 0-1,66-13 1,119-79 15,-52 26-15,92-40 15,-159 93-15,0-13-1,-53 0 17,27 13-17,0 0-15,-27 26 16,14 14 0,26 53 15,13-67-16,0-13-15,67 27 16,-28-27 0,41-13-1,-80-13 1,0-13 0,-13 12-1,-13 14-15</inkml:trace>
  <inkml:trace contextRef="#ctx0" brushRef="#br0" timeOffset="41343.51">14747 15473 0,'0'0'16,"79"13"-1,-39-13 1,185 14 0,-173-14-1,1 0-15,-13 13 16,106-13 0,-120 0-16,-13 0 15,0 0 1,-13-13-1</inkml:trace>
  <inkml:trace contextRef="#ctx0" brushRef="#br0" timeOffset="41845.51">15077 15605 0,'0'0'0,"14"14"47,-14 78-16,-14-26-15,1 14 0,0 65-1,13-39 16</inkml:trace>
  <inkml:trace contextRef="#ctx0" brushRef="#br0" timeOffset="42219.11">15157 15658 0,'0'0'16,"-53"27"-16,-13 65 31,26-39 0,27-40-31</inkml:trace>
  <inkml:trace contextRef="#ctx0" brushRef="#br0" timeOffset="42471">15157 15658 0,'0'40'31,"26"26"0,1-26-15</inkml:trace>
  <inkml:trace contextRef="#ctx0" brushRef="#br0" timeOffset="47992.25">9999 13198 0,'0'0'0,"0"-13"31,0 0-16,13 13 1,0 0 0,0-13-1,106-14 17,-39 14-17,52 13 16,-132 13-15,-40 40 0,-66 27 15,80-67-15,13 0-16,-27 0 15,80-13 16,-27 0-31,13 0 16,54 0 0,-54 0-16,40 27 31,-66-14-15,-39 27-1,-107 26 16,120-66-15,-93 13 0,92-26-16</inkml:trace>
  <inkml:trace contextRef="#ctx0" brushRef="#br0" timeOffset="48364.86">10554 13132 0,'0'0'0,"40"0"16,-40-13 0,-27 26 15,14 1-16,13-1-15,-26 40 32,26-40-32,13 27 31,66-1 0,-26 27 0,-106 14 1,27-80-32</inkml:trace>
  <inkml:trace contextRef="#ctx0" brushRef="#br0" timeOffset="48557.24">10594 13106 0,'0'0'0,"53"-13"15,92-14 17,-39 27-17</inkml:trace>
  <inkml:trace contextRef="#ctx0" brushRef="#br0" timeOffset="48894.58">10898 13265 0,'0'0'0,"79"66"31,-52-66-31,105-40 31,-53-26-15,-65-66 15,-160 92 0,27 53-15</inkml:trace>
  <inkml:trace contextRef="#ctx0" brushRef="#br0" timeOffset="49699.12">10171 14323 0,'-14'-80'16,"28"54"31,-14 92-32,0-26 1,0 105 15,26 14-15</inkml:trace>
  <inkml:trace contextRef="#ctx0" brushRef="#br0" timeOffset="50021.26">10462 14362 0,'-40'27'16,"13"-14"-1,-25 106 17,52-66-17,79 13 17,80-132-1,-120-66 0,-118 79 0,66 53-31,-53 39 16</inkml:trace>
  <inkml:trace contextRef="#ctx0" brushRef="#br0" timeOffset="50615.74">10792 14402 0,'0'0'16,"0"-13"-1,-13 52 17,0-25-17,13 78 1,0-79-1,53 54 1,-27-54 0,53-13-1,-52-27 1,-14 14-16,40-66 16,-53 52-1,0 1-15,-40-54 16,-39 67-1,53 13 1,-67 40 0</inkml:trace>
  <inkml:trace contextRef="#ctx0" brushRef="#br0" timeOffset="51401.22">11202 14428 0,'-13'-26'32,"26"52"-32,-13-52 15,40 52 1,0 54 15,-40-67-31,13 27 31,-13-40 1,0-14-17,0-65 1,66 0 15,-53 65-15,14 28-1,-14 25 17,0-25-32,-13-1 31,40-53 0,-1 14 0,14 52 1,0 40-1,13-39 0,0-107 0,-39-52 1,-40 159-1,26 78 0,40-52 0,0-79-15</inkml:trace>
  <inkml:trace contextRef="#ctx0" brushRef="#br0" timeOffset="51892.29">11916 14296 0,'14'27'32,"-28"-54"-32,67 80 31,-13 13 0,-40-26 0,0-27-31,13-26 47,53-80-15,27 27-1,-53 145 0,12 80 0,-25-132-31</inkml:trace>
  <inkml:trace contextRef="#ctx0" brushRef="#br0" timeOffset="53771.3">10250 14997 0,'0'0'0,"-13"-26"15,26-14 17,-13 80-1,0 92 0,0 66 0,26-171-15</inkml:trace>
  <inkml:trace contextRef="#ctx0" brushRef="#br0" timeOffset="54113.69">10462 15037 0,'0'-14'16,"0"28"-16,0-41 15,-40 120 17,53 39-1,40-79 0,0-119 0,-13-93 1,-107 93-1,-25 145 0,79-26-15</inkml:trace>
  <inkml:trace contextRef="#ctx0" brushRef="#br0" timeOffset="54455.84">10766 15090 0,'0'0'0,"13"0"16,-13 26 31,13 67-16,-13-54-31,53 41 16,-40-67-1,40-13 1,-40-13 0,40-106-1,-53 79-15,-26-119 32,-67 172-1,80 1-16</inkml:trace>
  <inkml:trace contextRef="#ctx0" brushRef="#br0" timeOffset="54830.11">11480 15169 0,'0'0'0,"26"-13"16,-12-40 0,-28 40-1,-65-27 1,39 40 15,14 79-15,132 14 15,-27-27 0,-79-53-15,-26 0 0,-1-13-1,-39 0 1,66-13-16</inkml:trace>
  <inkml:trace contextRef="#ctx0" brushRef="#br0" timeOffset="55313.62">11599 15142 0,'0'0'0,"40"-13"16,-27 13 15,0 53 0,-13-40-15,13 54-1,-13-54 1,14-13 0,12-40 15,-13 0-16,40-13 1,-40 40 0,27 26-1,-40 1 1,0 25 0,0-25-1,13-14 1,27-53 15,-14 26-15,67-52-1,-67 79 1,27 79 0,-39-39-1,-14 53 1</inkml:trace>
  <inkml:trace contextRef="#ctx0" brushRef="#br0" timeOffset="55937.29">10514 15830 0,'0'0'0,"-13"-66"31,106 13 1,-1 53-1,-118 79 0,-106 41 0,52-68 1,107-38-17,12-1 1,173-13 15,-172-13-31</inkml:trace>
  <inkml:trace contextRef="#ctx0" brushRef="#br0" timeOffset="56329.13">11030 15724 0,'0'-26'16,"0"52"-16,0-65 31,-39 92 0,12 13-15,27 66 15,79-92 0,54-93 0,-67-53 1,-53 93-32,-26 26 31,-27 119 0,40-119-31,40 54 16</inkml:trace>
  <inkml:trace contextRef="#ctx0" brushRef="#br0" timeOffset="56963.14">11414 15764 0,'0'-26'31,"0"52"-31,0 0 31,-13-12-31,13 65 31,0-26 1,0-93-1,0-52-16,39-41 17,54 81-1,39 52 0,-119 66 0,-52-53-15,-27 27 15,66-27 1,79 26-1,-53-25-31,14 12 15,0 14 1,-40-14 15,-93-12 1,67-14-32,-67-27 31,27 40-16</inkml:trace>
  <inkml:trace contextRef="#ctx0" brushRef="#br0" timeOffset="61203.56">11930 15724 0,'13'-13'62,"53"0"-30,66-14-1,0 1 0,-105 26 0,-14 40 1,0 79-1,1 39 0,-1-131-31,-13 65 31,0-39 1,0-39-17</inkml:trace>
  <inkml:trace contextRef="#ctx0" brushRef="#br0" timeOffset="61564.54">12234 16134 0,'0'0'31,"13"14"0,13 12 0,27 14 1,-13-54-1,26-38 0,-53 52 0,-26 0 1,-13 26-17,-27 27 1</inkml:trace>
  <inkml:trace contextRef="#ctx0" brushRef="#br0" timeOffset="64159.39">12366 16597 0,'13'0'62,"80"-26"-31,-14-1 1</inkml:trace>
  <inkml:trace contextRef="#ctx0" brushRef="#br0" timeOffset="64325.74">12260 16822 0,'0'0'0,"53"13"31,79-39-15</inkml:trace>
  <inkml:trace contextRef="#ctx0" brushRef="#br0" timeOffset="66701.99">9774 14283 0,'0'0'0,"-80"291"16,54-172-16,13 13 16,26 410-1,172-39 17,-145-437-17,171 132 1,-158-171-16</inkml:trace>
  <inkml:trace contextRef="#ctx0" brushRef="#br0" timeOffset="67429.03">12459 14217 0,'0'0'0,"53"145"16,-14-79-16,160 397 31,-133-212-16,-40-131-15,27 408 32,-66-448-17,-106 158 1,-80-93 15</inkml:trace>
  <inkml:trace contextRef="#ctx0" brushRef="#br0" timeOffset="77766.19">23449 15195 0,'0'0'0,"0"-13"31,40 0 0,79 13 0,-79 13-31,158-13 32,-79 0-17,-26 0 16,-120-13 1,-26 0-1</inkml:trace>
  <inkml:trace contextRef="#ctx0" brushRef="#br0" timeOffset="78376.52">25764 15314 0,'39'0'32,"-78"0"-32,237 27 31,-145-14-31,159 0 31,-80-13 0</inkml:trace>
  <inkml:trace contextRef="#ctx0" brushRef="#br0" timeOffset="79002.21">23171 15804 0,'0'0'0,"40"-14"31,-13 14-31,158-26 31,-132 13-31</inkml:trace>
  <inkml:trace contextRef="#ctx0" brushRef="#br0" timeOffset="99185.86">4126 4470 0,'0'0'16,"-13"0"-1,0 0 17,26 0-1,106-13 0,-92 0-31,145-14 31,-146 27-31,14-13 16,39-13 15</inkml:trace>
  <inkml:trace contextRef="#ctx0" brushRef="#br0" timeOffset="99485.7">4351 4259 0,'40'0'31,"53"39"1,-80-25-32,26 91 31,-105 54 0,40-132-31,-14 12 0</inkml:trace>
  <inkml:trace contextRef="#ctx0" brushRef="#br0" timeOffset="107670.43">3227 5528 0,'0'0'0,"0"-13"15,-13 13 63,-27 13-62,-119 146 15,-26 224 1,40 133-1,79 251 0,105-1137 0,107 1917 1,158-1137-1,13-238 0,-264-159-31,40 14 31,-80-40 1,-39-14-32</inkml:trace>
  <inkml:trace contextRef="#ctx0" brushRef="#br0" timeOffset="108841.87">3346 9509 0,'-13'-40'31,"26"80"-31,-39-106 16,12 66-16,-65 13 31,-106 304 0,79 226 0,146-54 1,132-145-1,53-133 0,-199-184-31,67 26 31,-67-53 1,-26-40 139</inkml:trace>
  <inkml:trace contextRef="#ctx0" brushRef="#br0" timeOffset="117334.2">7486 8781 0,'0'14'32,"39"-14"-1,94 13 0,303 0 0,-357-13-31,-12 13 16,131-13 15,-185 0 1</inkml:trace>
  <inkml:trace contextRef="#ctx0" brushRef="#br0" timeOffset="119613.63">8941 8477 0,'-14'0'63,"-52"80"-32,40-54-31,-1 106 31,93-52-15,53-107 31,-105 1-47,12 13 0,-13-14 15,-13-105 17,-92 53-17,39 118 32,53-26-47,13 27 16</inkml:trace>
  <inkml:trace contextRef="#ctx0" brushRef="#br0" timeOffset="119835.34">9099 8451 0,'0'0'16,"0"-27"-16,0-12 16,14 78 15,-14-12-15,13 118-1,-13-118 1,13 79-1</inkml:trace>
  <inkml:trace contextRef="#ctx0" brushRef="#br0" timeOffset="120273.4">9403 8636 0,'0'0'0,"0"-13"16,0-14-1,-13 27 1,-26-13 0,25 13-1,-52 40 1,66-27 0,-13 53-1,13-53 1,26 27-1,-12-27 1,52-26 0,-53 0-1,40-80 1,-40 54 0,0-1-16,1-79 15,-14 92 1,0 1-16,0 0 15,0 39 1,0 119 0,13-79-1,40 106 1</inkml:trace>
  <inkml:trace contextRef="#ctx0" brushRef="#br0" timeOffset="121357.4">8451 6560 0,'0'0'0,"0"-53"15,0 26 1,0 54 15,0 79 0,-13-27-15,13-39 0,0-14-1,-13-26-15,26-26 31,0-14-15,-13 14 0,27-107-1,-14 107-15,0 13 16,14-27 0,12 133 15,-39-67-16,53 67 1,-53-80 0,40 0-1,-27-39 1,14-41 0,-14 41-1,-13 0-15,13-67 16,-13 40-1,-13 53 1</inkml:trace>
  <inkml:trace contextRef="#ctx0" brushRef="#br0" timeOffset="121795.72">8848 6613 0,'13'0'62,"0"13"-46,14 0-1,-14-13 1,40-40 15,-40 27-15,-13-53 0,-39 13 15,25 53-16,-39 66 1,67 80 15,25-80-15,41-26 0</inkml:trace>
  <inkml:trace contextRef="#ctx0" brushRef="#br0" timeOffset="122281.2">9165 6533 0,'0'0'0,"0"-26"16,0 39 15,0 66 0,14-39 1,-1-40-1,40-26 0,-40 12-15,0 14 15,27 40 0,-27-13-15,53-1 15,-26-52-15,0-67 15,-40 40-15,-27 0-1,-92 66 17</inkml:trace>
  <inkml:trace contextRef="#ctx0" brushRef="#br0" timeOffset="123553.56">6798 6785 0,'0'0'0,"0"0"15,26 0 1,199-27 0,-145 27-1,12-13-15,186-14 16,-212 14 0,0 13-16,53-13 15</inkml:trace>
  <inkml:trace contextRef="#ctx0" brushRef="#br0" timeOffset="130319.17">15725 6070 0,'27'-13'16,"-14"13"31,0 106-16,-13-66-15,0 118-1,0-105 1,-13 80 0,13-107-1,0 40 1</inkml:trace>
  <inkml:trace contextRef="#ctx0" brushRef="#br0" timeOffset="130547.02">15553 6586 0,'27'0'32,"-27"13"-17,13-13-15,27 27 16,-27-14 0,27 0-16</inkml:trace>
  <inkml:trace contextRef="#ctx0" brushRef="#br0" timeOffset="130789.94">15911 6533 0,'0'0'0,"0"-13"16,0 26 15,-14-13-16,-39 27 1,40-14 0,-66 40-1,66-40 1,-14 0-16</inkml:trace>
  <inkml:trace contextRef="#ctx0" brushRef="#br0" timeOffset="132631.65">15593 8107 0,'0'0'31,"0"13"-15,0 80-1,0 145 16,13-185-15,1 92 0,-14-79-1</inkml:trace>
  <inkml:trace contextRef="#ctx0" brushRef="#br0" timeOffset="133110.32">15540 8094 0,'27'-13'31,"-54"26"-31,120 13 31,-80 1-31,0-14 16,27 40-16</inkml:trace>
  <inkml:trace contextRef="#ctx0" brushRef="#br0" timeOffset="134030.73">15580 8067 0,'0'0'0,"-53"40"32,-26 79-1,52-93-31</inkml:trace>
  <inkml:trace contextRef="#ctx0" brushRef="#br0" timeOffset="138392.14">12908 4946 0,'27'0'15,"-1"0"17,-26 27-1,-13 171 0,13-145-15,0 79-1,0-118-15</inkml:trace>
  <inkml:trace contextRef="#ctx0" brushRef="#br0" timeOffset="138780.04">13239 5026 0,'0'-14'15,"0"28"-15,-27-41 32,-39 93-1,40 80 0,26-120-31,53 67 31,-40-80-31,13-1005 16,54 1918 15,-40-1085 0,-67 67 1,-26 118-1,40-13-31</inkml:trace>
  <inkml:trace contextRef="#ctx0" brushRef="#br0" timeOffset="139205.5">13543 5052 0,'-26'-26'31,"12"26"0,-12 66 0,0 79 1,65-26-1,-12-105-31,39-41 31,-40 1-31,40-93 31,-66-40 1,-13 132-32,-79 14 31,52 26-31</inkml:trace>
  <inkml:trace contextRef="#ctx0" brushRef="#br0" timeOffset="139663.1">13887 5065 0,'0'0'0,"-13"-13"31,0 53 0,-1-1-15,1 67 15,40-53-15,25-40-1,54-52 16,-40-80 1,-105 13-1,-14 106-15</inkml:trace>
  <inkml:trace contextRef="#ctx0" brushRef="#br0" timeOffset="140249.89">14271 5105 0,'13'-26'31,"-26"52"-31,39-13 47,0 80-16,-26-40-15,0-40 15,-26-132 0,39-93 1,40 107-17,93 78 17,-80 133-17,-132 26 32,-106-39-16,158-80 1,147 27-17,39 13 32,-106-53-47,-40 0 16,1 0-16</inkml:trace>
  <inkml:trace contextRef="#ctx0" brushRef="#br0" timeOffset="140581.94">14945 5065 0,'0'0'0,"13"-92"32,-92 52 15,52 40-47,-52 40 15,66-27 1,26 66-1,0-52 1,14-1-16,79 54 16,-53-27 15,-67-40-15,-65-13-1,52 0 1,-39-13-1</inkml:trace>
  <inkml:trace contextRef="#ctx0" brushRef="#br0" timeOffset="140815.07">15196 4986 0,'0'0'0,"0"-40"15,0 27 1,-13 0 0,0 79 15,13-40-15,-53 146-1,40-119 1,-14-13-16</inkml:trace>
  <inkml:trace contextRef="#ctx0" brushRef="#br0" timeOffset="141659.26">13252 5568 0,'0'0'0,"159"-13"16,-67-1-16,490-12 31,-396 26-15,-1 0-16,476 0 15,-330 0 17,-318 0-17,-26 0 1,-14 0 0</inkml:trace>
  <inkml:trace contextRef="#ctx0" brushRef="#br0" timeOffset="143267.26">15725 3611 0,'-13'0'63,"13"-14"-32,0-12-16,0-14 17,13 1-1,1 25-15,78-25-1,-39 26 1,26 26-1,-39 40 1,-27-27 0,-26 106-1,-53-52 1,-106 39 15,132-93-15,-52 1-1,79-14-15,-1-40 32,41 1-17,39-40 1,-53 53 0,53-1-1,-52 28 1,25 52-1,-12 0 1,-14-53 0,40 27-1,-40-40-15</inkml:trace>
  <inkml:trace contextRef="#ctx0" brushRef="#br0" timeOffset="144050.07">16043 3584 0,'0'0'0,"0"-66"16,0 0 15,-66 92 0,-53 133 0,79 26 1,40-158-32,93 39 31,78-53 0,-91 0 0,-160 67 1,-12-54-17</inkml:trace>
  <inkml:trace contextRef="#ctx0" brushRef="#br0" timeOffset="144829.22">15924 3571 0,'53'-53'31,"-106"106"-31,251-106 31,-158 53-31,171-992 32,-39 1958-1,-158-966-31,-14 0 31,-133 79 0,67 0-15,40 40 15,118-53 1,-65-66-32,79-26 31,-40-27-16,-66-79 17,-53 26-1,53 93-31,0 0 16,119 13-1,40 66 16,-146-40-15,13-912 15,-65 1984 1,39-1059-17,13-39 1,53-39-1,-40 26 1,41-106 0,-54 92-1,-26-92 1,-1 93 0,-105 12-1,93 41 1</inkml:trace>
  <inkml:trace contextRef="#ctx0" brushRef="#br0" timeOffset="145508.29">17167 3703 0,'0'0'0,"-26"-66"16,26 40 0,26 12-1,-13 28 1,40 78 0,-26 14 15,-27-93-16,-14 0 1,28-1070 15,-14 2022-15,66-1044 0,-40 65-1,40 14 1,-66 14-1,27 65 1,-27-66 0,13 14-1,13-67 17,-12 27-17,39-80 1,-27 80-1,40-27 1,-53 40 0,27 93-1,-14-27 17,1-93-1,-14 14-16,0 0-15,27-40 16,-27 40 0,14 0-1</inkml:trace>
  <inkml:trace contextRef="#ctx0" brushRef="#br0" timeOffset="145697.29">17749 3439 0,'0'0'0,"-66"-106"15,66 79 1,-13 1 0</inkml:trace>
  <inkml:trace contextRef="#ctx0" brushRef="#br0" timeOffset="147061.71">16149 4364 0,'0'-26'15,"0"13"1,-14-40-1,-25 26 17,12 27-17,-65 53 1,52 0 0,27 27-1,26-54 1,0 0-16,146 67 15,-119-66 1,65 65 0,-105-65-1,-66 52 1,40-66 0,-1-13-16,-78 13 15,78-26-15</inkml:trace>
  <inkml:trace contextRef="#ctx0" brushRef="#br0" timeOffset="147930.98">16228 4325 0,'0'0'0,"26"-40"16,-12 27-1,12 13 1,-13 0-16,27 0 15,119 40 17,-133-40-17,1 0-15,26 13 16,-40-13 0,-40 39-1,14-12 1,-27 92-1,27-26 1,40-41 0,-14-38-1,13-1-15,14-13 16,0-13 0,-1-53-1,-25 39 1,-14-13-16,-27-39 15,14 53 1,13-1-16,-40-39 16,40 53-1,40-14 1,-14 27-16,14-13 16,92 13-1,-39 53 16,-93-27-15,0 1-16,0 39 31,0-40-15,13 1 0,0-27-1,53 13 1,-39-13-1,26-26 1,-40-14 0,0 14-1,-26-67 1,0 53 0,-53-13 15,52 53-16,1 14 1,26 12 0,27-13-1,13 14 1</inkml:trace>
  <inkml:trace contextRef="#ctx0" brushRef="#br0" timeOffset="148829.31">16453 5092 0,'0'0'0,"13"-53"31,-92 26 1,-14 107-1,172 39 0,107 13 0,-120-39 1,-212-54-1,120-39-31,-54-26 15</inkml:trace>
  <inkml:trace contextRef="#ctx0" brushRef="#br0" timeOffset="149351.13">17008 4907 0,'0'0'31,"-66"26"0,13 27-15,0 92 15,53-78-15,66 65 15,40-159-15,-26-105 15,-80 106-15,13-1045 15,-13 2049-31,0-938 31,0-27-31,53 133 31,13-67-15</inkml:trace>
  <inkml:trace contextRef="#ctx0" brushRef="#br0" timeOffset="149885.45">17379 5079 0,'0'0'16,"0"-27"-1,0 14-15,0 39 32,13 54-1,-13-67-31,26 40 31,-39-80 0,-13-12-15,-14-146 15,53 92-15,80 53 15,-67 54-31,54 38 16,-54 28 31,-79-27-16,53-14 0,93 54-15,-67-67-1,27 54 1,-53-67 0,-172 0-1</inkml:trace>
  <inkml:trace contextRef="#ctx0" brushRef="#br0" timeOffset="156215.48">15633 3399 0,'0'0'0,"-40"-40"15,27 40-15,-40 225 31,-40 423 1,186 119-1,-40-635-15,278 212-1,-226-304 1,14 0-16</inkml:trace>
  <inkml:trace contextRef="#ctx0" brushRef="#br0" timeOffset="156662.1">17775 3016 0,'0'0'0,"0"26"16,14 14-16,52 224 15,0 199 1,-53-291-1,-39 529 1,-1-542 0,-211 303-1,159-382-15,-292 158 32</inkml:trace>
  <inkml:trace contextRef="#ctx0" brushRef="#br0" timeOffset="162627.53">30353 5515 0,'-13'-40'31,"-27"-13"-15,-79-52 0,13 78-1,40 14-15,-264 66 32,144 39-17,-184 213 1,304-200-1,-132 345 1,184-331 0,14-13-16,291 502 31,-198-502-15,396 185-1,-185-212 1,-158-52-1,621-186 1,-516-39 0,133-450 15,-371 291-15,-172 26-1,-343-66 16,396 344-15,-251-39 0,238 92-1</inkml:trace>
  <inkml:trace contextRef="#ctx0" brushRef="#br0" timeOffset="163065.98">30181 5899 0,'-13'0'31,"26"0"-31,-26 26 32,13 0-32,0 93 31,-13 14-15,13-94-16,0 27 15,0 1 1</inkml:trace>
  <inkml:trace contextRef="#ctx0" brushRef="#br0" timeOffset="163367.62">30168 6401 0,'-13'-13'0,"26"26"0,-26-53 32,145-52-1,93-1 0,-119 54 0,-93 39-15,-13-14 0</inkml:trace>
  <inkml:trace contextRef="#ctx0" brushRef="#br0" timeOffset="164392">30551 6269 0,'27'13'47,"92"106"-16,-53 27 0,-106 65 0,-52-79 1,-14-52-1</inkml:trace>
  <inkml:trace contextRef="#ctx0" brushRef="#br0" timeOffset="164764.44">30512 6877 0,'0'0'16,"-13"0"-1,13 13 1,26 14 15,-26-14-31,40 53 31,39-39-15,-39-54 31,-40 14-32</inkml:trace>
  <inkml:trace contextRef="#ctx0" brushRef="#br0" timeOffset="165371.07">30115 7115 0,'0'13'16,"-13"-13"31,-53 0-16,26 0-15,-119-13-1,120 0 1,-133-40 0,145 27-1,-39-27 1,53 39 0,13-25-1,13 26 1,0-1-1</inkml:trace>
  <inkml:trace contextRef="#ctx0" brushRef="#br0" timeOffset="165711">29612 6864 0,'0'0'16,"0"13"31,-53-13-16,40 13-15,-26-13-1,39 14 32,0 12-31,26 67-1</inkml:trace>
  <inkml:trace contextRef="#ctx0" brushRef="#br0" timeOffset="166282.2">29467 6692 0,'0'0'0,"-40"-13"16,27 0-16,-66-40 31,52 39-15,-12-52 0,39 40-1,26-67 1,-13 67-1,14-1-15,-14 1 16,93-53 0,-93 79-1,13-14 1,-26 28 0</inkml:trace>
  <inkml:trace contextRef="#ctx0" brushRef="#br0" timeOffset="166671.93">29295 6295 0,'0'0'0,"13"-66"32,14 26-1,-14 40-16,53 53 32,13 27-31,-79-41 0</inkml:trace>
  <inkml:trace contextRef="#ctx0" brushRef="#br0" timeOffset="171944.49">13675 5700 0,'0'0'0,"-26"13"32,224 1-1,54-28 0,-199 1-15</inkml:trace>
  <inkml:trace contextRef="#ctx0" brushRef="#br0" timeOffset="172226.05">13913 5608 0,'0'0'0,"0"-27"16,0 14 15,0 26 0,0 14-15,-26 105 15,26-93-31,13 173 31,0-133-15</inkml:trace>
  <inkml:trace contextRef="#ctx0" brushRef="#br0" timeOffset="180657.25">13530 6295 0,'0'13'31,"13"-13"16,146 0-16,105-13 1,-145 0-1</inkml:trace>
  <inkml:trace contextRef="#ctx0" brushRef="#br0" timeOffset="203795.91">22246 16042 0,'39'0'47,"199"-13"-16,-39 13 1,-54 0-1</inkml:trace>
  <inkml:trace contextRef="#ctx0" brushRef="#br0" timeOffset="204625.03">22537 16399 0,'39'0'47,"-25"0"-32,105 0 1,26 13 15,-119 0-15,1-13-1,-27-13 17,-13 13-32</inkml:trace>
  <inkml:trace contextRef="#ctx0" brushRef="#br0" timeOffset="205085.9">23171 16306 0,'-39'-39'31,"78"78"-31,-52-39 32,26 13-32,67 107 31,-54-81-15,-13-12-16,40 52 15,-26-39 1,-1-14-1</inkml:trace>
  <inkml:trace contextRef="#ctx0" brushRef="#br0" timeOffset="205271.96">23330 16333 0,'-13'-14'15,"-80"120"17,54-66-17,-133 132 1</inkml:trace>
  <inkml:trace contextRef="#ctx0" brushRef="#br0" timeOffset="-209909.5">17180 8160 0,'0'-13'16,"13"13"46,1 0-46,25 39 0,-25-25-1,25 25 1,-26-26-1,27 14 1,13-54 15,-26 14-15,118-79 0,27-1-1,106-26 16</inkml:trace>
  <inkml:trace contextRef="#ctx0" brushRef="#br0" timeOffset="-175964.78">5753 10554 0,'0'0'0,"-13"0"16,26 0 15,0 0-15,1 0-16,144 13 15,-92-13 1,344 13 0,-290 0-1,290-13 1,-344 0-1,119 0 1,-172-13 0,-26 13-1,0 0 1,-40 0-16</inkml:trace>
  <inkml:trace contextRef="#ctx0" brushRef="#br0" timeOffset="-174807.69">8147 10620 0,'0'0'0,"0"-27"16,0 1 15,0 92 0,0-40-15,-13 173-1,13-133 1,0 172 0,0-185-1,26 26-15</inkml:trace>
  <inkml:trace contextRef="#ctx0" brushRef="#br0" timeOffset="-174479.16">7922 10977 0,'0'0'15,"-13"-27"1,26 27 0,67-13-1,118 0 16,-119 13-15,14 0 0,-53 0-1</inkml:trace>
  <inkml:trace contextRef="#ctx0" brushRef="#br0" timeOffset="-174227.86">8345 10911 0,'0'0'0,"0"26"15,0 53 1,27 93 15,-27-92-15,13 25 15</inkml:trace>
  <inkml:trace contextRef="#ctx0" brushRef="#br0" timeOffset="-174027.77">8438 10831 0,'0'0'16,"-40"-13"0,27 0 15</inkml:trace>
  <inkml:trace contextRef="#ctx0" brushRef="#br0" timeOffset="-173607.53">8557 10990 0,'0'0'0,"0"13"32,40 27-17,-27-27 1,53 14 0,-39-27-1,39-40 1,-53-66 15,-92 40 0,39 66-15,13 0 0,-26 106-1,80 52 16,79-65 1,-80-80-17,27-13-15</inkml:trace>
  <inkml:trace contextRef="#ctx0" brushRef="#br0" timeOffset="-173215.7">8954 10831 0,'53'27'31,"-40"-14"-31,53 80 16,-53-67-1,27 67 1,-40-80 0,-13 26-1,-27-78 17,40 12-17,40-158 1,-27 146-1,93-54 1,-80 93 0,40 13-1,-52 0 1,-14 1-16</inkml:trace>
  <inkml:trace contextRef="#ctx0" brushRef="#br0" timeOffset="-168933.65">7737 11545 0,'-40'0'31,"80"0"-31,-66-39 32,290-27-1,120 39-16,449 1 17,-555 12-17,-173 14-15,41 0 16,-67-13 15,-132 13-31</inkml:trace>
  <inkml:trace contextRef="#ctx0" brushRef="#br0" timeOffset="-165605.1">13517 9853 0,'-14'0'16,"28"0"-16,-41 0 31,120-27 0,52 14-15,120 0 15,-239 13-15,40 0-1,-79-13 1</inkml:trace>
  <inkml:trace contextRef="#ctx0" brushRef="#br0" timeOffset="-165329.05">13834 9548 0,'0'0'16,"13"14"15,106 39 0,-92-27-31,26 27 16,-119 132 15,-292-26-15</inkml:trace>
  <inkml:trace contextRef="#ctx0" brushRef="#br0" timeOffset="-153872.27">1706 10355 0,'0'0'0,"0"27"16,0-14-16,0 40 15,27 119 17,-27 105-1,-40-65 0,27-106 0,52-133 1,120-52-1,119 13 0,13 26 0,-53 27 1,-146-13-1,-65 26 0,-14-53 0,-13-27 1,-13-26-17,0-105 16,13 132-15,13-67 0,-13 133-1,13-40 1,-13 40 15,-79 0 0,-146 65 1,159-52-17,-80 27 1,-290 52 0,370-66-1,-146 14 1,159-1 15,66-26-15,27 0-16</inkml:trace>
  <inkml:trace contextRef="#ctx0" brushRef="#br0" timeOffset="-153203.6">1971 10659 0,'0'0'0,"26"-26"31,80-1 1,13 27-1,-40 0-15</inkml:trace>
  <inkml:trace contextRef="#ctx0" brushRef="#br0" timeOffset="-152914.61">2566 10567 0,'13'0'32,"119"-40"-1,-66 27-16</inkml:trace>
  <inkml:trace contextRef="#ctx0" brushRef="#br0" timeOffset="-127246.71">7182 6851 0,'0'0'0,"-27"26"31,14 93 1,0 80-1,13-67 0</inkml:trace>
  <inkml:trace contextRef="#ctx0" brushRef="#br0" timeOffset="-126789.4">7102 6890 0,'0'0'16,"-39"66"0,-1 14 31,40-67-47,-13 14 15,26-54 16,-13 1-15,53-67 0,-40 67-1,40-67 1,0 172 15,26 120 0</inkml:trace>
  <inkml:trace contextRef="#ctx0" brushRef="#br0" timeOffset="-125093.02">6705 10752 0,'0'0'0,"-26"93"16,13-67-1,13 172 1,13-105-1,0-40 1,14 119 0,-14-159-1</inkml:trace>
  <inkml:trace contextRef="#ctx0" brushRef="#br0" timeOffset="-124356.77">6719 10792 0,'0'-14'16,"26"28"15,40 39 0,-39-40-15,26 40 0,-40-40-1,0 13 1</inkml:trace>
  <inkml:trace contextRef="#ctx0" brushRef="#br0" timeOffset="-123699.18">6758 10792 0,'-26'0'31,"-40"39"1,-66 67-1,105-79-31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47.227"/>
    </inkml:context>
    <inkml:brush xml:id="br0">
      <inkml:brushProperty name="width" value="0.05" units="cm"/>
      <inkml:brushProperty name="height" value="0.05" units="cm"/>
      <inkml:brushProperty name="color" value="#FFC114"/>
    </inkml:brush>
  </inkml:definitions>
  <inkml:trace contextRef="#ctx0" brushRef="#br0">154 268 24575,'5'-7'0,"1"0"0,-1 0 0,0 0 0,-1-1 0,5-11 0,-6 12 0,1 0 0,0 0 0,0 0 0,0 1 0,0 0 0,1-1 0,6-5 0,-10 11 0,0 1 0,0-1 0,0 0 0,0 0 0,0 1 0,0-1 0,0 0 0,0 1 0,0-1 0,0 1 0,0-1 0,0 1 0,0 0 0,1 0 0,-1-1 0,0 1 0,0 0 0,0 0 0,3 0 0,-3 0 0,0 1 0,-1-1 0,1 1 0,0-1 0,0 1 0,0-1 0,0 1 0,-1 0 0,1-1 0,0 1 0,0 0 0,-1 0 0,1-1 0,-1 1 0,1 0 0,-1 0 0,1 0 0,0 1 0,1 4 0,0 0 0,-1 0 0,1 0 0,-1 1 0,-1-1 0,1 7 0,-13 331 0,-30 0 0,0-90 0,-84 280 0,121-515 0,-1-4 0,2 1 0,0 0 0,1 0 0,1 0 0,-1 21 0,3-34 0,0 0 0,1 1 0,-1-1 0,1 0 0,-1 0 0,1 1 0,0-1 0,0 0 0,1 0 0,-1 0 0,1 0 0,-1 0 0,1 0 0,0-1 0,0 1 0,0 0 0,0-1 0,1 0 0,-1 1 0,1-1 0,-1 0 0,1 0 0,0-1 0,0 1 0,-1 0 0,1-1 0,1 0 0,-1 0 0,0 0 0,0 0 0,7 1 0,16 1 0,0-1 0,1-2 0,-1 0 0,1-2 0,44-8 0,-27 4 0,617-43-1181,3 43-894,-504 6 1689,2259 35-5375,-36 0 5476,-1730-40-927,-6-29 3111,-602 31-1813,-18 1 742,0 0-1,0-2 1,0-1 0,43-13-1,-68 18-705,-1-1-1,1 1 1,-1-1-1,1 1 1,-1-1 0,1 0-1,-1 1 1,0-1-1,1 0 1,-1 0-1,0 0 1,0 0 0,0 0-1,0 0 1,0 0-1,0 0 1,0-1-1,0 1 1,1-3 0,-2 3-64,0 0 0,0 0 0,0 0 0,0 1 0,-1-1 0,1 0 0,0 0 0,-1 0 0,1 0 0,0 1 0,-1-1 0,0 0 0,1 0 0,-1 1 0,1-1 0,-1 0 0,0 1 0,1-1 0,-1 0 0,0 1 0,0-1 0,1 1 0,-2-1 1,-8-4 154,0 0 1,0 1 0,-21-6 0,-19-3-152,18 5-48,0-1 1,0-2 0,-42-20 0,65 26-17,1 1 1,0-2-1,0 1 1,0-1 0,1 0-1,0 0 1,0-1 0,0 0-1,1 0 1,0-1-1,1 0 1,0 0 0,0 0-1,0-1 1,1 1 0,-5-16-1,5 3 2,0 0 0,1 0 0,0-1 0,2 1 0,1-1 0,1 1 0,0 0 0,2-1 0,9-37 0,7-9 0,44-107 0,-19 80 0,68-110 0,-8 18 0,-79 138 0,32-97 0,-53 134 0,-1-1 0,0 1 0,-1 0 0,0-1 0,-1 1 0,0-1 0,-1 1 0,-1-1 0,-2-17 0,2 24 0,-1 0 0,0 0 0,0 0 0,0 1 0,-1-1 0,1 1 0,-1-1 0,-1 1 0,1 0 0,-1 0 0,0 0 0,0 1 0,0-1 0,0 1 0,-1 0 0,0 1 0,0-1 0,0 1 0,0-1 0,-1 2 0,-7-4 0,-10-3 0,-1 2 0,0 0 0,-44-5 0,-79 0 0,106 10 0,-1406-62-4135,0 40-794,-832 45 2206,4 101 4114,1931-97 4654,372-30-2361,69-10-3098,140 0-1870,-191 14-5542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47.631"/>
    </inkml:context>
    <inkml:brush xml:id="br0">
      <inkml:brushProperty name="width" value="0.05" units="cm"/>
      <inkml:brushProperty name="height" value="0.05" units="cm"/>
      <inkml:brushProperty name="color" value="#FFC114"/>
    </inkml:brush>
  </inkml:definitions>
  <inkml:trace contextRef="#ctx0" brushRef="#br0">41 46 24575,'0'-3'0,"1"-1"0,-1 0 0,0 1 0,1-1 0,0 1 0,0-1 0,0 1 0,0 0 0,3-6 0,-3 8 0,-1 1 0,0 0 0,0-1 0,0 1 0,1 0 0,-1-1 0,0 1 0,0 0 0,1-1 0,-1 1 0,0 0 0,1 0 0,-1 0 0,0-1 0,1 1 0,-1 0 0,0 0 0,1 0 0,-1 0 0,0 0 0,1-1 0,-1 1 0,1 0 0,-1 0 0,0 0 0,1 0 0,-1 0 0,1 0 0,-1 0 0,0 1 0,1-1 0,0 0 0,0 1 0,0 0 0,0 0 0,1 0 0,-1 0 0,0 1 0,0-1 0,0 0 0,0 0 0,-1 1 0,1-1 0,0 1 0,-1-1 0,2 3 0,4 13 0,0 1 0,-1 0 0,-1 1 0,-1-1 0,0 1 0,0 23 0,-3 5 0,-7 63 0,-9-11-515,-51 175 0,63-257 180,-8 25-6491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47.817"/>
    </inkml:context>
    <inkml:brush xml:id="br0">
      <inkml:brushProperty name="width" value="0.05" units="cm"/>
      <inkml:brushProperty name="height" value="0.05" units="cm"/>
      <inkml:brushProperty name="color" value="#FFC114"/>
    </inkml:brush>
  </inkml:definitions>
  <inkml:trace contextRef="#ctx0" brushRef="#br0">28 131 24575,'-3'0'0,"-4"-3"0,-3 0 0,3-1 0,7 1 0,14 1 0,15 1 0,14-3 0,14-3 0,15 0 0,9-3 0,8-1 0,3-3 0,-2-1 0,-8-1 0,-10-1 0,-16 3-8191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48.005"/>
    </inkml:context>
    <inkml:brush xml:id="br0">
      <inkml:brushProperty name="width" value="0.05" units="cm"/>
      <inkml:brushProperty name="height" value="0.05" units="cm"/>
      <inkml:brushProperty name="color" value="#FFC114"/>
    </inkml:brush>
  </inkml:definitions>
  <inkml:trace contextRef="#ctx0" brushRef="#br0">41 221 24575,'-5'-6'0,"-6"-7"0,0-7 0,1-4 0,6-3 0,9 1 0,9 1 0,11 5 0,13 3 0,11 5 0,9 1 0,6 2 0,3 4 0,0 1 0,-4 3 0,-12 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48.457"/>
    </inkml:context>
    <inkml:brush xml:id="br0">
      <inkml:brushProperty name="width" value="0.05" units="cm"/>
      <inkml:brushProperty name="height" value="0.05" units="cm"/>
      <inkml:brushProperty name="color" value="#FFC114"/>
    </inkml:brush>
  </inkml:definitions>
  <inkml:trace contextRef="#ctx0" brushRef="#br0">303 200 24575,'1'-1'0,"0"1"0,-1 0 0,1 0 0,0-1 0,0 1 0,-1-1 0,1 1 0,0-1 0,-1 1 0,1-1 0,-1 1 0,1-1 0,-1 1 0,1-1 0,-1 0 0,1 1 0,-1-1 0,1 0 0,-1 0 0,0 1 0,1-1 0,-1 0 0,0 0 0,0 1 0,0-1 0,1 0 0,-1-1 0,3-26 0,-3 25 0,0-7 0,1 0 0,-2 1 0,0-1 0,0 1 0,0-1 0,-1 1 0,-1 0 0,-5-15 0,7 21 0,-1 0 0,1 0 0,-1 0 0,0 0 0,0 0 0,0 0 0,0 1 0,0-1 0,0 1 0,-1 0 0,1-1 0,-1 1 0,0 0 0,0 0 0,1 1 0,-1-1 0,0 1 0,0-1 0,-1 1 0,1 0 0,0 0 0,0 0 0,-1 1 0,1-1 0,0 1 0,-1 0 0,1 0 0,-5 0 0,2 1 0,0 1 0,0-1 0,0 1 0,0 1 0,0-1 0,1 1 0,-1 0 0,1 0 0,-1 0 0,1 1 0,0 0 0,1 0 0,-1 0 0,-7 10 0,-3 3 0,2 1 0,-21 35 0,20-28 0,1 0 0,-13 38 0,22-51 0,0-1 0,1 2 0,0-1 0,1 0 0,1 0 0,0 1 0,1 24 0,0-35 0,0 1 0,1-1 0,-1 0 0,0 1 0,1-1 0,0 0 0,-1 1 0,1-1 0,0 0 0,0 0 0,0 1 0,1-1 0,-1 0 0,0 0 0,1 0 0,0-1 0,-1 1 0,1 0 0,0-1 0,0 1 0,0-1 0,0 1 0,0-1 0,0 0 0,0 0 0,3 1 0,-1-1 0,0 0 0,1-1 0,-1 1 0,0-1 0,0 0 0,1-1 0,-1 1 0,0-1 0,0 0 0,1 0 0,-1 0 0,0 0 0,0-1 0,5-2 0,2-2 0,0-1 0,1 0 0,-2 0 0,1-1 0,-1 0 0,-1-1 0,15-17 0,53-79 0,-35 45 0,-40 56 0,1 0 0,0 1 0,0-1 0,0 1 0,7-6 0,-9 9 0,-1 0 0,1-1 0,0 1 0,-1 0 0,1-1 0,0 1 0,-1 0 0,1 0 0,0 0 0,-1-1 0,1 1 0,0 0 0,0 0 0,-1 0 0,1 0 0,0 0 0,-1 0 0,1 1 0,0-1 0,-1 0 0,1 0 0,0 0 0,-1 1 0,1-1 0,0 0 0,-1 1 0,1-1 0,0 0 0,-1 1 0,1-1 0,-1 1 0,1-1 0,-1 1 0,1-1 0,-1 1 0,1-1 0,-1 1 0,0 0 0,1-1 0,-1 1 0,0 0 0,0-1 0,1 1 0,-1 0 0,0 0 0,5 14 28,-1 0 0,0 0 0,-2 0-1,1 0 1,-2 0 0,0 1 0,-1 17 0,3 40-1616,0-50-5238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48.877"/>
    </inkml:context>
    <inkml:brush xml:id="br0">
      <inkml:brushProperty name="width" value="0.05" units="cm"/>
      <inkml:brushProperty name="height" value="0.05" units="cm"/>
      <inkml:brushProperty name="color" value="#FFC114"/>
    </inkml:brush>
  </inkml:definitions>
  <inkml:trace contextRef="#ctx0" brushRef="#br0">218 135 24575,'9'-10'0,"-1"-1"0,13-18 0,-19 25 0,1 0 0,-1 0 0,0 0 0,0-1 0,0 1 0,-1-1 0,1 1 0,-1-1 0,0 0 0,0-7 0,-1 11 0,0 0 0,0-1 0,-1 1 0,1 0 0,0 0 0,-1-1 0,1 1 0,-1 0 0,1 0 0,-1 0 0,1-1 0,-1 1 0,0 0 0,0 0 0,1 0 0,-1 0 0,0 0 0,0 1 0,0-1 0,0 0 0,0 0 0,0 0 0,0 1 0,-1-1 0,1 1 0,0-1 0,0 1 0,0-1 0,-1 1 0,1 0 0,0-1 0,0 1 0,-1 0 0,1 0 0,0 0 0,-1 0 0,1 0 0,-2 1 0,-5-1 0,1 1 0,0 0 0,0 1 0,0 0 0,-10 4 0,2 0 0,0 2 0,0-1 0,1 2 0,0 0 0,0 1 0,1 0 0,-12 13 0,19-18 0,1 0 0,0 1 0,0 0 0,0 0 0,0 0 0,1 1 0,0 0 0,1 0 0,-1 0 0,1 0 0,1 0 0,-1 0 0,1 1 0,1-1 0,-1 1 0,1 0 0,0 10 0,2-14 0,-1 1 0,1-1 0,0 0 0,1 1 0,-1-1 0,1 0 0,0 0 0,0 0 0,0 0 0,1 0 0,-1 0 0,1-1 0,0 1 0,0-1 0,0 0 0,0 0 0,1 0 0,-1 0 0,1 0 0,0-1 0,0 0 0,0 0 0,0 0 0,0 0 0,0 0 0,0-1 0,9 2 0,-7-2 0,-1 0 0,1 0 0,-1 0 0,1-1 0,0 1 0,-1-1 0,1-1 0,0 1 0,-1-1 0,1 0 0,-1 0 0,1-1 0,-1 0 0,0 0 0,0 0 0,0 0 0,0-1 0,0 0 0,0 0 0,-1 0 0,1-1 0,4-4 0,-3 0 0,0 1 0,-1-2 0,0 1 0,0-1 0,-1 1 0,0-1 0,-1 0 0,4-13 0,-3 4 0,-1 0 0,0-1 0,0-24 0,-5 77 87,0-4 25,2 56 0,1-79-224,-1 0 0,1 0 1,0 0-1,1 0 0,0-1 0,0 1 1,0 0-1,1-1 0,0 1 1,0-1-1,1 0 0,0 0 0,0 0 1,5 6-1,7 1-6714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49.202"/>
    </inkml:context>
    <inkml:brush xml:id="br0">
      <inkml:brushProperty name="width" value="0.05" units="cm"/>
      <inkml:brushProperty name="height" value="0.05" units="cm"/>
      <inkml:brushProperty name="color" value="#FFC114"/>
    </inkml:brush>
  </inkml:definitions>
  <inkml:trace contextRef="#ctx0" brushRef="#br0">223 104 24575,'4'-8'0,"-1"1"0,1 0 0,-1-1 0,0 1 0,0-1 0,1-8 0,-4 15 0,0-1 0,0 1 0,1 0 0,-1-1 0,0 1 0,0 0 0,-1-1 0,1 1 0,0-1 0,0 1 0,-1 0 0,1-1 0,0 1 0,-1 0 0,0 0 0,1-1 0,-1 1 0,0 0 0,1 0 0,-1 0 0,0 0 0,0 0 0,0 0 0,0 0 0,0 0 0,0 0 0,0 0 0,0 1 0,-1-1 0,1 0 0,0 1 0,0-1 0,-1 1 0,1-1 0,0 1 0,-2-1 0,-4 0 0,1 0 0,-1 0 0,1 1 0,-1 0 0,0 0 0,1 0 0,-1 1 0,1 0 0,-1 0 0,1 0 0,0 1 0,-1 0 0,1 1 0,0-1 0,0 1 0,1 0 0,-1 1 0,1-1 0,-7 6 0,6-4 0,0 0 0,0 1 0,1-1 0,0 1 0,0 1 0,0-1 0,1 0 0,0 1 0,0 0 0,1 0 0,-1 0 0,2 1 0,-1-1 0,1 1 0,-2 13 0,3-10 0,1 1 0,0-1 0,0 1 0,2-1 0,-1 1 0,1-1 0,1 0 0,0 0 0,1 0 0,9 20 0,6 4 0,43 60 0,-39-62 0,25 48 0,-46-77 0,1 0 0,-1 1 0,-1-1 0,1 1 0,-1 0 0,0-1 0,0 1 0,0 0 0,0 0 0,-1 0 0,0 0 0,0 0 0,-1-1 0,0 8 0,0-9 0,0 0 0,-1 0 0,1 0 0,-1 0 0,1 0 0,-1 0 0,0-1 0,0 1 0,0-1 0,-1 1 0,1-1 0,0 0 0,-1 0 0,0 0 0,1 0 0,-1-1 0,0 1 0,0-1 0,0 1 0,0-1 0,0 0 0,-5 1 0,0 0-97,0 0-1,-1 0 1,0-1-1,1 0 1,-1-1-1,0 0 1,1 0-1,-1-1 1,0 0-1,1-1 1,-1 1-1,1-2 0,-11-3 1,-8-6-6729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49.874"/>
    </inkml:context>
    <inkml:brush xml:id="br0">
      <inkml:brushProperty name="width" value="0.05" units="cm"/>
      <inkml:brushProperty name="height" value="0.05" units="cm"/>
      <inkml:brushProperty name="color" value="#FFC114"/>
    </inkml:brush>
  </inkml:definitions>
  <inkml:trace contextRef="#ctx0" brushRef="#br0">200 416 24575,'-1'-7'0,"0"0"0,0 1 0,-1-1 0,0 1 0,0 0 0,-5-10 0,-3-8 0,2-4 0,6 19 0,0 1 0,0-1 0,-1 1 0,-7-14 0,10 22 0,0-1 0,0 1 0,-1 0 0,1 0 0,0 0 0,0-1 0,0 1 0,-1 0 0,1 0 0,0 0 0,0 0 0,-1 0 0,1-1 0,0 1 0,0 0 0,-1 0 0,1 0 0,0 0 0,0 0 0,-1 0 0,1 0 0,0 0 0,-1 0 0,1 0 0,0 0 0,0 0 0,-1 0 0,1 0 0,0 0 0,0 0 0,-1 0 0,1 1 0,0-1 0,0 0 0,-1 0 0,1 0 0,0 0 0,0 0 0,0 1 0,-1-1 0,1 0 0,0 0 0,0 0 0,0 1 0,-1-1 0,1 0 0,0 0 0,0 1 0,0-1 0,0 0 0,0 0 0,0 1 0,0-1 0,0 0 0,0 0 0,-1 1 0,1-1 0,-7 19 0,7-19 0,-9 29 0,-106 360 0,111-369 0,5-14 0,4-14 0,15-37 0,21-72 0,-15 40 0,14-32 0,74-144 0,-107 239 0,1 0 0,1 1 0,0 0 0,16-17 0,-22 27 0,-1 1 0,1-1 0,0 1 0,0 0 0,0 0 0,0 0 0,0 0 0,0 1 0,0-1 0,1 1 0,4-2 0,-6 3 0,0 0 0,1 0 0,-1 0 0,0 0 0,0 0 0,0 1 0,0-1 0,0 0 0,1 1 0,-1 0 0,0-1 0,0 1 0,0 0 0,-1 0 0,1 0 0,0 0 0,0 1 0,0-1 0,-1 0 0,3 4 0,3 2 0,-1 1 0,0-1 0,0 2 0,-1-1 0,0 1 0,-1-1 0,0 1 0,3 11 0,21 81 0,-24-86 0,34 194 342,-33-166-911,-2 0 0,-5 82 0,-2-91-6257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50.494"/>
    </inkml:context>
    <inkml:brush xml:id="br0">
      <inkml:brushProperty name="width" value="0.05" units="cm"/>
      <inkml:brushProperty name="height" value="0.05" units="cm"/>
      <inkml:brushProperty name="color" value="#FFC114"/>
    </inkml:brush>
  </inkml:definitions>
  <inkml:trace contextRef="#ctx0" brushRef="#br0">4 202 24575,'0'0'0,"0"0"0,-1-1 0,1 1 0,0-1 0,-1 1 0,1 0 0,0-1 0,0 1 0,-1-1 0,1 1 0,0-1 0,0 1 0,0-1 0,0 1 0,0-1 0,0 1 0,-1-1 0,1 1 0,0-1 0,0 1 0,0-1 0,1 1 0,-1-1 0,0 1 0,0-1 0,0 1 0,0-1 0,0 1 0,1-1 0,13-12 0,21-2 0,13 3 0,54-7 0,18-2 0,-100 16 0,-1-1 0,1-1 0,33-16 0,-49 21 0,0-1 0,-1 1 0,1-1 0,-1 0 0,0 0 0,0-1 0,0 1 0,0 0 0,0-1 0,-1 0 0,3-4 0,12-16 0,-17 24 0,0 0 0,0 0 0,1 0 0,-1 0 0,0 0 0,0 0 0,0 0 0,0 0 0,1 0 0,-1 0 0,0 0 0,0 0 0,0 0 0,0 0 0,1 0 0,-1 1 0,0-1 0,0 0 0,0 0 0,0 0 0,0 0 0,0 0 0,0 0 0,1 1 0,-1-1 0,0 0 0,0 0 0,0 0 0,0 0 0,0 1 0,0-1 0,0 0 0,0 0 0,0 0 0,0 0 0,0 1 0,0-1 0,0 0 0,0 0 0,0 0 0,0 0 0,0 1 0,0-1 0,0 0 0,0 0 0,0 0 0,0 0 0,0 0 0,-1 1 0,2 11 0,-10 74 0,4-53 0,1 0 0,2 0 0,1 0 0,6 51 0,-4-81 0,-1 1 0,1-1 0,0 1 0,0 0 0,0-1 0,1 0 0,-1 1 0,1-1 0,0 0 0,-1 0 0,2 0 0,-1 0 0,0 0 0,0 0 0,4 3 0,-4-5 0,0 0 0,0 0 0,0 0 0,0-1 0,0 1 0,0 0 0,0-1 0,1 1 0,-1-1 0,0 0 0,0 0 0,0 0 0,0 0 0,0 0 0,1 0 0,-1 0 0,0-1 0,0 1 0,0-1 0,0 0 0,0 1 0,0-1 0,0 0 0,0 0 0,0 0 0,2-2 0,2-2 0,1 0 0,-1 0 0,-1-1 0,1 1 0,-1-1 0,0-1 0,-1 1 0,1-1 0,-1 1 0,0-1 0,-1-1 0,3-7 0,16-27 0,-22 42 0,0 0 0,0-1 0,1 1 0,-1 0 0,0 0 0,0 0 0,0 0 0,0 0 0,0 0 0,0 0 0,0 0 0,0 0 0,0-1 0,0 1 0,0 0 0,0 0 0,1 0 0,-1 0 0,0 0 0,0 0 0,0 0 0,0 0 0,0 0 0,0 0 0,0 0 0,0 0 0,1 0 0,-1 0 0,0 0 0,0 0 0,0 0 0,0 0 0,0 0 0,0 0 0,0 0 0,0 0 0,1 0 0,-1 0 0,0 0 0,0 0 0,0 0 0,0 0 0,0 0 0,0 0 0,0 0 0,0 0 0,0 1 0,1-1 0,-1 0 0,0 0 0,0 0 0,0 0 0,0 0 0,4 10 0,3 20 0,-5-21 0,1 5 0,1 1 0,0-1 0,2 1 0,0-1 0,0-1 0,11 18 0,-15-28 0,0 1 0,0-1 0,1-1 0,-1 1 0,0 0 0,1 0 0,0-1 0,0 0 0,-1 1 0,1-1 0,1 0 0,-1 0 0,0-1 0,0 1 0,1-1 0,-1 0 0,1 1 0,-1-1 0,1-1 0,0 1 0,-1-1 0,1 1 0,-1-1 0,1 0 0,0 0 0,-1-1 0,1 1 0,0-1 0,-1 0 0,1 1 0,5-4 0,-1 0 0,-1 0 0,1 0 0,-1-1 0,0 0 0,-1 0 0,1-1 0,-1 1 0,0-1 0,-1-1 0,1 1 0,-1-1 0,-1 0 0,1 0 0,-1-1 0,0 1 0,-1-1 0,0 0 0,3-9 0,-2 2 0,0 1 0,-1-1 0,-1 0 0,0 1 0,-1-1 0,-1 0 0,0 0 0,0 0 0,-5-22 0,3 30 0,0 0 0,0 0 0,-1 0 0,0 0 0,0 1 0,0-1 0,-1 1 0,0-1 0,0 1 0,-9-9 0,11 13 0,0 0 0,0 0 0,0 1 0,0-1 0,0 1 0,0-1 0,0 1 0,-1 0 0,1 0 0,0 0 0,-1 0 0,1 0 0,-1 1 0,1-1 0,-1 1 0,1-1 0,-1 1 0,1 0 0,-1 0 0,0 0 0,1 0 0,-1 1 0,1-1 0,-1 1 0,1-1 0,-1 1 0,1 0 0,-1 0 0,1 0 0,0 0 0,0 1 0,-1-1 0,-2 3 0,-11 11-1365,4 0-5461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50.789"/>
    </inkml:context>
    <inkml:brush xml:id="br0">
      <inkml:brushProperty name="width" value="0.05" units="cm"/>
      <inkml:brushProperty name="height" value="0.05" units="cm"/>
      <inkml:brushProperty name="color" value="#FFC114"/>
    </inkml:brush>
  </inkml:definitions>
  <inkml:trace contextRef="#ctx0" brushRef="#br0">229 208 24575,'6'-15'0,"0"-1"0,0 0 0,-2 0 0,0 0 0,-1 0 0,0-1 0,-1 0 0,-1 1 0,-1-20 0,0 34 0,0 1 0,0 0 0,0 0 0,0-1 0,-1 1 0,1 0 0,0-1 0,0 1 0,-1 0 0,1 0 0,-1-1 0,1 1 0,-1 0 0,0 0 0,1 0 0,-1 0 0,0 0 0,-1-2 0,1 3 0,0-1 0,1 1 0,-1 0 0,0 0 0,1 0 0,-1 0 0,0 0 0,0 0 0,1 0 0,-1 0 0,0 0 0,1 0 0,-1 0 0,0 0 0,0 0 0,1 1 0,-1-1 0,0 0 0,1 0 0,-1 1 0,1-1 0,-1 0 0,0 1 0,0 0 0,-3 2 0,1 0 0,-1 0 0,1 1 0,-1 0 0,1-1 0,0 1 0,1 0 0,-4 6 0,2-2 0,0-1 0,1 1 0,0 0 0,1 0 0,0 0 0,0 0 0,0 0 0,1 1 0,1-1 0,-1 0 0,1 1 0,1-1 0,-1 0 0,1 1 0,1-1 0,0 0 0,0 0 0,0 0 0,1 0 0,0 0 0,1-1 0,0 1 0,0-1 0,1 0 0,-1 0 0,1-1 0,1 1 0,-1-1 0,9 7 0,33 20 0,-38-28 0,0 1 0,0 1 0,0-1 0,10 12 0,-18-18 0,-1 0 0,1 1 0,-1-1 0,0 1 0,1-1 0,-1 1 0,0-1 0,1 0 0,-1 1 0,0-1 0,0 1 0,1-1 0,-1 1 0,0 0 0,0-1 0,0 1 0,0-1 0,0 1 0,0-1 0,0 1 0,0-1 0,0 1 0,0 0 0,0-1 0,0 1 0,0-1 0,0 1 0,0-1 0,-1 1 0,1-1 0,0 1 0,0-1 0,-1 1 0,1-1 0,0 1 0,-1-1 0,1 1 0,0-1 0,-1 0 0,1 1 0,-1-1 0,1 0 0,-1 1 0,1-1 0,-1 0 0,1 1 0,-1-1 0,1 0 0,-1 0 0,0 0 0,-31 9 0,31-8 0,-212 23-1136,206-24 907,-84 7-6597</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37.879"/>
    </inkml:context>
    <inkml:brush xml:id="br0">
      <inkml:brushProperty name="width" value="0.05" units="cm"/>
      <inkml:brushProperty name="height" value="0.05" units="cm"/>
      <inkml:brushProperty name="color" value="#FFC114"/>
    </inkml:brush>
  </inkml:definitions>
  <inkml:trace contextRef="#ctx0" brushRef="#br0">13 43 24575,'-3'-2'0,"0"-5"0,-1-3 0,2-3 0,2 3 0,3 10 0,2 7 0,2 8 0,1 10 0,3 10 0,3 7 0,1 8 0,-2 10 0,0 6 0,0 6 0,-1-9-8191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38.709"/>
    </inkml:context>
    <inkml:brush xml:id="br0">
      <inkml:brushProperty name="width" value="0.05" units="cm"/>
      <inkml:brushProperty name="height" value="0.05" units="cm"/>
      <inkml:brushProperty name="color" value="#FFC114"/>
    </inkml:brush>
  </inkml:definitions>
  <inkml:trace contextRef="#ctx0" brushRef="#br0">0 1 24575,'0'11'0,"0"13"0,0 13 0,0 9 0,0 6 0,0 5 0,0 1 0,3 3 0,4 2 0,0-10-8191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38.943"/>
    </inkml:context>
    <inkml:brush xml:id="br0">
      <inkml:brushProperty name="width" value="0.05" units="cm"/>
      <inkml:brushProperty name="height" value="0.05" units="cm"/>
      <inkml:brushProperty name="color" value="#FFC114"/>
    </inkml:brush>
  </inkml:definitions>
  <inkml:trace contextRef="#ctx0" brushRef="#br0">38 0 24575,'4'85'0,"15"89"0,3 19 0,-26 230 0,-34 0 0,16-205 0,12-116-1365,1-16-5461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54.192"/>
    </inkml:context>
    <inkml:brush xml:id="br0">
      <inkml:brushProperty name="width" value="0.05" units="cm"/>
      <inkml:brushProperty name="height" value="0.05" units="cm"/>
      <inkml:brushProperty name="color" value="#FFC114"/>
    </inkml:brush>
  </inkml:definitions>
  <inkml:trace contextRef="#ctx0" brushRef="#br0">0 8 24575,'0'-3'0,"3"0"0,1 2 0,-1 5 0,0 4 0,2 7 0,0 3 0,2 5 0,0 6 0,2 5 0,-1 2 0,1 1 0,-1-1 0,-2-6-8191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54.820"/>
    </inkml:context>
    <inkml:brush xml:id="br0">
      <inkml:brushProperty name="width" value="0.05" units="cm"/>
      <inkml:brushProperty name="height" value="0.05" units="cm"/>
      <inkml:brushProperty name="color" value="#FFC114"/>
    </inkml:brush>
  </inkml:definitions>
  <inkml:trace contextRef="#ctx0" brushRef="#br0">28 257 24575,'-2'-2'0,"-1"-1"0,1 1 0,0-1 0,-1 0 0,1 0 0,0 0 0,1 0 0,-1 0 0,0-1 0,1 1 0,0 0 0,0-1 0,0 1 0,0-1 0,0 1 0,1-1 0,0 0 0,-1 1 0,1-1 0,1 1 0,-1-1 0,0 1 0,1-1 0,0 0 0,0 1 0,0 0 0,0-1 0,0 1 0,1 0 0,0-1 0,3-4 0,1-1 0,0 0 0,1 1 0,0-1 0,0 2 0,1-1 0,0 1 0,1 0 0,0 0 0,12-6 0,0 2 0,0 2 0,0 0 0,1 2 0,0 0 0,1 1 0,0 1 0,0 2 0,0 0 0,42 0 0,-33 4 0,0 1 0,0 2 0,-1 1 0,1 1 0,-1 2 0,47 18 0,-67-22 0,-1 1 0,1 0 0,-1 0 0,-1 1 0,15 11 0,-22-16 0,-1 0 0,1 0 0,-1 1 0,0-1 0,0 0 0,1 1 0,-1-1 0,0 1 0,0 0 0,0-1 0,0 1 0,-1 0 0,1 0 0,0-1 0,-1 1 0,1 0 0,-1 0 0,0 0 0,0 0 0,0 0 0,1 0 0,-2-1 0,1 1 0,0 0 0,0 0 0,-1 0 0,1 0 0,-1 0 0,1-1 0,-1 1 0,0 0 0,0 0 0,1-1 0,-1 1 0,-1 0 0,1-1 0,0 1 0,0-1 0,0 0 0,-1 1 0,-1 0 0,-7 7 0,0 0 0,-1 0 0,0-1 0,-1-1 0,-22 12 0,-66 22 0,20-15 0,-31 13 0,109-39 0,1 1 0,0 0 0,-1-1 0,1 1 0,-1 0 0,1 0 0,0-1 0,0 1 0,0 0 0,-1 0 0,0 3 0,1-4 0,1 0 0,0 0 0,0 1 0,0-1 0,0 0 0,0 1 0,0-1 0,0 0 0,0 0 0,0 1 0,0-1 0,0 0 0,0 0 0,0 1 0,0-1 0,0 0 0,0 1 0,0-1 0,1 0 0,-1 0 0,0 1 0,0-1 0,0 0 0,0 0 0,1 0 0,-1 1 0,0-1 0,0 0 0,0 0 0,1 0 0,-1 1 0,0-1 0,0 0 0,0 0 0,1 0 0,-1 0 0,4 2 0,-1-1 0,1 0 0,-1 0 0,1 0 0,-1 0 0,1-1 0,-1 0 0,6 1 0,101-8 0,-75 3 0,1 1 0,-1 3 0,40 3 0,-64-2 0,-1 1 0,0 0 0,0 1 0,1 0 0,-2 0 0,1 1 0,0 0 0,-1 1 0,0 0 0,0 1 0,0 0 0,-1 0 0,0 1 0,15 15 0,-20-19 0,0 0 0,0 0 0,-1 1 0,1-1 0,-1 1 0,0 0 0,0 0 0,0 0 0,0 0 0,-1 0 0,0 0 0,0 0 0,0 0 0,0 0 0,-1 1 0,1 7 0,-2-8 0,0-1 0,0 1 0,0-1 0,0 1 0,0-1 0,-1 0 0,0 0 0,1 0 0,-1 0 0,-1 0 0,1 0 0,0 0 0,-1-1 0,1 1 0,-1-1 0,0 0 0,1 0 0,-1 0 0,0 0 0,-6 3 0,-8 3 0,0-1 0,0 0 0,0-1 0,0-1 0,-35 5 0,17-5 0,0-3 0,-40-1 0,59-2 69,0 0-1,1-1 0,-1 0 0,-16-6 1,27 7-170,0-1 1,0 0-1,0 1 1,1-2 0,-1 1-1,1 0 1,0-1-1,-1 0 1,1 0 0,0 0-1,1 0 1,-1-1 0,0 0-1,1 0 1,0 0-1,-4-7 1,1-2-6726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55.238"/>
    </inkml:context>
    <inkml:brush xml:id="br0">
      <inkml:brushProperty name="width" value="0.05" units="cm"/>
      <inkml:brushProperty name="height" value="0.05" units="cm"/>
      <inkml:brushProperty name="color" value="#FFC114"/>
    </inkml:brush>
  </inkml:definitions>
  <inkml:trace contextRef="#ctx0" brushRef="#br0">27 33 24575,'-10'-1'0,"-4"1"0,12 0 0,7 1 0,404 31 0,-398-31 0,25 0 0,-35-1 0,0 0 0,1 0 0,-1 0 0,0 0 0,1 0 0,-1-1 0,1 1 0,-1 0 0,0-1 0,0 1 0,1-1 0,-1 0 0,0 1 0,0-1 0,1 0 0,-1 0 0,0 1 0,1-3 0,-2 3 0,0-1 0,0 1 0,0-1 0,0 0 0,0 1 0,0-1 0,0 1 0,-1-1 0,1 1 0,0-1 0,0 1 0,-1-1 0,1 1 0,0-1 0,-1 1 0,1 0 0,0-1 0,-1 1 0,1-1 0,0 1 0,-1 0 0,1-1 0,-1 1 0,1 0 0,-1 0 0,1-1 0,-1 1 0,1 0 0,-1 0 0,1 0 0,-1-1 0,0 1 0,-23-8 0,22 7 0,-28-8 0,-1 1 0,1 1 0,-33-3 0,62 10 0,-1 0 0,1 0 0,-1 0 0,1 0 0,0 0 0,-1 0 0,1 0 0,0 1 0,-1-1 0,1 1 0,0-1 0,0 1 0,-1-1 0,1 1 0,0-1 0,0 1 0,0 0 0,0 0 0,0 0 0,0 0 0,-2 1 0,2 1 0,-1-1 0,1 0 0,0 1 0,0-1 0,0 1 0,0-1 0,1 1 0,-1-1 0,1 1 0,-1 4 0,1 7 0,0 0 0,1 0 0,5 21 0,-4-24 0,11 74 205,18 129-1775,-28-185-5256</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55.785"/>
    </inkml:context>
    <inkml:brush xml:id="br0">
      <inkml:brushProperty name="width" value="0.05" units="cm"/>
      <inkml:brushProperty name="height" value="0.05" units="cm"/>
      <inkml:brushProperty name="color" value="#FFC114"/>
    </inkml:brush>
  </inkml:definitions>
  <inkml:trace contextRef="#ctx0" brushRef="#br0">80 292 24575,'0'0'0,"0"-1"0,0 1 0,-1-1 0,1 1 0,0-1 0,0 1 0,0-1 0,0 1 0,0-1 0,0 1 0,0-1 0,0 1 0,0-1 0,1 1 0,-1-1 0,0 1 0,0-1 0,0 1 0,0-1 0,1 1 0,-1-1 0,0 1 0,1 0 0,0-2 0,4 14 0,5 23 0,-2 10 0,-3 1 0,-1 1 0,-5 72 0,1-96 0,-27-100 0,11 29 0,-33-109 0,42 132 0,2-1 0,1-1 0,1 1 0,1-30 0,2 48 0,0 0 0,1 1 0,0-1 0,1 0 0,0 1 0,0-1 0,0 1 0,1 0 0,0-1 0,0 1 0,1 1 0,6-11 0,-6 13 0,0-1 0,1 0 0,-1 1 0,1 0 0,0 0 0,0 0 0,1 1 0,-1 0 0,1 0 0,-1 0 0,1 0 0,0 1 0,0 0 0,0 0 0,11-1 0,1 1 0,-1 1 0,1 1 0,0 0 0,-1 1 0,1 1 0,-1 1 0,0 0 0,1 1 0,23 10 0,-21-7 0,-1 1 0,0 1 0,0 1 0,-1 1 0,0 1 0,-1 0 0,25 23 0,-39-32 0,0 1 0,0-1 0,0 1 0,0-1 0,0 1 0,-1 0 0,1 0 0,-1 0 0,0 0 0,1 6 0,-2-8 0,-1 0 0,0 0 0,0 0 0,0-1 0,0 1 0,0 0 0,0 0 0,0 0 0,-1 0 0,1 0 0,0 0 0,-1-1 0,0 1 0,1 0 0,-1 0 0,0-1 0,0 1 0,0-1 0,0 1 0,0-1 0,-1 1 0,1-1 0,0 1 0,-1-1 0,1 0 0,-1 0 0,-1 1 0,-7 5 0,-1-1 0,1 0 0,-1-1 0,0 0 0,-24 6 0,-60 10 0,30-14-1365,50-7-5461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56.719"/>
    </inkml:context>
    <inkml:brush xml:id="br0">
      <inkml:brushProperty name="width" value="0.05" units="cm"/>
      <inkml:brushProperty name="height" value="0.05" units="cm"/>
      <inkml:brushProperty name="color" value="#FFC114"/>
    </inkml:brush>
  </inkml:definitions>
  <inkml:trace contextRef="#ctx0" brushRef="#br0">212 69 24575,'1'-13'0,"-1"-19"0,0 30 0,0 1 0,0-1 0,0 1 0,0 0 0,0-1 0,-1 1 0,1-1 0,0 1 0,-1 0 0,1-1 0,-1 1 0,0 0 0,1 0 0,-1 0 0,-1-3 0,1 5 0,0-1 0,0 1 0,1-1 0,-1 1 0,1-1 0,-1 1 0,0-1 0,1 1 0,-1 0 0,1-1 0,-1 1 0,1 0 0,0 0 0,-1-1 0,1 1 0,0 0 0,-1 0 0,1-1 0,0 3 0,-1-2 0,-11 35 0,-14 74 0,11-45 0,-78 251 0,53-193 0,38-117 0,0 0 0,1 1 0,-1-1 0,1 0 0,1 0 0,-1 1 0,1 10 0,0-15 0,1-1 0,-1 1 0,1 0 0,-1 0 0,1-1 0,0 1 0,0 0 0,0-1 0,-1 1 0,1-1 0,1 1 0,-1-1 0,0 0 0,0 1 0,1-1 0,-1 0 0,0 0 0,1 0 0,-1 0 0,1 0 0,-1 0 0,1 0 0,0-1 0,-1 1 0,1-1 0,0 1 0,0-1 0,-1 1 0,1-1 0,0 0 0,3 0 0,48 3 0,70-6 0,-36 0 0,34 3-1365,-68-1-5461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57.111"/>
    </inkml:context>
    <inkml:brush xml:id="br0">
      <inkml:brushProperty name="width" value="0.05" units="cm"/>
      <inkml:brushProperty name="height" value="0.05" units="cm"/>
      <inkml:brushProperty name="color" value="#FFC114"/>
    </inkml:brush>
  </inkml:definitions>
  <inkml:trace contextRef="#ctx0" brushRef="#br0">232 48 24575,'-5'-5'0,"-1"1"0,0-1 0,0 1 0,0 0 0,0 0 0,0 1 0,-1-1 0,0 1 0,0 1 0,0 0 0,0 0 0,0 0 0,-13-1 0,15 2 0,1 1 0,0 0 0,-1 0 0,1 1 0,-1-1 0,1 1 0,-1 0 0,1 0 0,0 0 0,0 1 0,-1-1 0,1 1 0,0 0 0,0 0 0,1 1 0,-1-1 0,0 1 0,1 0 0,0 0 0,-1 0 0,1 0 0,0 0 0,-3 5 0,2 0 0,0-1 0,0 1 0,0 0 0,1 0 0,0 0 0,1 0 0,0 1 0,0-1 0,1 1 0,0-1 0,0 1 0,1 0 0,0-1 0,1 1 0,2 15 0,-1-18 0,-1 0 0,1-1 0,0 0 0,0 1 0,0-1 0,1 0 0,0 0 0,0 0 0,0 0 0,0-1 0,1 1 0,0-1 0,0 0 0,0 0 0,0 0 0,1-1 0,0 0 0,-1 1 0,1-2 0,0 1 0,0 0 0,1-1 0,-1 0 0,11 2 0,-7-2 0,0-2 0,0 1 0,0-1 0,0 0 0,0-1 0,0 0 0,-1 0 0,1-1 0,0-1 0,0 1 0,-1-1 0,0 0 0,0-1 0,0 0 0,0-1 0,0 1 0,6-7 0,-9 7 0,0 0 0,0 0 0,-1 0 0,0-1 0,1 0 0,-2 0 0,1 0 0,-1 0 0,0-1 0,0 1 0,3-7 0,-5 7 0,0 0 0,0 1 0,0-1 0,0 0 0,-1 0 0,1 1 0,-1-1 0,-1 0 0,1 0 0,-1 1 0,1-1 0,-1 0 0,-1 0 0,1 1 0,-4-9 0,1 7 0,1 0 0,-1 0 0,-1 0 0,1 0 0,-1 0 0,0 1 0,0 0 0,-1 0 0,1 1 0,-1-1 0,0 1 0,0 1 0,-1-1 0,1 1 0,-13-5 0,10 5 0,0 0 0,-1 0 0,0 1 0,1 0 0,-1 1 0,0 0 0,0 1 0,0-1 0,0 2 0,0 0 0,-10 2 0,1 3-1365,5 3-5461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57.375"/>
    </inkml:context>
    <inkml:brush xml:id="br0">
      <inkml:brushProperty name="width" value="0.05" units="cm"/>
      <inkml:brushProperty name="height" value="0.05" units="cm"/>
      <inkml:brushProperty name="color" value="#FFC114"/>
    </inkml:brush>
  </inkml:definitions>
  <inkml:trace contextRef="#ctx0" brushRef="#br0">260 64 24575,'1'-2'0,"1"1"0,0-1 0,-1 0 0,1 0 0,-1 0 0,1 0 0,-1 0 0,0 0 0,0-1 0,0 1 0,0 0 0,-1 0 0,1-1 0,0 1 0,-1-1 0,0 1 0,1-4 0,-1 5 0,-1 0 0,1 0 0,0 0 0,0 0 0,0 0 0,-1 0 0,1 0 0,0 1 0,-1-1 0,1 0 0,-1 0 0,1 1 0,-1-1 0,0 0 0,1 0 0,-1 1 0,0-1 0,1 1 0,-2-2 0,1 2 0,-1-1 0,1 0 0,-1 1 0,0-1 0,1 1 0,-1-1 0,0 1 0,0 0 0,1 0 0,-1-1 0,0 1 0,1 1 0,-4-1 0,-3 2 0,0-1 0,0 2 0,0-1 0,1 1 0,-1 0 0,1 1 0,-1 0 0,1 0 0,0 0 0,-7 7 0,-5 4 0,1 1 0,-19 23 0,25-26 0,0 0 0,1 1 0,1 1 0,-12 21 0,20-32 0,0 0 0,1 0 0,-1 0 0,1 0 0,0 0 0,0 1 0,0-1 0,1 0 0,0 0 0,0 8 0,0-10 0,1 1 0,-1 0 0,1 0 0,0-1 0,0 1 0,0-1 0,0 1 0,1-1 0,-1 1 0,1-1 0,-1 0 0,1 1 0,0-1 0,0 0 0,0 0 0,0 0 0,5 2 0,3 2-170,1 0-1,0-1 0,0 0 1,0-1-1,0-1 0,1 0 1,22 4-1,10 0-6655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58.109"/>
    </inkml:context>
    <inkml:brush xml:id="br0">
      <inkml:brushProperty name="width" value="0.05" units="cm"/>
      <inkml:brushProperty name="height" value="0.05" units="cm"/>
      <inkml:brushProperty name="color" value="#FFC114"/>
    </inkml:brush>
  </inkml:definitions>
  <inkml:trace contextRef="#ctx0" brushRef="#br0">351 549 24575,'0'-5'0,"0"1"0,0-1 0,-1 1 0,0-1 0,0 1 0,0-1 0,0 1 0,-1-1 0,1 1 0,-1 0 0,0 0 0,0 0 0,-1 0 0,1 0 0,-1 1 0,0-1 0,0 1 0,0-1 0,-1 1 0,1 0 0,-1 0 0,0 1 0,1-1 0,-1 1 0,-8-4 0,5 3 0,0 1 0,1 0 0,-1 1 0,0-1 0,0 1 0,0 0 0,0 1 0,0 0 0,0 0 0,0 0 0,0 1 0,0 0 0,0 1 0,0-1 0,0 1 0,-8 4 0,0 1 0,0 0 0,0 1 0,1 1 0,-23 18 0,31-22 0,0 1 0,0-1 0,1 1 0,0 0 0,0 0 0,0 1 0,1-1 0,0 1 0,0 0 0,1 1 0,-1-1 0,-1 8 0,5-14 0,-1 1 0,1-1 0,0 1 0,-1 0 0,1-1 0,0 1 0,0-1 0,0 1 0,0-1 0,0 1 0,1-1 0,-1 1 0,0-1 0,1 1 0,-1-1 0,1 1 0,0-1 0,-1 1 0,1-1 0,0 0 0,0 0 0,1 3 0,0-2 0,1-1 0,-1 1 0,0 0 0,1-1 0,-1 0 0,1 1 0,0-1 0,-1 0 0,1-1 0,0 1 0,4 1 0,4-1 0,1 0 0,0 0 0,-1-1 0,23-3 0,-24 1 0,1 0 0,-1-1 0,0 0 0,1 0 0,-1-1 0,-1 0 0,14-8 0,-19 9 0,0 1 0,-1-1 0,1 1 0,-1-1 0,1 0 0,-1 0 0,0-1 0,0 1 0,0 0 0,-1-1 0,1 0 0,-1 0 0,0 0 0,0 0 0,-1 0 0,1 0 0,-1 0 0,1-1 0,0-7 0,-2 19 0,0 0 0,1 0 0,-1 0 0,2 0 0,-1 0 0,1 0 0,0 0 0,0 0 0,1 0 0,0-1 0,0 1 0,1-1 0,0 0 0,0 0 0,0 0 0,10 9 0,-11-11 0,1 0 0,0-1 0,1 1 0,-1-1 0,0 0 0,1-1 0,0 1 0,-1-1 0,1 0 0,0 0 0,0 0 0,0-1 0,1 1 0,-1-1 0,0-1 0,0 1 0,1-1 0,-1 0 0,0 0 0,1 0 0,-1-1 0,0 0 0,0 0 0,10-3 0,0-2 0,-1-1 0,0 0 0,-1-1 0,0-1 0,0 0 0,-1 0 0,0-1 0,-1-1 0,0 0 0,19-25 0,-14 13 0,0 0 0,-2-1 0,-1-1 0,-1 0 0,12-34 0,-14 29 0,-2-1 0,0-1 0,4-48 0,-11 64 0,0 0 0,-1-1 0,0 1 0,-1 0 0,-1-1 0,-1 1 0,0 0 0,-11-28 0,14 41 0,-2 1 0,1-1 0,0 0 0,0 1 0,-1 0 0,1-1 0,-1 1 0,0 0 0,0-1 0,0 1 0,0 0 0,0 0 0,0 1 0,-1-1 0,1 0 0,0 1 0,-1 0 0,1-1 0,-1 1 0,-4-1 0,4 1 0,0 1 0,0 0 0,0 0 0,0 0 0,1 1 0,-1-1 0,0 1 0,0-1 0,0 1 0,1 0 0,-1 0 0,0 0 0,1 1 0,-1-1 0,1 0 0,0 1 0,-1 0 0,1 0 0,0-1 0,-3 5 0,-4 4 0,1 0 0,0 0 0,0 1 0,1 0 0,1 0 0,0 1 0,0 0 0,1 0 0,1 1 0,0-1 0,0 1 0,2 0 0,-1 0 0,2 0 0,-1 18 0,2-15 0,0 0 0,1 0 0,1 0 0,0-1 0,1 1 0,1 0 0,0-1 0,1 0 0,1 0 0,1-1 0,0 1 0,12 17 0,-12-21 0,0-1 0,1 0 0,0-1 0,1 0 0,0 0 0,1-1 0,0 0 0,0 0 0,0-1 0,1-1 0,0 0 0,18 8 0,-15-12-1365,-5-3-5461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13.916"/>
    </inkml:context>
    <inkml:brush xml:id="br0">
      <inkml:brushProperty name="width" value="0.05" units="cm"/>
      <inkml:brushProperty name="height" value="0.05" units="cm"/>
      <inkml:brushProperty name="color" value="#FFC114"/>
    </inkml:brush>
  </inkml:definitions>
  <inkml:trace contextRef="#ctx0" brushRef="#br0">274 28 24575,'16'-9'0,"-15"9"0,0 0 0,1-1 0,-1 1 0,0-1 0,0 0 0,1 1 0,-1-1 0,0 0 0,0 1 0,0-1 0,0 0 0,0 0 0,0 0 0,0 0 0,0-1 0,0 1 0,-1 1 0,0 0 0,0 0 0,0 0 0,0-1 0,0 1 0,0 0 0,0 0 0,0 0 0,0-1 0,0 1 0,0 0 0,0 0 0,0 0 0,0-1 0,-1 1 0,1 0 0,0 0 0,0 0 0,0 0 0,0-1 0,0 1 0,0 0 0,0 0 0,0 0 0,-1 0 0,1 0 0,0-1 0,0 1 0,0 0 0,0 0 0,-1 0 0,1 0 0,0 0 0,0 0 0,0 0 0,0 0 0,-1 0 0,1 0 0,0-1 0,0 1 0,0 0 0,-1 0 0,1 0 0,0 0 0,0 0 0,0 0 0,-1 1 0,1-1 0,0 0 0,0 0 0,0 0 0,0 0 0,-1 0 0,-13 2 0,14-2 0,-24 5 0,1 2 0,0 1 0,0 0 0,1 2 0,0 0 0,0 2 0,1 0 0,-20 17 0,35-24 0,1 0 0,-1 0 0,1 1 0,0 0 0,0 0 0,1 0 0,0 0 0,0 1 0,0 0 0,1 0 0,0 0 0,0 0 0,1 0 0,0 1 0,-2 9 0,3-11 0,1-1 0,0 1 0,0-1 0,0 1 0,1 0 0,-1-1 0,1 1 0,0-1 0,1 1 0,0-1 0,0 0 0,0 0 0,0 0 0,1 0 0,-1 0 0,2 0 0,-1 0 0,0-1 0,1 0 0,0 1 0,6 4 0,-1-2 31,1 0 0,0-1 0,0 0 0,1 0 0,0-2 0,0 1 0,0-1 0,0-1 1,1 0-1,13 2 0,-4-2-373,1-1 1,0-1 0,0-1-1,33-4 1,-10-2-6485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14.337"/>
    </inkml:context>
    <inkml:brush xml:id="br0">
      <inkml:brushProperty name="width" value="0.05" units="cm"/>
      <inkml:brushProperty name="height" value="0.05" units="cm"/>
      <inkml:brushProperty name="color" value="#FFC114"/>
    </inkml:brush>
  </inkml:definitions>
  <inkml:trace contextRef="#ctx0" brushRef="#br0">137 311 24575,'-11'-14'0,"10"12"0,0 0 0,0 0 0,0 1 0,0-1 0,0 0 0,-1 1 0,1-1 0,-1 1 0,1 0 0,-1-1 0,0 1 0,1 0 0,-1 0 0,0 0 0,-2-1 0,3 2 0,1 0 0,-1 0 0,0 0 0,1 0 0,-1 1 0,1-1 0,-1 0 0,1 0 0,-1 0 0,0 1 0,1-1 0,-1 0 0,1 1 0,0-1 0,-1 1 0,1-1 0,-1 0 0,1 1 0,-1-1 0,1 1 0,0-1 0,-1 1 0,1-1 0,0 1 0,0 0 0,0-1 0,-1 1 0,1-1 0,0 1 0,0-1 0,0 1 0,0 0 0,0-1 0,0 1 0,0-1 0,0 1 0,0 1 0,1 25 0,-1-27 0,33 185 0,-22-137 0,-2 1 0,4 61 0,-16-147 0,-2 1 0,-2 1 0,-16-53 0,11 47 0,-27-85 0,23 81 0,2 0 0,2 0 0,-10-87 0,21 129 0,1-1 0,0 0 0,0 1 0,0-1 0,0 0 0,1 1 0,-1-1 0,1 1 0,0-1 0,0 1 0,0-1 0,1 1 0,-1 0 0,4-6 0,-3 7 0,0 0 0,1 0 0,-1 0 0,0 1 0,1-1 0,-1 1 0,0-1 0,1 1 0,0 0 0,-1 0 0,1 0 0,0 0 0,0 1 0,-1-1 0,1 1 0,0-1 0,0 1 0,0 0 0,4 1 0,7-1 38,0 2 0,0 0 0,0 1 0,0 1 0,0 0 0,-1 0 0,1 1 0,24 14 0,-19-8-323,-1 1 1,0 0-1,0 2 1,-1 0-1,17 18 1,-9-3-6542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14.505"/>
    </inkml:context>
    <inkml:brush xml:id="br0">
      <inkml:brushProperty name="width" value="0.05" units="cm"/>
      <inkml:brushProperty name="height" value="0.05" units="cm"/>
      <inkml:brushProperty name="color" value="#FFC114"/>
    </inkml:brush>
  </inkml:definitions>
  <inkml:trace contextRef="#ctx0" brushRef="#br0">1 19 24575,'0'-3'0,"2"-1"0,5 0 0,3 1 0,3 1 0,6 1 0,7 0 0,5 1 0,7 0 0,4 0 0,-4 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15.048"/>
    </inkml:context>
    <inkml:brush xml:id="br0">
      <inkml:brushProperty name="width" value="0.05" units="cm"/>
      <inkml:brushProperty name="height" value="0.05" units="cm"/>
      <inkml:brushProperty name="color" value="#FFC114"/>
    </inkml:brush>
  </inkml:definitions>
  <inkml:trace contextRef="#ctx0" brushRef="#br0">307 84 24575,'-1'-3'0,"1"1"0,-1-1 0,1 0 0,-1 0 0,0 1 0,-1-1 0,1 0 0,0 1 0,-1 0 0,1-1 0,-1 1 0,0 0 0,1-1 0,-1 1 0,0 0 0,-1 0 0,1 1 0,0-1 0,0 0 0,-1 1 0,1-1 0,-5-1 0,-4-2 0,1 1 0,-1-1 0,0 2 0,-14-4 0,15 5 0,0 0 0,0 1 0,0 0 0,0 1 0,0 0 0,0 0 0,1 1 0,-1 0 0,-13 4 0,18-3 0,1-1 0,-1 1 0,1 0 0,0 0 0,0 0 0,0 1 0,0 0 0,0-1 0,0 1 0,1 1 0,-1-1 0,1 0 0,0 1 0,0 0 0,0-1 0,1 1 0,-1 1 0,1-1 0,0 0 0,0 0 0,-2 9 0,1-3 0,1 0 0,1 1 0,-1-1 0,1 1 0,1-1 0,0 1 0,1-1 0,0 1 0,0-1 0,1 0 0,0 1 0,1-1 0,0 0 0,1 0 0,0 0 0,0-1 0,1 0 0,1 1 0,-1-2 0,2 1 0,-1-1 0,1 0 0,0 0 0,1 0 0,-1-1 0,1-1 0,1 1 0,0-1 0,-1-1 0,2 1 0,-1-2 0,1 1 0,16 4 0,0-2-124,-1-1 0,1-2 0,0 0 0,0-2 0,1-1 0,-1-1-1,0-1 1,0-1 0,0-2 0,35-9 0,-3-2-6702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15.251"/>
    </inkml:context>
    <inkml:brush xml:id="br0">
      <inkml:brushProperty name="width" value="0.05" units="cm"/>
      <inkml:brushProperty name="height" value="0.05" units="cm"/>
      <inkml:brushProperty name="color" value="#FFC114"/>
    </inkml:brush>
  </inkml:definitions>
  <inkml:trace contextRef="#ctx0" brushRef="#br0">77 68 24575,'-4'-2'0,"0"-1"0,1 1 0,-1-1 0,1 0 0,-1-1 0,1 1 0,0 0 0,-5-8 0,5 7 0,1 0 0,-1 1 0,0-1 0,-1 1 0,1 0 0,0 0 0,-7-5 0,9 8 0,1 0 0,0 0 0,0-1 0,0 1 0,-1 0 0,1 0 0,0 0 0,0 0 0,-1 0 0,1 0 0,0-1 0,0 1 0,-1 0 0,1 0 0,0 0 0,0 0 0,-1 0 0,1 0 0,0 0 0,0 0 0,-1 0 0,1 0 0,0 0 0,0 0 0,-1 0 0,1 0 0,0 0 0,0 1 0,-1-1 0,1 0 0,0 0 0,0 0 0,0 0 0,-1 0 0,1 1 0,0 10 0,10 15 0,-10-24 0,192 487-660,-171-435-45,-11-25-6121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15.470"/>
    </inkml:context>
    <inkml:brush xml:id="br0">
      <inkml:brushProperty name="width" value="0.05" units="cm"/>
      <inkml:brushProperty name="height" value="0.05" units="cm"/>
      <inkml:brushProperty name="color" value="#FFC114"/>
    </inkml:brush>
  </inkml:definitions>
  <inkml:trace contextRef="#ctx0" brushRef="#br0">0 78 24575,'3'-5'0,"-1"-1"0,-1 1 0,1-1 0,-1 1 0,1-7 0,-1 6 0,-1 1 0,2 0 0,-1 0 0,4-10 0,-5 15 0,0 0 0,0 0 0,0 0 0,0 0 0,0 0 0,0-1 0,1 1 0,-1 0 0,0 0 0,0 0 0,0 0 0,0 0 0,0 0 0,0 0 0,0 0 0,0-1 0,0 1 0,1 0 0,-1 0 0,0 0 0,0 0 0,0 0 0,0 0 0,0 0 0,0 0 0,1 0 0,-1 0 0,0 0 0,0 0 0,0 0 0,0 0 0,0 0 0,1 0 0,-1 0 0,0 0 0,0 0 0,0 0 0,0 0 0,0 0 0,0 0 0,1 0 0,-1 0 0,0 0 0,0 0 0,0 1 0,0-1 0,0 0 0,0 0 0,1 0 0,5 10 0,4 14 0,-10-24 0,29 90 308,-19-53-1145,26 59 1,-28-82-5990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15.608"/>
    </inkml:context>
    <inkml:brush xml:id="br0">
      <inkml:brushProperty name="width" value="0.05" units="cm"/>
      <inkml:brushProperty name="height" value="0.05" units="cm"/>
      <inkml:brushProperty name="color" value="#FFC114"/>
    </inkml:brush>
  </inkml:definitions>
  <inkml:trace contextRef="#ctx0" brushRef="#br0">11 18 24575,'0'-6'0,"-3"-1"0,-1 2 0,0 6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15.999"/>
    </inkml:context>
    <inkml:brush xml:id="br0">
      <inkml:brushProperty name="width" value="0.05" units="cm"/>
      <inkml:brushProperty name="height" value="0.05" units="cm"/>
      <inkml:brushProperty name="color" value="#FFC114"/>
    </inkml:brush>
  </inkml:definitions>
  <inkml:trace contextRef="#ctx0" brushRef="#br0">3 67 24575,'0'0'0,"-1"-1"0,1 1 0,0 0 0,0 0 0,0-1 0,0 1 0,-1 0 0,1-1 0,0 1 0,0 0 0,0 0 0,0-1 0,0 1 0,0 0 0,0-1 0,0 1 0,0 0 0,0-1 0,0 1 0,0 0 0,0-1 0,0 1 0,0 0 0,0-1 0,0 1 0,0 0 0,0 0 0,1-1 0,-1 1 0,0 0 0,0-1 0,0 1 0,0 0 0,1 0 0,-1 0 0,0-1 0,0 1 0,1 0 0,-1 0 0,0 0 0,0-1 0,1 1 0,-1 0 0,0 0 0,1 0 0,-1 0 0,0 0 0,0 0 0,1-1 0,-1 1 0,0 0 0,1 0 0,0 0 0,22-5 0,-19 4 0,56-6 0,115 0 0,-121 6 0,661 7-2776,-332 0 1120,580-2-787,-3-32 997,-808 18 1674,-40 0-326</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32.604"/>
    </inkml:context>
    <inkml:brush xml:id="br0">
      <inkml:brushProperty name="width" value="0.05" units="cm"/>
      <inkml:brushProperty name="height" value="0.05" units="cm"/>
      <inkml:brushProperty name="color" value="#FFC114"/>
    </inkml:brush>
  </inkml:definitions>
  <inkml:trace contextRef="#ctx0" brushRef="#br0">373 17 24575,'0'0'0,"0"0"0,0 0 0,0 0 0,0 0 0,0-1 0,0 1 0,0 0 0,0 0 0,0 0 0,-1 0 0,1-1 0,0 1 0,0 0 0,0 0 0,0 0 0,0 0 0,0-1 0,0 1 0,0 0 0,0 0 0,0 0 0,0 0 0,0-1 0,0 1 0,0 0 0,0 0 0,1 0 0,-1 0 0,0-1 0,0 1 0,0 0 0,0 0 0,0 0 0,0 0 0,0 0 0,0 0 0,1-1 0,-1 1 0,0 0 0,0 0 0,0 0 0,0 0 0,0 0 0,1 0 0,-1 0 0,0 0 0,0 0 0,0 0 0,0 0 0,1-1 0,-1 1 0,0 0 0,0 0 0,0 0 0,0 0 0,1 0 0,-1 0 0,0 0 0,0 1 0,0-1 0,0 0 0,1 0 0,-1 0 0,0 0 0,0 0 0,0 0 0,-13-7 0,4 6 0,1 0 0,-1 0 0,0 1 0,1 0 0,-1 0 0,0 1 0,1 1 0,-1-1 0,1 1 0,0 1 0,-1 0 0,-10 5 0,8-2 0,0 0 0,0 1 0,0 1 0,1 0 0,1 0 0,-1 1 0,-13 16 0,5-2 0,2 1 0,0 1 0,2 0 0,0 1 0,2 1 0,-15 48 0,19-51 0,2 1 0,1 0 0,0 0 0,2 1 0,1-1 0,2 1 0,3 46 0,0-53 0,0-1 0,2 1 0,0-1 0,0-1 0,2 1 0,0-1 0,1 0 0,1 0 0,0-1 0,2 0 0,17 20 0,-10-16-455,1-1 0,24 19 0,40 24-6371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33.302"/>
    </inkml:context>
    <inkml:brush xml:id="br0">
      <inkml:brushProperty name="width" value="0.05" units="cm"/>
      <inkml:brushProperty name="height" value="0.05" units="cm"/>
      <inkml:brushProperty name="color" value="#FFC114"/>
    </inkml:brush>
  </inkml:definitions>
  <inkml:trace contextRef="#ctx0" brushRef="#br0">4 36 24575,'0'-2'0,"0"-5"0,0-3 0,-3 0 0,2 4 0,7 6 0,5 7 0,10 9 0,6 12 0,5 12 0,2 13 0,-1 13 0,-7 11 0,-13 11 0,-20 7 0,-27 4 0,-6-14-8191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52.065"/>
    </inkml:context>
    <inkml:brush xml:id="br0">
      <inkml:brushProperty name="width" value="0.05" units="cm"/>
      <inkml:brushProperty name="height" value="0.05" units="cm"/>
      <inkml:brushProperty name="color" value="#FFC114"/>
    </inkml:brush>
  </inkml:definitions>
  <inkml:trace contextRef="#ctx0" brushRef="#br0">0 4 24575,'4'-1'0,"0"0"0,0 1 0,0-1 0,0 1 0,0 0 0,0 0 0,-1 0 0,9 2 0,-7-2 0,569 17 342,3 0-2049,-569-16-5119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52.846"/>
    </inkml:context>
    <inkml:brush xml:id="br0">
      <inkml:brushProperty name="width" value="0.05" units="cm"/>
      <inkml:brushProperty name="height" value="0.05" units="cm"/>
      <inkml:brushProperty name="color" value="#FFC114"/>
    </inkml:brush>
  </inkml:definitions>
  <inkml:trace contextRef="#ctx0" brushRef="#br0">36 84 24575,'0'-84'0,"-23"854"0,15-562 0,4-44-1365,3-127-5461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54.693"/>
    </inkml:context>
    <inkml:brush xml:id="br0">
      <inkml:brushProperty name="width" value="0.05" units="cm"/>
      <inkml:brushProperty name="height" value="0.05" units="cm"/>
      <inkml:brushProperty name="color" value="#FFC114"/>
    </inkml:brush>
  </inkml:definitions>
  <inkml:trace contextRef="#ctx0" brushRef="#br0">18 1713 24575,'9'8'0,"1"1"0,1-2 0,-1 0 0,1 0 0,0-1 0,0 0 0,1-1 0,0 0 0,0-1 0,0 0 0,1-1 0,16 2 0,18 1 0,-1-3 0,50-2 0,-59-2 0,637-24-2041,-321 7 842,1711-46-4678,-1831 58 5755,1804-30-2222,-4 99 2043,-1454-7 2355,-199-6 2047,-349-45-3691,-21-3 143,1 0 0,0-1 0,-1 0 0,1 0 0,21-2-1,-31 1-530,-1 0-1,1 0 0,0-1 1,-1 1-1,1 0 0,0 0 0,-1 0 1,1 0-1,0-1 0,-1 1 1,1 0-1,-1-1 0,1 1 1,0 0-1,-1-1 0,1 1 0,-1-1 1,1 1-1,-1-1 0,1 1 1,-1-1-1,0 1 0,1-1 0,-1 1 1,1-1-1,-1 0 0,0 1 1,0-1-1,1 1 0,-1-1 1,0 0-1,0 1 0,0-1 0,0 0 1,0 0-1,0 1 0,0-1 1,0 0-1,0 1 0,0-1 0,0 0 1,0 1-1,0-1 0,-1 0 1,1 0-1,-3-5 154,1 1-1,-1 0 1,0-1 0,-6-6-1,1-1-25,-1-5-149,1 0 0,1-1 0,1 0 0,-7-37 0,-4-83 0,13 94 0,-13-708 0,27 614 0,-4 85 0,-3 0 0,-5-78 0,1 123 0,0 1 0,-1-1 0,0 1 0,0-1 0,-1 1 0,0 0 0,-6-12 0,7 16 0,-1 1 0,1-1 0,0 1 0,-1 0 0,0 0 0,1 0 0,-1 0 0,0 1 0,-1-1 0,1 1 0,0 0 0,-1 0 0,1 0 0,-1 0 0,0 0 0,0 1 0,1 0 0,-6-1 0,-26-3 0,-61-1 0,36 4 0,-490-19-455,209 11-1,309 8 445,-1799-65-2563,-1 23 323,202 14 813,1188 33 2926,343 3 296,1 4 0,-140 34 0,218-38-1734,0 1 0,0 2 0,1-1 1,-18 13-1,14-8-3,-40 16 0,36-20-47,-1-2 0,1 0 0,-40 3 0,-87 0 0,33-3 0,-280 3 0,285-10 0,106 0 0,1 1 0,0 0 0,-1 1 0,1 0 0,0 1 0,0 0 0,0 0 0,1 1 0,-1 0 0,1 0 0,0 1 0,0 0 0,-9 8 0,-8 9 0,0 1 0,-29 34 0,40-41 0,10-11-52,0-1-1,1 1 1,0 0-1,0 0 1,0 0-1,1 0 1,-1 1-1,1-1 1,0 1-1,1-1 1,-1 1-1,1 0 1,1 0-1,-1-1 1,1 1-1,0 0 1,0 0-1,0 0 1,1-1-1,0 1 0,0 0 1,0 0-1,1-1 1,0 1-1,5 9 1,-1 0-6774</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55.383"/>
    </inkml:context>
    <inkml:brush xml:id="br0">
      <inkml:brushProperty name="width" value="0.05" units="cm"/>
      <inkml:brushProperty name="height" value="0.05" units="cm"/>
      <inkml:brushProperty name="color" value="#FFC114"/>
    </inkml:brush>
  </inkml:definitions>
  <inkml:trace contextRef="#ctx0" brushRef="#br0">16 14 24575,'-3'0'0,"-1"-3"0,1-3 0,0 1 0,1 5 0,3 9 0,2 7 0,1 8 0,2 8 0,0 6 0,-1 7 0,2 0 0,-1 2 0,-1-2 0,1-5 0,0-4 0,-1-9-8191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55.787"/>
    </inkml:context>
    <inkml:brush xml:id="br0">
      <inkml:brushProperty name="width" value="0.05" units="cm"/>
      <inkml:brushProperty name="height" value="0.05" units="cm"/>
      <inkml:brushProperty name="color" value="#FFC114"/>
    </inkml:brush>
  </inkml:definitions>
  <inkml:trace contextRef="#ctx0" brushRef="#br0">28 121 24575,'-9'-23'0,"5"16"0,1 0 0,0 0 0,1 0 0,0-1 0,-2-9 0,3 15 0,1 1 0,0-1 0,0 1 0,0 0 0,0-1 0,1 1 0,-1-1 0,0 1 0,0-1 0,1 1 0,-1 0 0,1-1 0,-1 1 0,1 0 0,0-1 0,0 1 0,-1 0 0,1 0 0,0 0 0,0 0 0,0 0 0,0 0 0,0 0 0,0 0 0,1 0 0,-1 0 0,0 0 0,0 1 0,1-1 0,-1 1 0,0-1 0,1 1 0,2-1 0,5-1 0,0 0 0,0 1 0,0 0 0,0 1 0,1 0 0,-1 0 0,14 3 0,3 2 0,35 10 0,-41-9 0,38 17 0,-53-21 0,0 0 0,0 1 0,-1 0 0,1 0 0,-1 0 0,0 1 0,1-1 0,-1 1 0,-1 0 0,1 0 0,-1 1 0,6 8 0,-8-11 0,0 0 0,0 0 0,-1 0 0,1 0 0,-1 1 0,1-1 0,-1 0 0,0 0 0,0 0 0,0 0 0,0 1 0,0-1 0,0 0 0,-1 0 0,1 0 0,-1 0 0,-1 4 0,0-2 0,0 1 0,-1-1 0,0 0 0,0 0 0,0 0 0,0 0 0,-5 5 0,-6 3 0,0-1 0,-1-1 0,-18 11 0,-52 23 0,85-44 0,0 0 0,0 0 0,0 0 0,1 0 0,-1 0 0,0 0 0,0 0 0,0 0 0,0 0 0,0 0 0,1 0 0,-1 0 0,0 0 0,0 0 0,0 0 0,0 1 0,0-1 0,1 0 0,-1 0 0,0 0 0,0 0 0,0 0 0,0 0 0,0 0 0,0 0 0,0 0 0,1 1 0,-1-1 0,0 0 0,0 0 0,0 0 0,0 0 0,0 0 0,0 0 0,0 1 0,0-1 0,0 0 0,0 0 0,0 0 0,0 0 0,0 0 0,0 1 0,0-1 0,0 0 0,0 0 0,0 0 0,0 0 0,0 0 0,0 1 0,0-1 0,0 0 0,0 0 0,0 0 0,0 0 0,0 0 0,0 0 0,-1 1 0,1-1 0,0 0 0,0 0 0,0 0 0,0 0 0,0 0 0,0 0 0,0 0 0,-1 0 0,17 2 0,-14-2 0,0 1 0,38 2 0,63 13 0,-93-14 0,0 1 0,0 0 0,0 0 0,-1 1 0,1 1 0,-1-1 0,0 1 0,0 1 0,-1 0 0,0 0 0,15 14 0,-21-18 0,0 0 0,0 1 0,0-1 0,-1 1 0,1-1 0,0 1 0,-1 0 0,0 0 0,0 0 0,0 0 0,0 0 0,0 0 0,0 0 0,-1 0 0,1 0 0,-1 0 0,0 0 0,-1 6 0,0-6 0,0 1 0,0 0 0,0 0 0,-1-1 0,0 1 0,0-1 0,0 1 0,0-1 0,0 0 0,-1 0 0,1 0 0,-6 5 0,-3 1 0,0-1 0,-1 0 0,1 0 0,-2-2 0,1 1 0,-1-2 0,-16 6 0,11-5-341,-1-2 0,1 0-1,-28 2 1,0-5-6485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56.131"/>
    </inkml:context>
    <inkml:brush xml:id="br0">
      <inkml:brushProperty name="width" value="0.05" units="cm"/>
      <inkml:brushProperty name="height" value="0.05" units="cm"/>
      <inkml:brushProperty name="color" value="#FFC114"/>
    </inkml:brush>
  </inkml:definitions>
  <inkml:trace contextRef="#ctx0" brushRef="#br0">1 46 24575,'0'1'0,"0"-1"0,1 1 0,-1 0 0,1 0 0,-1 0 0,1-1 0,-1 1 0,1 0 0,-1 0 0,1-1 0,0 1 0,-1 0 0,1-1 0,0 1 0,-1-1 0,1 1 0,0-1 0,0 1 0,0-1 0,-1 0 0,1 1 0,0-1 0,0 0 0,1 0 0,25 7 0,-24-6 0,53 6 0,2-2 0,-1-2 0,69-6 0,-121 2 0,0 1 0,0-1 0,-1 0 0,1 0 0,7-2 0,-11 2 0,-1 1 0,1 0 0,-1 0 0,1 0 0,-1-1 0,0 1 0,1 0 0,-1 0 0,1-1 0,-1 1 0,0 0 0,1-1 0,-1 1 0,0-1 0,1 1 0,-1 0 0,0-1 0,0 1 0,1-1 0,-1 1 0,0-1 0,0 1 0,0 0 0,0-2 0,0 1 0,0 1 0,0-1 0,-1 0 0,1 0 0,-1 0 0,1 0 0,-1 1 0,1-1 0,-1 0 0,1 1 0,-1-1 0,0 0 0,1 1 0,-1-1 0,0 0 0,0 1 0,1-1 0,-3 0 0,-8-6 0,0 1 0,-1 0 0,0 1 0,-1 0 0,1 0 0,-1 2 0,0-1 0,0 2 0,0-1 0,-14 1 0,25 2 0,0 0 0,0 1 0,1-1 0,-1 1 0,0-1 0,0 1 0,1 0 0,-1 0 0,0 0 0,1 0 0,-1 0 0,1 0 0,-1 0 0,1 0 0,-1 1 0,1-1 0,0 0 0,0 1 0,0-1 0,0 1 0,0 0 0,0-1 0,0 1 0,0 0 0,1 0 0,-1-1 0,1 1 0,-1 2 0,-1 6 0,0 0 0,1 1 0,-1 19 0,2-21 0,4 351 0,-1-320-1365,0-7-5461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56.768"/>
    </inkml:context>
    <inkml:brush xml:id="br0">
      <inkml:brushProperty name="width" value="0.05" units="cm"/>
      <inkml:brushProperty name="height" value="0.05" units="cm"/>
      <inkml:brushProperty name="color" value="#FFC114"/>
    </inkml:brush>
  </inkml:definitions>
  <inkml:trace contextRef="#ctx0" brushRef="#br0">2 190 24575,'-1'-9'0,"1"-20"0,0 28 0,0 0 0,0 0 0,0 0 0,0 0 0,0 0 0,1 0 0,-1 0 0,0 0 0,0 0 0,1 0 0,-1 0 0,1 0 0,-1 1 0,1-1 0,-1 0 0,1 0 0,-1 0 0,2-1 0,-1 3 0,0-1 0,-1 1 0,1-1 0,-1 1 0,1 0 0,-1-1 0,1 1 0,-1 0 0,0-1 0,1 1 0,-1 0 0,0 0 0,0-1 0,1 1 0,-1 0 0,0 0 0,0-1 0,0 1 0,0 1 0,0 0 0,35 247 0,-16-92 0,-55-317 0,27 121 0,-13-90 0,21 116 0,0-1 0,1 1 0,1 0 0,0 0 0,0 0 0,1 0 0,7-21 0,-7 28 0,1 0 0,1 0 0,-1 0 0,1 1 0,0 0 0,0 0 0,0 0 0,1 0 0,0 1 0,0-1 0,0 1 0,0 0 0,1 1 0,-1-1 0,1 1 0,0 0 0,0 1 0,0-1 0,1 1 0,7-1 0,0-1 0,1 1 0,-1 1 0,1 0 0,0 1 0,0 1 0,0 0 0,28 5 0,-39-5 0,-1 1 0,0-1 0,1 1 0,-1 0 0,0 1 0,0-1 0,0 0 0,0 1 0,0 0 0,0-1 0,0 1 0,-1 1 0,1-1 0,0 0 0,-1 0 0,0 1 0,0 0 0,0-1 0,0 1 0,0 0 0,0 0 0,-1 0 0,1 0 0,1 6 0,-2-4 0,0 0 0,0 0 0,-1 0 0,0 0 0,0-1 0,0 1 0,-1 0 0,1 0 0,-1 0 0,0 0 0,-1 0 0,1 0 0,-1-1 0,0 1 0,0-1 0,-4 7 0,-4 5 29,0 2 72,-1-1 1,-24 29-1,31-42-214,0 0 0,0 0-1,-1 0 1,1 0 0,-1-1 0,1 0 0,-1 0-1,0 0 1,-1-1 0,1 0 0,0 0 0,-1 0-1,1 0 1,-11 1 0,1-2-6713</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57.239"/>
    </inkml:context>
    <inkml:brush xml:id="br0">
      <inkml:brushProperty name="width" value="0.05" units="cm"/>
      <inkml:brushProperty name="height" value="0.05" units="cm"/>
      <inkml:brushProperty name="color" value="#FFC114"/>
    </inkml:brush>
  </inkml:definitions>
  <inkml:trace contextRef="#ctx0" brushRef="#br0">30 69 24575,'-3'0'0,"-4"0"0,-3-3 0,3-3 0,5-2 0,6 2 0,5-2 0,7 1 0,6 1 0,3-1 0,2 1 0,3 1 0,-2 2 0,-1 1 0,-4 1 0,-2 0 0,-5 1-8191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58.551"/>
    </inkml:context>
    <inkml:brush xml:id="br0">
      <inkml:brushProperty name="width" value="0.05" units="cm"/>
      <inkml:brushProperty name="height" value="0.05" units="cm"/>
      <inkml:brushProperty name="color" value="#FFC114"/>
    </inkml:brush>
  </inkml:definitions>
  <inkml:trace contextRef="#ctx0" brushRef="#br0">230 313 24575,'1'-1'0,"0"0"0,0 1 0,0-1 0,0 0 0,0 0 0,0 0 0,-1 0 0,1 0 0,0 0 0,-1 0 0,1 0 0,-1 0 0,1-1 0,-1 1 0,0 0 0,1 0 0,-1 0 0,0-1 0,0 1 0,0 0 0,0 0 0,0-1 0,0 1 0,0 0 0,0 0 0,-1 0 0,1-1 0,0 1 0,-1 0 0,1 0 0,-1 0 0,1 0 0,-1 0 0,1 0 0,-1 0 0,0 0 0,0 0 0,1 0 0,-1 0 0,0 0 0,-2-1 0,1 0 0,-1 0 0,0 0 0,0 1 0,0-1 0,0 0 0,0 1 0,0 0 0,0 0 0,-1 0 0,1 0 0,0 1 0,-1-1 0,1 1 0,-5 0 0,0 1 0,-1 0 0,0 1 0,1 0 0,0 1 0,-1 0 0,1 0 0,0 1 0,0 0 0,1 0 0,-1 1 0,1 0 0,0 0 0,1 1 0,-1 0 0,1 0 0,0 0 0,0 1 0,1 0 0,-9 14 0,11-15 0,-1-1 0,1 1 0,1 0 0,-1 0 0,1 0 0,0 1 0,1-1 0,-1 0 0,1 1 0,0-1 0,1 1 0,0-1 0,0 1 0,0-1 0,1 1 0,0-1 0,0 1 0,0-1 0,1 0 0,0 1 0,0-1 0,1 0 0,0 0 0,0-1 0,0 1 0,9 10 0,-4-7 0,1-1 0,0 0 0,1-1 0,0 1 0,0-2 0,1 1 0,-1-2 0,1 1 0,1-2 0,-1 1 0,1-1 0,-1-1 0,1 0 0,0-1 0,23 2 0,-18-3 0,-1-1 0,1 0 0,0-1 0,0-1 0,-1 0 0,1-1 0,-1-1 0,1-1 0,-1 0 0,-1-1 0,16-8 0,-21 8 0,0 0 0,0-1 0,-1 0 0,0 0 0,-1-1 0,0 0 0,0 0 0,0-1 0,-1 0 0,-1-1 0,7-12 0,-6 8 0,0 0 0,-1-1 0,-1 0 0,-1 0 0,0-1 0,-1 1 0,2-25 0,-4 13 0,-1 0 0,-2-1 0,0 1 0,-2 0 0,-1 0 0,-1 0 0,-1 1 0,-1 0 0,-15-30 0,22 54 0,1 0 0,-1 0 0,0 0 0,-1 0 0,1 0 0,0 0 0,-1 0 0,1 0 0,-1 0 0,1 1 0,-1-1 0,-2-1 0,4 3 0,-1 0 0,1 0 0,0-1 0,0 1 0,-1 0 0,1 0 0,0 0 0,0 0 0,-1 0 0,1 0 0,0 0 0,0 0 0,-1 1 0,1-1 0,0 0 0,0 0 0,-1 0 0,1 0 0,0 0 0,0 0 0,-1 0 0,1 1 0,0-1 0,0 0 0,-1 0 0,1 0 0,0 0 0,0 1 0,0-1 0,0 0 0,-1 0 0,1 1 0,0-1 0,-5 19 0,4 3 0,0 0 0,2 0 0,4 32 0,17 66 0,-19-106 0,1 6 0,2 14 0,1-1 0,2 0 0,1 0 0,21 44 0,-30-75 0,1 1 0,-1 0 0,1-1 0,-1 1 0,1-1 0,0 1 0,0-1 0,0 0 0,0 0 0,0 0 0,1 0 0,-1 0 0,1-1 0,-1 1 0,1-1 0,-1 1 0,1-1 0,0 0 0,0 0 0,0 0 0,0-1 0,5 2 0,-3-2 0,-1-1 0,0 1 0,0-1 0,-1 0 0,1 0 0,0-1 0,0 1 0,0-1 0,-1 1 0,1-1 0,-1 0 0,1-1 0,-1 1 0,0-1 0,0 1 0,4-5 0,-1 1 0,0-1 0,-1 0 0,0 0 0,-1 0 0,1-1 0,5-13 0,-8 16 0,0 1 0,0-1 0,-1 0 0,0 0 0,0 0 0,0 0 0,0 0 0,-1 0 0,0 0 0,0 0 0,0 0 0,-2-8 0,2 13 0,0-1 0,0 1 0,0 0 0,0-1 0,0 1 0,0 0 0,0-1 0,0 1 0,0 0 0,0 0 0,0-1 0,-1 1 0,1 0 0,0-1 0,0 1 0,0 0 0,0 0 0,-1-1 0,1 1 0,0 0 0,0 0 0,-1 0 0,1-1 0,0 1 0,0 0 0,-1 0 0,1 0 0,0 0 0,0-1 0,-1 1 0,1 0 0,-5 9 0,0 15 0,4-12 0,0-1 0,1 1 0,0-1 0,4 22 0,-3-30 0,-1 0 0,1 0 0,0 0 0,0 0 0,1 0 0,-1 0 0,0 0 0,1 0 0,0-1 0,0 1 0,0-1 0,0 1 0,0-1 0,0 0 0,1 0 0,-1 0 0,1 0 0,-1 0 0,1-1 0,0 1 0,-1-1 0,7 3 0,-5-3 0,1 0 0,0 1 0,0-2 0,0 1 0,0 0 0,0-1 0,0 0 0,-1 0 0,1-1 0,0 1 0,0-1 0,0 0 0,0 0 0,0-1 0,-1 1 0,1-1 0,-1 0 0,1 0 0,-1-1 0,6-3 0,-7 4 0,-1-1 0,1 0 0,0 1 0,-1-1 0,0 0 0,0 0 0,1 0 0,-2 0 0,1 0 0,0-1 0,-1 1 0,1-1 0,-1 1 0,0-1 0,0 1 0,-1-1 0,1 1 0,-1-1 0,0 0 0,0 0 0,0 1 0,0-1 0,0 0 0,-1 1 0,0-1 0,0 1 0,-2-7 0,0 4 0,1 0 0,-2 0 0,1 0 0,-1 1 0,1-1 0,-2 1 0,1 0 0,0 0 0,-1 1 0,0-1 0,0 1 0,0 0 0,-7-4 0,2 2 0,0 1 0,-1 0 0,1 0 0,-1 1 0,0 0 0,-18-3 0,27 6 0,0 1 0,0 0 0,0-1 0,0 1 0,1 0 0,-1 0 0,0 0 0,0 1 0,0-1 0,1 0 0,-1 1 0,0-1 0,0 1 0,1 0 0,-1-1 0,0 1 0,-1 1 0,3-1 0,-1-1 0,1 0 0,0 1 0,-1-1 0,1 1 0,0-1 0,-1 1 0,1-1 0,0 1 0,0-1 0,-1 1 0,1-1 0,0 1 0,0-1 0,0 1 0,0-1 0,0 1 0,-1 0 0,1-1 0,0 1 0,1 0 0,-1 1 0,0-1 0,1 0 0,-1 1 0,1-1 0,0 0 0,-1 1 0,1-1 0,0 0 0,0 0 0,0 0 0,0 0 0,1 2 0,4 2 0,0-1 0,1 1 0,-1-1 0,1 0 0,0-1 0,1 1 0,-1-1 0,0-1 0,1 0 0,-1 0 0,1 0 0,0-1 0,8 1 0,12 0 0,0-1 0,37-4 0,-58 3 0,17-2 0,39-8 0,-57 9 0,-1 0 0,0 0 0,0-1 0,0 0 0,0 0 0,0-1 0,0 1 0,0-1 0,-1 0 0,0 0 0,1 0 0,-1-1 0,5-6 0,-8 10 0,0-1 0,0 0 0,0 0 0,-1 0 0,1 0 0,-1 0 0,1 0 0,-1 0 0,1 0 0,-1 0 0,1-1 0,-1 1 0,0 0 0,0 0 0,1 0 0,-1 0 0,0-1 0,0 1 0,0 0 0,0 0 0,-1 0 0,1-1 0,0 1 0,0 0 0,-1 0 0,1 0 0,-1 0 0,1 0 0,-1 0 0,1 0 0,-1 0 0,0 0 0,1 0 0,-1 0 0,0 0 0,0 0 0,0 0 0,0 1 0,1-1 0,-1 0 0,0 1 0,-3-2 0,3 1 0,0 1 0,0 0 0,-1-1 0,1 1 0,0 0 0,-1-1 0,1 1 0,-1 0 0,1 0 0,0 0 0,-1 0 0,1 0 0,0 1 0,-1-1 0,1 0 0,0 1 0,-1-1 0,1 1 0,0-1 0,0 1 0,-1 0 0,1-1 0,0 1 0,0 0 0,0 0 0,0 0 0,0 0 0,0 0 0,0 0 0,0 0 0,0 0 0,1 0 0,-1 0 0,0 0 0,1 1 0,-1-1 0,0 3 0,-2 6 0,0 0 0,1 1 0,1-1 0,-1 1 0,2 0 0,-1-1 0,2 1 0,1 15 0,0-9 0,1-1 0,1 1 0,1-1 0,10 26 0,-14-38 0,1 0 0,0 0 0,1 0 0,-1 0 0,1 0 0,0 0 0,0-1 0,0 1 0,0-1 0,1 0 0,-1 0 0,1 0 0,0 0 0,8 4 0,-9-6 0,-1 0 0,1 0 0,0-1 0,0 1 0,0-1 0,0 1 0,0-1 0,0 0 0,0 0 0,0 0 0,0-1 0,0 1 0,0-1 0,-1 1 0,1-1 0,0 0 0,0 0 0,0 0 0,-1-1 0,1 1 0,-1-1 0,1 1 0,-1-1 0,4-3 0,0-2 0,0 1 0,0-1 0,0 0 0,-1 0 0,-1-1 0,1 0 0,-1 0 0,0 0 0,-1 0 0,0 0 0,0-1 0,-1 1 0,0-1 0,1-9 0,1-18 0,-1 1 0,-2-38 0,-2 50 0,0 20 0,1 15 0,-1 7 57,2 0 0,1-1 0,0 1 0,1-1 0,6 20 0,-6-26-228,1-1 0,0 0 1,1 0-1,1-1 0,-1 1 1,2-1-1,-1-1 0,1 1 1,11 10-1,-3-6-6655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59.068"/>
    </inkml:context>
    <inkml:brush xml:id="br0">
      <inkml:brushProperty name="width" value="0.05" units="cm"/>
      <inkml:brushProperty name="height" value="0.05" units="cm"/>
      <inkml:brushProperty name="color" value="#FFC114"/>
    </inkml:brush>
  </inkml:definitions>
  <inkml:trace contextRef="#ctx0" brushRef="#br0">288 345 24575,'0'-6'0,"0"1"0,0-1 0,-1 0 0,0 0 0,0 1 0,0-1 0,-1 1 0,0-1 0,-5-9 0,5 11 0,0 1 0,-1-1 0,1 1 0,-1 0 0,0 0 0,0 0 0,0 0 0,-1 1 0,1 0 0,0-1 0,-1 1 0,0 0 0,1 0 0,-8-2 0,6 3 0,0-1 0,1 1 0,-1 0 0,0 1 0,0-1 0,0 1 0,0 0 0,0 0 0,0 0 0,0 1 0,0 0 0,0 0 0,-8 3 0,5-1 0,1 0 0,0 0 0,0 1 0,0 1 0,0-1 0,1 1 0,0 0 0,-7 7 0,5-5 0,1 2 0,0-1 0,1 1 0,-1 0 0,2 0 0,-1 0 0,1 1 0,1 0 0,0 0 0,0 0 0,1 1 0,-4 19 0,6-26 0,1 0 0,0-1 0,0 1 0,0 0 0,0-1 0,1 1 0,-1 0 0,1-1 0,0 1 0,0-1 0,0 1 0,0-1 0,1 0 0,0 1 0,-1-1 0,1 0 0,0 0 0,3 3 0,-2-3 0,1 0 0,-1-1 0,0 1 0,1-1 0,-1 0 0,1 0 0,0-1 0,0 1 0,0-1 0,0 1 0,0-1 0,0-1 0,0 1 0,0 0 0,8-1 0,-1 0 0,0-1 0,0 0 0,0 0 0,0-1 0,0 0 0,0-1 0,0-1 0,-1 0 0,0 0 0,0-1 0,0 0 0,0 0 0,-1-1 0,0-1 0,13-11 0,-12 9 0,0-1 0,-1 0 0,0-1 0,-1 1 0,0-2 0,-1 1 0,0-1 0,-1-1 0,0 1 0,-1-1 0,0 0 0,3-16 0,-3 1 0,0 1 0,-2-1 0,-1 1 0,-2-1 0,0 0 0,-7-41 0,0 40 0,7 28 0,-1 0 0,1 0 0,0 0 0,0 0 0,0 1 0,-1-1 0,1 0 0,0 0 0,-1 0 0,1 0 0,-1 1 0,1-1 0,-1 0 0,1 1 0,-1-1 0,1 0 0,-1 1 0,0-1 0,1 0 0,-1 1 0,0-1 0,0 1 0,1-1 0,-1 1 0,0 0 0,0-1 0,-1 1 0,1 1 0,0 0 0,0 0 0,0 0 0,1 1 0,-1-1 0,0 0 0,1 1 0,-1-1 0,1 1 0,-1-1 0,1 0 0,-1 1 0,1-1 0,0 1 0,0-1 0,0 1 0,0-1 0,0 3 0,0-3 0,1 38 0,2 0 0,1-1 0,19 73 0,-19-93 0,6 26-341,1-2 0,3 1-1,19 41 1,-14-46-6485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4:59.846"/>
    </inkml:context>
    <inkml:brush xml:id="br0">
      <inkml:brushProperty name="width" value="0.05" units="cm"/>
      <inkml:brushProperty name="height" value="0.05" units="cm"/>
      <inkml:brushProperty name="color" value="#FFC114"/>
    </inkml:brush>
  </inkml:definitions>
  <inkml:trace contextRef="#ctx0" brushRef="#br0">255 468 24575,'17'-17'0,"-1"0"0,-1-1 0,-1-1 0,0 0 0,-1-1 0,-1 0 0,-1-1 0,-1 0 0,9-29 0,-18 48 0,26-94 0,-24 85 0,-1 0 0,-1-1 0,0 1 0,0 0 0,-1 0 0,-3-20 0,3 28 0,-1 0 0,1 1 0,-1-1 0,0 0 0,0 1 0,0-1 0,0 1 0,0 0 0,-1-1 0,1 1 0,-1 0 0,0 0 0,1 0 0,-1 0 0,0 0 0,-4-3 0,5 4 0,-1 0 0,0 1 0,0-1 0,0 0 0,1 1 0,-1-1 0,0 1 0,0-1 0,0 1 0,0 0 0,0 0 0,0 0 0,0 0 0,0 0 0,0 0 0,0 1 0,0-1 0,0 1 0,0-1 0,0 1 0,0 0 0,-3 2 0,-6 4 0,-1 0 0,2 1 0,-1 0 0,1 1 0,1 0 0,-1 1 0,2 0 0,-1 0 0,-9 16 0,-5 12 0,-27 58 0,30-49 0,2 0 0,2 1 0,2 1 0,2 0 0,2 1 0,-5 92 0,13-78 0,3 1 0,3 0 0,2-1 0,29 120 0,-23-143 0,-7-22 0,0 0 0,4 32 0,-9-51 0,0 0 0,1 0 0,-1 0 0,0 0 0,0 0 0,0 1 0,0-1 0,0 0 0,0 0 0,0 0 0,0 0 0,0 1 0,0-1 0,0 0 0,0 0 0,0 0 0,0 1 0,0-1 0,0 0 0,0 0 0,0 0 0,0 0 0,0 1 0,0-1 0,0 0 0,0 0 0,0 0 0,0 0 0,0 1 0,0-1 0,0 0 0,-1 0 0,1 0 0,0 0 0,0 0 0,0 1 0,0-1 0,0 0 0,-1 0 0,1 0 0,0 0 0,0 0 0,0 0 0,0 0 0,0 0 0,-1 0 0,-6-8 0,-6-18 0,-18-49 0,3-2 0,-24-112 0,49 177 0,0-1 0,0 0 0,1 0 0,1-1 0,0-13 0,1 24 0,0 0 0,0 0 0,1 0 0,-1 0 0,1 0 0,0 0 0,0 1 0,0-1 0,0 0 0,0 0 0,0 1 0,1-1 0,0 1 0,-1-1 0,1 1 0,0 0 0,0 0 0,0 0 0,0 0 0,0 0 0,1 0 0,-1 0 0,1 1 0,2-2 0,11-4 0,1 0 0,0 2 0,0 0 0,21-3 0,73-5 0,-68 9 0,55-12 0,-94 16 0,-1-1 0,1 1 0,-1-1 0,0 0 0,1-1 0,-1 1 0,0 0 0,1-1 0,-1 0 0,0 0 0,0 0 0,0 0 0,-1 0 0,5-5 0,-7 7 0,1-1 0,-1 1 0,0 0 0,0 0 0,0-1 0,0 1 0,1 0 0,-1-1 0,0 1 0,0 0 0,0-1 0,0 1 0,0-1 0,0 1 0,0 0 0,0-1 0,0 1 0,0 0 0,0-1 0,0 1 0,0 0 0,0-1 0,0 1 0,0 0 0,-1-1 0,1 1 0,0 0 0,0-1 0,0 1 0,-1 0 0,1-1 0,0 1 0,0 0 0,-1 0 0,1-1 0,0 1 0,0 0 0,-1 0 0,1 0 0,0-1 0,-1 1 0,1 0 0,0 0 0,-1 0 0,1 0 0,0 0 0,-1 0 0,1 0 0,0 0 0,-1 0 0,1 0 0,0 0 0,-1 0 0,1 0 0,-1 0 0,1 0 0,0 0 0,-1 0 0,1 0 0,-1 0 0,-22 5 0,15-1 0,0 0 0,1 1 0,0 0 0,0 0 0,0 1 0,1 0 0,0 0 0,0 1 0,1-1 0,-1 1 0,1 0 0,1 1 0,0-1 0,0 1 0,0 0 0,-4 16 0,7-21 0,0 0 0,1 0 0,-1 0 0,1 1 0,0-1 0,0 0 0,1 0 0,-1 1 0,0-1 0,1 0 0,0 0 0,0 0 0,0 0 0,0 0 0,0 0 0,1 0 0,-1 0 0,1 0 0,0-1 0,0 1 0,0-1 0,0 1 0,0-1 0,1 0 0,-1 1 0,1-1 0,-1-1 0,1 1 0,0 0 0,0-1 0,0 1 0,0-1 0,0 0 0,4 2 0,0-1 0,-1 0 0,0-1 0,0 0 0,0 0 0,1 0 0,-1 0 0,1-1 0,-1 0 0,0-1 0,1 1 0,-1-1 0,0 0 0,1-1 0,-1 1 0,0-1 0,10-5 0,-10 3 0,0-1 0,0 0 0,-1 0 0,0 0 0,0 0 0,0-1 0,0 0 0,-1 0 0,0 0 0,0 0 0,-1-1 0,0 0 0,0 1 0,0-1 0,-1 0 0,0 0 0,1-8 0,-2 10 0,0 0 0,-1 0 0,1 0 0,-1-1 0,0 1 0,0 0 0,-1 0 0,0 0 0,0 0 0,0 0 0,0 0 0,-1 0 0,0 0 0,0 0 0,0 0 0,0 1 0,-1-1 0,0 1 0,0 0 0,0 0 0,-1 0 0,1 0 0,-1 1 0,0-1 0,-4-2 0,6 4 19,1 1 0,-1 0 0,1 1 0,-1-1 0,0 0 0,1 0 0,-1 1 0,0-1 0,1 1 0,-1-1 0,0 1 0,0 0 0,0 0 0,1 0 0,-1 0 0,0 0 0,-2 0 0,3 1-88,0-1 1,0 1 0,-1-1 0,1 1-1,0 0 1,0-1 0,0 1-1,0 0 1,0 0 0,0 0 0,0 0-1,0 0 1,1 0 0,-1 0 0,0 0-1,1 0 1,-1 0 0,0 0 0,1 0-1,-1 1 1,1-1 0,0 0-1,-1 0 1,1 2 0,-3 11-6758</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00.155"/>
    </inkml:context>
    <inkml:brush xml:id="br0">
      <inkml:brushProperty name="width" value="0.05" units="cm"/>
      <inkml:brushProperty name="height" value="0.05" units="cm"/>
      <inkml:brushProperty name="color" value="#FFC114"/>
    </inkml:brush>
  </inkml:definitions>
  <inkml:trace contextRef="#ctx0" brushRef="#br0">16 35 24575,'-5'-28'0,"1"21"0,-1 20 0,4-3 0,1 0 0,-1 1 0,2-1 0,-1 0 0,1 0 0,5 20 0,-1-12 0,0 1 0,15 31 0,-17-43 0,1-1 0,-1 0 0,1 0 0,0 0 0,0 0 0,1-1 0,0 1 0,0-1 0,11 8 0,-14-11 0,0-1 0,1 1 0,-1-1 0,1 0 0,-1 0 0,1 0 0,-1 0 0,1-1 0,0 1 0,-1-1 0,1 0 0,0 1 0,0-1 0,-1 0 0,1 0 0,0-1 0,0 1 0,-1-1 0,1 1 0,0-1 0,-1 0 0,1 0 0,-1 0 0,1 0 0,-1-1 0,1 1 0,-1-1 0,3-1 0,2-3 31,0-1 0,0 0 0,-1 0 0,0 0 0,0-1 0,0 0 0,-1 0 0,-1-1 1,1 1-1,4-16 0,0 2-458,-2-1 0,-1 0 1,3-27-1,-6 32-6399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00.762"/>
    </inkml:context>
    <inkml:brush xml:id="br0">
      <inkml:brushProperty name="width" value="0.05" units="cm"/>
      <inkml:brushProperty name="height" value="0.05" units="cm"/>
      <inkml:brushProperty name="color" value="#FFC114"/>
    </inkml:brush>
  </inkml:definitions>
  <inkml:trace contextRef="#ctx0" brushRef="#br0">55 74 24575,'-5'-5'0,"1"1"0,1 0 0,-1 0 0,0 1 0,0-1 0,0 1 0,-1 0 0,1 0 0,-8-3 0,12 6 0,0 0 0,-1 1 0,1-1 0,0 0 0,0 0 0,-1 0 0,1 0 0,0 0 0,-1 1 0,1-1 0,0 0 0,0 0 0,0 0 0,-1 1 0,1-1 0,0 0 0,0 0 0,0 1 0,-1-1 0,1 0 0,0 0 0,0 1 0,0-1 0,0 0 0,0 1 0,0-1 0,-1 0 0,1 1 0,0-1 0,0 0 0,0 1 0,0-1 0,0 0 0,0 0 0,0 1 0,1-1 0,-1 0 0,0 1 0,0-1 0,0 1 0,2 15 0,-2-15 0,36 151 0,-34-144 0,-2-5 0,0 0 0,1 0 0,0 0 0,-1-1 0,1 1 0,0 0 0,0 0 0,0 0 0,1-1 0,1 5 0,1-43 0,-2 16 0,1 1 0,0-1 0,11-32 0,-11 44 0,-1 0 0,1 0 0,1 1 0,0-1 0,0 1 0,0 0 0,1 0 0,0 1 0,0-1 0,1 1 0,9-9 0,-11 13 0,1 0 0,-1-1 0,1 2 0,0-1 0,0 0 0,0 1 0,0 0 0,0 0 0,0 0 0,0 1 0,0 0 0,0 0 0,7 1 0,-8-1 0,-1 0 0,1 0 0,-1 1 0,0 0 0,0 0 0,1 0 0,-1 0 0,0 0 0,0 0 0,0 1 0,0-1 0,0 1 0,-1 0 0,1 0 0,0 0 0,-1 0 0,1 1 0,-1-1 0,0 1 0,0-1 0,2 4 0,-2 0 0,-1 0 0,0 0 0,0 0 0,-1 0 0,0 0 0,0 0 0,0 0 0,-1 0 0,0 0 0,-2 7 0,-1 20 0,3-15 0,0 1 0,2 31 0,-1-50-49,0 1 1,0-1-1,0 1 0,0-1 0,0 1 1,0-1-1,0 1 0,1-1 0,-1 1 1,0-1-1,0 1 0,0-1 0,0 1 1,1-1-1,-1 1 0,0-1 0,0 0 1,1 1-1,-1-1 0,0 1 0,1-1 1,-1 0-1,1 1 0,-1-1 0,0 0 0,1 1 1,0-1-1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02.057"/>
    </inkml:context>
    <inkml:brush xml:id="br0">
      <inkml:brushProperty name="width" value="0.05" units="cm"/>
      <inkml:brushProperty name="height" value="0.05" units="cm"/>
      <inkml:brushProperty name="color" value="#FFC114"/>
    </inkml:brush>
  </inkml:definitions>
  <inkml:trace contextRef="#ctx0" brushRef="#br0">156 307 24575,'1'-1'0,"-1"1"0,1 0 0,0 0 0,-1 0 0,1-1 0,-1 1 0,1 0 0,0-1 0,-1 1 0,1 0 0,-1-1 0,1 1 0,-1-1 0,1 1 0,-1-1 0,1 1 0,-1-1 0,0 1 0,1-1 0,-1 1 0,0-1 0,1 0 0,-1 1 0,0-1 0,0 0 0,0 1 0,0-1 0,1 1 0,-1-1 0,0 0 0,0 1 0,0-1 0,0 0 0,0 1 0,-1-1 0,1 0 0,0 0 0,-6-25 0,6 23 0,-1 1 0,0 0 0,-1 0 0,1-1 0,0 1 0,-1 0 0,1 0 0,-1 0 0,0 1 0,1-1 0,-1 0 0,0 1 0,0-1 0,0 1 0,0-1 0,-1 1 0,1 0 0,0 0 0,-4-1 0,3 2 0,1-1 0,-1 1 0,1 0 0,-1 0 0,1 1 0,-1-1 0,0 1 0,1-1 0,-1 1 0,1 0 0,0 0 0,-1 0 0,1 0 0,0 0 0,-5 3 0,1 1 0,0 0 0,0 0 0,0 0 0,1 1 0,-1 0 0,1 0 0,1 1 0,-1-1 0,1 1 0,0 0 0,-3 9 0,4-7 0,0 1 0,0-1 0,1 1 0,0 0 0,1 0 0,-1 12 0,2-19 0,0-1 0,0 1 0,0-1 0,0 0 0,1 1 0,-1-1 0,1 0 0,-1 1 0,1-1 0,0 0 0,0 1 0,0-1 0,0 0 0,0 0 0,1 0 0,-1 0 0,1 0 0,-1 0 0,1-1 0,0 1 0,0 0 0,-1-1 0,1 1 0,0-1 0,0 0 0,1 0 0,-1 0 0,0 0 0,0 0 0,5 1 0,1 0 0,0-1 0,0 0 0,1 0 0,-1-1 0,0 0 0,1 0 0,-1-1 0,0 0 0,1-1 0,-1 0 0,0 0 0,0-1 0,0 0 0,-1 0 0,1 0 0,-1-1 0,0-1 0,0 1 0,0-1 0,0 0 0,-1-1 0,6-6 0,-2 2 0,0-1 0,-1-1 0,-1 0 0,0 0 0,0 0 0,-1-1 0,-1 0 0,0-1 0,-1 1 0,0-1 0,4-27 0,-3-3 0,-3-1 0,-4-88 0,6 267 0,46 280 0,-43-372 0,-8-42 0,0 0 0,0 0 0,0 1 0,0-1 0,0 0 0,0 0 0,0 0 0,0 0 0,0 0 0,0 0 0,0 0 0,0 0 0,0 0 0,0 1 0,0-1 0,0 0 0,0 0 0,0 0 0,1 0 0,-1 0 0,0 0 0,0 0 0,0 0 0,0 0 0,0 0 0,0 0 0,0 0 0,0 0 0,0 0 0,0 0 0,1 1 0,-1-1 0,0 0 0,0 0 0,0 0 0,0 0 0,0 0 0,0 0 0,0 0 0,0 0 0,1 0 0,-1 0 0,0 0 0,0-1 0,0 1 0,0 0 0,0 0 0,0 0 0,0 0 0,0 0 0,0 0 0,1 0 0,-1 0 0,4-7 0,0-10 0,8-62 0,22-113 0,-33 187 0,1 0 0,-1 1 0,1-1 0,1 0 0,-1 1 0,0 0 0,6-7 0,-8 10 0,1 1 0,-1-1 0,1 1 0,-1-1 0,1 1 0,0-1 0,-1 1 0,1-1 0,-1 1 0,1 0 0,0-1 0,-1 1 0,1 0 0,0 0 0,0-1 0,-1 1 0,1 0 0,0 0 0,-1 0 0,1 0 0,0 0 0,1 0 0,-1 1 0,0-1 0,0 1 0,1 0 0,-1-1 0,0 1 0,0 0 0,0 0 0,0 0 0,0 0 0,-1 0 0,1 0 0,0 0 0,0 0 0,-1 0 0,1 0 0,0 1 0,0 1 0,4 12 0,0 0 0,0 0 0,-2 1 0,0-1 0,-1 1 0,0 0 0,-1 23 0,-2-39 0,1 1 0,0-1 0,0 0 0,0 0 0,0 0 0,0 0 0,0 1 0,0-1 0,0 0 0,0 0 0,0 0 0,0 1 0,1-1 0,-1 0 0,0 0 0,0 0 0,0 1 0,0-1 0,0 0 0,0 0 0,0 0 0,0 0 0,1 1 0,-1-1 0,0 0 0,0 0 0,0 0 0,0 0 0,0 0 0,1 0 0,-1 0 0,0 1 0,0-1 0,0 0 0,0 0 0,1 0 0,7-4 0,12-13 0,-15 11 0,97-94 0,-102 100 0,0 0 0,0 0 0,0 0 0,0 0 0,0 1 0,0-1 0,0 0 0,0 0 0,0 0 0,0 0 0,0 0 0,0 0 0,0 0 0,0 0 0,0 0 0,0 0 0,0 0 0,0 0 0,0 0 0,0 1 0,0-1 0,0 0 0,0 0 0,0 0 0,0 0 0,0 0 0,0 0 0,0 0 0,1 0 0,-1 0 0,0 0 0,0 0 0,0 0 0,0 0 0,0 0 0,0 0 0,0 0 0,0 0 0,0 0 0,0 0 0,0 0 0,0 0 0,1 0 0,-1 0 0,0 0 0,0 0 0,0 0 0,0 0 0,0 0 0,0 0 0,0 0 0,0 0 0,0 0 0,0 0 0,0 0 0,0 0 0,0 0 0,0 0 0,1 0 0,-1 0 0,0-1 0,0 1 0,0 0 0,0 0 0,-1 13 0,1-11 0,0 1 0,-1 0 0,1 0 0,0 0 0,1 0 0,-1 0 0,0 0 0,1 0 0,0 0 0,1 4 0,23 19 0,-20-22 0,0 0 0,-1 0 0,1 1 0,-1 0 0,5 8 0,6 15 0,-1 1 0,-1 0 0,-2 1 0,9 35 0,18 127 0,-26-108 0,-5 0 0,-3 0 0,-8 102 0,3-175 0,-6 40 0,7-48 0,-1 0 0,0 0 0,1-1 0,-1 1 0,-1 0 0,1-1 0,0 1 0,-1-1 0,1 0 0,-1 1 0,1-1 0,-1 0 0,0 0 0,-3 3 0,4-5 0,0 1 0,1-1 0,-1 0 0,0 0 0,1 1 0,-1-1 0,0 0 0,1 0 0,-1 0 0,0 0 0,0 0 0,1 0 0,-1 0 0,0 0 0,1 0 0,-1 0 0,0-1 0,1 1 0,-1 0 0,0 0 0,1-1 0,-1 1 0,0 0 0,1-1 0,-1 1 0,0 0 0,1-1 0,-1 1 0,1-1 0,-1 1 0,1-1 0,0 0 0,-1 1 0,1-1 0,-1 1 0,1-1 0,0 0 0,-1 1 0,1-1 0,0 0 0,-1-1 0,-10-30 0,7 9 0,0-1 0,2 1 0,1 0 0,0-1 0,2 1 0,7-44 0,0 24 0,2 0 0,27-73 0,-23 82 0,1 0 0,33-53 0,-38 71 0,2 0 0,0 1 0,0 0 0,1 1 0,1 0 0,28-21 0,-36 31 0,-1 1 0,1 0 0,-1-1 0,1 2 0,0-1 0,0 1 0,0 0 0,1 0 0,6-1 0,-11 3 0,-1 0 0,1 0 0,0 0 0,0 0 0,0 0 0,-1 0 0,1 1 0,0-1 0,0 1 0,-1-1 0,1 1 0,0 0 0,-1-1 0,1 1 0,0 0 0,-1 0 0,0 0 0,1 0 0,-1 1 0,1-1 0,-1 0 0,0 0 0,0 1 0,0-1 0,0 1 0,0-1 0,0 1 0,0 0 0,0-1 0,-1 1 0,1 0 0,0-1 0,-1 1 0,0 0 0,1 3 0,0 5 38,1-1 0,-2 1 0,1-1 0,-2 1 0,1 0 0,-1-1 0,0 1 0,-4 10 0,0 0-607,-2-1 0,-15 33 0,4-17-6257</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06.522"/>
    </inkml:context>
    <inkml:brush xml:id="br0">
      <inkml:brushProperty name="width" value="0.05" units="cm"/>
      <inkml:brushProperty name="height" value="0.05" units="cm"/>
      <inkml:brushProperty name="color" value="#FFC114"/>
    </inkml:brush>
  </inkml:definitions>
  <inkml:trace contextRef="#ctx0" brushRef="#br0">216 188 24575,'-7'-1'0,"0"0"0,0 0 0,0-1 0,1 0 0,-1 0 0,-8-5 0,-9-2 0,24 9 0,-1 0 0,0 0 0,1 0 0,-1-1 0,0 1 0,1 0 0,-1 0 0,0 0 0,1-1 0,-1 1 0,1 0 0,-1-1 0,1 1 0,-1 0 0,0-1 0,1 1 0,-1-1 0,1 1 0,0-1 0,-1 1 0,1-1 0,-1 1 0,1-1 0,-1 0 0,2 0 0,-1 1 0,1-1 0,-1 1 0,1-1 0,-1 1 0,1-1 0,-1 1 0,1 0 0,-1-1 0,1 1 0,-1 0 0,1-1 0,0 1 0,-1 0 0,1 0 0,0-1 0,-1 1 0,2 0 0,37-7 0,-38 7 0,33-5 0,112-16 0,-115 15 0,-1-2 0,49-18 0,-77 26 0,-1-1 0,1 0 0,0 1 0,0-1 0,-1 0 0,1 0 0,-1 0 0,1 0 0,0-1 0,-1 1 0,0 0 0,1 0 0,-1-1 0,0 1 0,0-1 0,0 0 0,0 1 0,0-1 0,0 0 0,0 1 0,0-1 0,-1 0 0,1 0 0,0-2 0,-2 3 0,1-1 0,0 1 0,-1-1 0,1 0 0,-1 1 0,0-1 0,1 1 0,-1-1 0,0 1 0,0 0 0,0-1 0,0 1 0,0 0 0,0 0 0,0 0 0,0-1 0,-1 1 0,1 0 0,0 1 0,-1-1 0,1 0 0,-1 0 0,1 0 0,-1 1 0,1-1 0,-1 1 0,1-1 0,-3 1 0,1-1 0,0-1 0,0 2 0,-1-1 0,1 0 0,0 1 0,0-1 0,-1 1 0,1 0 0,0 0 0,0 0 0,-1 0 0,1 1 0,0-1 0,0 1 0,0 0 0,0 0 0,0 0 0,0 0 0,0 1 0,0-1 0,0 1 0,0 0 0,1 0 0,-1 0 0,1 0 0,-1 0 0,1 0 0,0 1 0,0-1 0,0 1 0,0-1 0,0 1 0,0 0 0,1 0 0,0 0 0,-1 0 0,1 0 0,0 0 0,1 0 0,-2 7 0,-3 16 0,2 1 0,1 0 0,1 35 0,11 84 0,-2-47 0,-3 117 0,-39-283 0,27 53 0,-1 1 0,0 0 0,-1 0 0,0 0 0,-1 1 0,-1 0 0,0 1 0,-1 0 0,-16-12 0,21 19 0,1 0 0,-1 0 0,0 1 0,0 0 0,0 0 0,0 1 0,0-1 0,0 2 0,-1-1 0,1 1 0,-1 0 0,1 0 0,-1 1 0,0 0 0,1 1 0,-1-1 0,1 2 0,-1-1 0,1 1 0,0 0 0,-11 4 0,12-3 31,0 0 0,0 0 0,1 0 0,-1 1 0,1-1 0,0 1 0,0 1 0,0-1 1,1 1-1,-8 9 0,10-11-126,0 0 0,0 1 0,0 0 0,0-1 1,0 1-1,1 0 0,-1 0 0,1 0 0,0 0 0,1 0 1,-1 0-1,1 0 0,-1 0 0,1 1 0,1-1 1,-1 0-1,1 7 0,6 9-6731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06.943"/>
    </inkml:context>
    <inkml:brush xml:id="br0">
      <inkml:brushProperty name="width" value="0.05" units="cm"/>
      <inkml:brushProperty name="height" value="0.05" units="cm"/>
      <inkml:brushProperty name="color" value="#FFC114"/>
    </inkml:brush>
  </inkml:definitions>
  <inkml:trace contextRef="#ctx0" brushRef="#br0">137 168 24575,'10'-12'0,"-1"-1"0,0 0 0,-1 0 0,0 0 0,-1-1 0,-1 0 0,8-24 0,-14 37 0,1-1 0,-1 1 0,1 0 0,-1 0 0,1-1 0,-1 1 0,0 0 0,1-1 0,-1 1 0,0 0 0,0-1 0,0 1 0,0 0 0,-1-1 0,1 1 0,0 0 0,0-1 0,-1 1 0,1 0 0,-1-1 0,1 1 0,-2-2 0,1 2 0,0 1 0,0-1 0,0 1 0,0-1 0,-1 1 0,1-1 0,0 1 0,0 0 0,0-1 0,0 1 0,-1 0 0,1 0 0,0 0 0,0 0 0,-1 0 0,1 0 0,0 0 0,0 1 0,-2-1 0,-6 3 0,0 0 0,1 0 0,-1 1 0,1 0 0,-10 6 0,3 0 0,1 0 0,0 1 0,0 1 0,-14 17 0,24-26 0,1 1 0,-1 0 0,1 0 0,1 0 0,-1 0 0,0 1 0,1-1 0,0 1 0,0-1 0,0 1 0,1 0 0,-1 0 0,1 0 0,1 0 0,-1 0 0,1 0 0,-1 0 0,1 0 0,1 9 0,0-13 0,-1 1 0,1 0 0,-1 0 0,1 0 0,0-1 0,0 1 0,0 0 0,0-1 0,0 1 0,0 0 0,0-1 0,0 0 0,0 1 0,1-1 0,-1 0 0,1 1 0,-1-1 0,1 0 0,-1 0 0,4 1 0,-2-1 0,0 0 0,0 0 0,0-1 0,0 1 0,0-1 0,1 0 0,-1 0 0,0 0 0,0 0 0,0 0 0,5-1 0,-1-1 0,1 0 0,-1-1 0,1 1 0,-1-1 0,0-1 0,0 1 0,0-1 0,-1-1 0,9-5 0,37-53 0,-48 63 0,-2 9 0,-1 10 0,-1-18 0,0 18 111,-1-10-322,1 1 0,0-1 0,0 1 0,1-1 1,1 1-1,4 16 0,1-10-6615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07.225"/>
    </inkml:context>
    <inkml:brush xml:id="br0">
      <inkml:brushProperty name="width" value="0.05" units="cm"/>
      <inkml:brushProperty name="height" value="0.05" units="cm"/>
      <inkml:brushProperty name="color" value="#FFC114"/>
    </inkml:brush>
  </inkml:definitions>
  <inkml:trace contextRef="#ctx0" brushRef="#br0">9 76 24575,'0'-6'0,"-1"1"0,0 0 0,0 0 0,-3-10 0,3 12 0,1 5 0,8 18 0,7 15 0,-8-15 0,0-1 0,2 0 0,0-1 0,1 0 0,1 0 0,16 18 0,-27-35 0,1 0 0,0 0 0,0 0 0,0 0 0,0 0 0,-1-1 0,1 1 0,0 0 0,0 0 0,1-1 0,-1 1 0,0-1 0,0 1 0,0-1 0,0 0 0,0 1 0,1-1 0,-1 0 0,0 0 0,0 1 0,2-1 0,-2-1 0,0 1 0,0-1 0,0 1 0,0-1 0,-1 1 0,1-1 0,0 1 0,0-1 0,0 0 0,0 0 0,-1 1 0,1-1 0,0 0 0,-1 0 0,1 0 0,-1 0 0,1 0 0,0-2 0,2-4 0,0-1 0,-1-1 0,0 1 0,2-15 0,1-130-1072,-5 147 779,0-18-6533</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07.616"/>
    </inkml:context>
    <inkml:brush xml:id="br0">
      <inkml:brushProperty name="width" value="0.05" units="cm"/>
      <inkml:brushProperty name="height" value="0.05" units="cm"/>
      <inkml:brushProperty name="color" value="#FFC114"/>
    </inkml:brush>
  </inkml:definitions>
  <inkml:trace contextRef="#ctx0" brushRef="#br0">94 89 24575,'13'-36'0,"-12"31"0,0 0 0,-1 0 0,1 0 0,-2 0 0,0-9 0,1 13 0,0 1 0,0-1 0,0 0 0,-1 0 0,1 1 0,0-1 0,0 0 0,-1 1 0,1-1 0,0 1 0,-1-1 0,1 0 0,-1 1 0,1-1 0,-1 1 0,1-1 0,-1 1 0,1-1 0,-2 0 0,1 1 0,0 0 0,0 0 0,1 0 0,-1 0 0,0 0 0,0 0 0,0 0 0,0 0 0,0 1 0,1-1 0,-1 0 0,0 0 0,0 1 0,0-1 0,1 1 0,-1-1 0,0 0 0,0 1 0,1-1 0,-1 1 0,0 1 0,-8 5 0,1 1 0,0 0 0,1 0 0,0 0 0,1 1 0,-1 1 0,2-1 0,-1 1 0,1 0 0,-5 16 0,9-25 0,1 0 0,-1 1 0,1-1 0,0 0 0,-1 0 0,1 0 0,0 0 0,0 0 0,0 1 0,0-1 0,0 0 0,0 0 0,0 0 0,0 0 0,0 1 0,1-1 0,-1 0 0,0 0 0,1 0 0,-1 0 0,2 2 0,-2-2 0,1-1 0,0 1 0,0-1 0,0 1 0,0-1 0,0 0 0,0 1 0,-1-1 0,1 0 0,0 0 0,0 1 0,0-1 0,0 0 0,0 0 0,0 0 0,0 0 0,0 0 0,0 0 0,2-1 0,3 0 0,1-1 0,-1 0 0,0-1 0,0 1 0,0-1 0,7-4 0,-3 0 0,0-1 0,0-1 0,-1 1 0,0-1 0,0-1 0,8-12 0,-7 9 0,-6 12 0,-2 8 0,-2 8 0,0-1-97,0-1-1,1 1 1,1-1-1,0 1 1,0-1-1,2 0 1,-1 0-1,2 0 1,0 0-1,0 0 1,1-1-1,1 0 0,12 17 1,-4-13-6729</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08.472"/>
    </inkml:context>
    <inkml:brush xml:id="br0">
      <inkml:brushProperty name="width" value="0.05" units="cm"/>
      <inkml:brushProperty name="height" value="0.05" units="cm"/>
      <inkml:brushProperty name="color" value="#FFC114"/>
    </inkml:brush>
  </inkml:definitions>
  <inkml:trace contextRef="#ctx0" brushRef="#br0">1 4 24575,'0'-3'0,"0"2"0,0 4 0,2 8 0,2 6 0,2 10 0,1 6 0,2 6 0,1 5 0,1 3 0,0 3 0,-2-2 0,-2-3 0,-2-9-8191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08.752"/>
    </inkml:context>
    <inkml:brush xml:id="br0">
      <inkml:brushProperty name="width" value="0.05" units="cm"/>
      <inkml:brushProperty name="height" value="0.05" units="cm"/>
      <inkml:brushProperty name="color" value="#FFC114"/>
    </inkml:brush>
  </inkml:definitions>
  <inkml:trace contextRef="#ctx0" brushRef="#br0">84 386 24575,'-35'-101'0,"23"68"0,-12-43 0,20 61 0,1 0 0,1 0 0,0 0 0,1 0 0,1-18 0,0 30 0,0 0 0,0 0 0,1 1 0,-1-1 0,1 0 0,0 0 0,0 0 0,0 0 0,0 1 0,0-1 0,1 0 0,-1 1 0,1-1 0,0 1 0,-1 0 0,1-1 0,0 1 0,1 0 0,-1 0 0,0 0 0,0 1 0,1-1 0,-1 0 0,1 1 0,0 0 0,-1-1 0,1 1 0,0 0 0,0 1 0,0-1 0,0 0 0,0 1 0,3-1 0,2 1 0,-1 0 0,1 1 0,-1 0 0,1 0 0,-1 0 0,0 1 0,1 0 0,-1 1 0,0-1 0,0 1 0,0 1 0,-1-1 0,1 1 0,-1 1 0,0-1 0,0 1 0,6 6 0,-2-1 0,0 0 0,-1 0 0,0 1 0,-1 0 0,0 1 0,-1 0 0,0 0 0,7 20 0,-9-17 29,-1 0-1,0 0 1,-2 0-1,0 0 0,0 1 1,-1-1-1,-1 0 1,-1 1-1,0-1 1,-1 0-1,-4 17 1,1-12-243,-1 0 1,-1 1 0,-1-2-1,0 1 1,-2-1 0,0-1-1,-19 26 1,7-16-6613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09.142"/>
    </inkml:context>
    <inkml:brush xml:id="br0">
      <inkml:brushProperty name="width" value="0.05" units="cm"/>
      <inkml:brushProperty name="height" value="0.05" units="cm"/>
      <inkml:brushProperty name="color" value="#FFC114"/>
    </inkml:brush>
  </inkml:definitions>
  <inkml:trace contextRef="#ctx0" brushRef="#br0">1 29 24575,'0'23'0,"0"-4"0,0 0 0,1-1 0,5 31 0,-5-44 0,1 0 0,-1 0 0,1 0 0,0-1 0,0 1 0,0 0 0,1-1 0,0 1 0,0-1 0,0 0 0,0 0 0,1 0 0,-1-1 0,1 1 0,0-1 0,0 0 0,9 6 0,-11-8 0,0 0 0,1 1 0,-1-1 0,1 0 0,0 0 0,-1 0 0,1-1 0,0 1 0,0-1 0,-1 1 0,1-1 0,0 0 0,0 0 0,0 0 0,-1-1 0,1 1 0,0-1 0,0 1 0,4-3 0,-3 1 0,0 0 0,-1 0 0,1-1 0,-1 1 0,1-1 0,-1 0 0,0 0 0,0 0 0,-1-1 0,1 1 0,3-7 0,0-2 0,0 1 0,-1-1 0,0 0 0,-1 0 0,-1 0 0,0-1 0,3-22 0,-5 8 0,-2-29 0,2 138 0,-2-49 0,1 0 0,2 0 0,10 60 0,-6-72-1365,-1-3-5461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09.375"/>
    </inkml:context>
    <inkml:brush xml:id="br0">
      <inkml:brushProperty name="width" value="0.05" units="cm"/>
      <inkml:brushProperty name="height" value="0.05" units="cm"/>
      <inkml:brushProperty name="color" value="#FFC114"/>
    </inkml:brush>
  </inkml:definitions>
  <inkml:trace contextRef="#ctx0" brushRef="#br0">0 12 24575,'0'-3'0,"0"-4"0,0 6 0,0 5 0,0 10 0,0 13 0,0 9 0,0 7 0,3 8 0,3 4 0,5 4 0,2 0 0,-1-9-8191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09.876"/>
    </inkml:context>
    <inkml:brush xml:id="br0">
      <inkml:brushProperty name="width" value="0.05" units="cm"/>
      <inkml:brushProperty name="height" value="0.05" units="cm"/>
      <inkml:brushProperty name="color" value="#FFC114"/>
    </inkml:brush>
  </inkml:definitions>
  <inkml:trace contextRef="#ctx0" brushRef="#br0">0 148 24575,'1'-1'0,"-1"0"0,0 1 0,0-1 0,0 1 0,1-1 0,-1 1 0,0-1 0,1 0 0,-1 1 0,0-1 0,1 1 0,-1 0 0,1-1 0,-1 1 0,1-1 0,-1 1 0,1-1 0,-1 1 0,1 0 0,-1 0 0,1-1 0,-1 1 0,1 0 0,0-1 0,19-4 0,-14 3 0,8-2 0,12-3 0,0-2 0,27-12 0,-46 17 0,1 0 0,-1 0 0,0-1 0,0 0 0,-1 0 0,1-1 0,-1 1 0,0-2 0,-1 1 0,1 0 0,4-9 0,0 1 0,-10 14 0,0 0 0,0 0 0,0 0 0,0 0 0,0 0 0,0 0 0,1 0 0,-1-1 0,0 1 0,0 0 0,0 0 0,0 0 0,0 0 0,0 0 0,0 0 0,0 0 0,1 0 0,-1 0 0,0 0 0,0 0 0,0 0 0,0 0 0,0 0 0,0 0 0,1 0 0,-1 0 0,0 0 0,0 0 0,0 0 0,0 0 0,0 0 0,1 0 0,-1 0 0,0 0 0,0 0 0,0 0 0,0 0 0,0 0 0,0 0 0,0 0 0,1 0 0,-1 0 0,0 1 0,0-1 0,0 0 0,0 0 0,2 28 0,-2-25 0,-1 76 0,15 122 0,-14-199 0,0-1 0,0 0 0,0 0 0,0 1 0,1-1 0,-1 0 0,0 0 0,0 0 0,1 1 0,-1-1 0,1 0 0,-1 0 0,1 0 0,0 0 0,-1 0 0,1 0 0,0 0 0,0 0 0,0 0 0,1 1 0,-1-2 0,-1 0 0,1 0 0,0 0 0,0-1 0,-1 1 0,1 0 0,0 0 0,-1-1 0,1 1 0,0 0 0,-1-1 0,1 1 0,0 0 0,-1-1 0,1 1 0,-1-1 0,1 1 0,-1-1 0,1 0 0,-1 1 0,1-1 0,-1 1 0,1-2 0,5-8 0,0 0 0,8-20 0,-12 26 0,3-11 0,1 1 0,1-1 0,0 1 0,1 1 0,0 0 0,17-20 0,-24 32 0,0 0 0,0 0 0,0 0 0,0 0 0,1 0 0,-1 0 0,0 0 0,1 0 0,-1 0 0,1 1 0,-1-1 0,1 0 0,-1 1 0,1 0 0,0-1 0,-1 1 0,1 0 0,-1 0 0,1 0 0,0 0 0,-1 0 0,1 0 0,-1 0 0,1 0 0,0 1 0,-1-1 0,1 1 0,-1-1 0,1 1 0,-1 0 0,1-1 0,-1 1 0,0 0 0,1 0 0,-1 0 0,2 2 0,5 5 0,-1 0 0,0 0 0,0 1 0,9 16 0,3 3 0,-1-8-1365,0-3-5461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10.545"/>
    </inkml:context>
    <inkml:brush xml:id="br0">
      <inkml:brushProperty name="width" value="0.05" units="cm"/>
      <inkml:brushProperty name="height" value="0.05" units="cm"/>
      <inkml:brushProperty name="color" value="#FFC114"/>
    </inkml:brush>
  </inkml:definitions>
  <inkml:trace contextRef="#ctx0" brushRef="#br0">84 209 24575,'-1'-7'0,"0"0"0,0 1 0,0-1 0,-1 0 0,0 1 0,-1 0 0,1-1 0,-1 1 0,0 0 0,-1 1 0,1-1 0,-1 0 0,0 1 0,-1 0 0,-5-5 0,10 10 0,0-1 0,-1 1 0,1 0 0,-1 0 0,1-1 0,-1 1 0,1 0 0,-1 0 0,1 0 0,-1 0 0,0 0 0,1-1 0,-1 1 0,1 0 0,-1 0 0,1 0 0,-1 1 0,1-1 0,-1 0 0,1 0 0,-1 0 0,1 0 0,-1 0 0,0 1 0,1-1 0,0 0 0,-1 0 0,0 1 0,-9 15 0,2 20 0,7-28 0,0 1 0,1-1 0,0 0 0,1 0 0,0 1 0,0-1 0,1 0 0,0 0 0,0 0 0,1 0 0,5 11 0,-6-16 0,0 0 0,-1 0 0,1 0 0,0-1 0,1 1 0,-1 0 0,0-1 0,1 1 0,-1-1 0,1 0 0,0 0 0,0 0 0,0 0 0,0-1 0,0 1 0,0-1 0,0 0 0,1 0 0,-1 0 0,1 0 0,-1 0 0,0-1 0,1 1 0,-1-1 0,1 0 0,-1 0 0,1 0 0,-1-1 0,7-1 0,-4 0 0,0 0 0,0-1 0,-1 0 0,1 0 0,-1 0 0,1-1 0,-1 0 0,0 0 0,0 0 0,-1-1 0,1 1 0,-1-1 0,0 0 0,0 0 0,-1-1 0,0 1 0,0-1 0,0 0 0,0 0 0,3-12 0,-5 13 0,1 0 0,-1-1 0,0 1 0,-1 0 0,1-1 0,-1 1 0,0-1 0,0 1 0,-1-1 0,0 1 0,-1-7 0,1 8 0,-1 1 0,1 0 0,-1 0 0,1-1 0,-1 1 0,0 0 0,0 0 0,0 1 0,-1-1 0,1 0 0,0 1 0,-1-1 0,0 1 0,0 0 0,0 0 0,0 0 0,0 0 0,-3-1 0,3 2 0,0 0 0,-1 0 0,1 0 0,0 0 0,0 1 0,0 0 0,0-1 0,-1 1 0,1 0 0,0 1 0,0-1 0,0 0 0,0 1 0,-1 0 0,1 0 0,0 0 0,-3 1 0,5-1 0,-1-1 0,1 1 0,-1 0 0,1 0 0,-1 0 0,1 0 0,0 0 0,0 0 0,-1 1 0,1-1 0,0 0 0,0 0 0,0 1 0,0-1 0,0 1 0,1-1 0,-1 1 0,0-1 0,1 1 0,-1 0 0,1-1 0,-1 1 0,1 0 0,0-1 0,0 1 0,0 0 0,0-1 0,0 1 0,0 0 0,0-1 0,1 1 0,-1 0 0,1 1 0,-1-2 0,1 0 0,-1 0 0,1 0 0,-1 0 0,1 0 0,-1 0 0,1-1 0,-1 1 0,1 0 0,0 0 0,0-1 0,-1 1 0,1 0 0,0-1 0,0 1 0,0-1 0,0 1 0,0-1 0,0 1 0,-1-1 0,1 0 0,0 1 0,0-1 0,0 0 0,0 0 0,0 0 0,1 0 0,-1 0 0,0 0 0,0 0 0,0 0 0,0 0 0,0 0 0,0 0 0,0-1 0,0 1 0,0 0 0,-1-1 0,1 1 0,0-1 0,1 0 0,7-3 0,-1 0 0,0-1 0,11-8 0,-17 12 0,16-13 0,24-16 0,-39 29 0,0-1 0,0 0 0,0 1 0,1 0 0,-1-1 0,0 1 0,1 1 0,-1-1 0,1 0 0,-1 1 0,5-1 0,-6 2 0,0-1 0,0 0 0,-1 1 0,1-1 0,0 1 0,0 0 0,0 0 0,0-1 0,-1 1 0,1 0 0,0 0 0,-1 1 0,1-1 0,-1 0 0,1 0 0,-1 1 0,0-1 0,0 1 0,1-1 0,-1 1 0,0 0 0,0 0 0,0-1 0,-1 1 0,1 0 0,0 2 0,2 6 0,0 0 0,-1 1 0,2 18 0,0 2 0,-4-31 0,0 1 0,0-1 0,0 1 0,0-1 0,0 0 0,0 1 0,0-1 0,0 0 0,1 1 0,-1-1 0,0 0 0,0 1 0,0-1 0,0 0 0,0 0 0,1 1 0,-1-1 0,0 0 0,0 1 0,0-1 0,1 0 0,-1 0 0,0 1 0,1-1 0,-1 0 0,0 0 0,0 0 0,1 0 0,-1 1 0,0-1 0,1 0 0,-1 0 0,0 0 0,1 0 0,-1 0 0,9-10 0,2-19 0,1-13 0,-10 27 0,2 1 0,0 0 0,1 0 0,0 1 0,11-19 0,-16 31 0,1 1 0,-1-1 0,1 0 0,-1 0 0,1 1 0,-1-1 0,1 0 0,-1 1 0,1-1 0,0 0 0,0 1 0,-1-1 0,1 1 0,0-1 0,0 1 0,-1 0 0,1-1 0,0 1 0,0 0 0,0-1 0,0 1 0,0 0 0,0 0 0,-1 0 0,1 0 0,1 0 0,0 0 0,-1 1 0,0 0 0,1-1 0,-1 1 0,0 0 0,0-1 0,0 1 0,1 0 0,-1 0 0,0 0 0,0 0 0,0 0 0,0 1 0,1 1 0,3 6 0,0 0 0,0 0 0,5 15 0,-9-20 0,56 143-1365,-49-127-5461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12.068"/>
    </inkml:context>
    <inkml:brush xml:id="br0">
      <inkml:brushProperty name="width" value="0.05" units="cm"/>
      <inkml:brushProperty name="height" value="0.05" units="cm"/>
      <inkml:brushProperty name="color" value="#FFC114"/>
    </inkml:brush>
  </inkml:definitions>
  <inkml:trace contextRef="#ctx0" brushRef="#br0">52 233 24575,'-1'24'0,"-2"-1"0,0 1 0,-2-1 0,-8 26 0,5-21 0,1 0 0,-3 33 0,9-25 0,3-35 0,1-7 0,2-9 0,24-127 0,4-16 0,-25 130 0,1-1 0,1 1 0,19-36 0,-26 58 0,1 0 0,-1 0 0,1 0 0,1 0 0,-1 1 0,1 0 0,7-7 0,-11 11 0,0 0 0,1 0 0,-1 0 0,0 1 0,0-1 0,1 1 0,-1-1 0,1 1 0,-1-1 0,0 1 0,1-1 0,-1 1 0,1 0 0,-1 0 0,1 0 0,2 0 0,-2 1 0,-1-1 0,1 1 0,0 0 0,0 0 0,-1 0 0,1 0 0,-1 0 0,1 0 0,-1 0 0,1 0 0,-1 0 0,1 1 0,-1-1 0,0 1 0,0-1 0,2 3 0,7 12 0,-1 1 0,0 0 0,-2 0 0,10 28 0,16 79 0,-24-85 0,5 18-682,12 98-1,-25-131-6143</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12.767"/>
    </inkml:context>
    <inkml:brush xml:id="br0">
      <inkml:brushProperty name="width" value="0.05" units="cm"/>
      <inkml:brushProperty name="height" value="0.05" units="cm"/>
      <inkml:brushProperty name="color" value="#FFC114"/>
    </inkml:brush>
  </inkml:definitions>
  <inkml:trace contextRef="#ctx0" brushRef="#br0">28 395 24575,'-3'-3'0,"0"0"0,1 0 0,-1 0 0,1 0 0,-1-1 0,1 1 0,1-1 0,-1 0 0,0 1 0,1-1 0,-2-5 0,3 7 0,0 0 0,-1 0 0,1 1 0,0-1 0,0 0 0,0 0 0,1 0 0,-1 1 0,0-1 0,1 0 0,-1 0 0,1 1 0,0-1 0,-1 0 0,1 1 0,0-1 0,0 1 0,0-1 0,0 1 0,0-1 0,0 1 0,1 0 0,-1 0 0,0-1 0,1 1 0,-1 0 0,4-1 0,21-12 0,1 2 0,0 1 0,48-12 0,-31 10 0,-11 0 0,-25 9 0,-1 1 0,1 0 0,-1 0 0,1 1 0,0 0 0,0 0 0,0 1 0,0 0 0,0 1 0,9-1 0,-14 2 0,-1 0 0,1 0 0,-1 1 0,1-1 0,-1 0 0,0 1 0,1 0 0,-1-1 0,0 1 0,0 0 0,0 0 0,-1 0 0,1 0 0,0 0 0,-1 1 0,1-1 0,-1 0 0,0 1 0,2 3 0,2 8 0,0 0 0,4 20 0,-6-22 0,3 11 0,-2 0 0,0 0 0,-1 0 0,-1 31 0,-2-53 0,0 1 0,0 0 0,0 0 0,0 0 0,-1 0 0,1-1 0,-1 1 0,1 0 0,-1 0 0,0-1 0,1 1 0,-1 0 0,0-1 0,0 1 0,0-1 0,-2 3 0,2-4 0,0 1 0,1-1 0,-1 0 0,0 0 0,0 1 0,0-1 0,0 0 0,1 0 0,-1 0 0,0 0 0,0 0 0,0 0 0,0 0 0,0 0 0,1 0 0,-1 0 0,0-1 0,0 1 0,0 0 0,0-1 0,1 1 0,-1 0 0,0-1 0,0 1 0,1-1 0,-1 1 0,0-1 0,1 0 0,-1 1 0,1-1 0,-1 1 0,1-1 0,-1 0 0,1 0 0,-1 0 0,-6-8 0,2 1 0,-1-1 0,1 0 0,1-1 0,-1 1 0,2-1 0,-1 0 0,1 0 0,1 0 0,0 0 0,0 0 0,0-16 0,1-12 0,1 0 0,5-38 0,-3 48 0,7-44 0,-8 65 0,0 1 0,1 0 0,-1 0 0,2 0 0,-1 0 0,1 1 0,-1-1 0,8-9 0,-8 13 0,-1 0 0,1 0 0,0 0 0,0 1 0,0-1 0,0 1 0,0 0 0,0-1 0,0 1 0,0 0 0,1 0 0,-1 0 0,0 0 0,1 1 0,-1-1 0,0 1 0,5-1 0,-1 1 0,-1 0 0,0 1 0,-1-1 0,1 1 0,0 0 0,0 1 0,0-1 0,6 4 0,1 1 0,0 0 0,0 1 0,-1 0 0,0 1 0,16 16 0,-23-21 0,-1 0 0,1 1 0,-1-1 0,0 1 0,-1 0 0,1 0 0,-1 0 0,1 0 0,-1 1 0,-1-1 0,1 1 0,1 4 0,-3-7 0,0 0 0,0 1 0,0-1 0,0 0 0,0 1 0,0-1 0,0 0 0,-1 1 0,1-1 0,-1 0 0,0 0 0,0 0 0,0 1 0,0-1 0,0 0 0,0 0 0,0-1 0,-1 1 0,1 0 0,-1 0 0,0 0 0,1-1 0,-1 1 0,0-1 0,0 0 0,-2 2 0,-3 1 0,-1 0 0,0 0 0,0 0 0,0-1 0,-8 2 0,-13 4 0,21-3 0,14-2 0,21 1 0,-21-4 0,12 3 0,0 0 0,0 1 0,27 12 0,-39-14 0,0-1 0,0 1 0,-1 1 0,1-1 0,-1 1 0,0 0 0,0 0 0,0 1 0,0-1 0,-1 1 0,0 0 0,0 0 0,6 10 0,-9-13 12,0 0 0,0 0 0,-1 0-1,1 0 1,0 0 0,-1 0 0,0 0-1,1 0 1,-1 0 0,0 0 0,0 0-1,0 0 1,0 0 0,0 0 0,-1 0 0,1 1-1,-1-1 1,1 0 0,-1-1 0,0 1-1,0 0 1,1 0 0,-1 0 0,-1 0-1,1-1 1,0 1 0,0 0 0,-3 2 0,0-1-155,1 0 1,-1-1 0,0 1 0,0-1-1,-1 1 1,1-1 0,0-1 0,-1 1 0,1 0-1,-1-1 1,-5 1 0,-8 0-6684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13.153"/>
    </inkml:context>
    <inkml:brush xml:id="br0">
      <inkml:brushProperty name="width" value="0.05" units="cm"/>
      <inkml:brushProperty name="height" value="0.05" units="cm"/>
      <inkml:brushProperty name="color" value="#FFC114"/>
    </inkml:brush>
  </inkml:definitions>
  <inkml:trace contextRef="#ctx0" brushRef="#br0">0 249 24575,'1'-1'0,"0"0"0,0 0 0,0 0 0,0 0 0,0 0 0,0 0 0,0 1 0,0-1 0,0 0 0,0 1 0,0-1 0,0 1 0,1-1 0,-1 1 0,0 0 0,0-1 0,0 1 0,1 0 0,-1 0 0,0 0 0,2 0 0,-2 0 0,1 1 0,-1-1 0,0 1 0,0 0 0,0-1 0,0 1 0,0 0 0,0 0 0,0 0 0,0 0 0,0 0 0,0 0 0,0 0 0,-1 0 0,1 0 0,0 0 0,0 1 0,3 8 0,-1-1 0,0 0 0,0 1 0,2 13 0,-3-13 0,2 7 0,2 1 0,0-1 0,1 0 0,10 19 0,-11-17 0,-7-11 0,1-7 0,0-1 0,0 0 0,0 0 0,-1 0 0,1 0 0,0 0 0,0 0 0,0 0 0,-1 0 0,1 0 0,0 0 0,0 0 0,0 0 0,-1 0 0,1 0 0,0 0 0,0 0 0,-1 0 0,1 0 0,0 0 0,0 0 0,0 0 0,-1 0 0,1 0 0,0 0 0,0 0 0,0 0 0,-1-1 0,1 1 0,0 0 0,0 0 0,0 0 0,0 0 0,-1 0 0,1-1 0,0 1 0,-2-2 0,0 0 0,1 0 0,-1 0 0,0 0 0,1 0 0,0 0 0,-1-1 0,1 1 0,0 0 0,0-1 0,-1-4 0,-6-30 0,7 34 0,-1-17 0,1 0 0,0 0 0,1 0 0,2 0 0,0 0 0,9-38 0,-3 26 0,2 1 0,1-1 0,21-40 0,-30 68 0,0 1 0,0-1 0,0 1 0,0 0 0,0 0 0,1 0 0,-1 0 0,1 0 0,4-3 0,-6 5 0,0 1 0,0-1 0,0 1 0,0 0 0,0-1 0,1 1 0,-1 0 0,0 0 0,0 0 0,0 0 0,0 0 0,0 0 0,0 0 0,0 0 0,1 0 0,-1 1 0,0-1 0,0 0 0,0 1 0,0-1 0,0 1 0,0-1 0,0 1 0,0-1 0,0 1 0,-1 0 0,1-1 0,0 1 0,0 0 0,0 0 0,-1 0 0,1-1 0,0 1 0,-1 0 0,1 0 0,0 2 0,13 20 0,0 0 0,-2 1 0,0 1 0,12 40 0,-7-18 0,34 72-1365,-37-90-5461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13.717"/>
    </inkml:context>
    <inkml:brush xml:id="br0">
      <inkml:brushProperty name="width" value="0.05" units="cm"/>
      <inkml:brushProperty name="height" value="0.05" units="cm"/>
      <inkml:brushProperty name="color" value="#FFC114"/>
    </inkml:brush>
  </inkml:definitions>
  <inkml:trace contextRef="#ctx0" brushRef="#br0">11 418 24575,'0'0'0,"-1"0"0,1 0 0,0 0 0,-1 0 0,1 0 0,-1 0 0,1 0 0,0 0 0,-1 0 0,1 0 0,-1-1 0,1 1 0,0 0 0,-1 0 0,1 0 0,0-1 0,-1 1 0,1 0 0,0-1 0,-1 1 0,1 0 0,0 0 0,-1-1 0,1 1 0,0-1 0,0 1 0,0 0 0,-1-1 0,1 1 0,0 0 0,0-1 0,0 1 0,0-1 0,0 1 0,0-1 0,0 1 0,0 0 0,0-1 0,0 1 0,0-1 0,0 1 0,0-1 0,0 1 0,0 0 0,0-1 0,0 1 0,1-1 0,-1 1 0,0 0 0,0-1 0,1 1 0,-1-2 0,1 0 0,0 0 0,0 0 0,0 0 0,0 0 0,1 0 0,-1 1 0,3-4 0,6 0 0,1 0 0,-1 0 0,1 1 0,-1 0 0,1 1 0,0 0 0,1 1 0,20-2 0,2-1 0,11-1 0,32-8 0,-68 12 0,-1 0 0,1-1 0,-1 0 0,0 0 0,0-1 0,10-6 0,-16 9 0,0 0 0,-1-1 0,1 1 0,-1-1 0,1 1 0,-1-1 0,1 1 0,-1-1 0,0 0 0,0 1 0,0-1 0,0 0 0,0 0 0,0 0 0,-1 0 0,1 0 0,-1 0 0,1 0 0,-1 0 0,0 0 0,1 0 0,-1 0 0,0 0 0,0-1 0,-1 1 0,1 0 0,0 0 0,-2-2 0,3 4 0,-1 0 0,0 0 0,0 0 0,0 0 0,0 0 0,0-1 0,0 1 0,0 0 0,0 0 0,0 0 0,0 0 0,0 0 0,-1 0 0,1 0 0,0 0 0,0 0 0,0 0 0,0 0 0,0-1 0,0 1 0,0 0 0,0 0 0,0 0 0,0 0 0,0 0 0,0 0 0,0 0 0,0 0 0,0 0 0,0 0 0,0 0 0,0 0 0,-1 0 0,1 0 0,0 0 0,0 0 0,0 0 0,0 0 0,0 0 0,0 0 0,0 0 0,0 0 0,0 0 0,0 0 0,0 0 0,-1 0 0,1 0 0,0 0 0,0 0 0,0 0 0,0 0 0,0 0 0,0 0 0,0 0 0,0 0 0,0 0 0,0 0 0,0 0 0,-1 0 0,1 0 0,0 0 0,0 0 0,0 0 0,0 0 0,0 1 0,-3 7 0,-1 13 0,0 38 0,6 74 0,-2-129 0,0 1 0,1-1 0,-1 0 0,1 0 0,0 0 0,0 0 0,1 0 0,2 7 0,-4-11 0,0 0 0,0 0 0,0 0 0,1 0 0,-1 0 0,0 0 0,0 0 0,0 0 0,0 0 0,0 0 0,0 0 0,1 0 0,-1 0 0,0 0 0,0 0 0,0 0 0,0 0 0,0 0 0,1 0 0,-1 0 0,0 0 0,0 0 0,0 0 0,0 0 0,0 0 0,0 0 0,1 0 0,-1-1 0,0 1 0,0 0 0,0 0 0,0 0 0,0 0 0,0 0 0,0 0 0,0 0 0,0-1 0,1 1 0,-1 0 0,0 0 0,0 0 0,0 0 0,0 0 0,0 0 0,0-1 0,0 1 0,0 0 0,0 0 0,0 0 0,0 0 0,0 0 0,0-1 0,0 1 0,0 0 0,0 0 0,0 0 0,-1 0 0,1 0 0,0-1 0,0 1 0,2-12 0,-4 1 0,0-1 0,-1 0 0,0 1 0,0 0 0,-1-1 0,-7-11 0,-5-19 0,-3-10 0,-19-65 0,35 104 0,1 1 0,0 0 0,0-1 0,2 0 0,-1 1 0,2-1 0,1-17 0,-1 26 0,0 1 0,-1-1 0,1 0 0,1 1 0,-1-1 0,0 1 0,1-1 0,0 1 0,0 0 0,0 0 0,0-1 0,0 1 0,1 1 0,-1-1 0,1 0 0,3-2 0,-4 4 0,0-1 0,1 1 0,-1 0 0,1 1 0,-1-1 0,1 0 0,-1 1 0,1-1 0,-1 1 0,1 0 0,-1 0 0,1 0 0,-1 0 0,1 0 0,0 0 0,-1 1 0,1 0 0,-1-1 0,0 1 0,1 0 0,-1 0 0,1 0 0,-1 0 0,2 2 0,4 1 23,-1 1 0,-1 0 0,1 0-1,-1 0 1,0 1 0,0 0 0,-1 0-1,1 1 1,-1 0 0,-1-1 0,1 2-1,-1-1 1,0 0 0,4 14 0,-6-16-92,-1 0 1,0 0 0,1 0 0,-2 0-1,1 0 1,0 0 0,-1 0-1,0 0 1,0 0 0,-1 0 0,0 0-1,1 0 1,-2 0 0,1 0 0,0 0-1,-1 0 1,0 0 0,0-1 0,-1 1-1,1-1 1,-1 1 0,0-1-1,0 0 1,-6 6 0,-8 5-6758</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14.389"/>
    </inkml:context>
    <inkml:brush xml:id="br0">
      <inkml:brushProperty name="width" value="0.05" units="cm"/>
      <inkml:brushProperty name="height" value="0.05" units="cm"/>
      <inkml:brushProperty name="color" value="#FFC114"/>
    </inkml:brush>
  </inkml:definitions>
  <inkml:trace contextRef="#ctx0" brushRef="#br0">3 36 24575,'0'-3'0,"0"-3"0,0-5 0,3 1 0,1 4 0,-1 6 0,0 10 0,-1 7 0,-1 8 0,0 7 0,-4 5 0,0 4 0,-4 1 0,0-7-8191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14.732"/>
    </inkml:context>
    <inkml:brush xml:id="br0">
      <inkml:brushProperty name="width" value="0.05" units="cm"/>
      <inkml:brushProperty name="height" value="0.05" units="cm"/>
      <inkml:brushProperty name="color" value="#FFC114"/>
    </inkml:brush>
  </inkml:definitions>
  <inkml:trace contextRef="#ctx0" brushRef="#br0">1 256 24575,'11'-30'0,"-10"26"0,0 0 0,0 0 0,1 0 0,-1 0 0,1 0 0,0 1 0,0-1 0,0 1 0,5-6 0,-7 9 0,1-1 0,-1 1 0,1 0 0,0 0 0,-1-1 0,1 1 0,-1 0 0,1 0 0,-1 0 0,1 0 0,0 0 0,-1-1 0,1 1 0,-1 0 0,1 0 0,-1 1 0,1-1 0,0 0 0,-1 0 0,1 0 0,-1 0 0,1 0 0,-1 1 0,1-1 0,-1 0 0,1 0 0,-1 1 0,1-1 0,-1 0 0,1 1 0,-1-1 0,1 1 0,-1-1 0,1 1 0,-1-1 0,0 0 0,1 1 0,-1-1 0,0 1 0,0 0 0,1 0 0,15 27 0,-13-23 0,6 12 0,0-1 0,2 1 0,0-2 0,1 1 0,1-2 0,25 24 0,-34-34 0,1 0 0,-1-1 0,1 0 0,0 0 0,0 0 0,0 0 0,0-1 0,1 0 0,-1 0 0,1 0 0,-1-1 0,1 1 0,0-1 0,0-1 0,-1 1 0,1-1 0,0 0 0,0-1 0,0 1 0,-1-1 0,1 0 0,0 0 0,-1-1 0,1 0 0,-1 0 0,10-5 0,-9 3 0,0 0 0,-1 0 0,0-1 0,0 1 0,0-1 0,0 0 0,-1 0 0,0-1 0,0 1 0,0-1 0,-1 0 0,1 0 0,-2-1 0,1 1 0,-1 0 0,0-1 0,0 0 0,0 1 0,-1-1 0,0-10 0,1-3 0,-2 0 0,0 0 0,-1 1 0,-1-1 0,-9-36 0,9 48 43,-1 0 0,1 0-1,-2 0 1,1 1 0,-1-1-1,0 1 1,-9-12 0,12 18-81,0 0 1,0-1 0,0 1 0,0 0 0,0 0 0,0-1 0,0 1 0,-1 0 0,1 0 0,0 1-1,-1-1 1,1 0 0,-1 0 0,1 1 0,-1-1 0,1 0 0,-1 1 0,1 0 0,-1-1 0,1 1-1,-1 0 1,0 0 0,1 0 0,-1 0 0,0 0 0,1 0 0,-1 0 0,1 1 0,-1-1 0,0 1-1,1-1 1,-1 1 0,1-1 0,-1 1 0,1 0 0,0 0 0,-1 0 0,1 0 0,0 0 0,0 0-1,-1 0 1,1 0 0,0 0 0,0 1 0,-1 2 0,-10 11-6789</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15.496"/>
    </inkml:context>
    <inkml:brush xml:id="br0">
      <inkml:brushProperty name="width" value="0.05" units="cm"/>
      <inkml:brushProperty name="height" value="0.05" units="cm"/>
      <inkml:brushProperty name="color" value="#FFC114"/>
    </inkml:brush>
  </inkml:definitions>
  <inkml:trace contextRef="#ctx0" brushRef="#br0">0 377 24575,'8'0'0,"4"1"0,-12 0 0,1 0 0,-1 0 0,0 0 0,1-1 0,-1 1 0,0 0 0,0 0 0,0 0 0,0 0 0,0 0 0,0 0 0,0-1 0,0 1 0,0 0 0,0 0 0,0 0 0,-1 1 0,-5 24 0,4-21 0,1 0 0,-1 1 0,1-1 0,0 1 0,1 0 0,-1-1 0,1 9 0,1-13 0,-1 0 0,0 0 0,0 0 0,1 0 0,-1 0 0,1 0 0,-1 0 0,1 0 0,-1 0 0,1 0 0,0 0 0,-1 0 0,1 0 0,0-1 0,0 1 0,0 0 0,1 0 0,0 0 0,0 0 0,0 0 0,0 0 0,0 0 0,0-1 0,0 1 0,0-1 0,1 1 0,-1-1 0,0 0 0,4 0 0,0 0 0,-1-1 0,0 0 0,1 0 0,-1 0 0,0 0 0,0-1 0,0 0 0,0 0 0,0 0 0,0-1 0,0 1 0,-1-1 0,1 0 0,-1-1 0,0 1 0,0-1 0,0 0 0,0 0 0,-1 0 0,5-7 0,-6 8 0,0-1 0,0 0 0,0 0 0,0 0 0,-1 0 0,0 0 0,1-1 0,-2 1 0,1 0 0,0-1 0,-1 1 0,0-1 0,0 1 0,0 0 0,0-1 0,-1 1 0,0 0 0,0-1 0,0 1 0,0 0 0,-1 0 0,0 0 0,1 0 0,-2 0 0,-2-6 0,-18-16 0,23 25 0,-1 0 0,0 0 0,0 0 0,0 1 0,0-1 0,0 0 0,0 0 0,0 1 0,0-1 0,0 1 0,0-1 0,-1 1 0,1-1 0,0 1 0,0 0 0,0-1 0,-1 1 0,1 0 0,0 0 0,0 0 0,-1 0 0,1 0 0,-3 0 0,4 1 0,0-1 0,-1 0 0,1 1 0,0-1 0,-1 0 0,1 1 0,0-1 0,-1 1 0,1-1 0,0 0 0,0 1 0,-1-1 0,1 1 0,0-1 0,0 1 0,0-1 0,0 1 0,0-1 0,0 1 0,-1-1 0,1 1 0,0-1 0,1 1 0,-1-1 0,0 1 0,0-1 0,0 1 0,0-1 0,0 1 0,0-1 0,0 0 0,1 1 0,-1-1 0,0 1 0,0-1 0,1 1 0,-1-1 0,0 0 0,1 1 0,-1-1 0,0 0 0,1 1 0,0-1 0,17 18 0,-5-13 0,0 1 0,1-2 0,0 0 0,-1-1 0,1 0 0,0-1 0,22 1 0,-29-2 0,13 1 0,1-1 0,1-1 0,-1 0 0,0-2 0,-1 0 0,1-2 0,0 0 0,-1-1 0,34-13 0,-53 18 0,1-1 0,-1 0 0,1 0 0,-1 1 0,1-1 0,-1 0 0,1 0 0,-1 0 0,0-1 0,1 1 0,-1 0 0,0 0 0,0-1 0,0 1 0,0-1 0,0 1 0,0-1 0,0 1 0,-1-1 0,1 1 0,-1-1 0,1 0 0,-1 1 0,1-1 0,-1 0 0,0 0 0,0 1 0,0-1 0,0 0 0,0 1 0,0-1 0,0 0 0,-1 0 0,1 1 0,-1-1 0,1 0 0,-1 1 0,0-1 0,1 1 0,-1-1 0,0 1 0,0-1 0,0 1 0,0-1 0,0 1 0,0 0 0,-3-2 0,2 1 0,0-1 0,0 1 0,0 0 0,-1 0 0,1 0 0,-1 0 0,1 1 0,-1-1 0,0 1 0,0-1 0,1 1 0,-1 0 0,0 0 0,0 0 0,0 1 0,0-1 0,0 1 0,0 0 0,-1-1 0,1 1 0,0 1 0,0-1 0,0 0 0,0 1 0,0 0 0,0-1 0,-3 3 0,3-2 0,0 1 0,1 0 0,-1 0 0,1 0 0,-1 1 0,1-1 0,0 1 0,0-1 0,0 1 0,0 0 0,1 0 0,-1-1 0,1 1 0,-1 1 0,1-1 0,-1 3 0,1 0 0,-1 0 0,2 0 0,-1 0 0,0 0 0,1 0 0,0 0 0,1 0 0,1 12 0,-1-13 0,1 0 0,-1 1 0,1-1 0,0 0 0,0 0 0,1 0 0,0 0 0,-1-1 0,8 9 0,-8-11 0,0 0 0,0 0 0,0 0 0,1 0 0,-1 0 0,1 0 0,-1 0 0,1-1 0,0 0 0,0 1 0,-1-1 0,1 0 0,0 0 0,0-1 0,0 1 0,0-1 0,6 1 0,-6-1 0,1-1 0,0 0 0,-1 1 0,1-1 0,-1-1 0,1 1 0,-1 0 0,0-1 0,0 0 0,1 0 0,-1 0 0,0 0 0,-1 0 0,1-1 0,0 1 0,-1-1 0,1 0 0,-1 1 0,3-5 0,2-4 0,0 0 0,-1 0 0,0 0 0,5-15 0,-2-3 0,0 0 0,-2-1 0,-2 0 0,-1 0 0,-1 0 0,-1 0 0,-3-45 0,1 73 0,0-1 0,-1 1 0,1-1 0,-1 1 0,1-1 0,-1 1 0,0-1 0,0 1 0,0-1 0,0 1 0,-2-3 0,3 4 0,0 1 0,-1 0 0,1-1 0,0 1 0,-1 0 0,1 0 0,0-1 0,-1 1 0,1 0 0,-1 0 0,1 0 0,0 0 0,-1-1 0,1 1 0,-1 0 0,1 0 0,0 0 0,-1 0 0,1 0 0,-1 0 0,1 0 0,0 0 0,-1 0 0,1 0 0,-1 0 0,-1 1 0,1-1 0,0 1 0,0 0 0,0 0 0,0-1 0,0 1 0,0 0 0,0 0 0,0 0 0,0 0 0,0 0 0,-1 2 0,-4 6 0,0 1 0,1 0 0,0 0 0,1 0 0,0 0 0,0 1 0,1 0 0,1 0 0,-3 21 0,4-16 0,0 0 0,1-1 0,1 1 0,0 0 0,1-1 0,7 24 0,-6-27-273,1-1 0,1 0 0,0 0 0,8 15 0,6 0-6553</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15.794"/>
    </inkml:context>
    <inkml:brush xml:id="br0">
      <inkml:brushProperty name="width" value="0.05" units="cm"/>
      <inkml:brushProperty name="height" value="0.05" units="cm"/>
      <inkml:brushProperty name="color" value="#FFC114"/>
    </inkml:brush>
  </inkml:definitions>
  <inkml:trace contextRef="#ctx0" brushRef="#br0">40 100 24575,'-1'-30'0,"2"-31"0,-1 61 0,0-1 0,0 1 0,0-1 0,1 1 0,-1 0 0,0-1 0,0 1 0,0-1 0,1 1 0,-1 0 0,0-1 0,0 1 0,1 0 0,-1-1 0,0 1 0,0 0 0,1 0 0,-1-1 0,0 1 0,1 0 0,-1 0 0,1-1 0,-1 1 0,0 0 0,1 0 0,-1 0 0,1 0 0,-1 0 0,0 0 0,1 0 0,-1 0 0,1-1 0,-1 2 0,1-1 0,-1 0 0,0 0 0,1 0 0,-1 0 0,1 0 0,-1 0 0,0 0 0,1 0 0,-1 1 0,1-1 0,-1 0 0,0 0 0,1 1 0,24 13 0,-17-9 0,-5-3 0,0 0 0,-1 0 0,1 0 0,-1 0 0,1 1 0,-1-1 0,0 1 0,0-1 0,0 1 0,0 0 0,0 0 0,-1 0 0,0 0 0,1 0 0,-1 0 0,0 0 0,0 1 0,-1-1 0,2 5 0,-1 8 0,0 0 0,-2 31 0,0-21 0,1-7 57,-1 0 0,-1-1 0,-1 1 0,0-1 0,-7 21 0,8-32-152,0-1 0,-1 0 0,0 0 0,0 0 1,0-1-1,-1 1 0,0-1 0,0 1 0,0-1 0,-1 0 1,1-1-1,-1 1 0,0-1 0,0 0 0,-1 0 1,0-1-1,-11 6 0,-4-1-6731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15.980"/>
    </inkml:context>
    <inkml:brush xml:id="br0">
      <inkml:brushProperty name="width" value="0.05" units="cm"/>
      <inkml:brushProperty name="height" value="0.05" units="cm"/>
      <inkml:brushProperty name="color" value="#FFC114"/>
    </inkml:brush>
  </inkml:definitions>
  <inkml:trace contextRef="#ctx0" brushRef="#br0">1 1 24575,'0'2'0,"2"2"0,5 3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16.322"/>
    </inkml:context>
    <inkml:brush xml:id="br0">
      <inkml:brushProperty name="width" value="0.05" units="cm"/>
      <inkml:brushProperty name="height" value="0.05" units="cm"/>
      <inkml:brushProperty name="color" value="#FFC114"/>
    </inkml:brush>
  </inkml:definitions>
  <inkml:trace contextRef="#ctx0" brushRef="#br0">115 27 24575,'-4'-3'0,"1"0"0,0 0 0,-1 1 0,1-1 0,-1 1 0,0 0 0,0 0 0,0 0 0,-6-1 0,9 3 0,0-1 0,0 1 0,0 0 0,-1 0 0,1-1 0,0 1 0,0 0 0,0 0 0,0 0 0,0 0 0,0 1 0,0-1 0,0 0 0,0 0 0,0 1 0,0-1 0,0 0 0,0 1 0,0-1 0,0 1 0,0-1 0,0 1 0,0 0 0,0-1 0,1 1 0,-1 0 0,0 0 0,0 0 0,1-1 0,-1 1 0,1 0 0,-1 0 0,0 0 0,1 0 0,0 0 0,-1 0 0,1 0 0,0 0 0,-1 0 0,1 0 0,0 0 0,0 2 0,0 1 0,0-1 0,1 1 0,-1-1 0,1 1 0,0-1 0,0 1 0,0-1 0,0 1 0,0-1 0,1 0 0,0 0 0,-1 1 0,1-1 0,1-1 0,-1 1 0,3 4 0,8 7 0,25 21 0,-34-32 0,29 24 0,-22-19 0,-1 0 0,1 1 0,-2 0 0,1 1 0,11 15 0,-21-25 0,1 1 0,-1-1 0,1 1 0,-1-1 0,0 1 0,1-1 0,-1 1 0,0 0 0,1-1 0,-1 1 0,0-1 0,0 1 0,0 0 0,0-1 0,1 1 0,-1 0 0,0-1 0,0 1 0,0 0 0,0-1 0,-1 1 0,1 0 0,0-1 0,0 1 0,0-1 0,0 1 0,-1 0 0,1-1 0,0 1 0,-1-1 0,1 1 0,0 0 0,-1-1 0,1 1 0,-1-1 0,1 1 0,0-1 0,-1 0 0,1 1 0,-1-1 0,0 1 0,1-1 0,-1 0 0,1 0 0,-1 1 0,0-1 0,1 0 0,-1 0 0,0 1 0,-5 0 0,0 0 0,-1 0 0,1 0 0,-8 0 0,9-1 0,-104 1-1365,49-1-5461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17.367"/>
    </inkml:context>
    <inkml:brush xml:id="br0">
      <inkml:brushProperty name="width" value="0.05" units="cm"/>
      <inkml:brushProperty name="height" value="0.05" units="cm"/>
      <inkml:brushProperty name="color" value="#FFC114"/>
    </inkml:brush>
  </inkml:definitions>
  <inkml:trace contextRef="#ctx0" brushRef="#br0">220 151 24575,'11'-12'0,"-2"-1"0,16-24 0,-23 33 0,1 0 0,-1 1 0,0-2 0,0 1 0,0 0 0,-1 0 0,1-1 0,-1 1 0,0-1 0,0 1 0,-1-1 0,1-4 0,-1 8 0,0 0 0,-1-1 0,1 1 0,0 0 0,0 0 0,-1 0 0,1-1 0,0 1 0,-1 0 0,0 0 0,1 0 0,-1 0 0,1 0 0,-1 0 0,0 0 0,0 0 0,0 0 0,-1 0 0,1 0 0,-1 0 0,0 0 0,0 0 0,1 0 0,-1 1 0,0-1 0,0 1 0,0-1 0,0 1 0,0 0 0,0 0 0,0 0 0,0 0 0,-3 0 0,-3 2 0,1-1 0,0 1 0,0 1 0,0-1 0,0 1 0,1 0 0,-1 1 0,1 0 0,-1 0 0,1 0 0,0 0 0,1 1 0,-9 9 0,0 1 0,1 1 0,0 0 0,-17 30 0,18-25 0,2 0 0,0 0 0,1 1 0,1 0 0,-9 44 0,15-55 0,0-1 0,1 0 0,0 1 0,1-1 0,0 0 0,1 1 0,0-1 0,0 1 0,1-1 0,0 0 0,1 0 0,0 0 0,1 0 0,0-1 0,9 16 0,-9-20 0,0 1 0,1 0 0,0-1 0,0 0 0,0 0 0,1-1 0,0 1 0,-1-1 0,2 0 0,-1-1 0,0 0 0,1 0 0,-1 0 0,1 0 0,0-1 0,0-1 0,0 1 0,0-1 0,0 0 0,0 0 0,1-1 0,-1 0 0,0 0 0,0-1 0,0 0 0,0 0 0,11-4 0,-7 2 0,-1-1 0,1 0 0,-1 0 0,0-1 0,0 0 0,-1-1 0,0 0 0,0-1 0,0 0 0,-1 0 0,1 0 0,-2-1 0,1-1 0,-1 1 0,-1-1 0,0 0 0,7-14 0,-8 12 0,-1-1 0,0 0 0,0 0 0,-1 0 0,1-21 0,-3 28 0,0 0 0,-1 0 0,0 0 0,0 0 0,-1 1 0,1-1 0,-1 0 0,0 0 0,0 0 0,0 1 0,-1-1 0,0 1 0,0-1 0,0 1 0,0 0 0,-1 0 0,-4-6 0,6 9 0,1 0 0,-1 1 0,1-1 0,-1 0 0,0 1 0,0-1 0,1 1 0,-1-1 0,0 1 0,0-1 0,0 1 0,1 0 0,-1-1 0,0 1 0,0 0 0,0 0 0,0-1 0,0 1 0,0 0 0,0 0 0,0 0 0,1 0 0,-1 0 0,0 0 0,0 1 0,-2-1 0,2 1 0,-1 0 0,1 0 0,-1 0 0,1 0 0,0 1 0,-1-1 0,1 0 0,0 1 0,0-1 0,0 0 0,0 1 0,0-1 0,0 3 0,-3 4 0,1 1 0,0 0 0,0 0 0,-1 11 0,1 2-114,2 0 1,1 1-1,0-1 0,2 0 0,0 0 1,2 0-1,0-1 0,2 1 0,0-1 1,1 0-1,14 27 0,-14-32-6712</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17.819"/>
    </inkml:context>
    <inkml:brush xml:id="br0">
      <inkml:brushProperty name="width" value="0.05" units="cm"/>
      <inkml:brushProperty name="height" value="0.05" units="cm"/>
      <inkml:brushProperty name="color" value="#FFC114"/>
    </inkml:brush>
  </inkml:definitions>
  <inkml:trace contextRef="#ctx0" brushRef="#br0">88 63 24575,'1'-1'0,"0"0"0,0 0 0,0-1 0,0 1 0,0 0 0,-1-1 0,1 1 0,0-1 0,-1 1 0,1-1 0,-1 1 0,1-1 0,-1 1 0,0-1 0,0 0 0,0 1 0,0-1 0,0 1 0,0-1 0,0 0 0,-1 1 0,1-1 0,0 1 0,-1-1 0,1 1 0,-1-1 0,0 1 0,1-1 0,-1 1 0,0 0 0,0-1 0,0 1 0,0 0 0,-1-1 0,1 0 0,0 1 0,0 1 0,0-1 0,-1 0 0,1 0 0,0 0 0,0 1 0,0-1 0,-1 0 0,1 1 0,0-1 0,-1 1 0,1 0 0,0-1 0,-1 1 0,1 0 0,-1 0 0,1 0 0,0 0 0,-1 0 0,1 0 0,-1 0 0,1 0 0,0 1 0,-1-1 0,1 0 0,0 1 0,-1-1 0,1 1 0,0 0 0,0-1 0,-1 1 0,1 0 0,0 0 0,0 0 0,0 0 0,0 0 0,0 0 0,-1 1 0,-2 5 0,-1-1 0,1 1 0,1 0 0,-1 0 0,1 0 0,0 1 0,1-1 0,0 1 0,0 0 0,0-1 0,1 1 0,0 0 0,1 0 0,0 10 0,0-12 0,1 0 0,-1 0 0,1 0 0,0 1 0,0-1 0,1 0 0,0-1 0,0 1 0,0 0 0,1 0 0,0-1 0,0 0 0,0 1 0,1-1 0,-1 0 0,1-1 0,1 1 0,7 7 0,-8-10 0,1 0 0,-1 0 0,1 0 0,-1-1 0,1 1 0,0-1 0,-1 0 0,1 0 0,0-1 0,0 1 0,0-1 0,-1 0 0,1-1 0,0 1 0,0-1 0,0 0 0,-1 0 0,1 0 0,0-1 0,-1 1 0,1-1 0,6-5 0,-6 5 0,0 0 0,-1-1 0,0 0 0,0 0 0,0 0 0,0-1 0,0 1 0,0-1 0,-1 0 0,0 0 0,0 0 0,0 0 0,0 0 0,-1-1 0,1 0 0,-1 1 0,0-1 0,-1 0 0,1 0 0,-1 0 0,1-8 0,-2 10 16,0 0-1,0 0 1,-1 1-1,1-1 1,-1 0-1,0 0 1,0 0-1,0 1 1,0-1-1,0 1 1,0-1-1,-1 1 1,1-1-1,-1 1 1,0 0-1,0-1 1,0 1 0,0 0-1,0 0 1,0 1-1,-4-4 1,-1 1-260,1 0 0,-1 1 0,0 0 0,-1 0 1,1 0-1,-13-3 0,-12 0-6582</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41.658"/>
    </inkml:context>
    <inkml:brush xml:id="br0">
      <inkml:brushProperty name="width" value="0.05" units="cm"/>
      <inkml:brushProperty name="height" value="0.05" units="cm"/>
      <inkml:brushProperty name="color" value="#FFC114"/>
    </inkml:brush>
  </inkml:definitions>
  <inkml:trace contextRef="#ctx0" brushRef="#br0">0 2550 24575,'40'-20'0,"43"-4"0,148-24 0,-220 46 0,1042-140-408,10 62-1,-50 41-701,-445 20 647,2235-46-1539,-1452 83 2002,-297-1 0,627-42 45,-887 6-1161,-686 17 1107,333-10-281,-2-23 2209,-423 33-1352,-7 1-217,0 0 0,1 0 0,-1-1 0,0 0-1,0-1 1,16-7 0,-25 10-333,1-1-1,0 1 1,0-1-1,-1 1 0,1-1 1,-1 0-1,1 1 1,-1-1-1,1 0 1,-1 1-1,1-1 0,-1 0 1,1 0-1,-1 1 1,0-1-1,0 0 0,1 0 1,-1 0-1,0 0 1,0 0-1,0 1 1,0-1-1,0 0 0,0 0 1,0 0-1,0 0 1,0 0-1,0 1 0,-1-1 1,1-1-1,-14-30 259,7 19-232,-52-169-43,36 106 0,-4-21 0,3-2 0,5 0 0,4-1 0,-3-150 0,27-127 0,2 82 0,-26 2 0,8 262 0,6 26 0,-1 0 0,1-1 0,0 1 0,0-1 0,0 1 0,1-1 0,1-11 0,-1 17 0,0-1 0,0 1 0,0 0 0,1-1 0,-1 1 0,0-1 0,1 1 0,-1 0 0,0-1 0,1 1 0,-1 0 0,0-1 0,1 1 0,-1 0 0,1-1 0,-1 1 0,1 0 0,-1 0 0,1 0 0,-1-1 0,1 1 0,-1 0 0,1 0 0,-1 0 0,1 0 0,-1 0 0,1 0 0,-1 0 0,1 0 0,-1 0 0,1 0 0,-1 0 0,2 1 0,20 5 0,-15-4 0,50 12 0,105 11 0,61-10 0,-170-12 0,1118 72-1724,-565-33 1087,550-15-119,-977-39 1959,281-55 0,-382 53-966,1 3 0,124-2 0,-187 12-237,1-1 0,20-4 0,28-2 0,36 8 0,-31 0 0,83-10 0,-138 8 0,-7 0 0,0 1 0,1 0 0,-1 1 0,0 0 0,12 1 0,-18-1 0,-1 0 0,1 1 0,0-1 0,0 1 0,-1-1 0,1 1 0,0 0 0,-1 0 0,1 0 0,-1 0 0,1 0 0,-1 0 0,0 0 0,1 0 0,-1 0 0,0 1 0,0-1 0,0 1 0,0-1 0,0 1 0,0-1 0,0 1 0,0-1 0,-1 1 0,1 0 0,-1 0 0,1-1 0,-1 1 0,1 0 0,-1 2 0,6 112 0,-2-34 0,79 642 0,-80-707-1365,-1-3-5461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41.892"/>
    </inkml:context>
    <inkml:brush xml:id="br0">
      <inkml:brushProperty name="width" value="0.05" units="cm"/>
      <inkml:brushProperty name="height" value="0.05" units="cm"/>
      <inkml:brushProperty name="color" value="#FFC114"/>
    </inkml:brush>
  </inkml:definitions>
  <inkml:trace contextRef="#ctx0" brushRef="#br0">15 0 24575,'-3'0'0,"-4"0"0,3 3 0,4 1 0,5 3 0,5 3 0,6 2 0,3 2 0,2 2 0,2 1 0,1 0 0,-1 1 0,-2-4 0,-1 0 0,-2-3 0,-3-4-8191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42.110"/>
    </inkml:context>
    <inkml:brush xml:id="br0">
      <inkml:brushProperty name="width" value="0.05" units="cm"/>
      <inkml:brushProperty name="height" value="0.05" units="cm"/>
      <inkml:brushProperty name="color" value="#FFC114"/>
    </inkml:brush>
  </inkml:definitions>
  <inkml:trace contextRef="#ctx0" brushRef="#br0">187 144 24575,'10'-10'0,"0"0"0,-1-1 0,0-1 0,-1 0 0,0 0 0,-1 0 0,0-1 0,8-23 0,-14 36 0,-1-1 0,0 1 0,0-1 0,1 1 0,-1-1 0,0 1 0,0-1 0,0 1 0,0-1 0,0 1 0,0-1 0,0 1 0,0-1 0,0 1 0,0-1 0,0 1 0,0-1 0,0 1 0,0-1 0,0 1 0,0-1 0,0 1 0,-1-1 0,1 1 0,0-1 0,0 1 0,-1-1 0,1 1 0,0 0 0,-1-1 0,0 0 0,1 1 0,-1 0 0,0 0 0,0 0 0,0 0 0,0 1 0,0-1 0,0 0 0,0 0 0,0 1 0,0-1 0,0 0 0,1 1 0,-1-1 0,0 1 0,-1 0 0,-29 24 0,0 7 170,-38 54 0,44-53-1022,-58 60-1,69-81-5973</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43.042"/>
    </inkml:context>
    <inkml:brush xml:id="br0">
      <inkml:brushProperty name="width" value="0.05" units="cm"/>
      <inkml:brushProperty name="height" value="0.05" units="cm"/>
      <inkml:brushProperty name="color" value="#FFC114"/>
    </inkml:brush>
  </inkml:definitions>
  <inkml:trace contextRef="#ctx0" brushRef="#br0">412 9 24575,'7'-9'0,"-13"10"0,-16 13 0,21-14 0,-272 213 0,239-191 0,16-11 0,2 0 0,-25 21 0,41-32 0,-1 0 0,1 1 0,-1-1 0,1 0 0,-1 1 0,1-1 0,0 0 0,-1 1 0,1-1 0,-1 0 0,1 1 0,0-1 0,-1 1 0,1-1 0,0 1 0,0-1 0,-1 1 0,1-1 0,0 1 0,0-1 0,0 1 0,0-1 0,-1 1 0,1-1 0,0 1 0,0-1 0,0 1 0,0 0 0,0-1 0,0 1 0,1-1 0,-1 1 0,0-1 0,0 1 0,0-1 0,0 1 0,1-1 0,-1 1 0,0-1 0,0 1 0,1-1 0,-1 1 0,0-1 0,1 0 0,-1 1 0,1-1 0,-1 0 0,0 1 0,1-1 0,-1 0 0,1 1 0,-1-1 0,1 0 0,-1 0 0,1 1 0,-1-1 0,1 0 0,-1 0 0,1 0 0,0 0 0,7 2 0,-1 0 0,1-1 0,12 0 0,-10 0 0,8 1 7,190 30 326,-185-26-546,-1 0-1,0 2 1,0 0 0,-1 1 0,0 2 0,0 0 0,19 14 0,-25-13-6613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43.398"/>
    </inkml:context>
    <inkml:brush xml:id="br0">
      <inkml:brushProperty name="width" value="0.05" units="cm"/>
      <inkml:brushProperty name="height" value="0.05" units="cm"/>
      <inkml:brushProperty name="color" value="#FFC114"/>
    </inkml:brush>
  </inkml:definitions>
  <inkml:trace contextRef="#ctx0" brushRef="#br0">377 16 24575,'0'-1'0,"0"1"0,0-1 0,0 0 0,0 1 0,0-1 0,0 1 0,0-1 0,0 1 0,-1-1 0,1 0 0,0 1 0,0-1 0,0 1 0,-1-1 0,1 1 0,0-1 0,0 1 0,-1-1 0,1 1 0,-1-1 0,1 1 0,0 0 0,-1-1 0,1 1 0,-1-1 0,1 1 0,-1 0 0,0-1 0,-1 1 0,1 0 0,0 0 0,0-1 0,-1 1 0,1 1 0,0-1 0,-1 0 0,1 0 0,0 0 0,-1 1 0,1-1 0,-2 1 0,-39 23 0,36-20 0,-231 148 0,227-145 0,4-5 0,1 1 0,0 0 0,1 0 0,-1 1 0,0 0 0,1 0 0,0 0 0,0 0 0,-6 9 0,9-13 0,1 1 0,0 0 0,0 0 0,-1 0 0,1-1 0,0 1 0,0 0 0,0 0 0,0 0 0,0 0 0,0-1 0,0 1 0,0 0 0,0 0 0,0 0 0,1 0 0,-1-1 0,0 1 0,0 0 0,1 0 0,-1-1 0,1 1 0,-1 0 0,0-1 0,1 1 0,-1 0 0,1-1 0,0 1 0,-1 0 0,1-1 0,0 1 0,-1-1 0,1 1 0,0-1 0,-1 0 0,1 1 0,1 0 0,34 12 0,-32-12 0,119 27 248,-83-22-571,-1 3 1,-1 1-1,0 2 1,57 26-1,-76-27-6503</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43.742"/>
    </inkml:context>
    <inkml:brush xml:id="br0">
      <inkml:brushProperty name="width" value="0.05" units="cm"/>
      <inkml:brushProperty name="height" value="0.05" units="cm"/>
      <inkml:brushProperty name="color" value="#FFC114"/>
    </inkml:brush>
  </inkml:definitions>
  <inkml:trace contextRef="#ctx0" brushRef="#br0">144 27 24575,'1'-1'0,"-1"1"0,0-1 0,0 0 0,0 0 0,0 0 0,0 0 0,0 0 0,0 0 0,0 0 0,-1 0 0,1 0 0,0 0 0,0 1 0,-1-1 0,1 0 0,0 0 0,-1 0 0,1 0 0,-1 1 0,0-1 0,1 0 0,-1 1 0,1-1 0,-1 0 0,0 1 0,1-1 0,-1 1 0,0-1 0,0 1 0,0-1 0,1 1 0,-1-1 0,0 1 0,0 0 0,0 0 0,0-1 0,0 1 0,0 0 0,0 0 0,0 0 0,1 0 0,-1 0 0,0 0 0,0 0 0,0 0 0,0 0 0,0 1 0,0-1 0,-1 1 0,-2 0 0,-1 1 0,1 0 0,-1 0 0,1 0 0,0 1 0,0-1 0,0 1 0,-5 4 0,2 1 0,-1-1 0,1 1 0,1 0 0,-1 0 0,2 1 0,-1 0 0,1 0 0,0 0 0,-6 19 0,10-24 0,0 1 0,0-1 0,0 0 0,1 1 0,-1-1 0,1 0 0,0 1 0,0-1 0,1 1 0,0-1 0,-1 0 0,1 1 0,1-1 0,-1 0 0,1 0 0,-1 0 0,1 0 0,0 0 0,1 0 0,-1 0 0,1-1 0,-1 1 0,1-1 0,0 0 0,5 5 0,0-2-151,0 0-1,1-1 0,-1 0 0,1-1 1,0 0-1,0 0 0,1-1 1,16 4-1,10 2-6674</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44.149"/>
    </inkml:context>
    <inkml:brush xml:id="br0">
      <inkml:brushProperty name="width" value="0.05" units="cm"/>
      <inkml:brushProperty name="height" value="0.05" units="cm"/>
      <inkml:brushProperty name="color" value="#FFC114"/>
    </inkml:brush>
  </inkml:definitions>
  <inkml:trace contextRef="#ctx0" brushRef="#br0">220 33 24575,'-5'-4'0,"-1"0"0,1 1 0,-1-1 0,1 2 0,-1-1 0,0 0 0,0 1 0,-1 0 0,1 1 0,0-1 0,0 1 0,-9 0 0,10 1 0,1 1 0,-1-1 0,0 1 0,0 1 0,0-1 0,1 1 0,-1 0 0,0 0 0,1 0 0,0 0 0,-1 1 0,1 0 0,0 0 0,1 0 0,-1 0 0,0 0 0,1 1 0,0 0 0,0 0 0,-3 4 0,0 1 0,0 0 0,1 0 0,0 0 0,1 1 0,0-1 0,0 1 0,1 0 0,-3 16 0,5-22 0,1 0 0,0 0 0,-1 0 0,1-1 0,0 1 0,1 0 0,-1 0 0,1 0 0,0-1 0,0 1 0,0 0 0,0-1 0,1 1 0,-1-1 0,1 1 0,0-1 0,0 0 0,3 4 0,-1-3 0,0 0 0,0-1 0,0 0 0,0 0 0,1 0 0,-1 0 0,1-1 0,-1 0 0,1 0 0,0 0 0,0-1 0,0 1 0,6 0 0,-3-1 0,0 0 0,0 0 0,0 0 0,1-1 0,-1-1 0,0 1 0,0-1 0,0-1 0,0 1 0,0-1 0,0-1 0,14-6 0,-18 7 0,1 0 0,-1-1 0,0 0 0,0 0 0,0 0 0,0 0 0,0-1 0,-1 0 0,1 1 0,-1-1 0,0 0 0,0-1 0,-1 1 0,1 0 0,-1-1 0,0 0 0,0 1 0,-1-1 0,1 0 0,-1 0 0,1-9 0,-1 9 0,-1-1 0,0 1 0,0-1 0,0 0 0,-1 1 0,1-1 0,-1 1 0,-1-1 0,1 1 0,-1 0 0,0 0 0,0-1 0,-1 1 0,1 0 0,-5-5 0,1 2 0,-1 0 0,0 1 0,-1 0 0,0 0 0,0 1 0,0 0 0,-12-6 0,52 15 174,-11 0-1713,5 0-5287</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44.646"/>
    </inkml:context>
    <inkml:brush xml:id="br0">
      <inkml:brushProperty name="width" value="0.05" units="cm"/>
      <inkml:brushProperty name="height" value="0.05" units="cm"/>
      <inkml:brushProperty name="color" value="#FFC114"/>
    </inkml:brush>
  </inkml:definitions>
  <inkml:trace contextRef="#ctx0" brushRef="#br0">289 234 24575,'0'-1'0,"0"0"0,0 0 0,-1 1 0,1-1 0,-1 0 0,1 0 0,0 1 0,-1-1 0,0 1 0,1-1 0,-1 0 0,1 1 0,-1-1 0,0 1 0,1-1 0,-1 1 0,0 0 0,1-1 0,-2 0 0,-18-7 0,18 7 0,-7-2 0,-1 0 0,0 1 0,0 0 0,1 1 0,-1 0 0,0 0 0,0 1 0,0 1 0,0-1 0,0 2 0,0-1 0,0 1 0,1 1 0,-1 0 0,-11 5 0,16-6 0,-1 0 0,1 1 0,0 0 0,0 0 0,0 0 0,0 1 0,1 0 0,-1 0 0,1 0 0,0 0 0,0 1 0,1-1 0,-1 1 0,1 0 0,0 0 0,0 1 0,0-1 0,1 0 0,0 1 0,0 0 0,1-1 0,-1 1 0,1 0 0,0 0 0,1 0 0,0 9 0,0-12 0,0 1 0,0-1 0,1 0 0,0 0 0,-1 0 0,1 1 0,1-1 0,-1 0 0,0 0 0,1 0 0,-1-1 0,1 1 0,0 0 0,0-1 0,0 1 0,0-1 0,4 4 0,-1-2 0,0-1 0,0 0 0,0 0 0,0 0 0,0-1 0,1 0 0,-1 0 0,1 0 0,8 1 0,-2-1 0,1 0 0,0-1 0,0-1 0,0 0 0,-1-1 0,1 0 0,0-1 0,19-5 0,-25 4 0,0 1 0,0-1 0,0-1 0,0 1 0,-1-1 0,1 0 0,-1-1 0,0 0 0,0 0 0,0 0 0,-1 0 0,5-8 0,-3 4 0,0-1 0,-1 0 0,-1 0 0,0-1 0,0 0 0,-1 0 0,3-13 0,1-13 0,-3-1 0,0 0 0,-2-68 0,-4 65 0,0 30 0,1 30 0,0 40 171,8 73 0,-4-104-513,1 0 1,2 0 0,0-1-1,20 47 1,-16-52-6485</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45.035"/>
    </inkml:context>
    <inkml:brush xml:id="br0">
      <inkml:brushProperty name="width" value="0.05" units="cm"/>
      <inkml:brushProperty name="height" value="0.05" units="cm"/>
      <inkml:brushProperty name="color" value="#FFC114"/>
    </inkml:brush>
  </inkml:definitions>
  <inkml:trace contextRef="#ctx0" brushRef="#br0">56 115 24575,'51'12'0,"-38"-10"0,-1-1 0,1-1 0,0 0 0,16-2 0,-26 2 0,0 0 0,0-1 0,-1 1 0,1-1 0,0 0 0,-1 1 0,1-1 0,-1-1 0,1 1 0,-1 0 0,1-1 0,-1 1 0,0-1 0,0 1 0,1-1 0,-1 0 0,-1 0 0,1 0 0,0 0 0,0 0 0,-1-1 0,1 1 0,-1-1 0,0 1 0,0-1 0,2-3 0,-3 4 0,0 0 0,1 0 0,-1 0 0,0 1 0,0-1 0,0 0 0,0 0 0,0 0 0,-1 0 0,1 0 0,-1 0 0,1 0 0,-1 0 0,0 1 0,0-1 0,1 0 0,-1 0 0,0 1 0,-2-3 0,0 1 0,1 0 0,-1 1 0,0-1 0,-1 0 0,1 1 0,0 0 0,-1-1 0,-6-2 0,1 2 0,1 0 0,-1 0 0,0 0 0,0 1 0,0 1 0,0-1 0,-15 1 0,19 1 0,1 1 0,-1-1 0,1 1 0,-1 0 0,1 0 0,0 1 0,-1-1 0,1 1 0,0 0 0,0 0 0,0 0 0,0 1 0,0-1 0,1 1 0,-1 0 0,-3 3 0,3-1 0,0 0 0,0 1 0,1-1 0,-1 1 0,1-1 0,0 1 0,1 0 0,-1 0 0,1 0 0,-2 11 0,2-9 0,1 0 0,0 1 0,0-1 0,1 0 0,0 1 0,0-1 0,1 1 0,0-1 0,1 1 0,-1-1 0,2 0 0,-1 0 0,1 0 0,0 0 0,1 0 0,0-1 0,9 13 0,-10-16 22,1-1-1,-1 0 0,1 0 1,0 0-1,0 0 0,0 0 1,0-1-1,0 0 0,1 0 1,-1 0-1,1 0 0,-1-1 1,1 0-1,0 0 0,5 1 1,-1-2-266,0 1 0,1-1 0,-1 0 0,0-1 1,1 0-1,15-5 0,3-2-6582</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45.456"/>
    </inkml:context>
    <inkml:brush xml:id="br0">
      <inkml:brushProperty name="width" value="0.05" units="cm"/>
      <inkml:brushProperty name="height" value="0.05" units="cm"/>
      <inkml:brushProperty name="color" value="#FFC114"/>
    </inkml:brush>
  </inkml:definitions>
  <inkml:trace contextRef="#ctx0" brushRef="#br0">87 22 24575,'-9'0'0,"1"0"0,0-1 0,0-1 0,0 1 0,0-2 0,0 1 0,0-1 0,-14-7 0,56 19 0,33 12 0,118 44 0,-183-64 0,0 0 0,-1-1 0,1 1 0,0 0 0,0 1 0,-1-1 0,1 0 0,-1 0 0,1 1 0,-1-1 0,2 2 0,-3-2 0,1 0 0,-1-1 0,0 1 0,1 0 0,-1 0 0,0-1 0,0 1 0,1 0 0,-1 0 0,0 0 0,0-1 0,0 1 0,0 0 0,0 0 0,0-1 0,0 1 0,-1 0 0,1 0 0,0 0 0,0 0 0,-2 2 0,0-1 0,1 1 0,-1-1 0,0 0 0,0 1 0,0-1 0,0 0 0,-1 0 0,1-1 0,0 1 0,-1 0 0,0-1 0,-4 3 0,-54 24 243,37-18-645,1 1 0,-1 1 0,-30 22 0,42-25-6424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45.939"/>
    </inkml:context>
    <inkml:brush xml:id="br0">
      <inkml:brushProperty name="width" value="0.05" units="cm"/>
      <inkml:brushProperty name="height" value="0.05" units="cm"/>
      <inkml:brushProperty name="color" value="#FFC114"/>
    </inkml:brush>
  </inkml:definitions>
  <inkml:trace contextRef="#ctx0" brushRef="#br0">43 16 24575,'-29'-10'0,"15"4"0,39 16 0,0 1 0,24 15 0,4 1 0,-44-22 0,58 30 0,-59-31 0,-1 1 0,0 0 0,-1 0 0,1 1 0,-1-1 0,10 13 0,-14-15 0,-1-1 0,1 1 0,0 0 0,-1-1 0,0 1 0,1 0 0,-1 0 0,0 0 0,-1 0 0,1 0 0,0 1 0,-1-1 0,0 0 0,0 0 0,0 0 0,-1 6 0,0-4 0,0-1 0,0 1 0,-1-1 0,0 0 0,0 1 0,0-1 0,0 0 0,-1 0 0,0-1 0,-4 6 0,-4 2 0,0-1 0,-1 0 0,0 0 0,-1-1 0,-23 12 0,31-17-204,0-1-1,0 1 1,0 0-1,-8 9 1,11-12-139,-5 7-6483</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47.749"/>
    </inkml:context>
    <inkml:brush xml:id="br0">
      <inkml:brushProperty name="width" value="0.05" units="cm"/>
      <inkml:brushProperty name="height" value="0.05" units="cm"/>
      <inkml:brushProperty name="color" value="#FFC114"/>
    </inkml:brush>
  </inkml:definitions>
  <inkml:trace contextRef="#ctx0" brushRef="#br0">316 52 24575,'0'-2'0,"0"0"0,0 0 0,0 0 0,0 0 0,0 0 0,0 0 0,-1 0 0,1 0 0,-1 0 0,0 1 0,1-1 0,-1 0 0,0 0 0,0 0 0,0 1 0,0-1 0,0 0 0,-1 1 0,-1-2 0,0 1 0,0 0 0,0 1 0,0-1 0,0 1 0,0 0 0,0 0 0,0 0 0,0 1 0,-1-1 0,1 1 0,-5 0 0,-17-1 0,-1 1 0,0 1 0,-28 6 0,-75 19 0,131-27 0,1 1 0,-1 0 0,0 0 0,0 0 0,1 0 0,-1 0 0,0 0 0,0 1 0,1-1 0,-1 1 0,0-1 0,0 1 0,0 0 0,0 0 0,4 2 0,-1 0 0,0 1 0,-1-1 0,0 1 0,0 0 0,0 0 0,5 6 0,1 6 0,1 0 0,-2 0 0,9 21 0,1 6-455,3-1 0,30 46 0,-38-68-6371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48.061"/>
    </inkml:context>
    <inkml:brush xml:id="br0">
      <inkml:brushProperty name="width" value="0.05" units="cm"/>
      <inkml:brushProperty name="height" value="0.05" units="cm"/>
      <inkml:brushProperty name="color" value="#FFC114"/>
    </inkml:brush>
  </inkml:definitions>
  <inkml:trace contextRef="#ctx0" brushRef="#br0">7 32 24575,'-1'-1'0,"1"1"0,-1 0 0,1-1 0,-1 1 0,1-1 0,0 1 0,-1-1 0,1 1 0,-1-1 0,1 1 0,0-1 0,-1 1 0,1-1 0,0 0 0,0 1 0,0-1 0,-1 1 0,1-1 0,0 0 0,0 1 0,0-1 0,0 0 0,0 1 0,0-1 0,0 0 0,0 1 0,0-1 0,1 1 0,-1-1 0,0 0 0,0 1 0,0-1 0,1 1 0,-1-1 0,0 0 0,1 1 0,-1-1 0,1 1 0,-1-1 0,0 1 0,1-1 0,-1 1 0,1 0 0,-1-1 0,2 0 0,-1 1 0,1-1 0,0 0 0,0 0 0,-1 0 0,1 1 0,0-1 0,0 1 0,0 0 0,0-1 0,0 1 0,0 0 0,0 0 0,0 0 0,2 1 0,27 8 0,-1 1 0,46 22 0,-47-19 0,50 23 0,-1 3 0,94 64 0,-154-91-1365,-3-4-5461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48.778"/>
    </inkml:context>
    <inkml:brush xml:id="br0">
      <inkml:brushProperty name="width" value="0.05" units="cm"/>
      <inkml:brushProperty name="height" value="0.05" units="cm"/>
      <inkml:brushProperty name="color" value="#FFC114"/>
    </inkml:brush>
  </inkml:definitions>
  <inkml:trace contextRef="#ctx0" brushRef="#br0">0 1 24575,'3'0'0,"6"0"0,5 0 0,6 0 0,5 0 0,7 0 0,3 0 0,5 0 0,1 0 0,0 3 0,-5 0 0,-3 1 0,-4-1 0,-6-1-8191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43.449"/>
    </inkml:context>
    <inkml:brush xml:id="br0">
      <inkml:brushProperty name="width" value="0.05" units="cm"/>
      <inkml:brushProperty name="height" value="0.05" units="cm"/>
      <inkml:brushProperty name="color" value="#FFC114"/>
    </inkml:brush>
  </inkml:definitions>
  <inkml:trace contextRef="#ctx0" brushRef="#br0">31 224 24575,'-1'0'0,"0"-1"0,-1 1 0,1 0 0,0-1 0,-1 1 0,1-1 0,0 1 0,0-1 0,0 0 0,-1 0 0,1 1 0,0-1 0,0 0 0,0 0 0,0 0 0,0 0 0,1 0 0,-1 0 0,0-1 0,0 1 0,1 0 0,-1 0 0,0-1 0,1 1 0,0 0 0,-1-3 0,-1 0 0,2 1 0,-1-1 0,0 0 0,1 1 0,-1-1 0,1 0 0,0 0 0,1-6 0,1 2 0,0 1 0,1 0 0,-1 0 0,2 0 0,-1 0 0,1 0 0,0 1 0,0 0 0,1-1 0,-1 2 0,1-1 0,1 0 0,-1 1 0,1 0 0,0 0 0,0 1 0,10-6 0,-4 4 0,1 0 0,0 0 0,0 1 0,1 1 0,-1 0 0,1 1 0,0 0 0,20 0 0,-21 1 0,1 2 0,0 0 0,-1 1 0,1 0 0,-1 1 0,22 5 0,-30-6 0,0 1 0,0 0 0,-1 0 0,1 1 0,-1 0 0,1-1 0,-1 1 0,0 1 0,0-1 0,0 0 0,0 1 0,0 0 0,-1 0 0,0 0 0,0 1 0,0-1 0,0 1 0,-1-1 0,0 1 0,2 5 0,-1 0 0,0 1 0,-1-1 0,-1 1 0,0-1 0,0 1 0,-1-1 0,0 1 0,-1 0 0,0-1 0,0 1 0,-2-1 0,-3 14 0,-7 14 0,-34 70 0,23-58 0,9-17 187,5-14-704,1 1-1,-10 36 1,16-41-6309</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43.620"/>
    </inkml:context>
    <inkml:brush xml:id="br0">
      <inkml:brushProperty name="width" value="0.05" units="cm"/>
      <inkml:brushProperty name="height" value="0.05" units="cm"/>
      <inkml:brushProperty name="color" value="#FFC114"/>
    </inkml:brush>
  </inkml:definitions>
  <inkml:trace contextRef="#ctx0" brushRef="#br0">21 1 24575,'0'2'0,"-3"2"0,-3-1 0,-2 3 0,5 0 0,4-1 0,6-1 0,5-2 0,2-1 0,2 0 0,2-4 0,-3-1-8191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44.009"/>
    </inkml:context>
    <inkml:brush xml:id="br0">
      <inkml:brushProperty name="width" value="0.05" units="cm"/>
      <inkml:brushProperty name="height" value="0.05" units="cm"/>
      <inkml:brushProperty name="color" value="#FFC114"/>
    </inkml:brush>
  </inkml:definitions>
  <inkml:trace contextRef="#ctx0" brushRef="#br0">1 140 24575,'-1'-9'0,"2"-1"0,-1 1 0,1 0 0,3-14 0,-3 20 0,0-1 0,1 1 0,-1 0 0,1-1 0,0 1 0,0 0 0,0 0 0,1 0 0,-1 0 0,1 1 0,-1-1 0,1 1 0,0-1 0,3-1 0,2-1 0,0 1 0,0 0 0,0 0 0,1 1 0,0 0 0,-1 0 0,1 1 0,0 0 0,0 1 0,15-1 0,-19 2 0,0-1 0,1 1 0,-1 1 0,0-1 0,1 1 0,-1 0 0,0 0 0,0 0 0,0 1 0,0-1 0,0 1 0,0 1 0,0-1 0,-1 1 0,1 0 0,-1 0 0,0 0 0,1 0 0,4 6 0,-7-6 0,0 1 0,-1-1 0,1 0 0,-1 1 0,1 0 0,-1-1 0,0 1 0,0 0 0,-1 0 0,1-1 0,-1 1 0,0 0 0,0 0 0,0 0 0,0-1 0,-1 1 0,0 0 0,-2 7 0,-2 6 0,-1 0 0,-14 28 0,13-31 0,-39 79 180,-20 43-99,56-112-488,1 1 1,1 0-1,-7 42 1,11-36-6420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44.149"/>
    </inkml:context>
    <inkml:brush xml:id="br0">
      <inkml:brushProperty name="width" value="0.05" units="cm"/>
      <inkml:brushProperty name="height" value="0.05" units="cm"/>
      <inkml:brushProperty name="color" value="#FFC114"/>
    </inkml:brush>
  </inkml:definitions>
  <inkml:trace contextRef="#ctx0" brushRef="#br0">10 1 24575,'-2'0'0,"-5"0"0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39.475"/>
    </inkml:context>
    <inkml:brush xml:id="br0">
      <inkml:brushProperty name="width" value="0.05" units="cm"/>
      <inkml:brushProperty name="height" value="0.05" units="cm"/>
      <inkml:brushProperty name="color" value="#FFC114"/>
    </inkml:brush>
  </inkml:definitions>
  <inkml:trace contextRef="#ctx0" brushRef="#br0">0 122 24575,'2'-1'0,"-1"-1"0,1 1 0,-1-1 0,1 1 0,-1-1 0,0 0 0,1 1 0,-1-1 0,0 0 0,0 0 0,0 0 0,-1 0 0,1 0 0,0 0 0,0-4 0,3-4 0,-1 4 0,0 0 0,0 1 0,1-1 0,-1 1 0,1 0 0,0 0 0,1 0 0,-1 1 0,1-1 0,8-5 0,-8 7 0,0 1 0,0 0 0,0-1 0,0 2 0,1-1 0,-1 1 0,1 0 0,-1 0 0,0 0 0,1 1 0,-1 0 0,12 1 0,-13-1 0,0 0 0,0 1 0,0 0 0,0 0 0,0 0 0,0 0 0,0 1 0,0-1 0,0 1 0,0 0 0,-1 0 0,1 1 0,-1-1 0,0 1 0,0-1 0,4 5 0,-3-3 0,-1 1 0,0 0 0,0 0 0,0 0 0,-1 0 0,1 0 0,-1 1 0,-1-1 0,1 1 0,1 9 0,-1-1 0,-1 1 0,-1 0 0,0 0 0,-1-1 0,-1 1 0,0 0 0,-1-1 0,-5 19 0,-37 91-1365,40-107-5461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39.663"/>
    </inkml:context>
    <inkml:brush xml:id="br0">
      <inkml:brushProperty name="width" value="0.05" units="cm"/>
      <inkml:brushProperty name="height" value="0.05" units="cm"/>
      <inkml:brushProperty name="color" value="#FFC114"/>
    </inkml:brush>
  </inkml:definitions>
  <inkml:trace contextRef="#ctx0" brushRef="#br0">0 0 24575,'0'3'0,"3"1"0,3 0 0,5-4 0,2-2 0,-1 0-8191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39.989"/>
    </inkml:context>
    <inkml:brush xml:id="br0">
      <inkml:brushProperty name="width" value="0.05" units="cm"/>
      <inkml:brushProperty name="height" value="0.05" units="cm"/>
      <inkml:brushProperty name="color" value="#FFC114"/>
    </inkml:brush>
  </inkml:definitions>
  <inkml:trace contextRef="#ctx0" brushRef="#br0">33 187 24575,'-4'-3'0,"1"0"0,1 0 0,-1-1 0,0 1 0,1-1 0,0 0 0,-1 0 0,2 0 0,-1 0 0,0 0 0,1 0 0,0 0 0,0 0 0,0-1 0,0 1 0,1 0 0,-1-1 0,1 1 0,0 0 0,1-1 0,-1 1 0,1-1 0,0 1 0,0 0 0,0 0 0,1 0 0,-1-1 0,1 1 0,0 1 0,3-7 0,-2 6 0,0 0 0,1-1 0,-1 1 0,1 1 0,0-1 0,-1 1 0,2-1 0,-1 1 0,0 0 0,1 0 0,-1 1 0,1-1 0,0 1 0,0 0 0,0 1 0,0-1 0,0 1 0,0 0 0,0 0 0,0 0 0,1 1 0,-1 0 0,0 0 0,0 0 0,7 2 0,-9-2 0,-1 1 0,1 0 0,0 0 0,-1 0 0,1 0 0,0 0 0,-1 0 0,1 1 0,-1-1 0,0 1 0,1 0 0,-1-1 0,0 1 0,0 0 0,0 1 0,1 1 0,0 0 0,-1 1 0,1-1 0,-1 0 0,-1 1 0,1-1 0,0 1 0,-1 0 0,1 8 0,-1 2 0,0 1 0,-1-1 0,-1 1 0,-4 28 0,1-27-341,-1 0 0,0 0-1,-12 26 1,5-17-6485</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40.145"/>
    </inkml:context>
    <inkml:brush xml:id="br0">
      <inkml:brushProperty name="width" value="0.05" units="cm"/>
      <inkml:brushProperty name="height" value="0.05" units="cm"/>
      <inkml:brushProperty name="color" value="#FFC114"/>
    </inkml:brush>
  </inkml:definitions>
  <inkml:trace contextRef="#ctx0" brushRef="#br0">1 1 24575,'0'2'0,"3"2"0,3-1 0,5 0 0,2-1 0,-1-1-8191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26.093"/>
    </inkml:context>
    <inkml:brush xml:id="br0">
      <inkml:brushProperty name="width" value="0.05" units="cm"/>
      <inkml:brushProperty name="height" value="0.05" units="cm"/>
      <inkml:brushProperty name="color" value="#FFC114"/>
    </inkml:brush>
  </inkml:definitions>
  <inkml:trace contextRef="#ctx0" brushRef="#br0">406 17 24575,'0'-1'0,"0"0"0,0 0 0,0 0 0,0 1 0,0-1 0,0 0 0,0 0 0,0 0 0,-1 0 0,1 0 0,0 0 0,-1 0 0,1 0 0,0 0 0,-2-1 0,2 2 0,0 0 0,-1 0 0,1 0 0,0 0 0,-1 0 0,1 0 0,0 1 0,-1-1 0,1 0 0,0 0 0,-1 0 0,1 0 0,0 1 0,0-1 0,-1 0 0,1 0 0,0 1 0,0-1 0,-1 0 0,1 1 0,0-1 0,0 0 0,0 0 0,-1 1 0,1-1 0,0 1 0,-15 33 0,14-34 0,-62 161 0,-229 527 0,288-682 0,0 3 0,0 0 0,0 0 0,-3 12 0,10-22 0,1 1 0,-1-1 0,1 0 0,-1 1 0,0-2 0,1 1 0,3-2 0,-3 1 0,29-7 0,0 1 0,0 2 0,0 1 0,44-1 0,-32 2 0,587-27-1046,2 25-600,-531 6 1473,634 9-497,-103 0 327,-609-8 748,-17 0-169,0-1-1,-1 1 1,1-2-1,0 1 1,0-1-1,-1 0 1,1-1-1,9-3 1,-17 3 196,-7-2-35,7 4-379,-1 0 0,0 0 0,1 0 0,-1 0 0,0 0 1,1-1-1,-1 1 0,1 0 0,-1-1 0,0 1 0,1 0 0,-1-1 0,1 1 0,-1 0 0,1-1 0,-1 1 0,1-1 0,0 1 0,-1-1 1,1 1-1,-1-1 0,1 1 0,0-1 0,0 0 0,-1 1 0,1-1 0,0 1 0,-1-2 0,5-2-18,-1 0 0,1 1 0,-1-1 0,1 1 0,0 0 0,1 0 0,-1 0 0,6-3 0,6-4 0,56-42-1365,-49 33-5461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26.469"/>
    </inkml:context>
    <inkml:brush xml:id="br0">
      <inkml:brushProperty name="width" value="0.05" units="cm"/>
      <inkml:brushProperty name="height" value="0.05" units="cm"/>
      <inkml:brushProperty name="color" value="#FFC114"/>
    </inkml:brush>
  </inkml:definitions>
  <inkml:trace contextRef="#ctx0" brushRef="#br0">314 126 24575,'-1'-125'0,"-7"172"0,-2 1 0,-2-2 0,-37 90 0,-78 126 0,33-92-1365,81-147-5461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38.567"/>
    </inkml:context>
    <inkml:brush xml:id="br0">
      <inkml:brushProperty name="width" value="0.05" units="cm"/>
      <inkml:brushProperty name="height" value="0.05" units="cm"/>
      <inkml:brushProperty name="color" value="#FFC114"/>
    </inkml:brush>
  </inkml:definitions>
  <inkml:trace contextRef="#ctx0" brushRef="#br0">0 1 24575,'0'11'0,"0"16"0,0 14 0,3 12 0,0-3-8191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07.048"/>
    </inkml:context>
    <inkml:brush xml:id="br0">
      <inkml:brushProperty name="width" value="0.05" units="cm"/>
      <inkml:brushProperty name="height" value="0.05" units="cm"/>
      <inkml:brushProperty name="color" value="#FFC114"/>
    </inkml:brush>
  </inkml:definitions>
  <inkml:trace contextRef="#ctx0" brushRef="#br0">1 422 24575,'0'0'0,"0"-1"0,1 0 0,-1 0 0,0 1 0,1-1 0,-1 0 0,1 1 0,-1-1 0,1 0 0,-1 1 0,1-1 0,-1 1 0,1-1 0,0 1 0,-1-1 0,1 1 0,0-1 0,-1 1 0,1 0 0,0-1 0,0 1 0,-1 0 0,1 0 0,0-1 0,0 1 0,-1 0 0,3 0 0,25-3 0,-25 3 0,281-3 0,-69 2 0,869-32-2529,605-15-3178,1448-6 1966,1413-31 2658,-4516 85 1103,883-29-114,-7-38 2197,-870 63-1558,303-47 5035,-336 49-5202,-3 2-175,-1-1 0,0 1 0,1-1 0,-1 0-1,0 0 1,0 0 0,0-1 0,0 1 0,0-1 0,0 0 0,3-2-1,-6 4-174,0 0 0,0 0-1,0 0 1,0-1-1,0 1 1,0 0-1,0 0 1,0 0-1,0 0 1,0 0-1,0 0 1,0-1-1,1 1 1,-1 0 0,0 0-1,0 0 1,0 0-1,0 0 1,0-1-1,0 1 1,0 0-1,0 0 1,-1 0-1,1 0 1,0 0 0,0-1-1,0 1 1,0 0-1,0 0 1,0 0-1,0 0 1,0 0-1,0 0 1,0-1-1,0 1 1,0 0-1,-1 0 1,1 0 0,0 0-1,0 0 1,0 0-1,0 0 1,0 0-1,0 0 1,-1 0-1,1 0 1,-11-4 350,-11 1-62,-112 3-367,95 1-1158,30-1-5617</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07.344"/>
    </inkml:context>
    <inkml:brush xml:id="br0">
      <inkml:brushProperty name="width" value="0.05" units="cm"/>
      <inkml:brushProperty name="height" value="0.05" units="cm"/>
      <inkml:brushProperty name="color" value="#FFC114"/>
    </inkml:brush>
  </inkml:definitions>
  <inkml:trace contextRef="#ctx0" brushRef="#br0">111 68 24575,'-9'-9'0,"-1"0"0,-1 1 0,1 1 0,-1 0 0,-1 0 0,1 1 0,-23-8 0,31 14 0,8 5 0,12 6 0,58 27 0,108 39 0,-7-5 0,-141-56 0,83 42 0,-102-49 0,-1 1 0,0 0 0,0 1 0,25 24 0,-38-32 0,0-1 0,1 1 0,-1-1 0,0 1 0,-1 0 0,1 0 0,0 0 0,-1 0 0,0 0 0,1 0 0,-1 0 0,0 0 0,-1 0 0,1 1 0,0 5 0,-1-7 0,-1 1 0,1 0 0,-1 0 0,0-1 0,0 1 0,0 0 0,0-1 0,0 1 0,0-1 0,-1 1 0,1-1 0,-1 0 0,0 1 0,1-1 0,-1 0 0,0 0 0,-1 0 0,-3 3 0,-5 3 0,-1-1 0,0 0 0,-1 0 0,1-1 0,-26 8 0,-73 15 0,85-24 0,-245 45-1365,133-28-5461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08.031"/>
    </inkml:context>
    <inkml:brush xml:id="br0">
      <inkml:brushProperty name="width" value="0.05" units="cm"/>
      <inkml:brushProperty name="height" value="0.05" units="cm"/>
      <inkml:brushProperty name="color" value="#FFC114"/>
    </inkml:brush>
  </inkml:definitions>
  <inkml:trace contextRef="#ctx0" brushRef="#br0">283 203 24575,'1'-25'0,"6"-33"0,-3 36 0,0-42 0,-4 63 0,0-1 0,0 1 0,0-1 0,-1 1 0,1 0 0,0-1 0,-1 1 0,1 0 0,-1-1 0,1 1 0,-1 0 0,0 0 0,1-1 0,-1 1 0,0 0 0,0 0 0,0 0 0,0 0 0,0 0 0,0 0 0,0 0 0,0 0 0,0 1 0,0-1 0,-1 0 0,1 1 0,0-1 0,0 1 0,-1-1 0,1 1 0,-1-1 0,1 1 0,0 0 0,-1 0 0,1 0 0,0 0 0,-1 0 0,1 0 0,-1 0 0,-1 1 0,-5 0 0,1 0 0,-1 0 0,0 1 0,0 1 0,-12 5 0,6-2 0,1 2 0,0 0 0,1 0 0,0 1 0,0 1 0,1 0 0,0 0 0,0 1 0,1 1 0,-9 13 0,11-14 0,1 1 0,0 0 0,0 1 0,1-1 0,1 1 0,0 0 0,1 1 0,0-1 0,1 1 0,1 0 0,-2 14 0,4-21 13,1 0 1,-1-1-1,1 1 0,0 0 0,0-1 0,1 1 0,0-1 0,0 1 0,0-1 1,1 0-1,0 0 0,1 0 0,-1 0 0,1-1 0,0 1 0,0-1 0,1 0 1,-1 0-1,1 0 0,0-1 0,1 0 0,-1 0 0,1 0 0,-1-1 0,12 6 1,6 0-299,0 0 1,0-2-1,0 0 1,1-1-1,42 3 1,3-1-6542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08.328"/>
    </inkml:context>
    <inkml:brush xml:id="br0">
      <inkml:brushProperty name="width" value="0.05" units="cm"/>
      <inkml:brushProperty name="height" value="0.05" units="cm"/>
      <inkml:brushProperty name="color" value="#FFC114"/>
    </inkml:brush>
  </inkml:definitions>
  <inkml:trace contextRef="#ctx0" brushRef="#br0">137 15 24575,'-20'0'0,"12"-1"0,0 1 0,0 1 0,-1-1 0,-14 4 0,20-3 0,0 0 0,1 0 0,-1 0 0,0 0 0,1 1 0,-1-1 0,1 1 0,0 0 0,0 0 0,-1 0 0,1 0 0,0 0 0,1 0 0,-1 0 0,0 0 0,1 1 0,-1-1 0,0 4 0,-2 0 0,2 1 0,-1 0 0,1 0 0,0 0 0,0 0 0,1 0 0,0 0 0,0 0 0,1 0 0,0 1 0,0-1 0,2 12 0,-1-16 0,-1 0 0,1 0 0,0 0 0,0 0 0,0 0 0,1 0 0,-1 0 0,1-1 0,-1 1 0,1 0 0,0-1 0,0 0 0,0 1 0,1-1 0,-1 0 0,0 0 0,1 0 0,-1 0 0,1-1 0,0 1 0,-1-1 0,1 1 0,0-1 0,0 0 0,0 0 0,0-1 0,0 1 0,0 0 0,0-1 0,7 0 0,-1 0 0,0 0 0,-1-1 0,1-1 0,0 0 0,0 0 0,-1 0 0,0-1 0,1 0 0,-1-1 0,0 0 0,0 0 0,10-8 0,-15 9 0,1 1 0,-1-1 0,0 0 0,0 0 0,0 0 0,-1-1 0,1 1 0,-1 0 0,0-1 0,0 0 0,0 1 0,2-7 0,-3 7 0,-1 0 0,1-1 0,-1 1 0,0 0 0,0 0 0,0-1 0,0 1 0,0 0 0,-1 0 0,0-1 0,1 1 0,-1 0 0,0 0 0,-1 0 0,1 0 0,0 0 0,-4-5 0,1 2-57,0 1 0,0 0 1,-1 0-1,0 0 0,0 0 0,0 1 0,0 0 0,0 0 0,-1 0 0,0 1 0,0 0 1,0 0-1,0 0 0,0 1 0,-1 0 0,1 0 0,-1 1 0,1-1 0,-1 1 1,1 1-1,-1-1 0,0 1 0,-12 2 0,2 1-6769</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08.750"/>
    </inkml:context>
    <inkml:brush xml:id="br0">
      <inkml:brushProperty name="width" value="0.05" units="cm"/>
      <inkml:brushProperty name="height" value="0.05" units="cm"/>
      <inkml:brushProperty name="color" value="#FFC114"/>
    </inkml:brush>
  </inkml:definitions>
  <inkml:trace contextRef="#ctx0" brushRef="#br0">7 46 24575,'-3'-10'0,"2"10"0,1-1 0,0 1 0,-1-1 0,1 1 0,0 0 0,0-1 0,-1 1 0,1 0 0,0-1 0,0 1 0,0-1 0,0 1 0,0-1 0,-1 1 0,1-1 0,0 1 0,0-1 0,0 1 0,0 0 0,0-1 0,0 1 0,0-1 0,1 1 0,-1-1 0,0 1 0,0-1 0,0 1 0,0 0 0,1-1 0,-1 1 0,0-1 0,0 1 0,1 0 0,-1-1 0,0 1 0,0 0 0,1-1 0,-1 1 0,0 0 0,1-1 0,-1 1 0,1 0 0,-1 0 0,0-1 0,1 1 0,-1 0 0,1 0 0,-1 0 0,1 0 0,-1 0 0,1-1 0,-1 1 0,0 0 0,1 0 0,0 0 0,3 0 0,0 0 0,1 0 0,-1 1 0,0-1 0,0 1 0,0 0 0,0 0 0,0 0 0,0 0 0,-1 1 0,8 3 0,39 25 0,-50-29 0,13 8 0,0 1 0,-1 0 0,0 1 0,-1 0 0,13 17 0,-19-21 0,0 0 0,0 0 0,-1 0 0,0 0 0,-1 1 0,1 0 0,-1 0 0,-1 0 0,1 0 0,-2 0 0,3 15 0,-4-22 0,0-1 0,0 1 0,1 0 0,-1 0 0,0-1 0,0 1 0,0 0 0,0 0 0,0-1 0,0 1 0,0 0 0,-1 0 0,1 0 0,0-1 0,0 1 0,0 0 0,-1-1 0,1 1 0,0 0 0,-1 0 0,1-1 0,-1 1 0,1-1 0,-1 1 0,1 0 0,-1-1 0,1 1 0,-1-1 0,0 1 0,1-1 0,-1 0 0,0 1 0,1-1 0,-1 1 0,-1-1 0,1 0 0,0 0 0,0-1 0,0 1 0,0-1 0,-1 1 0,1-1 0,0 1 0,0-1 0,0 0 0,0 0 0,0 1 0,1-1 0,-1 0 0,0 0 0,0 0 0,0 0 0,1 0 0,-1 0 0,0 0 0,1 0 0,-1 0 0,0-2 0,-2-6 0,0-1 0,1 1 0,0-1 0,0 1 0,1-1 0,0 1 0,1-1 0,0 0 0,0 1 0,1-1 0,0 0 0,4-14 0,-3 18 0,-1 0 0,1-1 0,0 1 0,1 0 0,0 0 0,-1 0 0,2 1 0,-1-1 0,1 1 0,0-1 0,0 1 0,0 0 0,1 1 0,0-1 0,0 1 0,0 0 0,0 0 0,0 0 0,10-3 0,-13 6 0,1 0 0,0 0 0,-1 1 0,1 0 0,0-1 0,0 1 0,-1 0 0,1 0 0,0 0 0,0 1 0,-1-1 0,1 1 0,0 0 0,-1-1 0,1 1 0,-1 0 0,1 1 0,-1-1 0,1 0 0,-1 1 0,0-1 0,1 1 0,-1 0 0,0-1 0,0 1 0,2 4 0,6 5 0,-1 1 0,0 0 0,11 22 0,-14-24 0,18 31-682,22 56-1,-38-77-6143</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09.123"/>
    </inkml:context>
    <inkml:brush xml:id="br0">
      <inkml:brushProperty name="width" value="0.05" units="cm"/>
      <inkml:brushProperty name="height" value="0.05" units="cm"/>
      <inkml:brushProperty name="color" value="#FFC114"/>
    </inkml:brush>
  </inkml:definitions>
  <inkml:trace contextRef="#ctx0" brushRef="#br0">0 34 24575,'0'-8'0,"0"-8"0,3 15 0,2 11 0,58 161 0,-60-163 0,3 6 0,-6-14 0,0 0 0,0 0 0,1 0 0,-1 0 0,0 0 0,0 0 0,0 0 0,0 0 0,0 0 0,0 0 0,0 0 0,1 0 0,-1 0 0,0 0 0,0 0 0,0 0 0,0 0 0,0 0 0,0 0 0,0 0 0,1 0 0,-1 0 0,0 0 0,0 0 0,0-1 0,0 1 0,0 0 0,0 0 0,0 0 0,0 0 0,0 0 0,0 0 0,0 0 0,1 0 0,-1 0 0,0 0 0,0-1 0,0 1 0,0 0 0,0 0 0,0 0 0,0 0 0,0 0 0,0 0 0,0 0 0,0-1 0,0 1 0,0 0 0,0 0 0,0 0 0,0 0 0,2-28 0,-2 19 0,2-4 0,-1 1 0,2-1 0,-1 1 0,2 0 0,0 0 0,7-16 0,-9 23 0,0 1 0,0-1 0,1 1 0,-1 0 0,1 0 0,0 0 0,0 0 0,1 0 0,-1 1 0,1-1 0,0 1 0,-1 0 0,2 0 0,-1 1 0,0-1 0,0 1 0,1 0 0,-1 0 0,6-2 0,-6 4 0,-1 0 0,1 0 0,-1 0 0,0 0 0,1 0 0,-1 1 0,1-1 0,-1 1 0,0 0 0,1 0 0,-1 0 0,0 1 0,0-1 0,0 1 0,0 0 0,0 0 0,0 0 0,-1 0 0,1 0 0,-1 0 0,1 1 0,-1-1 0,0 1 0,3 3 0,5 9 0,0 1 0,-1 0 0,9 22 0,-9-20 0,2 5-1365,-1-4-5461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09.511"/>
    </inkml:context>
    <inkml:brush xml:id="br0">
      <inkml:brushProperty name="width" value="0.05" units="cm"/>
      <inkml:brushProperty name="height" value="0.05" units="cm"/>
      <inkml:brushProperty name="color" value="#FFC114"/>
    </inkml:brush>
  </inkml:definitions>
  <inkml:trace contextRef="#ctx0" brushRef="#br0">87 102 24575,'-2'0'0,"0"-1"0,0 1 0,-1 0 0,1-1 0,0 0 0,0 1 0,0-1 0,0 0 0,-1 0 0,1 0 0,-2-2 0,4 3 0,0 0 0,0 0 0,0 0 0,0 0 0,-1 0 0,1 0 0,0 0 0,0 0 0,0 0 0,0 0 0,0 0 0,0 0 0,0-1 0,0 1 0,0 0 0,-1 0 0,1 0 0,0 0 0,0 0 0,0 0 0,0 0 0,0 0 0,0 0 0,0 0 0,0-1 0,0 1 0,0 0 0,0 0 0,0 0 0,0 0 0,0 0 0,0 0 0,0 0 0,0 0 0,0-1 0,0 1 0,0 0 0,0 0 0,0 0 0,0 0 0,0 0 0,0 0 0,0 0 0,0 0 0,0-1 0,0 1 0,0 0 0,0 0 0,0 0 0,0 0 0,0 0 0,1 0 0,-1 0 0,0 0 0,0 0 0,0 0 0,0 0 0,0-1 0,0 1 0,0 0 0,19 2 0,16 9 0,20 4 0,-50-14 0,0 0 0,0 0 0,0-1 0,0 1 0,0-2 0,1 1 0,-1 0 0,6-2 0,-10 2 0,0 0 0,0-1 0,-1 1 0,1 0 0,0 0 0,-1 0 0,1-1 0,0 1 0,-1 0 0,1-1 0,0 1 0,-1-1 0,1 1 0,-1-1 0,1 1 0,0-1 0,-1 1 0,1-1 0,-1 0 0,0 1 0,1-1 0,-1 0 0,0 1 0,1-1 0,-1 0 0,0 1 0,0-1 0,1 0 0,-1 0 0,0 0 0,0-1 0,-1 0 0,1 0 0,0 1 0,-1-1 0,0 0 0,1 0 0,-1 0 0,0 1 0,0-1 0,0 0 0,-2-2 0,-2-3 0,-1 1 0,0-1 0,-1 1 0,-7-6 0,7 7 0,-1 0 0,1 1 0,-1 0 0,0 1 0,0-1 0,0 2 0,0-1 0,0 1 0,-1 0 0,-15-1 0,21 3 0,0 0 0,0 0 0,0 0 0,0 0 0,0 0 0,0 1 0,-1-1 0,1 1 0,0 0 0,0 0 0,1 0 0,-1 0 0,0 1 0,0-1 0,1 1 0,-1 0 0,0-1 0,1 1 0,0 0 0,-1 1 0,1-1 0,0 0 0,0 1 0,0-1 0,1 1 0,-1-1 0,1 1 0,-1 0 0,1 0 0,0 0 0,0 0 0,-1 4 0,1 0 17,-1-1 0,2 1 0,-1-1 1,1 1-1,0-1 0,0 1 0,1-1 0,0 1 0,0-1 0,1 1 0,-1-1 0,1 0 0,1 1 0,-1-1 0,1-1 0,0 1 0,1 0 0,-1-1 1,5 6-1,0-2-173,-1-1 1,2 0 0,-1 0 0,1-1 0,0 0 0,0 0 0,1-1-1,0-1 1,0 1 0,12 3 0,14 4-6671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09.994"/>
    </inkml:context>
    <inkml:brush xml:id="br0">
      <inkml:brushProperty name="width" value="0.05" units="cm"/>
      <inkml:brushProperty name="height" value="0.05" units="cm"/>
      <inkml:brushProperty name="color" value="#FFC114"/>
    </inkml:brush>
  </inkml:definitions>
  <inkml:trace contextRef="#ctx0" brushRef="#br0">199 374 24575,'-1'-4'0,"0"0"0,-1 0 0,0 0 0,0 1 0,0-1 0,0 1 0,-1-1 0,0 1 0,1 0 0,-1 0 0,0 0 0,-5-3 0,1-1 0,4 4 0,1 1 0,0 0 0,-1 0 0,0-1 0,1 1 0,-1 1 0,0-1 0,0 0 0,0 1 0,0 0 0,-1-1 0,1 1 0,0 0 0,0 1 0,-1-1 0,1 1 0,0-1 0,-1 1 0,1 0 0,-1 0 0,1 0 0,0 1 0,-6 0 0,5 1 0,0 0 0,0 0 0,1 0 0,-1 0 0,0 0 0,1 1 0,-1-1 0,1 1 0,0 0 0,0 0 0,0 1 0,0-1 0,1 0 0,-1 1 0,1 0 0,0-1 0,0 1 0,-1 4 0,-1 0 0,1 0 0,0 0 0,1 0 0,-1 0 0,2 1 0,-2 8 0,3-14 0,0-1 0,0 1 0,0-1 0,0 1 0,1 0 0,-1-1 0,1 1 0,0-1 0,0 1 0,0-1 0,0 1 0,0-1 0,0 0 0,1 1 0,-1-1 0,1 0 0,-1 0 0,1 0 0,0 0 0,0 0 0,0 0 0,0-1 0,3 3 0,3 0 0,0 1 0,0-1 0,0-1 0,0 1 0,1-1 0,0-1 0,-1 0 0,1 0 0,0-1 0,0 0 0,0 0 0,0-1 0,0 0 0,0-1 0,0 0 0,0 0 0,0-1 0,0 0 0,-1 0 0,1-1 0,-1 0 0,14-8 0,-9 4 0,0-1 0,-1 0 0,0 0 0,0-2 0,-1 1 0,0-1 0,0-1 0,-1 0 0,-1-1 0,0 0 0,-1 0 0,14-26 0,-13 14 0,0 0 0,-2 0 0,-1 0 0,-1-1 0,-1 0 0,-1 0 0,-1 0 0,-2 0 0,-2-34 0,1 54 0,1 0 0,-1 0 0,0 0 0,-1 1 0,-1-6 0,2 9 0,1 1 0,0-1 0,0 1 0,0-1 0,0 0 0,0 1 0,-1-1 0,1 1 0,0 0 0,0-1 0,-1 1 0,1-1 0,0 1 0,-1-1 0,1 1 0,-1 0 0,1-1 0,0 1 0,-1 0 0,1-1 0,-1 1 0,1 0 0,-1-1 0,1 1 0,-1 0 0,1 0 0,-1 0 0,1 0 0,-1 0 0,1-1 0,-1 1 0,1 0 0,-1 0 0,0 0 0,1 0 0,-1 0 0,1 1 0,-1-1 0,1 0 0,-1 0 0,1 0 0,-1 0 0,1 1 0,-1-1 0,1 0 0,-1 0 0,1 1 0,-1-1 0,1 0 0,0 1 0,-1-1 0,1 0 0,-1 1 0,1-1 0,0 1 0,0-1 0,-1 1 0,1 0 0,-3 3 0,1-1 0,0 2 0,0-1 0,0 0 0,0 0 0,1 0 0,-1 1 0,1-1 0,0 1 0,0 6 0,-2 48 0,3-56 0,1 30 0,2 0 0,1 0 0,2 0 0,1-1 0,1 0 0,2-1 0,1 0 0,2 0 0,24 43 0,-30-63-455,0-1 0,14 17 0,-6-12-6371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6:10.150"/>
    </inkml:context>
    <inkml:brush xml:id="br0">
      <inkml:brushProperty name="width" value="0.05" units="cm"/>
      <inkml:brushProperty name="height" value="0.05" units="cm"/>
      <inkml:brushProperty name="color" value="#FFC114"/>
    </inkml:brush>
  </inkml:definitions>
  <inkml:trace contextRef="#ctx0" brushRef="#br0">17 207 24575,'-1'-14'0,"-1"1"0,-3-18 0,2 21 0,1 0 0,1 0 0,0-1 0,0 1 0,1-19 0,1 26 0,-1 1 0,1-1 0,0 0 0,0 0 0,0 1 0,0-1 0,0 1 0,1-1 0,-1 1 0,1-1 0,0 1 0,-1 0 0,1 0 0,0-1 0,0 2 0,0-1 0,1 0 0,-1 0 0,0 1 0,1-1 0,-1 1 0,1-1 0,0 1 0,-1 0 0,5-1 0,6-1-136,0 0-1,0 0 1,0 1-1,0 1 1,0 0-1,0 1 1,1 0-1,-1 1 0,15 3 1,-15 0-6690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22.437"/>
    </inkml:context>
    <inkml:brush xml:id="br0">
      <inkml:brushProperty name="width" value="0.05" units="cm"/>
      <inkml:brushProperty name="height" value="0.05" units="cm"/>
      <inkml:brushProperty name="color" value="#FFC114"/>
    </inkml:brush>
  </inkml:definitions>
  <inkml:trace contextRef="#ctx0" brushRef="#br0">547 181 24575,'-2'-5'0,"1"0"0,-1 0 0,0 0 0,-1 0 0,1 0 0,-1 1 0,0-1 0,0 1 0,0 0 0,-6-5 0,8 7 0,-6-6 0,0 2 0,0-1 0,-1 1 0,1 0 0,-1 0 0,-1 1 0,1 0 0,-1 1 0,0 0 0,0 0 0,0 1 0,-1 0 0,1 1 0,-1-1 0,1 2 0,-1 0 0,0 0 0,-13 1 0,8 0 0,1 1 0,0 0 0,0 2 0,0-1 0,1 2 0,-1 0 0,1 0 0,-1 1 0,1 1 0,1 0 0,-1 1 0,-12 9 0,12-5 0,0 0 0,2 1 0,-1 0 0,1 1 0,1 0 0,0 0 0,1 1 0,1 1 0,0-1 0,0 1 0,2 1 0,0-1 0,1 1 0,0 0 0,2 1 0,-1-1 0,2 1 0,0-1 0,2 1 0,-1-1 0,2 1 0,0 0 0,1-1 0,1 1 0,0-1 0,1 0 0,1 0 0,1 0 0,0 0 0,14 25 0,-7-21 0,1-1 0,1 0 0,1-1 0,0 0 0,1-1 0,1-1 0,0-1 0,1-1 0,1 0 0,0-1 0,1-1 0,0-1 0,1-2 0,0 1 0,28 6 0,-19-7 0,-1-2 0,1-1 0,1-1 0,-1-2 0,1-1 0,-1-2 0,1-1 0,-1-1 0,1-1 0,-1-2 0,33-10 0,-43 8 0,0 0 0,-1-2 0,0 0 0,-1-1 0,0-1 0,0-1 0,-1-1 0,-1 0 0,0-1 0,28-31 0,-34 32 0,-1 0 0,0-1 0,-1 0 0,0 0 0,-1-1 0,-1-1 0,0 1 0,-1-1 0,-1 0 0,0 0 0,-1-1 0,-1 1 0,-1-1 0,1-27 0,-4 22 23,-1 1 0,-1-1 0,-1 1-1,0 0 1,-2 0 0,0 1 0,-2 0-1,0 0 1,-1 0 0,-1 1 0,-1 1-1,-1-1 1,0 2 0,-23-25 0,24 30-61,-1 0 0,0 1 0,-1 1 0,0 0 0,-1 1 0,0 1 0,0 0 0,-25-10 0,27 14-76,0 0 1,-1 0-1,0 2 0,0 0 0,0 0 1,0 1-1,0 0 0,0 2 0,0-1 1,0 2-1,-20 3 0,-15 9-6712</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22.938"/>
    </inkml:context>
    <inkml:brush xml:id="br0">
      <inkml:brushProperty name="width" value="0.05" units="cm"/>
      <inkml:brushProperty name="height" value="0.05" units="cm"/>
      <inkml:brushProperty name="color" value="#FFC114"/>
    </inkml:brush>
  </inkml:definitions>
  <inkml:trace contextRef="#ctx0" brushRef="#br0">87 3 24575,'0'0'0,"0"0"0,0 0 0,0 0 0,0-1 0,1 1 0,-1 0 0,0 0 0,0 0 0,0 0 0,0 0 0,0-1 0,1 1 0,-1 0 0,0 0 0,0 0 0,0 0 0,1 0 0,-1 0 0,0 0 0,0 0 0,0 0 0,1 0 0,-1 0 0,0 0 0,0 0 0,1 0 0,-1 0 0,0 0 0,0 0 0,0 0 0,1 0 0,-1 0 0,0 0 0,0 0 0,0 0 0,1 0 0,-1 0 0,0 0 0,0 1 0,0-1 0,0 0 0,1 0 0,-1 0 0,0 0 0,5 14 0,-3 15 0,-5 6 0,-2 0 0,-1-1 0,-2 0 0,-15 43 0,5-20 0,10-27 0,1-9 0,0 1 0,2 0 0,1 0 0,0 1 0,0 30 0,5-49 0,-1 0 0,1-1 0,0 1 0,0 0 0,0-1 0,1 1 0,-1-1 0,1 1 0,0-1 0,0 0 0,0 1 0,0-1 0,0 0 0,1-1 0,-1 1 0,1 0 0,0-1 0,0 1 0,0-1 0,0 0 0,1 0 0,-1 0 0,0 0 0,1-1 0,5 3 0,11 2 0,-1 0 0,1-1 0,32 3 0,-32-5 0,77 11 0,1-5 0,119-4 0,-201-5 0,-1-1 0,1 0 0,0-2 0,-1 0 0,1 0 0,-1-2 0,17-6 0,-27 9 0,0-1 0,1 0 0,-1 0 0,0 0 0,-1-1 0,1 0 0,0 0 0,-1 0 0,0 0 0,0 0 0,-1-1 0,1 0 0,-1 0 0,0 0 0,0 0 0,0-1 0,-1 1 0,0-1 0,0 1 0,0-1 0,1-10 0,-1-5 0,-1 0 0,0 0 0,-2 0 0,-1 0 0,0 1 0,-1-1 0,-2 0 0,-6-20 0,0 7 0,-2 0 0,-2 1 0,-34-58 0,43 80-170,0 1-1,-1-1 0,-1 1 1,0 0-1,0 1 0,0 0 1,-18-13-1,14 15-6655</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23.407"/>
    </inkml:context>
    <inkml:brush xml:id="br0">
      <inkml:brushProperty name="width" value="0.05" units="cm"/>
      <inkml:brushProperty name="height" value="0.05" units="cm"/>
      <inkml:brushProperty name="color" value="#FFC114"/>
    </inkml:brush>
  </inkml:definitions>
  <inkml:trace contextRef="#ctx0" brushRef="#br0">14 79 24575,'-3'0'0,"-3"0"0,1-3 0,8-1 0,9 1 0,8 0 0,12 1 0,13-2 0,12-1 0,11-2 0,8 1 0,3 0 0,2-1 0,-4 1 0,-7 1 0,-6-2 0,-12 1 0,-14 2-8191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23.642"/>
    </inkml:context>
    <inkml:brush xml:id="br0">
      <inkml:brushProperty name="width" value="0.05" units="cm"/>
      <inkml:brushProperty name="height" value="0.05" units="cm"/>
      <inkml:brushProperty name="color" value="#FFC114"/>
    </inkml:brush>
  </inkml:definitions>
  <inkml:trace contextRef="#ctx0" brushRef="#br0">1 29 24575,'0'-2'0,"0"1"0,1 0 0,-1-1 0,0 1 0,1 0 0,-1 0 0,1-1 0,0 1 0,-1 0 0,1 0 0,0 0 0,0 0 0,0 0 0,0 0 0,0 0 0,0 0 0,0 0 0,0 0 0,0 0 0,0 1 0,0-1 0,0 0 0,1 1 0,-1-1 0,0 1 0,1-1 0,-1 1 0,0 0 0,1-1 0,-1 1 0,0 0 0,1 0 0,-1 0 0,2 0 0,4 0 0,1 0 0,-1 0 0,0 1 0,14 2 0,-10 0 0,-1 0 0,0 1 0,0 0 0,0 0 0,-1 1 0,1 1 0,-1 0 0,0 0 0,-1 0 0,1 1 0,-1 0 0,-1 1 0,1 0 0,-1 0 0,-1 1 0,1 0 0,-2 0 0,1 0 0,-1 0 0,-1 1 0,1 0 0,-2 0 0,1 1 0,-1-1 0,-1 1 0,0-1 0,-1 1 0,0 0 0,0-1 0,-1 1 0,-1 0 0,1 0 0,-2-1 0,-4 18 0,1-12-170,-1 1-1,-1-1 0,0-1 1,-1 1-1,-1-1 0,-1-1 1,-21 26-1,-5 1-6655</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25.155"/>
    </inkml:context>
    <inkml:brush xml:id="br0">
      <inkml:brushProperty name="width" value="0.05" units="cm"/>
      <inkml:brushProperty name="height" value="0.05" units="cm"/>
      <inkml:brushProperty name="color" value="#FFC114"/>
    </inkml:brush>
  </inkml:definitions>
  <inkml:trace contextRef="#ctx0" brushRef="#br0">103 445 24575,'-11'-14'0,"-4"-4"0,14 18 0,1 0 0,0 0 0,0 0 0,-1 0 0,1 0 0,0 1 0,-1-1 0,1 0 0,0 0 0,0 0 0,-1 0 0,1 0 0,0 0 0,0 0 0,-1 0 0,1 1 0,0-1 0,0 0 0,0 0 0,-1 0 0,1 1 0,0-1 0,0 0 0,0 0 0,-1 0 0,1 1 0,0-1 0,0 0 0,0 0 0,0 1 0,0-1 0,0 0 0,0 1 0,0-1 0,-1 0 0,1 0 0,0 1 0,0-1 0,0 0 0,0 1 0,0-1 0,1 0 0,-1 0 0,0 1 0,0-1 0,0 0 0,0 0 0,0 1 0,0-1 0,1 19 0,-1-19 0,64 1447-589,-72-1023 589,0-140 0,7-275 42,1 0 0,1 0 0,-1 0 0,1-1 0,1 1 0,4 13 1,-6-20-36,1 0 0,0-1 1,0 1-1,-1-1 0,1 1 1,0-1-1,1 1 0,-1-1 1,0 0-1,0 1 1,0-1-1,1 0 0,-1 0 1,1 0-1,-1 0 0,1 0 1,-1 0-1,1 0 1,0-1-1,-1 1 0,1-1 1,0 1-1,-1-1 0,1 1 1,0-1-1,0 0 0,-1 0 1,1 0-1,0 0 1,0 0-1,-1 0 0,1-1 1,0 1-1,0-1 0,-1 1 1,1-1-1,0 1 0,-1-1 1,2-1-1,64-24-7,-20 7 0,49-12 0,-4 10-160,1 4 0,121-5 0,195 11-423,-345 10 566,837 11-1031,236-4-439,-804-29 2270,-294 13-77,-38 10-647,-1-1-1,1 1 0,0-1 1,0 1-1,0 0 0,-1-1 1,1 1-1,0-1 0,0 0 0,-1 1 1,1-1-1,-1 0 0,1 1 1,0-1-1,0-1 0,-1 1-24,0 1 1,0-1-1,0 1 0,0-1 0,0 1 0,0-1 1,-1 1-1,1-1 0,0 1 0,0-1 0,0 1 1,-1-1-1,1 1 0,0-1 0,-1 1 0,1-1 1,0 1-1,-1 0 0,1-1 0,0 1 0,-1-1 1,1 1-1,-1 0 0,1 0 0,-1-1 0,1 1 1,-1 0-1,1 0 0,-1-1 0,-11-6 48,2 1-51,0 0 1,0-1-1,-12-10 1,19 13-35,-1 0-1,1 1 1,0-1-1,0 0 1,1-1 0,-1 1-1,1 0 1,0-1-1,0 0 1,1 1 0,-2-8-1,-5-26 4,2 1 0,-1-53 0,6-81 0,2 84 0,20-653-505,14 358 395,5-64 119,-37 393 143,-4-72-1,0 108-117,-1-1 0,-1 1-1,0 0 1,-2 0 0,0 0-1,0 1 1,-2-1 0,-9-16-1,14 30-33,0 0 0,0 0 0,-1 0 0,0 0 0,1 0 0,-1 0 0,0 1 0,0-1 0,-1 1 0,1 0 0,0 0 0,-1 0 0,1 1 0,-1-1 0,0 1 0,1 0 0,-1 0 0,-6-1 0,-6 0 0,-1 1 0,1 0 0,-20 2 0,8 0 0,-223-9 0,114 2 0,78 4-8,-622-5-716,-652 128 578,1187-101 146,-423 34 0,566-54 38,0 0 0,-1 0 1,1 0-1,0 0 0,0 0 0,-1 1 0,1 0 1,0-1-1,0 1 0,0 0 0,-1 0 0,1 1 0,0-1 1,1 1-1,-1 0 0,0-1 0,0 1 0,1 0 1,-1 1-1,1-1 0,0 0 0,-4 6 0,-20 21-38,-44 38 0,3-3 0,64-60-151,0-1-1,0 1 0,0 0 0,1 0 1,0 0-1,-1 0 0,1 0 1,-2 7-1,1 3-6674</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27.608"/>
    </inkml:context>
    <inkml:brush xml:id="br0">
      <inkml:brushProperty name="width" value="0.05" units="cm"/>
      <inkml:brushProperty name="height" value="0.05" units="cm"/>
      <inkml:brushProperty name="color" value="#FFC114"/>
    </inkml:brush>
  </inkml:definitions>
  <inkml:trace contextRef="#ctx0" brushRef="#br0">5 15 24575,'0'0'0,"0"0"0,0 0 0,0 0 0,-1 0 0,1 0 0,0 0 0,0 0 0,0 0 0,0 0 0,0 0 0,0 0 0,0 0 0,-1 0 0,1 0 0,0 0 0,0 0 0,0 0 0,0 0 0,0 0 0,0 0 0,-1 0 0,1 0 0,0 0 0,0 0 0,0 0 0,0 0 0,0 0 0,0 0 0,0 0 0,-1 0 0,1 0 0,0 0 0,0 0 0,0 0 0,0 0 0,0 0 0,0 0 0,0-1 0,0 1 0,0 0 0,-1 0 0,1 0 0,0 0 0,0 0 0,0 0 0,0 0 0,0-1 0,0 1 0,0 0 0,0 0 0,0 0 0,0 0 0,0 0 0,0 0 0,0-1 0,0 1 0,0 0 0,0 0 0,0 0 0,1 0 0,-1 0 0,1 0 0,0 0 0,-1 1 0,1-1 0,-1 0 0,1 1 0,0-1 0,-1 0 0,1 1 0,-1-1 0,1 1 0,-1-1 0,1 0 0,-1 1 0,1-1 0,-1 1 0,0 0 0,1-1 0,-1 1 0,12 17 0,-2 0 0,10 22 0,6 10 0,5 5 0,-14-23 0,1-1 0,28 37 0,-44-65 0,0-1 0,1 0 0,-1 1 0,0-1 0,1 0 0,-1 0 0,1-1 0,0 1 0,-1 0 0,1-1 0,0 0 0,3 2 0,-4-3 0,-1 0 0,0 0 0,0 0 0,1 0 0,-1 0 0,0 0 0,0 0 0,1 0 0,-1 0 0,0-1 0,0 1 0,1 0 0,-1-1 0,0 1 0,0-1 0,0 1 0,0-1 0,0 0 0,0 0 0,0 1 0,0-1 0,0 0 0,0 0 0,0 0 0,-1 0 0,1 0 0,0 0 0,0 0 0,-1 0 0,1 0 0,-1 0 0,1-1 0,0-1 0,5-13 0,-1-1 0,-1 1 0,0-1 0,2-31 0,-1-72 0,-5 102 0,0-43-1365,0 39-5461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27.968"/>
    </inkml:context>
    <inkml:brush xml:id="br0">
      <inkml:brushProperty name="width" value="0.05" units="cm"/>
      <inkml:brushProperty name="height" value="0.05" units="cm"/>
      <inkml:brushProperty name="color" value="#FFC114"/>
    </inkml:brush>
  </inkml:definitions>
  <inkml:trace contextRef="#ctx0" brushRef="#br0">199 84 24575,'2'-2'0,"0"0"0,-1 0 0,1 0 0,-1 0 0,0-1 0,1 1 0,-1 0 0,0-1 0,-1 1 0,1-1 0,0 1 0,-1-1 0,1 1 0,-1-1 0,0 1 0,0-1 0,0 0 0,0-2 0,0 3 0,-1 1 0,1-1 0,0 1 0,0-1 0,-1 0 0,1 1 0,-1-1 0,1 1 0,-1 0 0,0-1 0,0 1 0,1-1 0,-1 1 0,0 0 0,0 0 0,0 0 0,-1-1 0,1 1 0,0 0 0,0 0 0,0 1 0,-1-1 0,1 0 0,-1 0 0,1 0 0,0 1 0,-1-1 0,1 1 0,-1-1 0,-2 1 0,-2 0 0,-1 0 0,0 0 0,0 1 0,1 0 0,-1 0 0,1 1 0,-1 0 0,1 0 0,0 1 0,-1-1 0,1 1 0,1 1 0,-1-1 0,0 1 0,1 0 0,0 0 0,-1 1 0,2-1 0,-1 1 0,1 0 0,-5 7 0,5-8 0,1 1 0,0-1 0,0 1 0,0-1 0,1 1 0,0 0 0,0 0 0,0 0 0,0 0 0,1 0 0,0 0 0,0 0 0,0 1 0,1-1 0,0 0 0,0 0 0,0 1 0,1-1 0,-1 0 0,1 1 0,0-1 0,1 0 0,-1 0 0,1 0 0,0 0 0,1 0 0,2 5 0,4 1 0,1-1 0,0 0 0,0 0 0,1-1 0,0 0 0,24 14 0,15 11 0,-49-34 0,0 1 0,0-1 0,0 1 0,0 0 0,0-1 0,0 1 0,0 0 0,-1 0 0,1 0 0,0 0 0,0 0 0,0 0 0,-1 0 0,1 0 0,-1 0 0,1 0 0,-1 0 0,1 0 0,-1 1 0,0-1 0,1 0 0,-1 0 0,0 0 0,0 1 0,0-1 0,0 2 0,-1-2 0,0 0 0,0 1 0,0-1 0,0 0 0,0 0 0,0 0 0,0 0 0,0 0 0,0 0 0,-1 0 0,1 0 0,0 0 0,-1-1 0,1 1 0,-1-1 0,1 1 0,-3 0 0,-9 2 0,0 0 0,-1 0 0,-17 0 0,15-1-341,0-2 0,0 0-1,-20-2 1,16-2-6485</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28.233"/>
    </inkml:context>
    <inkml:brush xml:id="br0">
      <inkml:brushProperty name="width" value="0.05" units="cm"/>
      <inkml:brushProperty name="height" value="0.05" units="cm"/>
      <inkml:brushProperty name="color" value="#FFC114"/>
    </inkml:brush>
  </inkml:definitions>
  <inkml:trace contextRef="#ctx0" brushRef="#br0">153 53 24575,'1'0'0,"0"0"0,0 0 0,0 0 0,0 0 0,-1-1 0,1 1 0,0 0 0,0-1 0,0 1 0,-1 0 0,1-1 0,0 1 0,0-1 0,-1 0 0,1 1 0,0-1 0,-1 0 0,1 1 0,-1-1 0,1 0 0,-1 1 0,1-1 0,-1 0 0,0 0 0,1 0 0,-1 1 0,0-1 0,1 0 0,-1 0 0,0 0 0,0 0 0,0 0 0,0 0 0,0 1 0,0-1 0,0 0 0,0 0 0,0 0 0,0 0 0,-1 0 0,1 0 0,0 1 0,-1-1 0,1 0 0,0 0 0,-1 0 0,1 1 0,-1-1 0,1 0 0,-1 1 0,0-1 0,1 0 0,-1 1 0,0-1 0,1 1 0,-1-1 0,-1 0 0,-1-1 0,0 0 0,-1 0 0,1 1 0,-1-1 0,1 1 0,-1 0 0,0 0 0,1 0 0,-1 0 0,0 1 0,0-1 0,1 1 0,-1 0 0,0 0 0,0 1 0,0-1 0,1 1 0,-1 0 0,0 0 0,1 0 0,-1 0 0,0 0 0,1 1 0,0 0 0,-1 0 0,1 0 0,0 0 0,0 0 0,0 1 0,-4 4 0,2-2 0,0 1 0,0 0 0,1-1 0,0 2 0,0-1 0,1 0 0,0 1 0,0 0 0,0 0 0,1 0 0,0 0 0,1 0 0,-1 0 0,1 0 0,0 10 0,1-10 31,0-1 0,1 1 0,0-1 0,0 1 0,0-1 0,1 1 0,-1-1 0,2 0 1,-1 0-1,5 8 0,-4-10-138,-1 0 0,1 0 1,0-1-1,0 1 0,0-1 1,1 0-1,-1 0 0,1 0 1,0-1-1,0 1 0,0-1 1,0 0-1,0 0 0,0 0 1,8 2-1,8 1-6719</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28.965"/>
    </inkml:context>
    <inkml:brush xml:id="br0">
      <inkml:brushProperty name="width" value="0.05" units="cm"/>
      <inkml:brushProperty name="height" value="0.05" units="cm"/>
      <inkml:brushProperty name="color" value="#FFC114"/>
    </inkml:brush>
  </inkml:definitions>
  <inkml:trace contextRef="#ctx0" brushRef="#br0">136 210 24575,'0'-1'0,"1"0"0,-1 0 0,0 0 0,0 0 0,0 0 0,0 0 0,-1 0 0,1 0 0,0 0 0,0 0 0,-1 0 0,1 0 0,0 0 0,-1 0 0,1 0 0,-1 0 0,1 0 0,-1 0 0,0 0 0,1 1 0,-1-1 0,0 0 0,0 0 0,1 1 0,-1-1 0,0 0 0,0 1 0,0-1 0,0 1 0,0-1 0,0 1 0,0 0 0,0-1 0,0 1 0,0 0 0,0 0 0,0 0 0,0-1 0,0 1 0,0 0 0,0 0 0,0 1 0,0-1 0,0 0 0,0 0 0,0 0 0,-1 1 0,-3 0 0,1 1 0,0-1 0,-1 1 0,1 0 0,0 0 0,0 0 0,0 1 0,0 0 0,-5 5 0,3-2 0,0 1 0,0 0 0,1 0 0,0 1 0,0 0 0,1 0 0,0 0 0,1 0 0,-1 1 0,-2 10 0,6-16 0,-1 0 0,0 0 0,1 0 0,-1 0 0,1 0 0,0 0 0,0 0 0,0 0 0,1 0 0,-1 0 0,1 0 0,-1-1 0,1 1 0,0 0 0,0 0 0,0 0 0,1-1 0,-1 1 0,1-1 0,-1 1 0,1-1 0,0 1 0,0-1 0,0 0 0,0 0 0,0 0 0,0 0 0,1 0 0,-1-1 0,1 1 0,-1-1 0,1 1 0,0-1 0,4 2 0,-4-3 0,0 1 0,0 0 0,0-1 0,0 0 0,1 0 0,-1 0 0,0 0 0,0 0 0,0 0 0,0-1 0,0 0 0,1 1 0,-1-1 0,0 0 0,-1-1 0,1 1 0,0 0 0,0-1 0,0 0 0,-1 0 0,1 1 0,-1-1 0,1-1 0,-1 1 0,0 0 0,0-1 0,2-2 0,-2 2 0,0 0 0,0 1 0,0-1 0,0 0 0,0 0 0,-1-1 0,0 1 0,1 0 0,-1 0 0,-1-1 0,1 1 0,0-1 0,-1 1 0,1-1 0,-1 1 0,0-1 0,0 1 0,-1-1 0,1 1 0,-1 0 0,0-1 0,1 1 0,-2-1 0,-1-4 0,3 8 0,0-1 0,0 1 0,0-1 0,0 1 0,0-1 0,0 1 0,0-1 0,0 1 0,0-1 0,0 1 0,0-1 0,0 1 0,0-1 0,0 1 0,0-1 0,0 1 0,1-1 0,-1 1 0,0-1 0,0 1 0,1 0 0,-1-1 0,0 1 0,1-1 0,-1 1 0,0 0 0,1-1 0,-1 1 0,1 0 0,-1-1 0,1 1 0,-1 0 0,1 0 0,-1-1 0,0 1 0,1 0 0,-1 0 0,1 0 0,-1 0 0,1 0 0,-1 0 0,1 0 0,0 0 0,0 0 0,35-6 0,-22 4 0,7-2 0,33-8 0,-50 11 0,1 0 0,-1-1 0,1 0 0,-1 0 0,0 0 0,0 0 0,0-1 0,6-4 0,-10 7 0,1-1 0,-1 1 0,1-1 0,-1 1 0,1-1 0,-1 1 0,1-1 0,-1 1 0,0-1 0,1 1 0,-1-1 0,0 0 0,1 1 0,-1-1 0,0 1 0,0-1 0,0 0 0,0 1 0,0-1 0,1 0 0,-1 1 0,0-1 0,0 0 0,-1 1 0,1-1 0,0-1 0,-1 1 0,1 0 0,-1 0 0,0 0 0,1 0 0,-1 1 0,0-1 0,0 0 0,0 0 0,0 1 0,0-1 0,0 1 0,0-1 0,0 1 0,-1-1 0,-3-1 0,0 0 0,0 1 0,0 0 0,0 0 0,0 0 0,-5 0 0,6 1 0,1 1 0,0-1 0,0 1 0,-1-1 0,1 1 0,0 0 0,0 0 0,0 1 0,0-1 0,0 0 0,0 1 0,1 0 0,-1 0 0,0 0 0,1 0 0,-1 0 0,1 0 0,0 1 0,0-1 0,0 1 0,0 0 0,0-1 0,1 1 0,-1 0 0,1 0 0,0 0 0,-1 0 0,1 0 0,1 1 0,-1-1 0,0 0 0,1 0 0,-1 5 0,1-3 0,0 0 0,-1 0 0,1 0 0,1 0 0,-1-1 0,1 1 0,0 0 0,0 0 0,0 0 0,1-1 0,-1 1 0,1-1 0,0 1 0,1-1 0,-1 0 0,1 0 0,0 0 0,0 0 0,0 0 0,0-1 0,1 1 0,4 3 0,-4-4 0,1-1 0,0 1 0,0-1 0,0 0 0,0 0 0,0-1 0,0 0 0,1 1 0,-1-2 0,0 1 0,1-1 0,-1 1 0,0-1 0,7-1 0,-3-1 0,-1 0 0,0 0 0,0 0 0,-1-1 0,1 0 0,0-1 0,-1 0 0,12-7 0,-8 3 0,0-1 0,-1 0 0,0 0 0,-1-1 0,1 0 0,-2 0 0,0-1 0,0-1 0,-1 1 0,0-1 0,5-14 0,-6 9 0,-1 0 0,-1 0 0,-1-1 0,0 1 0,-1-1 0,-1 1 0,-2-33 0,0 47 0,1 0 0,-1 0 0,0-1 0,0 1 0,0 0 0,-3-6 0,4 9 0,0 0 0,0-1 0,0 1 0,-1 0 0,1-1 0,0 1 0,0 0 0,-1-1 0,1 1 0,0 0 0,-1-1 0,1 1 0,0 0 0,-1 0 0,1-1 0,-1 1 0,1 0 0,0 0 0,-1 0 0,1 0 0,-1 0 0,0-1 0,1 2 0,-1-1 0,0 0 0,1 0 0,-1 1 0,1-1 0,-1 0 0,1 1 0,-1-1 0,0 0 0,1 1 0,0-1 0,-1 1 0,1-1 0,-1 1 0,1-1 0,-1 1 0,1 0 0,0-1 0,0 1 0,-1 0 0,-4 9 0,1 0 0,0 1 0,1-1 0,0 1 0,0 0 0,1 0 0,0 12 0,0 1 0,2 0 0,3 31 0,-3-44-114,2-1 1,-1 1-1,2-1 0,-1 1 0,2-1 1,-1 0-1,1 0 0,1 0 0,0 0 1,0-1-1,9 12 0,4-1-6712</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29.274"/>
    </inkml:context>
    <inkml:brush xml:id="br0">
      <inkml:brushProperty name="width" value="0.05" units="cm"/>
      <inkml:brushProperty name="height" value="0.05" units="cm"/>
      <inkml:brushProperty name="color" value="#FFC114"/>
    </inkml:brush>
  </inkml:definitions>
  <inkml:trace contextRef="#ctx0" brushRef="#br0">86 319 24575,'0'-4'0,"1"0"0,-1 0 0,1 0 0,0 0 0,0 0 0,0 0 0,0 1 0,0-1 0,1 0 0,0 1 0,0-1 0,0 1 0,0-1 0,1 1 0,3-5 0,5-2 0,-1 1 0,2 0 0,13-9 0,-16 11 0,1 1 0,-1-2 0,0 1 0,16-18 0,-23 22 0,0 0 0,0 0 0,0-1 0,0 1 0,-1 0 0,0-1 0,1 1 0,-1-1 0,0 1 0,-1-1 0,1 1 0,-1-1 0,1 0 0,-1 1 0,0-1 0,-1 0 0,1 1 0,0-1 0,-1 1 0,-1-6 0,1 5 0,-1 0 0,1 0 0,-1 0 0,0 0 0,0 0 0,0 0 0,-1 1 0,1-1 0,-1 1 0,0-1 0,0 1 0,0 0 0,0 0 0,0 1 0,-1-1 0,0 1 0,1-1 0,-8-3 0,5 4 0,0 0 0,0 0 0,-1 1 0,1-1 0,0 1 0,0 1 0,-1-1 0,1 1 0,0 0 0,0 1 0,-1-1 0,-7 3 0,8-2 0,0 1 0,1-1 0,-1 1 0,1 1 0,-1-1 0,1 1 0,0 0 0,0 0 0,0 0 0,1 1 0,-1 0 0,1-1 0,-6 7 0,8-6 0,-1-1 0,1 1 0,0 0 0,-1 0 0,2 0 0,-1 0 0,0 0 0,1 0 0,0 1 0,0-1 0,0 0 0,0 1 0,1-1 0,0 1 0,0-1 0,0 1 0,0-1 0,1 1 0,1 4 0,0-1-54,0 1-1,1-1 0,0 0 1,1-1-1,-1 1 1,2 0-1,-1-1 0,1 0 1,0 0-1,0-1 1,1 1-1,0-1 0,0 0 1,0-1-1,1 1 0,0-1 1,0-1-1,0 1 1,1-1-1,0 0 0,-1-1 1,1 0-1,0 0 1,10 1-1,5 0-6771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30.395"/>
    </inkml:context>
    <inkml:brush xml:id="br0">
      <inkml:brushProperty name="width" value="0.05" units="cm"/>
      <inkml:brushProperty name="height" value="0.05" units="cm"/>
      <inkml:brushProperty name="color" value="#FFC114"/>
    </inkml:brush>
  </inkml:definitions>
  <inkml:trace contextRef="#ctx0" brushRef="#br0">215 42 24575,'7'-25'0,"-2"8"0,-8 25 0,-1 0 0,-1-1 0,-7 12 0,-1-1 0,-40 60 0,-72 80 0,124-158 0,0 1 0,0 0 0,0 0 0,0 1 0,1-1 0,-1 0 0,0 0 0,0 0 0,1 1 0,-1-1 0,0 0 0,1 0 0,0 1 0,-1-1 0,1 1 0,0-1 0,-1 0 0,1 1 0,0-1 0,0 1 0,0-1 0,1 2 0,0-1 0,0-1 0,0 1 0,0-1 0,1 1 0,-1-1 0,1 1 0,-1-1 0,1 0 0,0 0 0,-1 0 0,1 0 0,0 0 0,0 0 0,3 1 0,84 42 315,-51-24-1155,51 18 0,-65-29-5986</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30.723"/>
    </inkml:context>
    <inkml:brush xml:id="br0">
      <inkml:brushProperty name="width" value="0.05" units="cm"/>
      <inkml:brushProperty name="height" value="0.05" units="cm"/>
      <inkml:brushProperty name="color" value="#FFC114"/>
    </inkml:brush>
  </inkml:definitions>
  <inkml:trace contextRef="#ctx0" brushRef="#br0">211 55 24575,'0'-5'0,"0"0"0,0 1 0,-1-1 0,0 0 0,0 1 0,0-1 0,-2-4 0,2 8 0,1 0 0,0 0 0,-1 1 0,1-1 0,-1 0 0,1 1 0,0-1 0,-1 0 0,1 1 0,-1-1 0,0 1 0,1-1 0,-1 1 0,1-1 0,-1 1 0,0-1 0,0 1 0,1 0 0,-1-1 0,0 1 0,0 0 0,1 0 0,-1-1 0,0 1 0,0 0 0,1 0 0,-1 0 0,0 0 0,0 0 0,0 0 0,1 0 0,-1 0 0,0 0 0,0 1 0,0-1 0,1 0 0,-1 0 0,0 1 0,1-1 0,-1 1 0,0-1 0,0 0 0,1 1 0,-1-1 0,1 1 0,-1 0 0,1-1 0,-2 2 0,-22 20 0,1 1 0,1 1 0,-21 29 0,10-11 0,30-39 0,0 0 0,1 0 0,-1 1 0,1-1 0,0 1 0,0 0 0,0-1 0,1 1 0,-1 0 0,1 0 0,-2 8 0,3-9 0,0 0 0,1 0 0,-1 0 0,0 0 0,1-1 0,0 1 0,0 0 0,0 0 0,0 0 0,0-1 0,0 1 0,1-1 0,-1 1 0,1-1 0,0 0 0,-1 1 0,1-1 0,3 2 0,11 11-195,0-1 0,2-1 0,-1-1 0,2 0 0,-1-1 0,24 9 0,-17-9-6631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31.098"/>
    </inkml:context>
    <inkml:brush xml:id="br0">
      <inkml:brushProperty name="width" value="0.05" units="cm"/>
      <inkml:brushProperty name="height" value="0.05" units="cm"/>
      <inkml:brushProperty name="color" value="#FFC114"/>
    </inkml:brush>
  </inkml:definitions>
  <inkml:trace contextRef="#ctx0" brushRef="#br0">204 83 24575,'0'-5'0,"0"0"0,0 0 0,0 0 0,-1 0 0,0 1 0,0-1 0,0 0 0,-1 0 0,0 1 0,-3-7 0,4 10 0,0-1 0,-1 0 0,1 0 0,-1 1 0,1-1 0,-1 0 0,0 1 0,0 0 0,0-1 0,0 1 0,0 0 0,0 0 0,0 0 0,0 0 0,0 1 0,0-1 0,0 1 0,-1-1 0,1 1 0,0 0 0,0-1 0,-1 1 0,1 0 0,-4 1 0,0 0 0,0 0 0,0 1 0,0-1 0,0 1 0,1 1 0,-1-1 0,1 1 0,-1 0 0,1 0 0,0 0 0,0 1 0,0 0 0,1 0 0,-1 0 0,1 0 0,0 1 0,0 0 0,0 0 0,1 0 0,0 0 0,0 0 0,-3 8 0,1-3 0,1 0 0,0 1 0,1-1 0,0 1 0,0 0 0,1 0 0,1 0 0,0 0 0,0 0 0,1 0 0,2 17 0,-1-23-62,1 1 0,-1 0 0,1-1 0,0 1 0,0-1 0,1 0 0,-1 1 0,1-1 0,0 0 0,1-1 0,-1 1 0,1-1-1,0 1 1,0-1 0,1 0 0,-1 0 0,1-1 0,-1 0 0,1 1 0,0-1 0,11 4 0,9 3-6764</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31.896"/>
    </inkml:context>
    <inkml:brush xml:id="br0">
      <inkml:brushProperty name="width" value="0.05" units="cm"/>
      <inkml:brushProperty name="height" value="0.05" units="cm"/>
      <inkml:brushProperty name="color" value="#FFC114"/>
    </inkml:brush>
  </inkml:definitions>
  <inkml:trace contextRef="#ctx0" brushRef="#br0">187 246 24575,'-1'-5'0,"-1"-1"0,1 0 0,-1 1 0,0-1 0,-1 1 0,1 0 0,-1 0 0,0 0 0,-7-8 0,9 11 0,0 1 0,0 0 0,0 0 0,0 0 0,0 0 0,-1 0 0,1 0 0,0 0 0,-1 0 0,1 0 0,-1 1 0,1-1 0,-1 0 0,1 1 0,-1 0 0,1-1 0,-1 1 0,0 0 0,1 0 0,-1-1 0,-2 2 0,0-1 0,1 1 0,-1 0 0,1 0 0,0 0 0,-1 0 0,1 1 0,0-1 0,0 1 0,-5 4 0,0 0 0,0 1 0,0 0 0,1 0 0,0 1 0,1 0 0,-8 10 0,10-11 0,0 0 0,1 0 0,0 0 0,0 0 0,0 1 0,1-1 0,0 1 0,0-1 0,0 11 0,2-15 0,0 0 0,0 0 0,0 0 0,0 0 0,1 0 0,-1 0 0,1 0 0,0 0 0,0 0 0,0 0 0,0 0 0,1-1 0,-1 1 0,1 0 0,-1-1 0,1 1 0,0-1 0,0 0 0,0 0 0,0 0 0,1 1 0,-1-2 0,0 1 0,1 0 0,0-1 0,2 2 0,0 0 0,0-1 0,1 0 0,-1-1 0,0 0 0,1 1 0,-1-2 0,0 1 0,1 0 0,-1-1 0,1 0 0,0-1 0,-1 1 0,0-1 0,1 0 0,-1 0 0,1-1 0,5-2 0,-7 3 0,0-1 0,-1 0 0,1 0 0,0 0 0,-1-1 0,1 1 0,-1-1 0,0 1 0,0-1 0,0 0 0,0-1 0,-1 1 0,1 0 0,-1-1 0,1 1 0,-1-1 0,-1 0 0,1 0 0,0 0 0,-1 0 0,0 0 0,1-7 0,-1 5 0,-1 0 0,0 1 0,-1-1 0,0 0 0,0 0 0,0 1 0,-1-1 0,1 0 0,-1 1 0,0 0 0,-1-1 0,0 1 0,1 0 0,-2 0 0,1 0 0,0 1 0,-1-1 0,-7-5 0,84 18 0,-50-6 0,42-2 0,-58-1 0,-1 0 0,1 0 0,0 0 0,0-1 0,-1 0 0,1 0 0,-1 0 0,1-1 0,-1 0 0,9-6 0,-14 8 0,0 1 0,0 0 0,0-1 0,-1 1 0,1-1 0,0 0 0,-1 1 0,1-1 0,0 1 0,-1-1 0,1 0 0,-1 0 0,1 1 0,-1-1 0,1 0 0,-1 0 0,1 0 0,-1 0 0,0 1 0,1-1 0,-1 0 0,0 0 0,0 0 0,0 0 0,0 0 0,0 0 0,0 0 0,0 0 0,0 0 0,0 0 0,0 1 0,0-1 0,-1 0 0,1 0 0,0 0 0,-1 0 0,1 0 0,-1 1 0,1-1 0,-1 0 0,1 0 0,-1 1 0,1-1 0,-1 0 0,-1 0 0,1 0 0,0 0 0,-1 0 0,1 0 0,0 1 0,-1-1 0,1 1 0,-1-1 0,1 1 0,-1-1 0,1 1 0,-1 0 0,1 0 0,-1 0 0,1 0 0,-1 0 0,1 0 0,-1 0 0,0 0 0,1 1 0,-1-1 0,1 1 0,0-1 0,-1 1 0,1-1 0,-1 1 0,1 0 0,0 0 0,-2 1 0,-4 4 0,0 1 0,0 0 0,1 1 0,0 0 0,1 0 0,-1 0 0,1 0 0,1 1 0,-7 17 0,8-19 0,1 0 0,0 0 0,0 0 0,0 0 0,1 1 0,0-1 0,1 0 0,0 1 0,0-1 0,0 1 0,1-1 0,0 0 0,3 12 0,-3-17 0,-1 0 0,1 0 0,0 0 0,0 0 0,0 0 0,0 0 0,1 0 0,-1 0 0,0-1 0,1 1 0,-1-1 0,1 1 0,0-1 0,-1 1 0,1-1 0,0 0 0,0 0 0,0 0 0,0 0 0,3 1 0,-2-1 0,0-1 0,0 1 0,0-1 0,0 0 0,0 0 0,0 0 0,0-1 0,0 1 0,0-1 0,0 0 0,0 0 0,0 1 0,3-3 0,2-1 0,1-1 0,-1 0 0,0 0 0,0-1 0,-1 0 0,1 0 0,-1-1 0,9-10 0,-7 5 0,-1-1 0,0 0 0,-1 0 0,0-1 0,-1 1 0,0-2 0,-1 1 0,-1 0 0,3-17 0,-5 19 0,0 0 0,-1 0 0,-1 0 0,0-1 0,0 1 0,-1 0 0,-1 0 0,0 0 0,0 0 0,-1 0 0,-8-18 0,10 28 0,0 0 0,0 0 0,0 0 0,0 0 0,-1 0 0,1 0 0,-1 1 0,1-1 0,-1 1 0,1-1 0,-1 1 0,0-1 0,-2 0 0,4 2 0,-1 0 0,1-1 0,0 1 0,-1 0 0,1 0 0,-1 0 0,1 0 0,-1 0 0,1 0 0,-1 0 0,1 0 0,-1 0 0,1 0 0,-1 0 0,1 0 0,-1 0 0,1 0 0,-1 0 0,1 0 0,0 1 0,-1-1 0,1 0 0,-1 1 0,0 0 0,0-1 0,0 1 0,1 0 0,-1 0 0,0 0 0,1 0 0,-1 0 0,1 0 0,-1 0 0,1 0 0,0 0 0,-1 1 0,1-1 0,0 1 0,-2 11 0,1-1 0,0 0 0,1 1 0,1-1 0,0 1 0,4 18 0,21 74 0,-24-98 0,20 62-1365,-12-42-5461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32.253"/>
    </inkml:context>
    <inkml:brush xml:id="br0">
      <inkml:brushProperty name="width" value="0.05" units="cm"/>
      <inkml:brushProperty name="height" value="0.05" units="cm"/>
      <inkml:brushProperty name="color" value="#FFC114"/>
    </inkml:brush>
  </inkml:definitions>
  <inkml:trace contextRef="#ctx0" brushRef="#br0">1 83 24575,'0'0'0,"0"0"0,1-1 0,-1 1 0,0 0 0,1-1 0,-1 1 0,0 0 0,1 0 0,-1-1 0,0 1 0,1 0 0,-1 0 0,1 0 0,-1-1 0,1 1 0,-1 0 0,1 0 0,-1 0 0,0 0 0,1 0 0,-1 0 0,1 0 0,-1 0 0,1 0 0,0 0 0,19 2 0,-15-2 0,14 1 0,12 1 0,34-3 0,-63 1 0,-1 0 0,0 0 0,1 0 0,-1 0 0,0-1 0,1 1 0,-1 0 0,0-1 0,0 1 0,1-1 0,-1 1 0,0-1 0,0 0 0,0 1 0,0-1 0,0 0 0,0 0 0,2-2 0,-2 2 0,-1 1 0,0-1 0,1 0 0,-1 0 0,0 0 0,0 0 0,0 0 0,0 0 0,0 1 0,0-1 0,0 0 0,0 0 0,0 0 0,0 0 0,0 0 0,0 0 0,-1 0 0,1 1 0,0-1 0,-2-2 0,0 0 0,0-1 0,0 1 0,-1-1 0,0 1 0,1 0 0,-1 0 0,-1 0 0,1 0 0,0 1 0,-6-4 0,6 4 0,0 0 0,0 0 0,-1 1 0,1-1 0,-1 1 0,1 0 0,-1 0 0,0 0 0,1 1 0,-1-1 0,0 1 0,0 0 0,1 0 0,-1 0 0,0 1 0,0-1 0,-3 2 0,4-1 0,1 0 0,0 0 0,-1 1 0,1-1 0,0 1 0,0-1 0,0 1 0,0 0 0,1-1 0,-1 1 0,0 0 0,1 1 0,-1-1 0,1 0 0,0 0 0,0 0 0,0 1 0,0-1 0,0 1 0,0-1 0,1 1 0,-1-1 0,1 1 0,-1-1 0,1 5 0,0 1-44,-1-1 0,1 1 0,1-1 0,-1 0 0,1 1 0,1-1 0,-1 0 0,1 1 0,0-1 0,1 0 0,0 0 0,0-1 0,1 1 0,-1 0 0,1-1 0,1 0 0,-1 0 0,1 0-1,0-1 1,0 0 0,1 0 0,0 0 0,0 0 0,0-1 0,0 0 0,1 0 0,-1-1 0,1 0 0,0 0 0,11 3 0,11 1-6782</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32.532"/>
    </inkml:context>
    <inkml:brush xml:id="br0">
      <inkml:brushProperty name="width" value="0.05" units="cm"/>
      <inkml:brushProperty name="height" value="0.05" units="cm"/>
      <inkml:brushProperty name="color" value="#FFC114"/>
    </inkml:brush>
  </inkml:definitions>
  <inkml:trace contextRef="#ctx0" brushRef="#br0">67 19 24575,'-9'-4'0,"0"1"0,0 0 0,0 0 0,-12-1 0,11 2 0,29 12 0,29 21 0,-34-22 0,-2-1 43,0 1 0,0 0-1,-1 1 1,0 0 0,0 0-1,-1 1 1,16 24 0,-23-31-102,-1 0 0,0 0 0,0 1 0,0-1 0,0 0 0,-1 1 1,1 0-1,-1-1 0,0 1 0,-1 0 0,1-1 0,-1 1 1,0 0-1,0 0 0,0 0 0,-1-1 0,0 1 0,0 0 0,0-1 1,0 1-1,-1-1 0,0 1 0,0-1 0,0 0 0,0 1 0,-1-1 1,0 0-1,-4 5 0,-3 2-6767</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32.751"/>
    </inkml:context>
    <inkml:brush xml:id="br0">
      <inkml:brushProperty name="width" value="0.05" units="cm"/>
      <inkml:brushProperty name="height" value="0.05" units="cm"/>
      <inkml:brushProperty name="color" value="#FFC114"/>
    </inkml:brush>
  </inkml:definitions>
  <inkml:trace contextRef="#ctx0" brushRef="#br0">26 19 24575,'-4'-16'0,"3"16"0,1 0 0,0 0 0,0-1 0,0 1 0,-1 0 0,1 0 0,0 0 0,-1-1 0,1 1 0,0 0 0,0 0 0,-1 0 0,1 0 0,0 0 0,-1 0 0,1 0 0,0 0 0,-1-1 0,1 1 0,0 0 0,-1 0 0,1 0 0,0 0 0,0 1 0,-1-1 0,1 0 0,-1 0 0,0 1 0,0-1 0,0 1 0,1-1 0,-1 1 0,0 0 0,0 0 0,1-1 0,-1 1 0,0 0 0,1 0 0,-1 0 0,1 0 0,-1 0 0,1 0 0,-1 0 0,1 0 0,0 0 0,-1 0 0,1 0 0,0 0 0,0 0 0,0 0 0,0 0 0,0 0 0,0 1 0,1 5 0,0-1 0,0 0 0,0 0 0,1 0 0,0 0 0,0 0 0,1-1 0,4 9 0,31 44 0,-21-33 0,-10-14 0,4 4 0,-1 1 0,0 1 0,-1 0 0,10 28 0,-17-40 0,-1 0 0,0-1 0,0 1 0,0 0 0,-1 1 0,1-1 0,-1 0 0,0 0 0,-1 0 0,1 0 0,-1 0 0,0 0 0,-1 0 0,1 0 0,-1 0 0,0-1 0,0 1 0,0-1 0,0 1 0,-1-1 0,0 0 0,-5 6 0,0-1-455,-1 0 0,-16 12 0,-23 13-6371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38.034"/>
    </inkml:context>
    <inkml:brush xml:id="br0">
      <inkml:brushProperty name="width" value="0.05" units="cm"/>
      <inkml:brushProperty name="height" value="0.05" units="cm"/>
      <inkml:brushProperty name="color" value="#FFC114"/>
    </inkml:brush>
  </inkml:definitions>
  <inkml:trace contextRef="#ctx0" brushRef="#br0">1 1 24575,'0'5'0,"0"9"0,0 6 0,0 7 0,0 3 0,3 1 0,1-1 0,2 5 0,1 1 0,1 3 0,0 4 0,2 5 0,-2-4-8191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38.175"/>
    </inkml:context>
    <inkml:brush xml:id="br0">
      <inkml:brushProperty name="width" value="0.05" units="cm"/>
      <inkml:brushProperty name="height" value="0.05" units="cm"/>
      <inkml:brushProperty name="color" value="#FFC114"/>
    </inkml:brush>
  </inkml:definitions>
  <inkml:trace contextRef="#ctx0" brushRef="#br0">1 1 24575,'0'8'0,"3"12"0,1 11 0,2 6 0,1 2 0,1 1 0,3 1 0,2 1 0,5-3 0,2 2 0,-3-7-8191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8:35:38.409"/>
    </inkml:context>
    <inkml:brush xml:id="br0">
      <inkml:brushProperty name="width" value="0.05" units="cm"/>
      <inkml:brushProperty name="height" value="0.05" units="cm"/>
      <inkml:brushProperty name="color" value="#FFC114"/>
    </inkml:brush>
  </inkml:definitions>
  <inkml:trace contextRef="#ctx0" brushRef="#br0">61 0 24575,'-25'93'0,"-2"17"0,23-75 0,1 1 0,2 0 0,1 0 0,2 0 0,2 0 0,9 43 0,68 211 0,-46-180 0,-5-8 0,-4 1 0,-5 1 0,11 161 0,-23-66-1365,-6-109-5461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45.594"/>
    </inkml:context>
    <inkml:brush xml:id="br0">
      <inkml:brushProperty name="width" value="0.05" units="cm"/>
      <inkml:brushProperty name="height" value="0.05" units="cm"/>
      <inkml:brushProperty name="color" value="#FFC114"/>
    </inkml:brush>
  </inkml:definitions>
  <inkml:trace contextRef="#ctx0" brushRef="#br0">16 488 24575,'-11'4'0,"7"-3"0,11-5 0,59-30 0,78-27 0,-76 34 0,746-280 0,-784 297 0,-3 2 0,0-2 0,36-17 0,-59 23 137,-10 4 51,-14 5-995,17-4-76,-13 2-5943</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46.015"/>
    </inkml:context>
    <inkml:brush xml:id="br0">
      <inkml:brushProperty name="width" value="0.05" units="cm"/>
      <inkml:brushProperty name="height" value="0.05" units="cm"/>
      <inkml:brushProperty name="color" value="#FFC114"/>
    </inkml:brush>
  </inkml:definitions>
  <inkml:trace contextRef="#ctx0" brushRef="#br0">52 1 24575,'-9'0'0,"6"0"0,0-1 0,1 1 0,-1 0 0,0 0 0,1 0 0,-1 1 0,1-1 0,-1 0 0,0 1 0,1 0 0,-1-1 0,1 1 0,-1 0 0,-2 2 0,5-3 0,0 0 0,0 1 0,0-1 0,-1 0 0,1 0 0,0 0 0,0 0 0,0 0 0,0 0 0,0 0 0,0 0 0,0 0 0,0 1 0,0-1 0,0 0 0,0 0 0,0 0 0,0 0 0,0 0 0,0 0 0,0 0 0,0 1 0,0-1 0,0 0 0,0 0 0,0 0 0,0 0 0,0 0 0,0 0 0,1 0 0,-1 0 0,0 1 0,0-1 0,0 0 0,0 0 0,0 0 0,0 0 0,0 0 0,0 0 0,0 0 0,0 0 0,0 0 0,1 0 0,-1 0 0,0 0 0,0 0 0,0 0 0,0 0 0,0 0 0,10 4 0,10-2 0,7-2 0,1-1 0,36-6 0,-35 3 0,56 0 0,-82 4 0,0 0 0,0 0 0,1 0 0,-1 1 0,0-1 0,0 1 0,0 0 0,0 0 0,0 0 0,-1 0 0,1 1 0,0-1 0,0 1 0,-1 0 0,1 0 0,-1 0 0,1 0 0,3 4 0,-4-2 0,0-1 0,0 0 0,0 1 0,-1 0 0,0-1 0,1 1 0,-1 0 0,0 0 0,-1 0 0,1 0 0,-1 0 0,0 0 0,0 4 0,-1 6 0,-1 0 0,0 0 0,-1 0 0,-1-1 0,0 1 0,-1-1 0,-8 16 0,7-16-170,-1 0-1,-1 0 0,0-1 1,0 0-1,-2 0 0,1-1 1,-17 15-1,10-15-6655</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47.169"/>
    </inkml:context>
    <inkml:brush xml:id="br0">
      <inkml:brushProperty name="width" value="0.05" units="cm"/>
      <inkml:brushProperty name="height" value="0.05" units="cm"/>
      <inkml:brushProperty name="color" value="#FFC114"/>
    </inkml:brush>
  </inkml:definitions>
  <inkml:trace contextRef="#ctx0" brushRef="#br0">24 252 24575,'-1'0'0,"0"0"0,0 0 0,0 0 0,0 0 0,0 0 0,0-1 0,0 1 0,0 0 0,1 0 0,-1-1 0,0 1 0,0-1 0,0 1 0,0-1 0,0 1 0,1-1 0,-1 0 0,0 1 0,0-1 0,1 0 0,-1 0 0,0 1 0,1-1 0,-1 0 0,1 0 0,-1 0 0,1 0 0,0 0 0,-1 0 0,1 0 0,0 1 0,0-1 0,-1 0 0,1 0 0,0 0 0,0 0 0,0 0 0,0 0 0,0 0 0,0 0 0,1-2 0,-1 0 0,1 0 0,-1 0 0,1 1 0,0-1 0,0 0 0,0 1 0,0-1 0,0 1 0,1-1 0,-1 1 0,1-1 0,-1 1 0,5-4 0,-3 3 0,1 0 0,-1 0 0,1 1 0,0-1 0,0 1 0,0 0 0,0 0 0,0 0 0,1 1 0,-1-1 0,1 1 0,-1 0 0,1 0 0,-1 1 0,1 0 0,0-1 0,-1 1 0,1 1 0,-1-1 0,1 1 0,-1 0 0,1 0 0,-1 0 0,1 0 0,-1 1 0,0 0 0,0 0 0,0 0 0,0 0 0,0 1 0,0-1 0,0 1 0,-1 0 0,1 0 0,-1 1 0,0-1 0,0 1 0,0-1 0,-1 1 0,4 6 0,4 9 0,-1 0 0,-1 0 0,-1 1 0,-1 0 0,0 1 0,-2-1 0,0 1 0,-1 0 0,-1 0 0,-1 0 0,-3 28 0,2-45 0,-1 0 0,1 0 0,-1-1 0,0 1 0,-1 0 0,1-1 0,-1 1 0,-1 3 0,2-6 0,1-1 0,0 1 0,-1 0 0,1-1 0,0 1 0,-1-1 0,1 1 0,-1-1 0,1 1 0,-1-1 0,0 1 0,1-1 0,-1 1 0,1-1 0,-1 0 0,0 1 0,1-1 0,-1 0 0,0 1 0,0-1 0,1 0 0,-1 0 0,0 0 0,1 0 0,-1 0 0,0 0 0,0 0 0,1 0 0,-1 0 0,0 0 0,1 0 0,-1 0 0,0-1 0,0 1 0,1 0 0,-1 0 0,0-1 0,1 1 0,-1 0 0,1-1 0,-1 1 0,0-1 0,1 1 0,-1-1 0,1 1 0,-1-1 0,1 1 0,0-1 0,-1 0 0,0-1 0,-3-3 0,0-1 0,0 0 0,1 0 0,0-1 0,0 1 0,1-1 0,-1 0 0,2 1 0,-3-10 0,-6-66 0,10 79 0,-2-21 0,2 1 0,0-1 0,2 1 0,0-1 0,2 1 0,0 0 0,2 0 0,0 1 0,2-1 0,14-29 0,-19 47 0,0 0 0,0 0 0,0 1 0,0-1 0,1 1 0,0 0 0,0 0 0,0 0 0,0 0 0,10-6 0,-12 9 0,0 0 0,0 0 0,1 0 0,-1 1 0,0-1 0,1 0 0,-1 1 0,1 0 0,-1-1 0,1 1 0,-1 0 0,0 0 0,1 0 0,-1 1 0,1-1 0,-1 1 0,1-1 0,-1 1 0,0 0 0,1 0 0,-1 0 0,0 0 0,0 0 0,0 0 0,0 1 0,4 2 0,2 3 0,-1 1 0,1 0 0,-1 0 0,-1 0 0,1 1 0,-2 0 0,1 0 0,6 16 0,-5-8 0,0 0 0,-2 1 0,0-1 0,3 24 0,-5-26 0,-1 0 0,0 0 0,-2 0 0,1 0 0,-2 0 0,-4 29 0,-1-34 0,2-16 0,0-17 0,6-4 0,0 1 0,2 0 0,1 0 0,2 1 0,0-1 0,15-34 0,-16 46 0,0 0 0,2 1 0,-1-1 0,13-16 0,-17 26 0,0 1 0,0-1 0,0 1 0,0-1 0,1 1 0,-1 0 0,1 0 0,0 1 0,0-1 0,0 1 0,0 0 0,0 0 0,0 0 0,1 0 0,-1 1 0,0-1 0,1 1 0,7 0 0,-9 1 0,1 1 0,-1-1 0,1 1 0,-1 0 0,0 0 0,0 1 0,1-1 0,-1 1 0,0-1 0,0 1 0,0 0 0,-1 0 0,1 0 0,0 1 0,-1-1 0,1 1 0,-1-1 0,0 1 0,0 0 0,0 0 0,0 0 0,0 0 0,2 6 0,3 8 0,-1 0 0,0 0 0,4 21 0,-5-16-341,-2 0 0,0 0-1,-1 38 1,-3-43-6485</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47.681"/>
    </inkml:context>
    <inkml:brush xml:id="br0">
      <inkml:brushProperty name="width" value="0.05" units="cm"/>
      <inkml:brushProperty name="height" value="0.05" units="cm"/>
      <inkml:brushProperty name="color" value="#FFC114"/>
    </inkml:brush>
  </inkml:definitions>
  <inkml:trace contextRef="#ctx0" brushRef="#br0">200 111 24575,'-3'-4'0,"0"-1"0,0 1 0,0-1 0,0 0 0,1 0 0,-2-6 0,-8-14 0,9 21 0,0-1 0,0 0 0,0 1 0,-1-1 0,1 1 0,-1 0 0,-9-6 0,12 9 0,0 0 0,-1 0 0,1 1 0,-1-1 0,1 1 0,-1-1 0,1 1 0,-1 0 0,1-1 0,-1 1 0,0 0 0,1 0 0,-1 0 0,1 0 0,-1 1 0,1-1 0,-1 0 0,0 1 0,1-1 0,-1 1 0,1-1 0,0 1 0,-1 0 0,1-1 0,-1 1 0,1 0 0,0 0 0,0 0 0,0 0 0,-1 0 0,1 0 0,-1 2 0,-7 8 0,0 0 0,1 1 0,0 0 0,1 0 0,0 1 0,1 0 0,0 0 0,1 0 0,1 1 0,0-1 0,1 1 0,0 0 0,1 0 0,1 1 0,0-1 0,1 0 0,1 0 0,0 1 0,0-1 0,5 16 0,-4-25 0,-1 0 0,1-1 0,0 1 0,0 0 0,0-1 0,1 1 0,-1-1 0,1 1 0,0-1 0,1 0 0,-1 0 0,1-1 0,-1 1 0,1-1 0,0 0 0,1 0 0,-1 0 0,0 0 0,1-1 0,0 0 0,-1 0 0,1 0 0,0 0 0,0-1 0,0 0 0,0 0 0,9 1 0,-8-2 0,1 0 0,-1 0 0,1-1 0,-1 1 0,1-1 0,-1-1 0,0 1 0,0-1 0,0-1 0,0 1 0,0-1 0,0 0 0,0 0 0,-1 0 0,1-1 0,-1 0 0,0 0 0,0 0 0,-1-1 0,1 0 0,6-9 0,-6 6 0,-1 0 0,0 0 0,0 0 0,-1-1 0,0 0 0,0 1 0,-1-1 0,0 0 0,0 0 0,-1 0 0,-1 0 0,1-12 0,-4-9 0,0 1 0,-10-42 0,0 3 0,26 89 0,18 65 251,-20-52-655,2-1 0,0-1 0,24 40 0,-25-53-6422</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48.119"/>
    </inkml:context>
    <inkml:brush xml:id="br0">
      <inkml:brushProperty name="width" value="0.05" units="cm"/>
      <inkml:brushProperty name="height" value="0.05" units="cm"/>
      <inkml:brushProperty name="color" value="#FFC114"/>
    </inkml:brush>
  </inkml:definitions>
  <inkml:trace contextRef="#ctx0" brushRef="#br0">17 144 24575,'-1'-6'0,"1"0"0,-1 0 0,-1 1 0,-3-13 0,4 14 0,-1 0 0,1 0 0,0 0 0,0 0 0,1 0 0,-1 0 0,1-1 0,0 1 0,0 0 0,0 0 0,1-6 0,-1 9 0,0 1 0,0 0 0,0-1 0,0 1 0,1 0 0,-1-1 0,0 1 0,0 0 0,0-1 0,0 1 0,0 0 0,1 0 0,-1-1 0,0 1 0,0 0 0,0-1 0,1 1 0,-1 0 0,0 0 0,0 0 0,1-1 0,-1 1 0,0 0 0,1 0 0,-1 0 0,0 0 0,1-1 0,-1 1 0,0 0 0,1 0 0,-1 0 0,0 0 0,1 0 0,-1 0 0,0 0 0,1 0 0,12 8 0,11 21 0,-23-28 0,11 17 0,-1-1 0,-1 2 0,-1-1 0,0 1 0,-2 1 0,0-1 0,-1 1 0,-1 1 0,-1-1 0,-1 1 0,2 30 0,-6-79 0,2 0 0,2 0 0,0 0 0,2 1 0,11-39 0,-8 44 0,16-32 0,-22 50 0,0-1 0,1 1 0,0 0 0,0-1 0,0 1 0,0 0 0,1 1 0,-1-1 0,1 1 0,0-1 0,0 1 0,0 0 0,9-4 0,-12 7 0,1-1 0,0 1 0,0-1 0,-1 1 0,1 0 0,0 0 0,0-1 0,-1 1 0,1 1 0,0-1 0,0 0 0,-1 0 0,1 1 0,0-1 0,0 1 0,-1-1 0,1 1 0,-1 0 0,3 1 0,-1 0 0,1 1 0,-1-1 0,-1 1 0,1 0 0,0 0 0,-1 0 0,1 0 0,2 5 0,2 5 0,0 0 0,-2 0 0,8 23 0,-6-10 154,4 36 1,-8-43-434,0-1 0,1 0 0,1 0 0,1 0 0,8 19 0,-6-24-6547</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48.324"/>
    </inkml:context>
    <inkml:brush xml:id="br0">
      <inkml:brushProperty name="width" value="0.05" units="cm"/>
      <inkml:brushProperty name="height" value="0.05" units="cm"/>
      <inkml:brushProperty name="color" value="#FFC114"/>
    </inkml:brush>
  </inkml:definitions>
  <inkml:trace contextRef="#ctx0" brushRef="#br0">1 1 24575,'0'5'0,"0"6"0,3 5 0,0 7 0,4 5 0,3 3 0,-1 2 0,2 2 0,1 0 0,-1-1 0,0-2 0,-1-4 0,-3-4 0,-2-6-8191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48.476"/>
    </inkml:context>
    <inkml:brush xml:id="br0">
      <inkml:brushProperty name="width" value="0.05" units="cm"/>
      <inkml:brushProperty name="height" value="0.05" units="cm"/>
      <inkml:brushProperty name="color" value="#FFC114"/>
    </inkml:brush>
  </inkml:definitions>
  <inkml:trace contextRef="#ctx0" brushRef="#br0">36 11 24575,'0'-3'0,"-3"-1"0,-4 0 0,0 4 0,-3 2 0,1 3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48.868"/>
    </inkml:context>
    <inkml:brush xml:id="br0">
      <inkml:brushProperty name="width" value="0.05" units="cm"/>
      <inkml:brushProperty name="height" value="0.05" units="cm"/>
      <inkml:brushProperty name="color" value="#FFC114"/>
    </inkml:brush>
  </inkml:definitions>
  <inkml:trace contextRef="#ctx0" brushRef="#br0">4 411 24575,'20'-23'0,"0"-2"0,-2 0 0,22-38 0,-32 49 0,3-5 0,0-1 0,-1 0 0,0 0 0,-2-1 0,-1 0 0,0-1 0,6-39 0,-13 57 0,0 0 0,1-1 0,-2 1 0,1 0 0,0 0 0,-1 0 0,0 0 0,-1-4 0,2 7 0,-1 0 0,1 0 0,-1 0 0,1 1 0,-1-1 0,1 0 0,-1 0 0,1 0 0,-1 1 0,1-1 0,-1 0 0,0 1 0,0-1 0,1 0 0,-1 1 0,0-1 0,0 1 0,0-1 0,0 1 0,1 0 0,-1-1 0,0 1 0,0 0 0,0 0 0,0-1 0,0 1 0,0 0 0,0 0 0,0 0 0,0 0 0,0 0 0,0 0 0,0 1 0,0-1 0,0 0 0,1 0 0,-1 1 0,0-1 0,-1 1 0,-4 2 0,-1 1 0,1-1 0,1 1 0,-1 0 0,1 1 0,-1 0 0,1-1 0,1 1 0,-1 1 0,1-1 0,0 1 0,-5 9 0,-1 2 0,0 1 0,2 0 0,-7 22 0,5-6 0,2 1 0,1 0 0,2 0 0,1 0 0,2 1 0,4 61 0,5-24 0,3 1 0,24 86 0,0-44 0,77 174 0,-107-281 19,3 5-192,-2-1 0,1 1 0,-1 1 0,-1-1 0,-1 0 0,0 1 0,1 20 0,-6-22-6653</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49.023"/>
    </inkml:context>
    <inkml:brush xml:id="br0">
      <inkml:brushProperty name="width" value="0.05" units="cm"/>
      <inkml:brushProperty name="height" value="0.05" units="cm"/>
      <inkml:brushProperty name="color" value="#FFC114"/>
    </inkml:brush>
  </inkml:definitions>
  <inkml:trace contextRef="#ctx0" brushRef="#br0">0 52 24575,'0'-3'0,"0"-3"0,3-2 0,4 2 0,3 1 0,3-2 0,5 2 0,2 0 0,4 2 0,3 1 0,3 1 0,-1 0 0,-5 1-8191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49.426"/>
    </inkml:context>
    <inkml:brush xml:id="br0">
      <inkml:brushProperty name="width" value="0.05" units="cm"/>
      <inkml:brushProperty name="height" value="0.05" units="cm"/>
      <inkml:brushProperty name="color" value="#FFC114"/>
    </inkml:brush>
  </inkml:definitions>
  <inkml:trace contextRef="#ctx0" brushRef="#br0">36 216 24575,'-12'5'0,"12"-5"0,0 0 0,0 0 0,-1 0 0,1 0 0,0 0 0,0 1 0,0-1 0,0 0 0,0 0 0,0 0 0,0 0 0,0 1 0,-1-1 0,1 0 0,0 0 0,0 0 0,0 1 0,0-1 0,0 0 0,0 0 0,0 0 0,0 1 0,0-1 0,0 0 0,0 0 0,0 0 0,1 0 0,-1 1 0,0-1 0,0 0 0,0 0 0,0 0 0,0 1 0,0-1 0,0 0 0,0 0 0,1 0 0,-1 0 0,0 0 0,0 1 0,0-1 0,0 0 0,0 0 0,1 0 0,-1 0 0,0 0 0,0 0 0,0 0 0,0 0 0,1 0 0,-1 0 0,0 0 0,0 1 0,0-1 0,1 0 0,-1 0 0,0 0 0,0 0 0,0-1 0,1 1 0,-1 0 0,9 2 0,-1-1 0,1 0 0,-1-1 0,1 0 0,-1 0 0,1-1 0,12-2 0,61-17 0,-72 17 0,-5 2 0,0 0 0,0-1 0,-1 0 0,1 0 0,0-1 0,-1 1 0,0-1 0,1 0 0,5-5 0,-9 6 0,1 1 0,-1-1 0,0 0 0,1 1 0,-1-1 0,0 0 0,0 0 0,0 0 0,-1 0 0,1 0 0,0 0 0,-1 0 0,1 0 0,-1 0 0,0 0 0,0 0 0,0 0 0,0 0 0,0 0 0,0 0 0,0 0 0,-1 0 0,1 0 0,-1 0 0,-1-4 0,-2-3 0,-1 1 0,0-1 0,-1 1 0,0 0 0,0 1 0,-1-1 0,0 1 0,0 0 0,-1 1 0,1 0 0,-1 0 0,-1 1 0,1 0 0,-1 0 0,0 1 0,0 0 0,0 1 0,-15-4 0,21 6 0,0 1 0,1-1 0,-1 1 0,0 0 0,0 0 0,1 0 0,-1 1 0,0-1 0,0 0 0,1 1 0,-1 0 0,0 0 0,1 0 0,-1 0 0,1 0 0,-1 0 0,-3 3 0,2 0 0,0-1 0,1 0 0,0 1 0,-1-1 0,2 1 0,-1 0 0,0 0 0,1 0 0,-4 8 0,1 0 0,1 1 0,0 0 0,1 0 0,0 1 0,1-1 0,0 21 0,2-14 0,1-1 0,1 1 0,0 0 0,2-1 0,7 25 0,-8-34 0,0-1 0,1 1 0,0-1 0,0 0 0,1 0 0,0-1 0,1 1 0,0-1 0,0 0 0,0-1 0,1 0 0,11 9 0,-13-12-151,0-1-1,1 0 0,0-1 0,-1 1 1,1-1-1,0 0 0,0 0 1,8 1-1,17 1-6674</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49.802"/>
    </inkml:context>
    <inkml:brush xml:id="br0">
      <inkml:brushProperty name="width" value="0.05" units="cm"/>
      <inkml:brushProperty name="height" value="0.05" units="cm"/>
      <inkml:brushProperty name="color" value="#FFC114"/>
    </inkml:brush>
  </inkml:definitions>
  <inkml:trace contextRef="#ctx0" brushRef="#br0">154 119 24575,'3'-3'0,"0"0"0,-1 0 0,1 0 0,-1-1 0,1 0 0,-1 1 0,0-1 0,0 0 0,-1 0 0,1 0 0,-1 0 0,0 0 0,0 0 0,0 0 0,0-7 0,-1 9 0,-1 0 0,1 0 0,0 0 0,-1-1 0,1 1 0,-1 0 0,1 0 0,-1 0 0,0 0 0,0 0 0,0 0 0,0 0 0,0 1 0,-1-1 0,1 0 0,0 0 0,-1 1 0,0-1 0,1 1 0,-1-1 0,0 1 0,1 0 0,-1 0 0,0 0 0,0 0 0,0 0 0,0 0 0,0 0 0,0 1 0,-1-1 0,-1 0 0,-2 0 0,0 0 0,0 1 0,0 0 0,0 0 0,0 0 0,0 0 0,0 1 0,0 0 0,0 0 0,0 1 0,0-1 0,1 1 0,-1 1 0,0-1 0,1 1 0,-6 4 0,8-5 0,0 0 0,1-1 0,-1 2 0,1-1 0,0 0 0,0 0 0,0 1 0,0-1 0,0 1 0,1 0 0,-1-1 0,1 1 0,-1 0 0,1 0 0,0 0 0,0 0 0,0 0 0,1 0 0,-1 0 0,1 0 0,0 1 0,-1-1 0,1 0 0,1 0 0,-1 0 0,0 0 0,1 0 0,0 0 0,0 0 0,0 0 0,0 0 0,2 5 0,1-1 0,0 1 0,1-1 0,0 0 0,0-1 0,0 1 0,1-1 0,0 0 0,0 0 0,1-1 0,-1 0 0,11 6 0,11 5 0,50 20 0,-33-16 0,-27-12 0,45 23 0,-58-28 0,-1 0 0,1 0 0,-1 1 0,0-1 0,0 1 0,0 0 0,0 0 0,-1 0 0,1 1 0,2 4 0,-5-7 0,0-1 0,-1 1 0,1-1 0,0 1 0,-1 0 0,1-1 0,-1 1 0,0-1 0,1 1 0,-1 0 0,0-1 0,0 1 0,0 0 0,0 0 0,0-1 0,0 1 0,-1 0 0,1-1 0,-1 1 0,1-1 0,-1 1 0,1 0 0,-2 1 0,0-1 0,0 1 0,0-1 0,0 0 0,-1 0 0,1 0 0,0 0 0,-1 0 0,0-1 0,1 1 0,-1-1 0,-5 3 0,-5 0 0,1 0 0,-1-1 0,-1-1 0,-22 2 0,28-3-76,0 0 1,-1-1-1,1 0 0,-1-1 0,1 1 0,-1-2 0,1 1 0,0-1 1,0-1-1,-1 1 0,2-1 0,-1-1 0,0 1 0,1-1 1,-1-1-1,1 0 0,-10-8 0,-2-7-6750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50.086"/>
    </inkml:context>
    <inkml:brush xml:id="br0">
      <inkml:brushProperty name="width" value="0.05" units="cm"/>
      <inkml:brushProperty name="height" value="0.05" units="cm"/>
      <inkml:brushProperty name="color" value="#FFC114"/>
    </inkml:brush>
  </inkml:definitions>
  <inkml:trace contextRef="#ctx0" brushRef="#br0">75 106 24575,'-13'-13'0,"1"-1"0,0-1 0,1 0 0,-12-21 0,20 25 0,8 9 0,15 13 0,1 8 0,0 1 0,-1 0 0,-1 2 0,-1 0 0,-1 2 0,17 29 0,73 161 0,-81-157 0,8 18-1365,-23-47-5461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50.241"/>
    </inkml:context>
    <inkml:brush xml:id="br0">
      <inkml:brushProperty name="width" value="0.05" units="cm"/>
      <inkml:brushProperty name="height" value="0.05" units="cm"/>
      <inkml:brushProperty name="color" value="#FFC114"/>
    </inkml:brush>
  </inkml:definitions>
  <inkml:trace contextRef="#ctx0" brushRef="#br0">26 116 24575,'-3'-3'0,"-4"-4"0,0-3 0,0-3 0,5 1 0,8-1 0,9 2 0,8 0 0,8 3 0,8-2 0,2 2 0,4 2 0,-7 2-8191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50.459"/>
    </inkml:context>
    <inkml:brush xml:id="br0">
      <inkml:brushProperty name="width" value="0.05" units="cm"/>
      <inkml:brushProperty name="height" value="0.05" units="cm"/>
      <inkml:brushProperty name="color" value="#FFC114"/>
    </inkml:brush>
  </inkml:definitions>
  <inkml:trace contextRef="#ctx0" brushRef="#br0">1 1 24575,'3'0'0,"3"0"0,5 0 0,2 0 0,2 0 0,2 2 0,0 2 0,1 0 0,-4-2-8191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51.317"/>
    </inkml:context>
    <inkml:brush xml:id="br0">
      <inkml:brushProperty name="width" value="0.05" units="cm"/>
      <inkml:brushProperty name="height" value="0.05" units="cm"/>
      <inkml:brushProperty name="color" value="#FFC114"/>
    </inkml:brush>
  </inkml:definitions>
  <inkml:trace contextRef="#ctx0" brushRef="#br0">1 80 24575,'0'-7'0,"-1"0"0,1 0 0,1 0 0,-1 0 0,1 0 0,0 1 0,2-8 0,-2 13 0,-1 0 0,1 0 0,-1 0 0,1 0 0,-1 0 0,1 0 0,0 0 0,0 0 0,-1 0 0,1 0 0,0 0 0,0 1 0,0-1 0,0 0 0,0 1 0,0-1 0,1 0 0,0 0 0,-1 1 0,1 0 0,0-1 0,-1 1 0,1 0 0,0 0 0,0 0 0,-1 0 0,1 1 0,0-1 0,-1 0 0,1 1 0,0-1 0,-1 1 0,3 1 0,10 5 0,-1 1 0,1 0 0,-1 2 0,-1-1 0,0 1 0,0 1 0,18 23 0,23 19 0,-29-32 0,1-2 0,47 29 0,-61-42 0,0 0 0,1 0 0,0-1 0,0-1 0,1 0 0,-1-1 0,1 0 0,0 0 0,18 0 0,-29-3 0,0 0 0,-1 0 0,1 0 0,0-1 0,-1 1 0,1 0 0,0-1 0,0 1 0,-1-1 0,1 1 0,-1-1 0,1 0 0,-1 0 0,1 0 0,-1 0 0,1 0 0,-1 0 0,0 0 0,1 0 0,0-2 0,0 1 0,-1-1 0,0 0 0,1 1 0,-1-1 0,0 0 0,0 1 0,-1-1 0,1 0 0,0 0 0,-1 0 0,0-3 0,0-8 0,-1 0 0,0-1 0,-7-26 0,7 35 0,-1-6 0,0 2 0,0-1 0,-1 1 0,0-1 0,0 1 0,-1 0 0,0 0 0,-9-14 0,13 24 0,-1-1 0,1 0 0,-1 0 0,0 0 0,0 0 0,0 1 0,1-1 0,-1 0 0,0 1 0,0-1 0,0 0 0,0 1 0,0-1 0,0 1 0,-1-1 0,1 1 0,1 0 0,-1 0 0,0 0 0,1 0 0,-1 0 0,1 0 0,-1 1 0,1-1 0,-1 0 0,1 0 0,-1 0 0,1 0 0,-1 1 0,1-1 0,-1 0 0,1 1 0,0-1 0,-1 0 0,1 1 0,-1-1 0,1 0 0,-1 1 0,0 1 0,0 1 0,-1-1 0,1 0 0,0 0 0,0 1 0,1-1 0,-1 1 0,0-1 0,1 0 0,0 1 0,-1-1 0,1 4 0,1 10 0,0 0 0,1 1 0,1-1 0,0 0 0,8 21 0,35 77 0,-38-93 0,53 113 0,-16-36 0,57 181 0,-101-277 0,10 49 0,-11-48 0,0-1 0,1 1 0,-1-1 0,0 1 0,0-1 0,-1 1 0,1-1 0,0 1 0,-1-1 0,0 1 0,1-1 0,-1 1 0,0-1 0,0 0 0,0 1 0,-3 2 0,3-4 0,0 0 0,0 0 0,0 0 0,-1-1 0,1 1 0,0-1 0,0 1 0,0-1 0,-1 1 0,1-1 0,0 0 0,-1 1 0,1-1 0,0 0 0,-1 0 0,1 0 0,0 0 0,0 0 0,-1-1 0,1 1 0,0 0 0,-1 0 0,1-1 0,0 1 0,0-1 0,-1 1 0,1-1 0,0 0 0,-2-1 0,-4-2 0,0-1 0,1 0 0,-10-9 0,-2-4 0,0-2 0,2 0 0,0-1 0,2 0 0,-24-45 0,21 29 0,1-1 0,2 0 0,-10-44 0,23 76-124,-1 0 0,1 0 0,0 0 0,0 0 0,0 0 0,1-1-1,0 1 1,0 0 0,1 0 0,2-12 0,4 2-6702</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52.233"/>
    </inkml:context>
    <inkml:brush xml:id="br0">
      <inkml:brushProperty name="width" value="0.05" units="cm"/>
      <inkml:brushProperty name="height" value="0.05" units="cm"/>
      <inkml:brushProperty name="color" value="#FFC114"/>
    </inkml:brush>
  </inkml:definitions>
  <inkml:trace contextRef="#ctx0" brushRef="#br0">30 416 24575,'-13'-15'0,"-2"-2"0,15 17 0,0 0 0,0 0 0,0 0 0,0 0 0,0 0 0,0 0 0,0 0 0,0 1 0,0-1 0,0 0 0,0 0 0,0 0 0,0 0 0,0 0 0,0 0 0,0 0 0,0 0 0,0 0 0,0 0 0,0 0 0,0 0 0,0 0 0,0 0 0,0 0 0,0 0 0,0 0 0,0 0 0,0 0 0,0 0 0,0 0 0,0 0 0,0 0 0,0 0 0,0 1 0,0-1 0,0 0 0,0 0 0,0 0 0,0 0 0,0 0 0,-1 0 0,1 0 0,0 0 0,0 0 0,0 0 0,0 0 0,0 0 0,0 0 0,0 0 0,0 0 0,0 0 0,0 0 0,0 0 0,0-1 0,5 15 0,17 36 0,-2 1 0,24 101 0,-39-141 0,-3-23 0,-2-32 0,-1 35 0,1-37 0,-2 9 0,3 0 0,7-58 0,-8 91 0,1 0 0,0 0 0,1 0 0,-1 1 0,1-1 0,-1 0 0,1 1 0,4-7 0,-5 10 0,0-1 0,-1 0 0,1 1 0,-1-1 0,1 0 0,0 1 0,-1-1 0,1 1 0,0-1 0,0 1 0,0 0 0,-1-1 0,1 1 0,0 0 0,0-1 0,0 1 0,0 0 0,0 0 0,-1 0 0,1 0 0,0 0 0,0 0 0,0 0 0,0 0 0,0 0 0,0 0 0,-1 1 0,1-1 0,0 0 0,0 0 0,0 1 0,0-1 0,-1 1 0,1-1 0,0 1 0,0-1 0,-1 1 0,1-1 0,0 1 0,-1 0 0,1-1 0,-1 1 0,1 0 0,-1-1 0,1 2 0,8 11 0,0 1 0,-2-1 0,0 1 0,0 1 0,-1-1 0,-1 1 0,5 19 0,2 7 0,7 19 0,-16-125 0,-4 34 0,0 21 0,0-1 0,1 0 0,0 1 0,1-1 0,0 0 0,0 1 0,1-1 0,5-14 0,-7 24 0,0 0 0,1 0 0,-1 1 0,1-1 0,-1 0 0,0 0 0,1 0 0,0 0 0,-1 0 0,1 0 0,-1 1 0,1-1 0,0 0 0,0 0 0,-1 1 0,1-1 0,0 0 0,0 1 0,0-1 0,0 1 0,0 0 0,0-1 0,0 1 0,0-1 0,0 1 0,0 0 0,0 0 0,0 0 0,0 0 0,0 0 0,0 0 0,0 0 0,0 0 0,0 0 0,0 0 0,0 0 0,0 0 0,0 1 0,0-1 0,0 1 0,0-1 0,-1 0 0,1 1 0,0-1 0,0 1 0,0 0 0,0-1 0,-1 1 0,2 1 0,5 5 0,1 0 0,-1 1 0,-1 0 0,7 10 0,-1-2 0,0-2 0,0 1 0,1-2 0,1 0 0,0-1 0,1 0 0,24 14 0,-34-23 0,0-1 0,1 1 0,0-1 0,0 0 0,0 0 0,0-1 0,0 1 0,0-1 0,0-1 0,8 1 0,-10-2 0,1 1 0,-1-1 0,1 0 0,-1 0 0,0 0 0,0-1 0,1 1 0,-1-1 0,0 0 0,0-1 0,-1 1 0,1 0 0,0-1 0,-1 0 0,6-6 0,-3 2 0,0 0 0,-1-1 0,0 0 0,0-1 0,0 1 0,-1-1 0,-1 1 0,1-1 0,-2 0 0,1-1 0,-1 1 0,0 0 0,-1-1 0,0-16 0,-1 4 0,-1 0 0,0 0 0,-2 1 0,-1-1 0,-9-29 0,5 25 0,-2 0 0,-13-27 0,17 42 0,0 0 0,0 1 0,-1 0 0,-1 0 0,1 0 0,-1 1 0,-12-9 0,18 16 0,0 0 0,0 1 0,0-1 0,0 1 0,0 0 0,0 0 0,0-1 0,-1 1 0,1 1 0,-1-1 0,1 0 0,0 1 0,-1-1 0,1 1 0,-1 0 0,1 0 0,-1 0 0,1 0 0,-1 0 0,1 0 0,-4 1 0,5 0 0,-1 0 0,0 0 0,0 0 0,1 0 0,-1 0 0,1 1 0,-1-1 0,1 0 0,-1 1 0,1-1 0,0 1 0,0-1 0,-1 1 0,1 0 0,0 0 0,1-1 0,-1 1 0,0 0 0,0 0 0,1 0 0,-1 0 0,1 0 0,0 0 0,0 0 0,-1 0 0,2 3 0,-1 8 0,1 0 0,0 0 0,1 0 0,1 0 0,0 0 0,0-1 0,1 1 0,7 11 0,1 3 0,2 0 0,24 34 0,-23-40 86,0-1-1,2 0 0,25 23 1,-35-36-218,0-1 1,0 0 0,1 0-1,0-1 1,0 0 0,1-1 0,-1 1-1,1-2 1,0 1 0,0-1 0,0 0-1,11 1 1,-4-3-6695</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54.217"/>
    </inkml:context>
    <inkml:brush xml:id="br0">
      <inkml:brushProperty name="width" value="0.05" units="cm"/>
      <inkml:brushProperty name="height" value="0.05" units="cm"/>
      <inkml:brushProperty name="color" value="#FFC114"/>
    </inkml:brush>
  </inkml:definitions>
  <inkml:trace contextRef="#ctx0" brushRef="#br0">183 1467 24575,'-1'-8'0,"-1"-1"0,1 1 0,-1 0 0,-1-1 0,0 1 0,0 0 0,0 0 0,-1 1 0,0-1 0,-9-11 0,-13-26 0,5-4 0,2-1 0,2-1 0,-20-100 0,27 84 0,2-1 0,2-113 0,7 144 0,2-1 0,2 1 0,1 0 0,2 0 0,1 1 0,17-42 0,-14 52 0,0 0 0,1 0 0,2 1 0,0 1 0,2 1 0,1 0 0,0 1 0,36-32 0,-22 26 0,0 1 0,1 1 0,2 3 0,47-26 0,-74 46-1365</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54.635"/>
    </inkml:context>
    <inkml:brush xml:id="br0">
      <inkml:brushProperty name="width" value="0.05" units="cm"/>
      <inkml:brushProperty name="height" value="0.05" units="cm"/>
      <inkml:brushProperty name="color" value="#FFC114"/>
    </inkml:brush>
  </inkml:definitions>
  <inkml:trace contextRef="#ctx0" brushRef="#br0">7 1 24575,'0'0'0,"0"0"0,-1-1 0,1 1 0,0 0 0,0 0 0,0 0 0,0 0 0,-1 0 0,1 0 0,0 0 0,0 0 0,0 0 0,0 0 0,-1 0 0,1 0 0,0 0 0,0 0 0,0 0 0,0 0 0,-1 0 0,1 0 0,0 0 0,0 0 0,0 0 0,0 1 0,-1-1 0,1 0 0,0 0 0,0 0 0,0 0 0,0 0 0,0 0 0,0 0 0,-1 1 0,1-1 0,0 0 0,0 0 0,0 0 0,0 0 0,0 0 0,0 1 0,0-1 0,0 0 0,0 0 0,0 0 0,0 0 0,0 1 0,0-1 0,0 0 0,0 0 0,0 0 0,0 1 0,0-1 0,0 0 0,0 0 0,0 0 0,0 0 0,0 1 0,0-1 0,0 0 0,0 0 0,0 0 0,0 0 0,1 1 0,9 6 0,10-4 0,-1 0 0,0-2 0,1 0 0,25-3 0,-1 0 0,-4 2 0,50 0 0,-88 0 0,-1 1 0,1-1 0,0 0 0,0 1 0,-1-1 0,1 1 0,0-1 0,-1 1 0,1 0 0,-1 0 0,1 0 0,-1 0 0,1 0 0,-1 0 0,1 0 0,-1 0 0,0 0 0,0 1 0,1-1 0,-1 1 0,0-1 0,-1 1 0,1-1 0,0 1 0,0-1 0,0 1 0,-1 0 0,1-1 0,-1 1 0,0 0 0,1 2 0,0 6 0,0 0 0,-1 1 0,0-1 0,-2 15 0,0-3 0,-1 130-1365,3-126-5461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0:59.960"/>
    </inkml:context>
    <inkml:brush xml:id="br0">
      <inkml:brushProperty name="width" value="0.05" units="cm"/>
      <inkml:brushProperty name="height" value="0.05" units="cm"/>
      <inkml:brushProperty name="color" value="#FFC114"/>
    </inkml:brush>
  </inkml:definitions>
  <inkml:trace contextRef="#ctx0" brushRef="#br0">9 186 24575,'-5'-24'0,"4"22"0,1 0 0,-1 0 0,1 0 0,-1-1 0,1 1 0,0 0 0,-1 0 0,1 0 0,1-4 0,-1 4 0,1 1 0,-1 0 0,1 0 0,0 0 0,-1 0 0,1 0 0,0 0 0,0 1 0,0-1 0,0 0 0,0 0 0,0 1 0,0-1 0,0 0 0,0 1 0,0-1 0,0 1 0,0-1 0,0 1 0,0 0 0,0-1 0,1 1 0,1 0 0,-1-1 0,1 1 0,0 0 0,-1 0 0,1 0 0,0 1 0,-1-1 0,1 0 0,0 1 0,-1 0 0,1-1 0,-1 1 0,1 0 0,-1 1 0,1-1 0,-1 0 0,0 1 0,0-1 0,0 1 0,0 0 0,0-1 0,0 1 0,0 0 0,0 0 0,2 4 0,4 6 0,0 0 0,0 1 0,6 16 0,-11-24 0,8 18 0,0 1 0,-1 0 0,-2 1 0,0 0 0,-2 0 0,0 0 0,-2 1 0,1 32 0,-7-44 0,2-14 0,-1 1 0,1-1 0,0 0 0,0 0 0,0 0 0,0 0 0,0 0 0,0 0 0,-1 0 0,1 0 0,0 1 0,0-1 0,0 0 0,0 0 0,-1 0 0,1 0 0,0 0 0,0 0 0,0 0 0,0 0 0,-1 0 0,1 0 0,0 0 0,0 0 0,0 0 0,0 0 0,-1 0 0,1 0 0,0 0 0,0 0 0,0 0 0,0 0 0,0-1 0,-1 1 0,1 0 0,0 0 0,0 0 0,0 0 0,0 0 0,-2-2 0,1 1 0,-1-1 0,1 0 0,0 0 0,-1 0 0,1 1 0,0-1 0,1 0 0,-1 0 0,-1-3 0,-3-13 0,1-1 0,1 0 0,0 0 0,2 0 0,0-21 0,10-97 0,6 44 0,-13 83 0,0 0 0,1 1 0,1-1 0,0 1 0,0 0 0,0 0 0,8-10 0,-12 18 0,1 0 0,0 0 0,-1-1 0,1 1 0,0 0 0,0 0 0,0 1 0,0-1 0,0 0 0,0 0 0,0 0 0,0 1 0,0-1 0,0 0 0,1 1 0,-1-1 0,0 1 0,0 0 0,1-1 0,-1 1 0,0 0 0,0 0 0,1-1 0,-1 1 0,0 0 0,1 0 0,-1 1 0,0-1 0,1 0 0,-1 0 0,0 1 0,0-1 0,1 0 0,-1 1 0,0 0 0,0-1 0,0 1 0,0 0 0,0-1 0,0 1 0,0 0 0,0 0 0,2 2 0,3 4 0,1 0 0,-2 1 0,1-1 0,7 17 0,-11-21 0,74 156 342,0 1-2049,-65-141-5119</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00.476"/>
    </inkml:context>
    <inkml:brush xml:id="br0">
      <inkml:brushProperty name="width" value="0.05" units="cm"/>
      <inkml:brushProperty name="height" value="0.05" units="cm"/>
      <inkml:brushProperty name="color" value="#FFC114"/>
    </inkml:brush>
  </inkml:definitions>
  <inkml:trace contextRef="#ctx0" brushRef="#br0">170 250 24575,'0'-22'0,"0"-2"0,0 0 0,-8-46 0,7 63 0,0 1 0,-1 0 0,0-1 0,0 1 0,-1 0 0,0 0 0,0 0 0,0 1 0,-1-1 0,1 1 0,-1 0 0,-1 0 0,1 0 0,-1 0 0,-8-6 0,12 10 0,-1-1 0,0 1 0,1 0 0,-1 0 0,0 0 0,1 0 0,-1 0 0,0 0 0,0 1 0,0-1 0,0 1 0,0-1 0,0 1 0,0-1 0,0 1 0,0 0 0,0 0 0,0 0 0,0 0 0,0 1 0,0-1 0,0 1 0,0-1 0,0 1 0,0-1 0,0 1 0,0 0 0,1 0 0,-1 0 0,0 0 0,0 0 0,1 0 0,-1 1 0,1-1 0,-1 1 0,1-1 0,0 1 0,-1-1 0,1 1 0,0 0 0,-1 1 0,-2 5 0,-1 1 0,2-1 0,-1 0 0,1 1 0,1 0 0,0 0 0,-3 17 0,4-9 0,0 1 0,1-1 0,1 1 0,0-1 0,2 0 0,0 0 0,1 0 0,0 0 0,1 0 0,1-1 0,1 0 0,16 29 0,-21-42 0,0 0 0,1 0 0,-1 0 0,1-1 0,0 1 0,0 0 0,0-1 0,0 0 0,0 0 0,0 0 0,1 0 0,-1 0 0,1-1 0,4 2 0,-6-2 0,0-1 0,0 0 0,0 0 0,0 1 0,0-2 0,-1 1 0,1 0 0,0 0 0,0 0 0,0-1 0,0 1 0,0-1 0,0 0 0,-1 0 0,1 1 0,0-1 0,-1 0 0,1 0 0,-1 0 0,1-1 0,-1 1 0,1 0 0,-1-1 0,0 1 0,1-1 0,-1 1 0,0-1 0,0 1 0,0-1 0,1-2 0,3-7 0,0 0 0,-1-1 0,-1 1 0,1-1 0,-2 0 0,1 0 0,-1-13 0,1-88 0,-3 84 0,0 22 0,0-21 0,0 27 0,0 0 0,0 0 0,0 0 0,0 0 0,0 0 0,0 0 0,0 0 0,1-1 0,-1 1 0,0 0 0,1 0 0,-1 0 0,1 0 0,-1 1 0,1-1 0,-1 0 0,2-2 0,-1 4 0,0-1 0,-1 0 0,1 1 0,-1-1 0,1 0 0,0 1 0,-1-1 0,1 1 0,-1-1 0,1 1 0,-1-1 0,0 1 0,1-1 0,-1 1 0,1-1 0,-1 1 0,0 0 0,0-1 0,1 1 0,-1-1 0,0 1 0,0 1 0,10 20 0,-9-17 0,24 60 187,-16-36-498,2-1 1,2 0 0,0-1-1,22 34 1,-26-49-6516</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01.486"/>
    </inkml:context>
    <inkml:brush xml:id="br0">
      <inkml:brushProperty name="width" value="0.05" units="cm"/>
      <inkml:brushProperty name="height" value="0.05" units="cm"/>
      <inkml:brushProperty name="color" value="#FFC114"/>
    </inkml:brush>
  </inkml:definitions>
  <inkml:trace contextRef="#ctx0" brushRef="#br0">10 238 24575,'-10'-10'0,"10"10"0,12 22 0,10 44 0,54 142 0,-75-206 0,-1-1 0,0 0 0,1 0 0,-1 0 0,1-1 0,-1 1 0,1 0 0,0 0 0,-1 0 0,1 0 0,0 0 0,-1-1 0,1 1 0,0 0 0,1 1 0,-1-3 0,-1 1 0,0 0 0,1 0 0,-1 0 0,0 0 0,1-1 0,-1 1 0,0 0 0,1 0 0,-1-1 0,0 1 0,0 0 0,1-1 0,-1 1 0,0 0 0,0-1 0,0 1 0,0 0 0,1-1 0,-1 1 0,0 0 0,0-1 0,0 1 0,0-1 0,0 1 0,0 0 0,0-1 0,0 1 0,2-41 0,-2 37 0,-1-41 0,0 13 0,1 0 0,1 0 0,2-1 0,1 1 0,9-31 0,-12 59 0,0 0 0,1-1 0,0 1 0,0 0 0,0 0 0,6-6 0,-8 9 0,1 0 0,-1 1 0,1-1 0,-1 0 0,1 1 0,0-1 0,-1 1 0,1-1 0,0 1 0,-1-1 0,1 1 0,0 0 0,-1-1 0,1 1 0,0 0 0,0-1 0,0 1 0,-1 0 0,1 0 0,0 0 0,0 0 0,0 0 0,-1 0 0,1 0 0,0 0 0,0 0 0,0 0 0,-1 0 0,1 0 0,0 1 0,0-1 0,0 0 0,-1 1 0,1-1 0,0 0 0,-1 1 0,1-1 0,0 1 0,-1-1 0,1 1 0,0-1 0,-1 1 0,1 0 0,0 0 0,9 13 0,-1 0 0,-1 1 0,0 0 0,0 1 0,-2 0 0,9 28 0,-4-11 0,0 0 0,-6-16 0,1 0 0,12 23 0,-18-40 0,0 0 0,0-1 0,0 1 0,1 0 0,-1-1 0,0 1 0,0 0 0,0 0 0,0-1 0,0 1 0,0 0 0,0 0 0,1-1 0,-1 1 0,0 0 0,0 0 0,0-1 0,1 1 0,-1 0 0,0 0 0,0 0 0,0-1 0,1 1 0,-1 0 0,0 0 0,0 0 0,1 0 0,-1 0 0,0 0 0,1 0 0,-1-1 0,0 1 0,0 0 0,1 0 0,-1 0 0,0 0 0,1 0 0,-1 0 0,0 0 0,1 0 0,-1 1 0,0-1 0,0 0 0,1 0 0,-1 0 0,0 0 0,1 0 0,-1 0 0,0 1 0,0-1 0,1 0 0,-1 0 0,0 0 0,0 0 0,0 1 0,1-1 0,-1 0 0,0 0 0,0 1 0,0-1 0,0 0 0,0 0 0,1 1 0,-1-1 0,0 1 0,5-33 0,-4 25 0,10-51 0,35-110 0,-45 165 0,0 1 0,0 0 0,0 0 0,0-1 0,0 1 0,0 0 0,0 0 0,1 1 0,-1-1 0,1 0 0,3-3 0,-4 5 0,0-1 0,-1 1 0,1 0 0,0 0 0,-1 0 0,1-1 0,0 1 0,0 0 0,-1 0 0,1 0 0,0 0 0,0 0 0,0 0 0,-1 0 0,1 0 0,0 1 0,0-1 0,-1 0 0,1 0 0,0 1 0,-1-1 0,1 0 0,0 1 0,-1-1 0,1 1 0,0-1 0,-1 1 0,1-1 0,-1 1 0,1-1 0,-1 1 0,1-1 0,-1 1 0,1 0 0,-1-1 0,0 1 0,1 0 0,-1 0 0,0 0 0,50 86 0,25 41 0,-72-124 0,0 0 0,0 0 0,1 0 0,-1-1 0,1 1 0,0-1 0,0 1 0,0-1 0,0 0 0,0-1 0,1 1 0,6 2 0,-8-4 0,0 0 0,0-1 0,0 1 0,1-1 0,-1 0 0,0 0 0,0 0 0,0 0 0,0 0 0,0-1 0,0 1 0,0-1 0,0 0 0,0 0 0,0 0 0,0 0 0,0-1 0,0 1 0,-1-1 0,1 0 0,3-2 0,4-5 0,-1 0 0,0 0 0,0-1 0,-1 0 0,-1 0 0,1-1 0,-2 0 0,1 0 0,-1-1 0,7-21 0,-8 17 0,0 0 0,-1 0 0,0-1 0,-1 0 0,-1 1 0,-1-1 0,-2-30 0,0 35 0,0 1 0,-1 0 0,-1 0 0,-5-16 0,7 24 0,0 0 0,-1 0 0,1 0 0,-1 0 0,1 1 0,-1-1 0,0 0 0,0 1 0,0-1 0,0 1 0,0 0 0,-1 0 0,1 0 0,-1 0 0,1 0 0,-1 0 0,0 1 0,0-1 0,0 1 0,-4-2 0,6 3 0,-1 0 0,0 0 0,0 0 0,1 0 0,-1 0 0,0 1 0,1-1 0,-1 0 0,0 1 0,1-1 0,-1 1 0,0 0 0,1 0 0,-1-1 0,1 1 0,0 0 0,-1 0 0,1 0 0,0 1 0,-1-1 0,1 0 0,0 0 0,0 1 0,0-1 0,0 1 0,0-1 0,-1 2 0,-1 3 0,-1 1 0,1-1 0,1 1 0,-1 0 0,-1 7 0,1 1 0,0 0 0,1 0 0,1 0 0,0 0 0,1 0 0,1 0 0,0 0 0,1 0 0,5 16 0,-5-22 0,1 1 0,0-1 0,1 0 0,0 0 0,0 0 0,1 0 0,0-1 0,1 1 0,0-1 0,0-1 0,0 1 0,1-1 0,0 0 0,16 11 0,-17-15 27,0 0-1,0 0 0,0-1 0,0 0 1,0 0-1,1 0 0,-1-1 0,1 1 1,0-2-1,-1 1 0,1-1 0,11-1 1,-13 1-117,0 0 0,-1-1 0,1 0 0,0 0 0,-1-1 1,1 1-1,-1-1 0,1 0 0,-1 0 0,0 0 1,1 0-1,-1-1 0,-1 0 0,1 0 0,0 0 0,-1 0 1,1-1-1,3-4 0,-1-2-6736</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01.909"/>
    </inkml:context>
    <inkml:brush xml:id="br0">
      <inkml:brushProperty name="width" value="0.05" units="cm"/>
      <inkml:brushProperty name="height" value="0.05" units="cm"/>
      <inkml:brushProperty name="color" value="#FFC114"/>
    </inkml:brush>
  </inkml:definitions>
  <inkml:trace contextRef="#ctx0" brushRef="#br0">49 1 24575,'-3'0'0,"-4"0"0,-3 0 0,-3 0 0,3 0 0,4 3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02.113"/>
    </inkml:context>
    <inkml:brush xml:id="br0">
      <inkml:brushProperty name="width" value="0.05" units="cm"/>
      <inkml:brushProperty name="height" value="0.05" units="cm"/>
      <inkml:brushProperty name="color" value="#FFC114"/>
    </inkml:brush>
  </inkml:definitions>
  <inkml:trace contextRef="#ctx0" brushRef="#br0">1 0 24575,'3'3'0,"0"4"0,1-3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05.257"/>
    </inkml:context>
    <inkml:brush xml:id="br0">
      <inkml:brushProperty name="width" value="0.05" units="cm"/>
      <inkml:brushProperty name="height" value="0.05" units="cm"/>
      <inkml:brushProperty name="color" value="#FFC114"/>
    </inkml:brush>
  </inkml:definitions>
  <inkml:trace contextRef="#ctx0" brushRef="#br0">30 231 24575,'-1'0'0,"0"-1"0,0 1 0,0-1 0,0 1 0,-1-1 0,1 1 0,0-1 0,0 0 0,0 1 0,0-1 0,1 0 0,-1 0 0,0 0 0,0 0 0,0 0 0,1 0 0,-1 0 0,0 0 0,1 0 0,-1 0 0,1 0 0,-1-2 0,-8-26 0,9 28 0,0-1 0,0 1 0,0-1 0,0 1 0,0-1 0,0 1 0,1-1 0,-1 1 0,0-1 0,1 1 0,-1-1 0,1 1 0,0-1 0,-1 1 0,1 0 0,1-2 0,-2 3 0,0 0 0,0-1 0,1 1 0,-1 0 0,0 0 0,0 0 0,1-1 0,-1 1 0,0 0 0,1 0 0,-1 0 0,0 0 0,1 0 0,-1 0 0,0-1 0,0 1 0,1 0 0,-1 0 0,0 0 0,1 0 0,-1 0 0,0 0 0,1 0 0,-1 0 0,0 1 0,1-1 0,0 0 0,9 12 0,0 14 0,-1-1 0,-1 2 0,7 33 0,-3-8 0,4 17 0,13 47 0,-29-116 0,0 0 0,0 0 0,0 0 0,0 0 0,0 0 0,0 0 0,0 0 0,0 0 0,1-1 0,-1 1 0,0 0 0,0 0 0,0 0 0,0 0 0,0 0 0,0 0 0,0 0 0,0 0 0,0 0 0,0 0 0,0 0 0,0 0 0,0 0 0,0 0 0,1 0 0,-1 0 0,0 0 0,0 0 0,0 0 0,0 0 0,0 0 0,0 0 0,0 0 0,0 0 0,0 0 0,0 0 0,0 0 0,1 0 0,-1 0 0,0 0 0,0 0 0,0 0 0,0 0 0,0 0 0,0 0 0,0 0 0,2-17 0,0-22 0,-4-61 0,3-136 0,4 181 0,-4 52 0,-1 0 0,1 1 0,-1-1 0,1 1 0,0-1 0,0 1 0,0 0 0,0-1 0,1 1 0,-1 0 0,1 0 0,-1 0 0,1 0 0,0 0 0,0 0 0,0 0 0,0 0 0,2-1 0,-2 3 0,0-1 0,0 1 0,-1 0 0,1-1 0,0 1 0,0 0 0,-1 0 0,1 1 0,0-1 0,0 0 0,-1 0 0,1 1 0,0-1 0,-1 1 0,1 0 0,0-1 0,-1 1 0,1 0 0,-1 0 0,1 0 0,-1 0 0,0 0 0,1 0 0,-1 1 0,0-1 0,0 0 0,0 1 0,0-1 0,2 3 0,3 5 0,0 0 0,0 0 0,6 14 0,1 9 0,18 67 0,0 1 0,-30-99 0,-1 0 0,0 0 0,0 0 0,1 0 0,-1 0 0,1 0 0,-1-1 0,1 1 0,-1 0 0,1 0 0,-1 0 0,1-1 0,0 1 0,-1 0 0,2 0 0,-1-1 0,-1 0 0,0 0 0,0 0 0,1-1 0,-1 1 0,0 0 0,0 0 0,1 0 0,-1-1 0,0 1 0,0 0 0,1-1 0,-1 1 0,0 0 0,0 0 0,0-1 0,0 1 0,1 0 0,-1-1 0,0 1 0,0 0 0,0-1 0,0 1 0,0 0 0,0-1 0,0 1 0,0-1 0,2-35 0,-1 33 0,-1-24 0,0-13 0,9-64 0,-7 93 0,0 1 0,1-1 0,0 1 0,0-1 0,1 1 0,0 0 0,1 0 0,0 1 0,1 0 0,13-17 0,-18 24 0,0 1 0,0 0 0,1-1 0,-1 1 0,1 0 0,-1-1 0,1 1 0,-1 0 0,1 0 0,0 0 0,0 1 0,-1-1 0,1 0 0,0 1 0,0-1 0,0 1 0,0-1 0,0 1 0,0 0 0,-1 0 0,1 0 0,0 0 0,0 0 0,0 0 0,0 1 0,0-1 0,0 1 0,0-1 0,-1 1 0,1 0 0,0 0 0,0-1 0,-1 1 0,1 0 0,0 1 0,1 0 0,6 6 0,0 1 0,0 0 0,-1 0 0,13 18 0,-6-7 0,-3-5-195,-1 0 0,0 0 0,-2 1 0,0 0 0,0 1 0,9 27 0,-14-29-6631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05.677"/>
    </inkml:context>
    <inkml:brush xml:id="br0">
      <inkml:brushProperty name="width" value="0.05" units="cm"/>
      <inkml:brushProperty name="height" value="0.05" units="cm"/>
      <inkml:brushProperty name="color" value="#FFC114"/>
    </inkml:brush>
  </inkml:definitions>
  <inkml:trace contextRef="#ctx0" brushRef="#br0">102 150 24575,'14'1'0,"-1"0"0,17 4 0,13 1 0,-42-6 0,0 0 0,0 1 0,0-1 0,1 0 0,-1 0 0,0 0 0,0 0 0,0 0 0,1 0 0,-1-1 0,0 1 0,0 0 0,0-1 0,0 1 0,0-1 0,0 1 0,0-1 0,0 1 0,0-1 0,0 0 0,0 1 0,0-1 0,0 0 0,0 0 0,0 0 0,-1 0 0,1 0 0,0 0 0,-1 0 0,1 0 0,0 0 0,-1 0 0,0 0 0,1 0 0,-1 0 0,1 0 0,-1-1 0,0 1 0,0 0 0,0 0 0,0-2 0,0-1 0,-1 0 0,1 0 0,-1 0 0,0 0 0,0 0 0,0 1 0,-1-1 0,1 0 0,-1 1 0,0-1 0,-2-3 0,-2-1 0,-1 0 0,1 1 0,-1 0 0,0 0 0,-1 1 0,1 0 0,-1 0 0,-1 1 0,1 0 0,-1 0 0,-13-4 0,19 7 0,0 1 0,0 0 0,0 0 0,0 1 0,0-1 0,-1 1 0,1-1 0,0 1 0,0 0 0,-1 0 0,1 1 0,0-1 0,0 1 0,0-1 0,-1 1 0,1 0 0,0 0 0,0 0 0,0 1 0,0-1 0,1 1 0,-1-1 0,0 1 0,1 0 0,-1 0 0,1 1 0,-1-1 0,1 0 0,0 1 0,0-1 0,0 1 0,0 0 0,1-1 0,-1 1 0,1 0 0,0 0 0,-2 6 0,0 1 22,0 1-1,0-1 0,2 1 1,-1 0-1,1-1 0,1 1 1,0 0-1,0 0 0,1 0 1,1 0-1,0-1 0,0 1 1,1 0-1,0-1 0,7 15 1,-6-17-117,0 1 0,0-1 0,1 1 0,0-1 1,1-1-1,0 1 0,0-1 0,0 0 0,1 0 0,0-1 1,1 0-1,-1 0 0,1-1 0,0 1 0,0-2 1,1 1-1,15 5 0,2-4-6731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06.313"/>
    </inkml:context>
    <inkml:brush xml:id="br0">
      <inkml:brushProperty name="width" value="0.05" units="cm"/>
      <inkml:brushProperty name="height" value="0.05" units="cm"/>
      <inkml:brushProperty name="color" value="#FFC114"/>
    </inkml:brush>
  </inkml:definitions>
  <inkml:trace contextRef="#ctx0" brushRef="#br0">2 45 24575,'0'1'0,"0"-1"0,0 1 0,-1 0 0,1-1 0,0 1 0,0 0 0,0 0 0,0-1 0,0 1 0,0 0 0,0-1 0,0 1 0,0 0 0,0 0 0,0-1 0,1 1 0,-1 0 0,0-1 0,0 1 0,1 0 0,-1-1 0,0 1 0,1 0 0,9 22 0,-9-21 0,22 44 0,-2 0 0,17 57 0,-38-101 0,1-1 0,-1 1 0,0 0 0,1-1 0,-1 1 0,0 0 0,0-1 0,0 1 0,0 0 0,0 0 0,0-1 0,-2 4 0,2-5 0,0 0 0,0 1 0,0-1 0,0 0 0,0 0 0,0 0 0,0 0 0,0 0 0,0 0 0,-1 0 0,1 0 0,0 0 0,0 0 0,0 0 0,0 0 0,0 0 0,0 0 0,0 0 0,-1 1 0,1-1 0,0 0 0,0 0 0,0 0 0,0-1 0,0 1 0,0 0 0,-1 0 0,1 0 0,0 0 0,0 0 0,0 0 0,0 0 0,0 0 0,0 0 0,0 0 0,-1 0 0,1 0 0,0 0 0,0 0 0,0 0 0,0 0 0,0-1 0,0 1 0,0 0 0,0 0 0,0 0 0,-1 0 0,-6-15 0,2-3 0,0-1 0,1 0 0,2 1 0,-1-1 0,2 0 0,1 0 0,0 0 0,6-36 0,-5 52 0,-1 1 0,1-1 0,0 1 0,0-1 0,-1 1 0,2 0 0,-1-1 0,0 1 0,0 0 0,1 0 0,-1-1 0,1 1 0,2-2 0,-3 4 0,0-1 0,0 1 0,0-1 0,-1 1 0,1-1 0,0 1 0,0 0 0,0 0 0,0-1 0,0 1 0,0 0 0,0 0 0,0 0 0,0 0 0,0 0 0,0 0 0,0 0 0,0 1 0,0-1 0,0 0 0,0 1 0,-1-1 0,1 0 0,0 1 0,0-1 0,0 1 0,0-1 0,0 1 0,-1-1 0,1 1 0,0 0 0,-1-1 0,1 1 0,0 0 0,-1 0 0,1 0 0,0 1 0,15 20 0,27 46 0,-30-45 0,0-1 0,23 26 0,-36-47 0,0-1 0,0 0 0,0 0 0,0 1 0,0-1 0,1 0 0,-1 0 0,0 1 0,0-1 0,0 0 0,0 0 0,0 0 0,1 1 0,-1-1 0,0 0 0,0 0 0,1 0 0,-1 0 0,0 0 0,0 1 0,0-1 0,1 0 0,-1 0 0,0 0 0,0 0 0,1 0 0,-1 0 0,0 0 0,1 0 0,-1 0 0,0 0 0,0 0 0,1 0 0,-1 0 0,0 0 0,0 0 0,1 0 0,-1 0 0,0 0 0,0-1 0,1 1 0,-1 0 0,0 0 0,0 0 0,0 0 0,1 0 0,-1-1 0,0 1 0,0 0 0,0 0 0,0 0 0,1-1 0,-1 1 0,0 0 0,0 0 0,0-1 0,0 1 0,0 0 0,0 0 0,0-1 0,1 1 0,-1 0 0,0 0 0,0-1 0,0 1 0,0 0 0,0 0 0,0-1 0,1-24 0,-1 18 0,2-15 0,1 1 0,0 0 0,1 0 0,2 0 0,0 1 0,15-33 0,-21 51 0,1 0 0,0 0 0,0 0 0,0 0 0,1 1 0,-1-1 0,0 0 0,1 1 0,-1-1 0,1 1 0,-1-1 0,1 1 0,0 0 0,-1 0 0,1 0 0,0 0 0,0 0 0,0 0 0,0 0 0,2 0 0,-2 1 0,-1 0 0,1 0 0,-1 1 0,1-1 0,-1 0 0,1 1 0,0-1 0,-1 1 0,0 0 0,1-1 0,-1 1 0,1 0 0,-1 0 0,0 0 0,0 0 0,1 0 0,-1 0 0,0 0 0,0 1 0,0-1 0,0 0 0,0 0 0,0 1 0,-1-1 0,1 1 0,0 1 0,11 24 161,16 49-1,0 3-1846,-20-61-5140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06.627"/>
    </inkml:context>
    <inkml:brush xml:id="br0">
      <inkml:brushProperty name="width" value="0.05" units="cm"/>
      <inkml:brushProperty name="height" value="0.05" units="cm"/>
      <inkml:brushProperty name="color" value="#FFC114"/>
    </inkml:brush>
  </inkml:definitions>
  <inkml:trace contextRef="#ctx0" brushRef="#br0">47 33 24575,'0'-1'0,"0"0"0,0 0 0,0-1 0,0 1 0,0 0 0,0 0 0,0-1 0,0 1 0,-1 0 0,1 0 0,0 0 0,-1 0 0,1-1 0,-1 1 0,1 0 0,-1 0 0,0 0 0,1 0 0,-1 0 0,0 0 0,0 0 0,0 1 0,1-1 0,-1 0 0,0 0 0,0 0 0,0 1 0,0-1 0,-1 1 0,1-1 0,0 1 0,-2-1 0,2 1 0,-1 0 0,1 0 0,0 1 0,0-1 0,0 0 0,0 1 0,-1-1 0,1 1 0,0 0 0,0-1 0,0 1 0,0 0 0,0-1 0,0 1 0,0 0 0,1 0 0,-1 0 0,0 0 0,0 0 0,1 0 0,-1 0 0,0 0 0,1 0 0,-1 0 0,1 1 0,0-1 0,-1 0 0,1 0 0,0 0 0,0 1 0,-1-1 0,1 2 0,0 5 0,0-1 0,0 0 0,1 1 0,0-1 0,0 0 0,1 1 0,0-1 0,0 0 0,0 0 0,1 0 0,0-1 0,7 12 0,-5-9 0,1 0 0,1 0 0,-1 0 0,2 0 0,-1-1 0,1 0 0,17 12 0,-24-19 0,0 0 0,1 1 0,-1-2 0,1 1 0,-1 0 0,1 0 0,0 0 0,-1-1 0,1 1 0,0-1 0,0 1 0,-1-1 0,1 0 0,0 0 0,0 1 0,-1-1 0,1-1 0,0 1 0,0 0 0,0 0 0,-1-1 0,1 1 0,2-1 0,-2-1 0,0 1 0,0-1 0,0 0 0,0 0 0,0 1 0,-1-1 0,1 0 0,0-1 0,-1 1 0,0 0 0,1 0 0,-1-1 0,0 1 0,0 0 0,1-5 0,1-5-195,0 1 0,-1 0 0,0-1 0,-1 0 0,0 1 0,-1-22 0,-3 10-6631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07.577"/>
    </inkml:context>
    <inkml:brush xml:id="br0">
      <inkml:brushProperty name="width" value="0.05" units="cm"/>
      <inkml:brushProperty name="height" value="0.05" units="cm"/>
      <inkml:brushProperty name="color" value="#FFC114"/>
    </inkml:brush>
  </inkml:definitions>
  <inkml:trace contextRef="#ctx0" brushRef="#br0">0 146 24575,'2'0'0,"-1"-1"0,0 0 0,0 1 0,0-1 0,-1 0 0,1 1 0,0-1 0,0 0 0,0 0 0,-1 0 0,1 0 0,0 0 0,-1 0 0,1 0 0,-1 0 0,1 0 0,-1 0 0,1-1 0,-1 0 0,1 0 0,0 0 0,-1 0 0,1 1 0,0-1 0,0 0 0,0 1 0,1-1 0,-1 0 0,2-1 0,-2 3 0,1-1 0,-1 1 0,1-1 0,-1 1 0,1 0 0,0-1 0,-1 1 0,1 0 0,0 0 0,-1 0 0,1 0 0,-1 1 0,1-1 0,0 0 0,-1 1 0,1-1 0,-1 1 0,1-1 0,-1 1 0,1 0 0,-1-1 0,0 1 0,3 2 0,30 26 0,-25-19 0,0 0 0,0 1 0,12 21 0,-19-27 0,1-1 0,-1 0 0,0 1 0,0 0 0,0-1 0,-1 1 0,1 0 0,-1 0 0,0 0 0,-1 0 0,1 0 0,-1 0 0,-1 8 0,1-12 0,0 0 0,0 0 0,0 0 0,0-1 0,-1 1 0,1 0 0,0 0 0,-1 0 0,1-1 0,0 1 0,-1 0 0,1-1 0,-1 1 0,0 0 0,0 1 0,0-2 0,1 0 0,0 0 0,-1 0 0,1 0 0,0 0 0,0 0 0,-1 0 0,1 0 0,0 0 0,-1 0 0,1 0 0,0 0 0,-1 0 0,1 0 0,0 0 0,-1 0 0,1 0 0,0 0 0,-1-1 0,1 1 0,0 0 0,-1 0 0,1 0 0,0 0 0,0-1 0,-1 1 0,0-2 0,-1 1 0,1-1 0,0 1 0,0-1 0,-1 0 0,1 1 0,1-1 0,-1 0 0,0 0 0,0 0 0,0-3 0,-1-7 0,1-1 0,1 0 0,0 0 0,0 0 0,2 1 0,-1-1 0,2 0 0,-1 1 0,2-1 0,0 1 0,9-21 0,-12 31 0,0 0 0,0 0 0,0 1 0,0-1 0,0 1 0,0-1 0,1 1 0,-1-1 0,0 1 0,1 0 0,-1 0 0,1-1 0,-1 1 0,4-1 0,-4 1 0,0 1 0,1 0 0,-1 0 0,0 0 0,0 0 0,0-1 0,1 2 0,-1-1 0,0 0 0,0 0 0,0 0 0,1 0 0,-1 1 0,0-1 0,0 1 0,0-1 0,2 2 0,4 3 0,-1 0 0,0 0 0,0 0 0,0 1 0,8 12 0,8 7 0,-20-23 0,0 0 0,1 0 0,-1 0 0,1 0 0,-1-1 0,1 1 0,0-1 0,-1 1 0,1-1 0,0 0 0,0 0 0,0 0 0,0-1 0,0 1 0,6 0 0,-7-2 0,0 1 0,0-1 0,0 1 0,0-1 0,0 0 0,0 0 0,0 1 0,0-2 0,0 1 0,-1 0 0,1 0 0,0 0 0,-1-1 0,1 1 0,-1-1 0,1 1 0,-1-1 0,0 0 0,0 0 0,0 1 0,0-1 0,0 0 0,0 0 0,1-3 0,3-9 0,-1 0 0,0 0 0,-1 0 0,0-1 0,-1 1 0,-1-1 0,0-17 0,1 96 0,3 0 0,3 0 0,3 0 0,2-1 0,4-1 0,26 68 0,-32-102 0,20 54 0,-31-81 0,1 0 0,-1 0 0,0 0 0,0-1 0,1 1 0,-1 0 0,0 0 0,0 0 0,0 0 0,0 0 0,0 0 0,0-1 0,0 1 0,0 0 0,0 0 0,-1 0 0,1 0 0,0 0 0,-1 1 0,0-2 0,1 1 0,0-1 0,-1 0 0,1 0 0,-1 0 0,1 0 0,-1 0 0,1 1 0,-1-1 0,1 0 0,-1 0 0,1 0 0,-1 0 0,1 0 0,-1 0 0,1-1 0,-1 1 0,1 0 0,-1 0 0,1 0 0,-1 0 0,1-1 0,-1 1 0,0 0 0,-30-22 0,18 9 0,0 0 0,1-2 0,1 1 0,0-1 0,1-1 0,0 0 0,-12-29 0,16 31 0,0-2 0,1 1 0,1 0 0,0-1 0,1 0 0,1 0 0,0 0 0,1 0 0,1-18 0,0 31-59,1 0 0,-1 0-1,1 0 1,0 0-1,-1 0 1,1 0 0,0 1-1,1-1 1,-1 0 0,0 1-1,1-1 1,0 1 0,-1-1-1,1 1 1,0 0-1,0-1 1,0 1 0,1 0-1,-1 1 1,0-1 0,1 0-1,3-1 1,6-3-6767</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07.781"/>
    </inkml:context>
    <inkml:brush xml:id="br0">
      <inkml:brushProperty name="width" value="0.05" units="cm"/>
      <inkml:brushProperty name="height" value="0.05" units="cm"/>
      <inkml:brushProperty name="color" value="#FFC114"/>
    </inkml:brush>
  </inkml:definitions>
  <inkml:trace contextRef="#ctx0" brushRef="#br0">4 1 24575,'-2'0'0,"1"0"0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07.968"/>
    </inkml:context>
    <inkml:brush xml:id="br0">
      <inkml:brushProperty name="width" value="0.05" units="cm"/>
      <inkml:brushProperty name="height" value="0.05" units="cm"/>
      <inkml:brushProperty name="color" value="#FFC114"/>
    </inkml:brush>
  </inkml:definitions>
  <inkml:trace contextRef="#ctx0" brushRef="#br0">1 0 24575,'2'0'0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0.603"/>
    </inkml:context>
    <inkml:brush xml:id="br0">
      <inkml:brushProperty name="width" value="0.05" units="cm"/>
      <inkml:brushProperty name="height" value="0.05" units="cm"/>
      <inkml:brushProperty name="color" value="#FFC114"/>
    </inkml:brush>
  </inkml:definitions>
  <inkml:trace contextRef="#ctx0" brushRef="#br0">8 18 24575,'-1'0'0,"1"0"0,-1-1 0,1 1 0,-1 0 0,1-1 0,0 1 0,-1 0 0,1-1 0,-1 1 0,1-1 0,0 1 0,0-1 0,-1 1 0,1-1 0,0 1 0,0-1 0,-1 1 0,1-1 0,0 1 0,0-1 0,0 1 0,0-1 0,0 0 0,0 1 0,0-1 0,0 1 0,0-1 0,0 1 0,0-1 0,0 1 0,0-1 0,1 1 0,-1-2 0,1 2 0,-1 0 0,1 0 0,0 0 0,-1 0 0,1 0 0,-1 0 0,1 0 0,0 0 0,-1 0 0,1 0 0,0 0 0,-1 0 0,1 0 0,0 0 0,-1 1 0,1-1 0,-1 0 0,1 0 0,-1 1 0,1-1 0,0 1 0,-1-1 0,1 0 0,-1 1 0,0-1 0,1 1 0,-1-1 0,1 1 0,0 0 0,63 74 235,8 8-251,-62-73-248,1-1 0,0 1 0,1-2 0,-1 0 0,21 11 0,-16-12-6562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1.173"/>
    </inkml:context>
    <inkml:brush xml:id="br0">
      <inkml:brushProperty name="width" value="0.05" units="cm"/>
      <inkml:brushProperty name="height" value="0.05" units="cm"/>
      <inkml:brushProperty name="color" value="#FFC114"/>
    </inkml:brush>
  </inkml:definitions>
  <inkml:trace contextRef="#ctx0" brushRef="#br0">1 80 24575,'6'1'0,"0"-1"0,0 1 0,0 0 0,0 0 0,0 1 0,0 0 0,0 0 0,0 0 0,-1 1 0,1 0 0,-1 0 0,1 0 0,-1 1 0,0 0 0,-1 0 0,1 0 0,6 8 0,-5-5 0,-1 0 0,0-1 0,-1 2 0,0-1 0,0 0 0,0 1 0,-1 0 0,0 0 0,-1 0 0,0 0 0,0 0 0,1 12 0,19-72 0,-14 30 0,1-6 0,20-38 0,-26 60 0,1 0 0,-1 0 0,1 0 0,0 1 0,1-1 0,-1 1 0,1 0 0,0 0 0,0 1 0,1-1 0,10-6 0,-14 11 0,-1-1 0,1 1 0,0-1 0,-1 1 0,1-1 0,0 1 0,-1 0 0,1 0 0,0 0 0,-1 0 0,1 0 0,0 0 0,-1 1 0,1-1 0,0 0 0,-1 1 0,1-1 0,0 1 0,-1 0 0,1-1 0,-1 1 0,1 0 0,-1 0 0,0 0 0,1 0 0,-1 0 0,0 1 0,0-1 0,0 0 0,0 0 0,2 3 0,3 6 0,1-1 0,-2 1 0,8 17 0,-7-16 0,13 30-1365,-12-24-5461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1.502"/>
    </inkml:context>
    <inkml:brush xml:id="br0">
      <inkml:brushProperty name="width" value="0.05" units="cm"/>
      <inkml:brushProperty name="height" value="0.05" units="cm"/>
      <inkml:brushProperty name="color" value="#FFC114"/>
    </inkml:brush>
  </inkml:definitions>
  <inkml:trace contextRef="#ctx0" brushRef="#br0">96 151 24575,'4'-40'0,"1"-13"0,-5 50 0,0-1 0,-1 1 0,1 0 0,0 0 0,-1 0 0,0 0 0,0 0 0,0 0 0,0 0 0,0 1 0,-1-1 0,1 0 0,-3-3 0,3 5 0,0 0 0,0 0 0,0 0 0,0 0 0,0 0 0,0 0 0,-1 1 0,1-1 0,0 0 0,-1 0 0,1 1 0,-1-1 0,1 1 0,0-1 0,-1 1 0,1 0 0,-1 0 0,1 0 0,-1-1 0,1 1 0,-1 1 0,1-1 0,-1 0 0,1 0 0,-1 0 0,1 1 0,-1-1 0,1 1 0,-1-1 0,1 1 0,0 0 0,-1-1 0,1 1 0,0 0 0,0 0 0,-1 0 0,1 0 0,-1 2 0,-2 0 0,0 1 0,1-1 0,0 1 0,0 0 0,0 0 0,0 0 0,1 0 0,-1 0 0,1 1 0,-3 8 0,4-9 0,1 0 0,-1 1 0,1-1 0,0 0 0,0 0 0,0 0 0,1 0 0,-1 1 0,1-1 0,0 0 0,1 0 0,-1 0 0,1-1 0,-1 1 0,1 0 0,0 0 0,0-1 0,1 1 0,-1-1 0,1 0 0,3 4 0,8 6 0,-1-1 0,2 0 0,24 15 0,-12-8 0,-4-4 0,-16-11 0,0 0 0,-1 1 0,1 0 0,-1 0 0,0 0 0,0 1 0,-1 0 0,7 9 0,-11-15 7,-1 1 0,1 0 1,-1 0-1,1 0 0,-1 0 0,1 0 0,-1 0 0,0 0 0,0 0 0,0 0 0,0 1 1,1-1-1,-1 0 0,0 0 0,-1 0 0,1 0 0,0 0 0,0 0 0,0 0 0,-1 0 1,1 0-1,0 0 0,-1 0 0,1 0 0,-1 0 0,1 0 0,-1 0 0,0-1 0,1 1 1,-1 0-1,0 0 0,0 0 0,1-1 0,-1 1 0,0 0 0,0-1 0,0 1 0,0-1 1,0 1-1,0-1 0,0 0 0,0 1 0,0-1 0,0 0 0,0 0 0,0 1 0,-1-1 1,-2 1-164,-1 0 1,1-1 0,0 1 0,-1-1 0,1 0 0,0 0 0,-1 0-1,1 0 1,0-1 0,-6-1 0,-6-5-6671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1.704"/>
    </inkml:context>
    <inkml:brush xml:id="br0">
      <inkml:brushProperty name="width" value="0.05" units="cm"/>
      <inkml:brushProperty name="height" value="0.05" units="cm"/>
      <inkml:brushProperty name="color" value="#FFC114"/>
    </inkml:brush>
  </inkml:definitions>
  <inkml:trace contextRef="#ctx0" brushRef="#br0">1 50 24575,'0'-4'0,"0"1"0,1-1 0,0 0 0,0 0 0,0 1 0,0-1 0,0 0 0,3-4 0,-3 7 0,-1 0 0,0 1 0,0-1 0,1 1 0,-1-1 0,0 0 0,1 1 0,-1-1 0,1 1 0,-1-1 0,1 1 0,-1-1 0,1 1 0,-1-1 0,1 1 0,0 0 0,-1-1 0,1 1 0,-1 0 0,1-1 0,0 1 0,-1 0 0,1 0 0,0 0 0,-1-1 0,1 1 0,0 0 0,0 0 0,-1 0 0,1 0 0,0 0 0,-1 1 0,1-1 0,0 0 0,-1 0 0,1 0 0,0 0 0,-1 1 0,1-1 0,0 0 0,-1 1 0,1-1 0,-1 1 0,1-1 0,0 0 0,-1 1 0,1-1 0,-1 1 0,0-1 0,2 2 0,8 11 0,-1 1 0,0 0 0,-1 0 0,0 1 0,-1 0 0,5 17 0,5 9 0,21 40 221,44 112-1807,-74-169-5240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1.859"/>
    </inkml:context>
    <inkml:brush xml:id="br0">
      <inkml:brushProperty name="width" value="0.05" units="cm"/>
      <inkml:brushProperty name="height" value="0.05" units="cm"/>
      <inkml:brushProperty name="color" value="#FFC114"/>
    </inkml:brush>
  </inkml:definitions>
  <inkml:trace contextRef="#ctx0" brushRef="#br0">0 72 24575,'0'-3'0,"3"-4"0,4 0 0,3 1 0,3-2 0,3 0 0,0 0 0,2 0 0,-1-1 0,-2 1-8191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2.034"/>
    </inkml:context>
    <inkml:brush xml:id="br0">
      <inkml:brushProperty name="width" value="0.05" units="cm"/>
      <inkml:brushProperty name="height" value="0.05" units="cm"/>
      <inkml:brushProperty name="color" value="#FFC114"/>
    </inkml:brush>
  </inkml:definitions>
  <inkml:trace contextRef="#ctx0" brushRef="#br0">31 0 24575,'-3'0'0,"-4"0"0,-3 0 0,0 3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2.204"/>
    </inkml:context>
    <inkml:brush xml:id="br0">
      <inkml:brushProperty name="width" value="0.05" units="cm"/>
      <inkml:brushProperty name="height" value="0.05" units="cm"/>
      <inkml:brushProperty name="color" value="#FFC114"/>
    </inkml:brush>
  </inkml:definitions>
  <inkml:trace contextRef="#ctx0" brushRef="#br0">1 0 24575,'2'0'0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4.089"/>
    </inkml:context>
    <inkml:brush xml:id="br0">
      <inkml:brushProperty name="width" value="0.05" units="cm"/>
      <inkml:brushProperty name="height" value="0.05" units="cm"/>
      <inkml:brushProperty name="color" value="#FFC114"/>
    </inkml:brush>
  </inkml:definitions>
  <inkml:trace contextRef="#ctx0" brushRef="#br0">1 0 24575</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4.879"/>
    </inkml:context>
    <inkml:brush xml:id="br0">
      <inkml:brushProperty name="width" value="0.05" units="cm"/>
      <inkml:brushProperty name="height" value="0.05" units="cm"/>
      <inkml:brushProperty name="color" value="#FFC114"/>
    </inkml:brush>
  </inkml:definitions>
  <inkml:trace contextRef="#ctx0" brushRef="#br0">1 224 24575,'0'2'0,"1"1"0,0-1 0,0 0 0,-1 0 0,2 0 0,-1 0 0,0 0 0,0 0 0,3 3 0,4 7 0,94 210 0,-94-200 0,-9-20 0,-5-13 0,-16-37 0,2-1 0,2-1 0,2-1 0,-8-54 0,22 97 0,-1-5 0,1-1 0,-1-26 0,3 37 0,1-1 0,-1 1 0,0 0 0,1-1 0,-1 1 0,1 0 0,0 0 0,0-1 0,1 1 0,-1 0 0,1 0 0,-1 0 0,1 0 0,0 1 0,0-1 0,0 0 0,4-3 0,3 0 0,0-1 0,1 1 0,-1 1 0,1 0 0,0 0 0,1 1 0,-1 0 0,1 1 0,0 0 0,13-1 0,-6 1 0,0 1 0,0 1 0,0 1 0,0 1 0,29 4 0,-42-4 0,-1 0 0,1 0 0,-1 0 0,1 1 0,-1-1 0,1 1 0,-1 1 0,0-1 0,0 0 0,0 1 0,0 0 0,0 0 0,-1 0 0,1 0 0,-1 1 0,4 5 0,-4-6 0,-2 1 0,1-1 0,0 1 0,-1 0 0,1 0 0,-1 0 0,0 0 0,0 0 0,-1 0 0,1 0 0,-1 0 0,0 0 0,0 0 0,0 0 0,0 0 0,-1 0 0,0 0 0,0 0 0,-2 5 0,-2 5 0,-1-1 0,-1 0 0,0-1 0,-1 1 0,0-2 0,-1 1 0,-1-1 0,1 0 0,-2-1 0,1 0 0,-1-1 0,-1 0 0,0-1 0,0 0 0,0-1 0,-19 8 0,19-10 0,17-9 0,21-9 0,-1 5 0,0 1 0,50-8 0,-66 14 0,0 0 0,0 1 0,0 0 0,0 0 0,0 1 0,-1 0 0,1 0 0,0 1 0,0 0 0,-1 1 0,1 0 0,9 5 0,-15-7 0,-1 0 0,0 1 0,1-1 0,-1 1 0,0-1 0,0 1 0,0 0 0,0 0 0,0 0 0,0 0 0,-1 0 0,1 0 0,-1 0 0,1 1 0,-1-1 0,0 0 0,0 1 0,0-1 0,0 1 0,-1 0 0,1-1 0,-1 1 0,1-1 0,-1 1 0,0 0 0,0-1 0,0 1 0,0 0 0,0-1 0,-2 6 0,0-4 0,1 1 0,-1-1 0,-1 0 0,1 0 0,0 0 0,-1 0 0,0 0 0,0-1 0,0 1 0,-1-1 0,1 1 0,-1-1 0,0 0 0,1-1 0,-1 1 0,-7 3 0,-1-1-124,0-1 0,0 0 0,0 0 0,0-1 0,-1-1 0,1 0-1,-1 0 1,0-1 0,1-1 0,-14-1 0,-1-3-6702</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5.302"/>
    </inkml:context>
    <inkml:brush xml:id="br0">
      <inkml:brushProperty name="width" value="0.05" units="cm"/>
      <inkml:brushProperty name="height" value="0.05" units="cm"/>
      <inkml:brushProperty name="color" value="#FFC114"/>
    </inkml:brush>
  </inkml:definitions>
  <inkml:trace contextRef="#ctx0" brushRef="#br0">0 69 24575,'2'1'0,"-1"0"0,1 0 0,-1 0 0,1 0 0,-1 1 0,0-1 0,0 0 0,1 1 0,-1-1 0,0 1 0,0-1 0,-1 1 0,1-1 0,0 1 0,0 0 0,-1-1 0,1 4 0,2 1 0,11 21 0,1-1 0,0-1 0,2 0 0,2-2 0,0 1 0,1-2 0,28 24 0,-45-43 0,0 0 0,0-1 0,1 1 0,-1-1 0,1 0 0,-1 0 0,1-1 0,0 1 0,0-1 0,0 1 0,4 0 0,-6-2 0,0 0 0,0 0 0,0 0 0,0-1 0,0 1 0,0-1 0,0 1 0,0-1 0,0 0 0,0 1 0,0-1 0,0 0 0,0 0 0,0 0 0,-1-1 0,1 1 0,-1 0 0,1-1 0,-1 1 0,1-1 0,-1 1 0,0-1 0,2-2 0,3-5 0,0-1 0,-1 0 0,-1 0 0,0 0 0,0 0 0,0-1 0,-2 1 0,1-1 0,-1 0 0,-1 0 0,1-15 0,-2 16 0,0 0 0,-1 0 0,1 0 0,-2 0 0,0 0 0,0 0 0,0 0 0,-2 0 0,1 1 0,-1-1 0,0 1 0,-8-12 0,8 16 0,0 1 0,0 0 0,0 0 0,0 0 0,-1 1 0,1-1 0,-8-3 0,11 6 0,-1 0 0,0 0 0,1 0 0,-1 0 0,0 0 0,1 1 0,-1-1 0,0 1 0,0-1 0,0 1 0,1 0 0,-1-1 0,0 1 0,0 0 0,0 0 0,0 1 0,0-1 0,1 0 0,-1 0 0,0 1 0,0-1 0,0 1 0,1 0 0,-1-1 0,-3 3 0,4-2 0,1 0 0,-1 0 0,0 0 0,0 0 0,1 0 0,-1 0 0,1 0 0,-1 0 0,1 1 0,-1-1 0,1 0 0,0 0 0,-1 0 0,1 1 0,0-1 0,0 0 0,0 0 0,0 1 0,0-1 0,0 0 0,0 0 0,1 1 0,-1-1 0,0 0 0,1 0 0,-1 0 0,1 1 0,-1-1 0,1 0 0,-1 0 0,1 0 0,0 0 0,1 2 0,2 2 0,0-1 0,0 1 0,0-1 0,0 1 0,9 5 0,-5-5-341,0 0 0,1 0-1,12 5 1,3-2-6485</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5.555"/>
    </inkml:context>
    <inkml:brush xml:id="br0">
      <inkml:brushProperty name="width" value="0.05" units="cm"/>
      <inkml:brushProperty name="height" value="0.05" units="cm"/>
      <inkml:brushProperty name="color" value="#FFC114"/>
    </inkml:brush>
  </inkml:definitions>
  <inkml:trace contextRef="#ctx0" brushRef="#br0">12 11 24575,'-11'-11'0,"16"27"0,10 16 0,146 311 0,-158-337 50,1 1-333,-1-1 0,1 1 0,0 0 0,6 6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5.740"/>
    </inkml:context>
    <inkml:brush xml:id="br0">
      <inkml:brushProperty name="width" value="0.05" units="cm"/>
      <inkml:brushProperty name="height" value="0.05" units="cm"/>
      <inkml:brushProperty name="color" value="#FFC114"/>
    </inkml:brush>
  </inkml:definitions>
  <inkml:trace contextRef="#ctx0" brushRef="#br0">18 17 24575,'0'-3'0,"-3"-1"0,-3 0 0,-2-1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5.958"/>
    </inkml:context>
    <inkml:brush xml:id="br0">
      <inkml:brushProperty name="width" value="0.05" units="cm"/>
      <inkml:brushProperty name="height" value="0.05" units="cm"/>
      <inkml:brushProperty name="color" value="#FFC114"/>
    </inkml:brush>
  </inkml:definitions>
  <inkml:trace contextRef="#ctx0" brushRef="#br0">0 0 24575,'0'3'0,"0"4"0,0 3 0,3 4 0,1 4 0,2 2 0,6 4 0,5 3 0,1 6 0,1 2 0,0 2 0,-1 0 0,1-3 0,-5-8-8191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6.206"/>
    </inkml:context>
    <inkml:brush xml:id="br0">
      <inkml:brushProperty name="width" value="0.05" units="cm"/>
      <inkml:brushProperty name="height" value="0.05" units="cm"/>
      <inkml:brushProperty name="color" value="#FFC114"/>
    </inkml:brush>
  </inkml:definitions>
  <inkml:trace contextRef="#ctx0" brushRef="#br0">0 1 24575,'0'3'0,"0"3"0,3 5 0,1 5 0,3 6 0,2 8 0,4 4 0,1 5 0,5 5 0,2 0 0,0-1 0,-1-3 0,0-2 0,-5-4 0,-1-6 0,0-5 0,-3-5-8191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6.718"/>
    </inkml:context>
    <inkml:brush xml:id="br0">
      <inkml:brushProperty name="width" value="0.05" units="cm"/>
      <inkml:brushProperty name="height" value="0.05" units="cm"/>
      <inkml:brushProperty name="color" value="#FFC114"/>
    </inkml:brush>
  </inkml:definitions>
  <inkml:trace contextRef="#ctx0" brushRef="#br0">225 480 24575,'0'-9'0,"-1"1"0,0 0 0,-1 0 0,0 0 0,0 0 0,-1 0 0,0 1 0,-1-1 0,1 1 0,-1 0 0,0 0 0,-1 0 0,0 0 0,0 1 0,-7-7 0,8 9 0,0 0 0,0 0 0,-1 0 0,1 1 0,-1-1 0,0 1 0,0 0 0,0 1 0,-1-1 0,1 1 0,0 0 0,-1 0 0,0 1 0,1-1 0,-1 1 0,0 0 0,0 1 0,1 0 0,-1 0 0,0 0 0,-11 2 0,15-1 0,0-1 0,0 1 0,0 0 0,0 0 0,0 0 0,0 0 0,0 0 0,0 0 0,0 0 0,1 1 0,-1-1 0,0 1 0,1-1 0,-1 1 0,1 0 0,0-1 0,-1 1 0,0 4 0,0-3 0,1 1 0,-1 0 0,1 0 0,0 0 0,1 0 0,-1 0 0,1 0 0,-1 1 0,2 5 0,0-2 0,0 0 0,0 0 0,1 0 0,0 0 0,0-1 0,1 1 0,0-1 0,0 0 0,1 0 0,5 8 0,-4-8 0,1-1 0,0 1 0,0-1 0,0-1 0,1 1 0,0-1 0,0-1 0,1 1 0,-1-1 0,14 5 0,-16-7 0,0 0 0,0-1 0,0 1 0,1-1 0,-1 0 0,0-1 0,1 0 0,-1 1 0,1-2 0,-1 1 0,0 0 0,1-1 0,-1 0 0,0-1 0,1 1 0,-1-1 0,10-4 0,-11 3 0,0 0 0,0-1 0,-1 1 0,1-1 0,0 1 0,-1-1 0,0 0 0,0 0 0,0-1 0,-1 1 0,1 0 0,-1-1 0,0 0 0,0 0 0,1-6 0,2-8 0,-1 0 0,3-31 0,-5 25 0,-1-1 0,-2 1 0,0-1 0,-2 1 0,-1-1 0,0 1 0,-2 0 0,-1 1 0,-1-1 0,-1 2 0,-1-1 0,-15-23 0,23 43 0,0 1 0,-1-1 0,0 1 0,0 0 0,0 0 0,-5-5 0,8 8 0,-1-1 0,1 1 0,0 0 0,-1 0 0,1 0 0,0-1 0,0 1 0,-1 0 0,1 0 0,0 0 0,-1 0 0,1-1 0,0 1 0,-1 0 0,1 0 0,-1 0 0,1 0 0,0 0 0,-1 0 0,1 0 0,0 0 0,-1 0 0,1 0 0,0 0 0,-1 0 0,1 1 0,0-1 0,-1 0 0,1 0 0,-1 0 0,1 1 0,-1 1 0,1-1 0,-1 0 0,1 0 0,0 0 0,0 0 0,-1 0 0,1 0 0,0 0 0,0 0 0,0 1 0,0-1 0,1 0 0,-1 0 0,1 2 0,4 27 0,2-1 0,1 1 0,2-2 0,17 38 0,-3-18 0,47 71 0,-59-99-195,2-1 0,0-1 0,1 0 0,0-1 0,2-1 0,29 23 0,-31-29-6631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17.080"/>
    </inkml:context>
    <inkml:brush xml:id="br0">
      <inkml:brushProperty name="width" value="0.05" units="cm"/>
      <inkml:brushProperty name="height" value="0.05" units="cm"/>
      <inkml:brushProperty name="color" value="#FFC114"/>
    </inkml:brush>
  </inkml:definitions>
  <inkml:trace contextRef="#ctx0" brushRef="#br0">70 570 24575,'-26'6'0,"24"-5"0,0 0 0,0 0 0,0 0 0,0-1 0,0 1 0,0-1 0,-1 1 0,1-1 0,0 0 0,0 0 0,0 0 0,-1 0 0,1 0 0,0-1 0,0 1 0,-1-1 0,-2 0 0,5 0 0,0 1 0,-1 0 0,1 0 0,0 0 0,0 0 0,0-1 0,0 1 0,0 0 0,0 0 0,0 0 0,0 0 0,0-1 0,0 1 0,0 0 0,0 0 0,0 0 0,0-1 0,0 1 0,0 0 0,0 0 0,0 0 0,0-1 0,0 1 0,0 0 0,0 0 0,0 0 0,0-1 0,0 1 0,0 0 0,0 0 0,0 0 0,1 0 0,-1-1 0,0 1 0,0 0 0,0 0 0,0 0 0,0 0 0,1 0 0,-1 0 0,0-1 0,0 1 0,1 0 0,8-6 0,-9 6 0,51-27 0,0 4 0,63-21 0,-68 27 0,846-289-583,-558 195 453,-320 107 130,52-21 0,-56 17-1246</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26.658"/>
    </inkml:context>
    <inkml:brush xml:id="br0">
      <inkml:brushProperty name="width" value="0.05" units="cm"/>
      <inkml:brushProperty name="height" value="0.05" units="cm"/>
      <inkml:brushProperty name="color" value="#FFC114"/>
    </inkml:brush>
  </inkml:definitions>
  <inkml:trace contextRef="#ctx0" brushRef="#br0">1 16 24575,'-1'-14'0,"1"14"0,0 0 0,0 0 0,1 0 0,-1 0 0,0 0 0,0 0 0,0 0 0,0 0 0,0 0 0,0 0 0,0 0 0,0 0 0,0 0 0,0 0 0,0 0 0,1 0 0,-1 0 0,0 0 0,0 0 0,0 0 0,0 0 0,0 0 0,0 0 0,0 0 0,0-1 0,0 1 0,0 0 0,0 0 0,0 0 0,0 0 0,0 0 0,0 0 0,0 0 0,0 0 0,0 0 0,0 0 0,0-1 0,19 17 0,-7-8 0,1-2 0,-1 1 0,1-2 0,27 9 0,60 8 0,-84-19 0,432 68-1024,-267-46 389,1398 266-3753,-422 22 5151,-16 52 655,-1120-358-1206,-8-2 295,1-1 0,0 0-1,-1 0 1,28 2 0,-41-6-461,1 0-1,0 0 1,-1 0 0,1 0 0,0 0 0,-1 0 0,1 0 0,-1 0 0,1 0-1,0 0 1,-1 0 0,1-1 0,0 1 0,-1 0 0,1 0 0,-1-1 0,1 1-1,-1 0 1,1-1 0,0 1 0,-1 0 0,1-2 0,-1 2-109,1-1 1,-1 1-1,0-1 1,0 0-1,0 1 1,0-1-1,0 0 1,0 1 0,0-1-1,-1 1 1,1-1-1,0 0 1,0 1-1,0-1 1,-1 1-1,1-1 1,0 1-1,0-1 1,-1 0-1,0 0 1,-6-9-6752</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27.407"/>
    </inkml:context>
    <inkml:brush xml:id="br0">
      <inkml:brushProperty name="width" value="0.05" units="cm"/>
      <inkml:brushProperty name="height" value="0.05" units="cm"/>
      <inkml:brushProperty name="color" value="#FFC114"/>
    </inkml:brush>
  </inkml:definitions>
  <inkml:trace contextRef="#ctx0" brushRef="#br0">1 1 24575,'20'29'0,"16"48"20,28 94 0,13 86-138,-61-200 34,134 495-800,29 100 912,-52-270 546,-26-88-130,-76-192-444,-20-94 171,-5-20 0,-5-20-1878,-1 10-5119</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28.604"/>
    </inkml:context>
    <inkml:brush xml:id="br0">
      <inkml:brushProperty name="width" value="0.05" units="cm"/>
      <inkml:brushProperty name="height" value="0.05" units="cm"/>
      <inkml:brushProperty name="color" value="#FFC114"/>
    </inkml:brush>
  </inkml:definitions>
  <inkml:trace contextRef="#ctx0" brushRef="#br0">2052 294 24575,'0'-3'0,"0"1"0,-1 0 0,1-1 0,-1 1 0,1 0 0,-1-1 0,0 1 0,0 0 0,0 0 0,0 0 0,0 0 0,0 0 0,-1 0 0,1 0 0,-1 0 0,1 1 0,-1-1 0,0 0 0,1 1 0,-1-1 0,0 1 0,0 0 0,0 0 0,0 0 0,0 0 0,0 0 0,-3-1 0,-7-2 0,0 1 0,-1 0 0,-23-2 0,21 3 0,-41-4 0,-1 2 0,0 3 0,-61 6 0,-171 36 0,-92 48 0,294-62 0,2 4 0,-110 57 0,144-61 0,2 3 0,0 2 0,3 1 0,-74 70 0,89-72 0,2 1 0,1 2 0,2 1 0,1 1 0,1 1 0,-35 80 0,47-88 0,1 1 0,1 0 0,2 1 0,1 0 0,1 1 0,2-1 0,1 1 0,2-1 0,2 34 0,1-40 0,2-1 0,0 0 0,1 0 0,2 0 0,0 0 0,2-1 0,0-1 0,2 1 0,0-1 0,2-1 0,0 0 0,19 22 0,-10-20 0,0 0 0,1-2 0,1-1 0,1-1 0,0-1 0,2-1 0,0-1 0,1-1 0,0-2 0,1-1 0,33 9 0,1-3 0,2-3 0,0-3 0,0-2 0,84 0 0,-45-9-172,198-25 0,100-48-172,55-46 344,-367 88 0,-1-5 0,163-89 0,-209 98 38,-2-3 1,0-1-1,-3-1 0,0-3 0,-2-1 1,-2-1-1,-1-2 0,49-75 0,-60 79-9,-3-1 0,0-1-1,-3-1 1,-1 0 0,-2-1-1,-1-1 1,-2 0 0,-2 0-1,-1-1 1,-2 0 0,-1-57-1,-5 71-28,-1-1 0,-2 1 0,-1-1 0,0 1 0,-2 0 0,-1 1 0,-1 0 0,-2 0 0,0 1 0,-1 0 0,-2 1 0,0 0 0,-34-39 0,24 35 0,-2 1 0,-1 1 0,-1 2 0,-1 1 0,-1 1 0,-1 1 0,0 2 0,-2 1 0,-58-22 0,37 21 0,-2 3 0,0 2 0,-1 3 0,-97-6 0,30 12 0,-139 16 0,71 9 0,0 8 0,-200 57 0,180-18-1365,161-49-5461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30.774"/>
    </inkml:context>
    <inkml:brush xml:id="br0">
      <inkml:brushProperty name="width" value="0.05" units="cm"/>
      <inkml:brushProperty name="height" value="0.05" units="cm"/>
      <inkml:brushProperty name="color" value="#FFC114"/>
    </inkml:brush>
  </inkml:definitions>
  <inkml:trace contextRef="#ctx0" brushRef="#br0">17 162 24575,'-1'0'0,"0"-1"0,0 1 0,0 0 0,0-1 0,0 1 0,1-1 0,-1 1 0,0-1 0,0 1 0,0-1 0,1 0 0,-1 1 0,0-1 0,1 0 0,-1 1 0,1-1 0,-1 0 0,1 0 0,-1 0 0,0-1 0,2-5 0,11 10 0,0 6 0,0 0 0,-1 1 0,0 0 0,-1 1 0,0 1 0,0-1 0,8 16 0,-4-9 0,35 49 0,-4-5 0,74 79 0,-115-137 0,0 0 0,0-1 0,0 1 0,1-1 0,-1 0 0,7 3 0,-10-5 0,0-1 0,0 1 0,0-1 0,0 0 0,0 1 0,0-1 0,0 0 0,0 0 0,0 0 0,0 0 0,0 0 0,0 0 0,0 0 0,0 0 0,0 0 0,0-1 0,0 1 0,0 0 0,0-1 0,0 1 0,0-1 0,0 1 0,0-1 0,0 1 0,0-1 0,-1 0 0,1 1 0,0-1 0,0 0 0,-1 0 0,1 1 0,0-1 0,-1 0 0,1 0 0,-1 0 0,1 0 0,-1 0 0,1 0 0,-1-1 0,3-6 0,0 0 0,0-1 0,-1 1 0,0-1 0,-1 1 0,1-11 0,-1-56 0,-1 43 0,0-39 0,-4 0 0,-21-120 0,15 164 0,4 21 0,2 18 0,4-3-227,0-1-1,1 1 1,0-1-1,0 0 1,5 15-1,0-2-6598</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31.505"/>
    </inkml:context>
    <inkml:brush xml:id="br0">
      <inkml:brushProperty name="width" value="0.05" units="cm"/>
      <inkml:brushProperty name="height" value="0.05" units="cm"/>
      <inkml:brushProperty name="color" value="#FFC114"/>
    </inkml:brush>
  </inkml:definitions>
  <inkml:trace contextRef="#ctx0" brushRef="#br0">38 233 24575,'2'1'0,"0"0"0,0 0 0,0 0 0,0 1 0,0-1 0,0 0 0,0 1 0,0 0 0,0-1 0,0 1 0,1 3 0,7 5 0,4 1 0,0-1 0,1 0 0,1 0 0,31 13 0,-45-22 0,-1-1 0,1 1 0,-1-1 0,1 0 0,-1 1 0,1-1 0,-1 0 0,1 0 0,0 0 0,-1 0 0,1 0 0,-1 0 0,1-1 0,-1 1 0,1 0 0,-1-1 0,1 1 0,-1-1 0,1 0 0,-1 1 0,1-1 0,-1 0 0,0 0 0,0 0 0,1 0 0,-1 0 0,0 0 0,0 0 0,0 0 0,0-1 0,0 1 0,0 0 0,-1-1 0,1 1 0,0 0 0,-1-1 0,1 1 0,-1-1 0,1 1 0,-1-3 0,2-1 0,-1-1 0,0 1 0,0 0 0,-1-1 0,1 0 0,-1 1 0,-1-1 0,1 1 0,-1-1 0,-2-8 0,0 5 0,-1 0 0,0 0 0,-1 1 0,0-1 0,0 1 0,-1 0 0,0 0 0,0 1 0,-1 0 0,0 0 0,-12-8 0,16 12 0,-1 0 0,0 1 0,0 0 0,0 0 0,0 0 0,0 0 0,0 1 0,-1 0 0,1 0 0,0 0 0,-9-1 0,10 2 0,-1 0 0,1 1 0,0-1 0,0 1 0,-1 0 0,1 0 0,0 0 0,0 0 0,0 1 0,0-1 0,0 1 0,0-1 0,0 1 0,1 0 0,-1 0 0,1 1 0,-5 3 0,3 0 0,0 0 0,0 0 0,0 0 0,0 1 0,1-1 0,0 1 0,1 0 0,-1 0 0,1 0 0,1 0 0,-1 0 0,1 0 0,1 1 0,-1-1 0,2 11 0,-1-8 0,1-1 0,0 0 0,0 1 0,1-1 0,1 0 0,-1 0 0,1 0 0,1 0 0,0 0 0,0-1 0,9 13 0,-9-15 0,1-1 0,1 1 0,-1-1 0,1 0 0,0-1 0,0 1 0,0-1 0,1 0 0,-1-1 0,1 1 0,0-1 0,0-1 0,15 4 0,-12-3 0,1-2 0,0 1 0,-1-2 0,1 1 0,0-1 0,0-1 0,-1 0 0,1-1 0,16-4 0,-19 4 0,0-1 0,-1 1 0,1-2 0,-1 1 0,0-1 0,0 0 0,0-1 0,0 0 0,-1 0 0,1 0 0,-1-1 0,7-8 0,-9 9 0,-1 0 0,0 0 0,0-1 0,0 1 0,-1-1 0,1 0 0,-2 1 0,1-1 0,0 0 0,-1 0 0,0 0 0,-1 0 0,1 0 0,-1 0 0,0 0 0,-1-1 0,1 1 0,-2-6 0,-2-2 0,0 0 0,0 1 0,-1 0 0,-1 0 0,0 0 0,0 0 0,-2 1 0,1 0 0,-2 1 0,1 0 0,-15-14 0,95 124 0,-50-69 0,-9-14 0,-1 1 0,18 34 0,-26-35 0,-4-16 0,0 0 0,0 0 0,0 0 0,0 0 0,0 1 0,0-1 0,0 0 0,0 0 0,0 0 0,0 0 0,0 0 0,0 1 0,0-1 0,-1 0 0,1 0 0,0 0 0,0 0 0,0 0 0,0 0 0,0 0 0,0 0 0,-1 1 0,1-1 0,0 0 0,0 0 0,0 0 0,0 0 0,0 0 0,-1 0 0,1 0 0,0 0 0,0 0 0,0 0 0,0 0 0,-1 0 0,1 0 0,0 0 0,0 0 0,0 0 0,0 0 0,-1 0 0,1 0 0,-2-1 0,0 0 0,0-1 0,0 1 0,0 0 0,0 0 0,0-1 0,0 1 0,1-1 0,-3-3 0,-3-4 0,1 0 0,0-1 0,1 1 0,0-1 0,1-1 0,0 1 0,1 0 0,0-1 0,0 0 0,1 0 0,0 0 0,1 0 0,1 0 0,0 0 0,0 0 0,1 0 0,0 0 0,1 0 0,0 0 0,5-14 0,-4 20-80,-1 1 0,0-1-1,1 1 1,0 0 0,0 0-1,0 0 1,1 1 0,-1-1-1,1 1 1,0 0 0,0-1 0,0 2-1,0-1 1,1 1 0,-1-1-1,5-1 1,9-3-6746</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31.817"/>
    </inkml:context>
    <inkml:brush xml:id="br0">
      <inkml:brushProperty name="width" value="0.05" units="cm"/>
      <inkml:brushProperty name="height" value="0.05" units="cm"/>
      <inkml:brushProperty name="color" value="#FFC114"/>
    </inkml:brush>
  </inkml:definitions>
  <inkml:trace contextRef="#ctx0" brushRef="#br0">79 74 24575,'1'0'0,"0"0"0,-1 0 0,1 0 0,0-1 0,-1 1 0,1 0 0,-1-1 0,1 1 0,0 0 0,-1-1 0,1 1 0,-1-1 0,1 1 0,-1-1 0,1 1 0,-1-1 0,1 1 0,-1-1 0,0 1 0,1-1 0,-1 0 0,0 1 0,1-1 0,-1 1 0,0-1 0,0 0 0,0 0 0,0 1 0,1-1 0,-1 0 0,0 1 0,0-1 0,0 0 0,0 1 0,-1-1 0,1 0 0,0 0 0,-6-27 0,5 26 0,0 0 0,0 1 0,0-1 0,0 0 0,0 1 0,-1-1 0,1 1 0,0-1 0,-1 1 0,1-1 0,-1 1 0,0 0 0,1 0 0,-1 0 0,-3-2 0,4 3 0,0 0 0,-1 0 0,1-1 0,0 1 0,0 0 0,-1 0 0,1 0 0,0 0 0,-1 0 0,1 1 0,0-1 0,-1 0 0,1 1 0,0-1 0,0 1 0,0-1 0,-1 1 0,0 0 0,-1 1 0,0 1 0,0-1 0,0 1 0,1-1 0,0 1 0,-1 0 0,1 0 0,0 0 0,0 0 0,1 0 0,-1 1 0,1-1 0,-1 1 0,1-1 0,0 1 0,-1 3 0,2-1 0,0 1 0,0-1 0,0 0 0,1 0 0,0 1 0,0-1 0,0 0 0,1 0 0,0 0 0,0 0 0,1 0 0,-1 0 0,1-1 0,1 0 0,-1 1 0,1-1 0,0 0 0,6 7 0,8 6 0,1 0 0,0-1 0,25 16 0,11 0 0,-42-27 0,-1 1 0,0 1 0,0 0 0,18 16 0,-29-23 0,0 0 0,0 0 0,0-1 0,0 1 0,0 1 0,0-1 0,-1 0 0,1 0 0,0 0 0,-1 0 0,1 0 0,-1 1 0,1-1 0,-1 0 0,0 0 0,0 1 0,1-1 0,-1 0 0,0 1 0,0-1 0,0 0 0,0 0 0,-1 3 0,0-2 0,1-1 0,-1 1 0,0-1 0,0 1 0,0-1 0,0 0 0,0 1 0,-1-1 0,1 0 0,0 0 0,-1 0 0,1 0 0,-1 0 0,1 0 0,-3 1 0,0 0 0,0 0 0,0-1 0,-1 1 0,1-1 0,0 0 0,0 0 0,-1-1 0,1 1 0,-1-1 0,1 0 0,0 0 0,-1 0 0,-7-2 0,10 1-68,0-1 0,-1 1-1,1-1 1,0 1 0,0-1 0,0 0-1,0 1 1,0-1 0,0 0 0,1 0-1,-1 0 1,1-1 0,-1 1 0,1 0-1,0-1 1,0 1 0,0-1-1,0 1 1,-1-5 0,-3-13-6758</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31.987"/>
    </inkml:context>
    <inkml:brush xml:id="br0">
      <inkml:brushProperty name="width" value="0.05" units="cm"/>
      <inkml:brushProperty name="height" value="0.05" units="cm"/>
      <inkml:brushProperty name="color" value="#FFC114"/>
    </inkml:brush>
  </inkml:definitions>
  <inkml:trace contextRef="#ctx0" brushRef="#br0">0 128 24575,'7'-13'0,"0"1"0,0 0 0,1 0 0,0 1 0,1 0 0,1 0 0,0 1 0,0 0 0,13-9 0,-22 19 0,0-1 0,1 0 0,-1 0 0,0 1 0,1-1 0,-1 0 0,1 1 0,-1 0 0,1-1 0,-1 1 0,1 0 0,-1 0 0,1-1 0,-1 1 0,1 0 0,-1 1 0,1-1 0,-1 0 0,1 0 0,-1 1 0,1-1 0,-1 1 0,1-1 0,-1 1 0,0 0 0,1-1 0,-1 1 0,0 0 0,0 0 0,1 0 0,-1 0 0,0 0 0,0 0 0,0 0 0,0 0 0,0 1 0,-1-1 0,1 0 0,1 3 0,3 5 0,-1 1 0,-1 0 0,1 0 0,2 18 0,-3-15 0,0 2-170,1 0-1,1 0 0,0-1 1,0 1-1,2-1 0,0 0 1,15 22-1,-14-27-6655</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32.111"/>
    </inkml:context>
    <inkml:brush xml:id="br0">
      <inkml:brushProperty name="width" value="0.05" units="cm"/>
      <inkml:brushProperty name="height" value="0.05" units="cm"/>
      <inkml:brushProperty name="color" value="#FFC114"/>
    </inkml:brush>
  </inkml:definitions>
  <inkml:trace contextRef="#ctx0" brushRef="#br0">77 21 24575,'-3'-3'0,"-3"-4"0,-5 0 0,-2 3 0,1 6 0,-1 5 0,2 4 0,3 0-8191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32.901"/>
    </inkml:context>
    <inkml:brush xml:id="br0">
      <inkml:brushProperty name="width" value="0.05" units="cm"/>
      <inkml:brushProperty name="height" value="0.05" units="cm"/>
      <inkml:brushProperty name="color" value="#FFC114"/>
    </inkml:brush>
  </inkml:definitions>
  <inkml:trace contextRef="#ctx0" brushRef="#br0">1 139 24575,'1'0'0,"-1"0"0,1 1 0,0-1 0,0 0 0,-1 1 0,1-1 0,0 1 0,-1-1 0,1 1 0,0-1 0,-1 1 0,1 0 0,-1-1 0,1 1 0,-1-1 0,1 1 0,-1 0 0,0 0 0,1-1 0,-1 1 0,0 0 0,1 0 0,-1-1 0,0 1 0,0 0 0,0 0 0,0 0 0,0 0 0,3 29 0,-2-27 0,0 14 0,0 0 0,2 0 0,0 0 0,10 31 0,-11-43 0,0 0 0,0 0 0,0-1 0,0 1 0,1 0 0,0-1 0,0 1 0,0-1 0,1 0 0,-1 0 0,1-1 0,0 1 0,0-1 0,0 1 0,0-1 0,1-1 0,-1 1 0,1-1 0,0 1 0,5 1 0,-7-4 0,-1 1 0,1-1 0,-1 1 0,1-1 0,-1 0 0,1 0 0,-1 0 0,1-1 0,-1 1 0,1 0 0,-1-1 0,1 0 0,-1 1 0,1-1 0,-1 0 0,0 0 0,4-2 0,-2 0 0,0 0 0,0-1 0,-1 1 0,1-1 0,-1 1 0,0-1 0,0 0 0,4-6 0,-1 0 0,-2 1 0,1-1 0,-1 0 0,0 0 0,-1-1 0,0 1 0,2-18 0,-5 20 0,0 1 0,-1-1 0,1 1 0,-1 0 0,-1 0 0,0-1 0,0 1 0,0 0 0,-1 0 0,1 1 0,-2-1 0,1 0 0,-1 1 0,0 0 0,0 0 0,-1 0 0,0 1 0,-9-10 0,10 11 0,0 1 0,-1 0 0,1-1 0,0 1 0,-1 1 0,0-1 0,0 1 0,0 0 0,0 0 0,0 0 0,0 0 0,0 1 0,0 0 0,-1 0 0,1 1 0,0 0 0,-1-1 0,1 2 0,-1-1 0,1 1 0,0-1 0,0 1 0,-1 1 0,1-1 0,0 1 0,-6 3 0,8-4 0,1 1 0,-1 0 0,1 0 0,0 0 0,0 0 0,0 0 0,0 0 0,0 1 0,0-1 0,0 1 0,1-1 0,0 1 0,-1 0 0,1-1 0,0 1 0,0 0 0,0 0 0,1 0 0,-1 0 0,1 0 0,-1 0 0,1 0 0,0 0 0,0 0 0,0 0 0,1 0 0,-1 0 0,1 0 0,0 0 0,0 0 0,2 5 0,-2-5 0,0 1 0,0-1 0,1 1 0,0-1 0,-1 1 0,1-1 0,0 0 0,1 0 0,-1 0 0,0 0 0,1 0 0,0-1 0,0 1 0,0-1 0,0 0 0,0 0 0,0 0 0,0 0 0,1 0 0,-1 0 0,1-1 0,-1 0 0,1 0 0,-1 0 0,6 1 0,-7-2 0,-1-1 0,1 1 0,0 0 0,0 0 0,0-1 0,0 1 0,0-1 0,-1 0 0,1 0 0,0 1 0,0-1 0,-1 0 0,1 0 0,-1-1 0,1 1 0,1-2 0,19-25 0,-20 24 0,1 0 0,-1 1 0,1-1 0,-1 1 0,1 0 0,0 0 0,1 0 0,3-3 0,-5 5 0,0 1 0,-1-1 0,1 1 0,0-1 0,-1 1 0,1 0 0,0-1 0,0 1 0,-1 0 0,1 0 0,0 1 0,0-1 0,-1 0 0,1 0 0,0 1 0,-1-1 0,1 1 0,0 0 0,-1-1 0,1 1 0,-1 0 0,1 0 0,-1 0 0,1 0 0,1 2 0,18 18 0,-17-16 0,0-1 0,0 0 0,0 0 0,1 0 0,9 6 0,-13-9 0,0-1 0,0 1 0,0-1 0,0 0 0,0 0 0,0 1 0,0-1 0,0 0 0,0 0 0,0 0 0,0 0 0,0 0 0,0 0 0,0 0 0,0 0 0,0-1 0,0 1 0,0 0 0,0-1 0,0 1 0,0-1 0,0 1 0,0-1 0,0 1 0,-1-1 0,1 1 0,0-1 0,0 0 0,-1 0 0,1 1 0,0-1 0,-1 0 0,1 0 0,0 0 0,-1 0 0,1 1 0,-1-1 0,1-2 0,13-25 0,17-49 0,0-1 0,-30 77 0,-1-1 0,1 1 0,0-1 0,0 1 0,0-1 0,0 1 0,0-1 0,0 1 0,0 0 0,0-1 0,1 1 0,-1 0 0,0 0 0,1 0 0,-1 0 0,1 0 0,-1 0 0,1 1 0,1-2 0,-2 2 0,1 0 0,-1 0 0,0 1 0,1-1 0,-1 0 0,0 0 0,0 1 0,1-1 0,-1 1 0,0-1 0,0 1 0,0 0 0,0-1 0,0 1 0,0 0 0,0 0 0,0-1 0,0 1 0,0 0 0,0 0 0,0 0 0,0 0 0,-1 0 0,1 1 0,-1-1 0,2 1 0,8 17 0,-1 1 0,9 26 0,7 15 0,35 60-1365,-55-113-5461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33.402"/>
    </inkml:context>
    <inkml:brush xml:id="br0">
      <inkml:brushProperty name="width" value="0.05" units="cm"/>
      <inkml:brushProperty name="height" value="0.05" units="cm"/>
      <inkml:brushProperty name="color" value="#FFC114"/>
    </inkml:brush>
  </inkml:definitions>
  <inkml:trace contextRef="#ctx0" brushRef="#br0">6 573 24575,'-3'-12'0,"3"11"0,-1 1 0,1-1 0,0 1 0,0-1 0,-1 1 0,1-1 0,0 1 0,0-1 0,0 0 0,0 1 0,0-1 0,0 1 0,0-1 0,0 1 0,0-1 0,0 0 0,0 1 0,0-1 0,0 1 0,0-1 0,1 1 0,-1-1 0,0 1 0,0-1 0,1 1 0,-1-1 0,0 1 0,1-1 0,-1 1 0,0-1 0,1 1 0,-1 0 0,1-1 0,-1 1 0,0 0 0,1-1 0,-1 1 0,1 0 0,-1-1 0,1 1 0,-1 0 0,1 0 0,0 0 0,0-1 0,17-7 0,0 1 0,1 1 0,35-8 0,-13 5 0,929-235-640,-262 68 241,-670 166 399,27-6 0,71-28 0,-126 39 94,-14 4-1380,-9 4-4674</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34.364"/>
    </inkml:context>
    <inkml:brush xml:id="br0">
      <inkml:brushProperty name="width" value="0.05" units="cm"/>
      <inkml:brushProperty name="height" value="0.05" units="cm"/>
      <inkml:brushProperty name="color" value="#FFC114"/>
    </inkml:brush>
  </inkml:definitions>
  <inkml:trace contextRef="#ctx0" brushRef="#br0">12 585 24575,'-11'4'0,"10"-3"0,9-3 0,1079-408-730,-626 247-513,-421 149-4975</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34.786"/>
    </inkml:context>
    <inkml:brush xml:id="br0">
      <inkml:brushProperty name="width" value="0.05" units="cm"/>
      <inkml:brushProperty name="height" value="0.05" units="cm"/>
      <inkml:brushProperty name="color" value="#FFC114"/>
    </inkml:brush>
  </inkml:definitions>
  <inkml:trace contextRef="#ctx0" brushRef="#br0">1 469 24575,'8'-1'0,"0"0"0,0-1 0,0 0 0,1 0 0,10-6 0,6 0 0,188-62 0,60-19 0,64-5 0,172-53 0,-486 141 0,-16 4 0,1 0 0,-1 0 0,0 0 0,0-1 0,0 0 0,0-1 0,0 1 0,9-8 0,-13 5-1365</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43.671"/>
    </inkml:context>
    <inkml:brush xml:id="br0">
      <inkml:brushProperty name="width" value="0.05" units="cm"/>
      <inkml:brushProperty name="height" value="0.05" units="cm"/>
      <inkml:brushProperty name="color" value="#FFC114"/>
    </inkml:brush>
  </inkml:definitions>
  <inkml:trace contextRef="#ctx0" brushRef="#br0">374 64 24575,'1'-1'0,"-1"0"0,1 0 0,0-1 0,-1 1 0,1 0 0,0 0 0,-1 0 0,1 0 0,0 0 0,0 1 0,0-1 0,0 0 0,0 0 0,0 0 0,0 1 0,0-1 0,0 1 0,3-2 0,-3 2 0,1-1 0,-1 0 0,0 0 0,1 1 0,-1-1 0,0 0 0,1 0 0,-1 0 0,0-1 0,0 1 0,0 0 0,0 0 0,0-1 0,0 1 0,1-3 0,-2 4 0,-1-1 0,1 0 0,0 1 0,0-1 0,0 0 0,-1 1 0,1-1 0,0 0 0,-1 1 0,1-1 0,-1 0 0,1 1 0,-1-1 0,1 1 0,-1-1 0,1 1 0,-1-1 0,1 1 0,-1 0 0,0-1 0,1 1 0,-1 0 0,0-1 0,1 1 0,-1 0 0,0 0 0,0-1 0,-23-5 0,24 5 0,-13-1 0,0 0 0,0 1 0,0 1 0,0 0 0,0 0 0,0 1 0,0 1 0,-20 5 0,9 0 0,-1 1 0,1 1 0,-32 18 0,48-23 0,1 1 0,-1-1 0,1 2 0,0-1 0,0 1 0,1 0 0,-1 0 0,1 1 0,1 0 0,-1 0 0,1 0 0,1 1 0,-8 14 0,9-15 0,1 1 0,0-1 0,0 0 0,0 1 0,1-1 0,0 1 0,1-1 0,0 1 0,0 0 0,0-1 0,1 1 0,0-1 0,1 1 0,0-1 0,0 0 0,5 12 0,-3-10 14,0-1 1,1 1-1,1-1 0,-1 0 0,1 0 1,0 0-1,1-1 0,0 0 0,0 0 0,1-1 1,12 9-1,-8-8 7,1 0 1,-1-1-1,1 0 0,0-1 1,0-1-1,0 0 0,26 4 1,-23-6-71,0-1 0,0 0 0,0-1 1,-1-1-1,1-1 0,28-5 0,-33 4-87,0 0-1,0-1 1,0-1-1,0 1 1,-1-2-1,1 1 1,-1-2-1,-1 1 0,12-10 1,3-8-6690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44.136"/>
    </inkml:context>
    <inkml:brush xml:id="br0">
      <inkml:brushProperty name="width" value="0.05" units="cm"/>
      <inkml:brushProperty name="height" value="0.05" units="cm"/>
      <inkml:brushProperty name="color" value="#FFC114"/>
    </inkml:brush>
  </inkml:definitions>
  <inkml:trace contextRef="#ctx0" brushRef="#br0">1 493 24575,'6'11'0,"1"10"0,0 16 0,-2 0 0,1 69 0,-3-34 0,-3-69 0,0-1 0,0 0 0,1 1 0,-1-1 0,1 0 0,-1 0 0,1 1 0,0-1 0,2 4 0,-3-6 0,0 0 0,0 0 0,0 0 0,0 0 0,0 0 0,0 0 0,0 0 0,1 0 0,-1 1 0,0-1 0,0 0 0,0 0 0,0 0 0,0 0 0,0 0 0,0 0 0,0 0 0,1 0 0,-1 0 0,0 0 0,0 0 0,0 0 0,0 0 0,0 0 0,0 0 0,0 0 0,1 0 0,-1 0 0,0 0 0,0-1 0,0 1 0,0 0 0,0 0 0,0 0 0,0 0 0,0 0 0,0 0 0,1 0 0,-1 0 0,0 0 0,0 0 0,0 0 0,0-1 0,0 1 0,0 0 0,0 0 0,0 0 0,0 0 0,0 0 0,0 0 0,0 0 0,0 0 0,0-1 0,0 1 0,3-17 0,1-89 0,-13-125 0,-1 38 0,9 145 0,-1 19 0,1 1 0,2 0 0,1-1 0,6-28 0,-8 55 0,0 1 0,0-1 0,0 1 0,1-1 0,-1 0 0,1 1 0,-1-1 0,1 1 0,0-1 0,-1 1 0,1 0 0,0-1 0,0 1 0,0 0 0,0-1 0,0 1 0,0 0 0,1 0 0,-1 0 0,0 0 0,0 0 0,1 0 0,-1 1 0,1-1 0,-1 0 0,1 1 0,-1-1 0,1 1 0,-1-1 0,1 1 0,-1 0 0,1-1 0,0 1 0,-1 0 0,1 0 0,-1 0 0,1 0 0,0 1 0,-1-1 0,1 0 0,-1 1 0,3 0 0,3 2 0,0 0 0,0 1 0,0 0 0,-1 0 0,0 0 0,0 1 0,10 9 0,8 10-682,23 32-1,-27-30-6143</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44.322"/>
    </inkml:context>
    <inkml:brush xml:id="br0">
      <inkml:brushProperty name="width" value="0.05" units="cm"/>
      <inkml:brushProperty name="height" value="0.05" units="cm"/>
      <inkml:brushProperty name="color" value="#FFC114"/>
    </inkml:brush>
  </inkml:definitions>
  <inkml:trace contextRef="#ctx0" brushRef="#br0">4 65 24575,'-2'0'0,"1"-3"0,4 0 0,4-4 0,7 1 0,7-3 0,5 1 0,4 1 0,3 0 0,-1 0 0,-1 2 0,-6 2-8191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44.724"/>
    </inkml:context>
    <inkml:brush xml:id="br0">
      <inkml:brushProperty name="width" value="0.05" units="cm"/>
      <inkml:brushProperty name="height" value="0.05" units="cm"/>
      <inkml:brushProperty name="color" value="#FFC114"/>
    </inkml:brush>
  </inkml:definitions>
  <inkml:trace contextRef="#ctx0" brushRef="#br0">1 1 24575,'0'549'0,"0"-544"49,3 29-1463,0-26-5412</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44.972"/>
    </inkml:context>
    <inkml:brush xml:id="br0">
      <inkml:brushProperty name="width" value="0.05" units="cm"/>
      <inkml:brushProperty name="height" value="0.05" units="cm"/>
      <inkml:brushProperty name="color" value="#FFC114"/>
    </inkml:brush>
  </inkml:definitions>
  <inkml:trace contextRef="#ctx0" brushRef="#br0">15 441 24575,'-11'-257'0,"9"231"0,1 15 0,1 0 0,0 0 0,0-1 0,1 1 0,0 0 0,6-19 0,-6 26 0,0 1 0,1-1 0,0 1 0,-1 0 0,1 0 0,0 0 0,0 0 0,1 0 0,-1 0 0,1 1 0,-1-1 0,1 1 0,0-1 0,0 1 0,0 0 0,0 0 0,0 1 0,1-1 0,-1 1 0,1-1 0,-1 1 0,1 0 0,-1 0 0,5 0 0,-2 0 0,0 0 0,0 1 0,-1 0 0,1 0 0,0 0 0,0 1 0,0 0 0,0 0 0,-1 0 0,1 1 0,0 0 0,-1 0 0,1 0 0,-1 1 0,0-1 0,0 1 0,0 1 0,0-1 0,7 8 0,-9-8 0,0 0 0,0 0 0,0 1 0,-1-1 0,0 1 0,1 0 0,-2 0 0,1 0 0,0 0 0,-1 0 0,1 0 0,-1 0 0,0 0 0,-1 1 0,1-1 0,-1 0 0,0 1 0,0-1 0,0 0 0,0 1 0,-1-1 0,0 0 0,0 0 0,0 1 0,0-1 0,-1 0 0,-2 5 0,-2 2-114,-1-1 1,0 0-1,0 0 0,-1-1 0,-1 1 1,1-2-1,-2 1 0,1-1 0,-1-1 1,0 0-1,-15 8 0,1-3-6712</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45.344"/>
    </inkml:context>
    <inkml:brush xml:id="br0">
      <inkml:brushProperty name="width" value="0.05" units="cm"/>
      <inkml:brushProperty name="height" value="0.05" units="cm"/>
      <inkml:brushProperty name="color" value="#FFC114"/>
    </inkml:brush>
  </inkml:definitions>
  <inkml:trace contextRef="#ctx0" brushRef="#br0">1 69 24575,'1'6'0,"0"0"0,0 0 0,1 0 0,-1 0 0,2 0 0,2 5 0,3 11 0,9 37 0,-12-35 0,2-1 0,0 0 0,2 0 0,19 37 0,-27-58 0,0 0 0,0 0 0,0 0 0,1 0 0,-1 0 0,1-1 0,0 1 0,-1 0 0,1-1 0,0 1 0,0-1 0,0 0 0,0 1 0,0-1 0,0 0 0,0 0 0,0 0 0,1-1 0,-1 1 0,0-1 0,4 1 0,-3-1 0,1 0 0,-1-1 0,0 0 0,0 1 0,0-1 0,0-1 0,0 1 0,0 0 0,-1-1 0,1 1 0,0-1 0,-1 0 0,1 0 0,-1 0 0,4-3 0,2-4 0,0-1 0,0 1 0,-1-1 0,0-1 0,-1 1 0,0-1 0,-1 0 0,0 0 0,-1-1 0,4-17 0,-4 13 0,0-1 0,-2 1 0,0 0 0,-1-1 0,-1 1 0,0-1 0,-4-20 0,4 32 27,-1 1-1,0 0 0,0 0 0,0 0 1,-1 0-1,0 0 0,1 0 0,-1 0 1,-1 1-1,1-1 0,0 1 0,-5-5 1,5 6-105,0 0 0,0 1 1,0-1-1,0 1 1,0 0-1,-1 0 1,1 0-1,0 0 0,-1 0 1,1 0-1,0 0 1,-1 1-1,1-1 1,-1 1-1,1 0 0,-1 0 1,1 0-1,-1 0 1,0 0-1,1 0 1,-5 2-1,-8 2-6748</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45.745"/>
    </inkml:context>
    <inkml:brush xml:id="br0">
      <inkml:brushProperty name="width" value="0.05" units="cm"/>
      <inkml:brushProperty name="height" value="0.05" units="cm"/>
      <inkml:brushProperty name="color" value="#FFC114"/>
    </inkml:brush>
  </inkml:definitions>
  <inkml:trace contextRef="#ctx0" brushRef="#br0">181 141 24575,'5'-6'0,"0"1"0,-1-1 0,1 0 0,-1 0 0,0-1 0,-1 1 0,1-1 0,-1 0 0,-1 0 0,3-7 0,-5 12 0,1 0 0,-1 0 0,1 0 0,-1 0 0,0 0 0,0 0 0,0 0 0,0 0 0,0 1 0,0-1 0,-1 0 0,1 0 0,-1 0 0,1 0 0,-1 0 0,0 0 0,0 1 0,0-1 0,0 0 0,0 1 0,0-1 0,0 1 0,0-1 0,-1 1 0,1-1 0,0 1 0,-1 0 0,0 0 0,1 0 0,-1 0 0,1 0 0,-1 0 0,0 0 0,0 0 0,0 1 0,1-1 0,-1 1 0,0-1 0,0 1 0,0 0 0,0-1 0,-3 1 0,-17-2 0,-35 0 0,48 2 0,0 0 0,1 1 0,-1 1 0,0-1 0,1 1 0,-17 6 0,23-7 0,1-1 0,0 1 0,-1-1 0,1 1 0,0 0 0,0 0 0,-1 0 0,1-1 0,0 1 0,0 0 0,0 0 0,0 0 0,0 1 0,0-1 0,1 0 0,-1 0 0,0 0 0,0 1 0,1-1 0,-1 0 0,1 1 0,-1-1 0,1 0 0,-1 3 0,2-2 0,-1 0 0,0 0 0,1 0 0,-1 1 0,1-1 0,0 0 0,0 0 0,0 0 0,0-1 0,0 1 0,0 0 0,0 0 0,0 0 0,3 2 0,4 4 0,1 0 0,0-1 0,0 1 0,19 9 0,57 25 0,-54-28 0,36 23 0,-64-36 0,-1 0 0,0 1 0,0-1 0,1 1 0,-1 0 0,-1 0 0,1-1 0,0 1 0,0 1 0,-1-1 0,1 0 0,-1 0 0,0 0 0,1 1 0,-1-1 0,0 1 0,0-1 0,-1 1 0,2 3 0,-2-4 0,-1 0 0,1 1 0,0-1 0,-1 0 0,1 1 0,-1-1 0,0 0 0,0 0 0,0 0 0,0 1 0,0-1 0,0 0 0,0 0 0,-1-1 0,1 1 0,-1 0 0,1 0 0,-1-1 0,0 1 0,0-1 0,-3 3 0,-1 0-62,1 0 0,-1-1 0,-1 0 0,1 0 0,0 0 0,-1-1 0,1 1 0,-1-2 0,0 1 0,1-1 0,-1 0 0,0 0-1,0-1 1,0 0 0,0 0 0,0-1 0,0 0 0,1 0 0,-1 0 0,0-1 0,-10-4 0,-6-4-6764</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46.289"/>
    </inkml:context>
    <inkml:brush xml:id="br0">
      <inkml:brushProperty name="width" value="0.05" units="cm"/>
      <inkml:brushProperty name="height" value="0.05" units="cm"/>
      <inkml:brushProperty name="color" value="#FFC114"/>
    </inkml:brush>
  </inkml:definitions>
  <inkml:trace contextRef="#ctx0" brushRef="#br0">0 20 24575,'7'-7'0,"7"-5"0,-14 12 0,1 0 0,0 0 0,-1 0 0,1 0 0,0 0 0,-1 0 0,1 0 0,0 0 0,-1 1 0,1-1 0,0 0 0,-1 1 0,1-1 0,0 0 0,-1 1 0,1-1 0,-1 0 0,1 1 0,-1-1 0,1 1 0,-1-1 0,1 1 0,-1-1 0,1 1 0,-1 0 0,0-1 0,1 2 0,8 13 0,-2 1 0,0 0 0,0 0 0,-2 0 0,8 31 0,-2-5 0,-6-26 0,36 144 0,-36-136 0,-1 0 0,-2 0 0,0 0 0,-4 44 0,4-87 0,2 0 0,0 0 0,0 0 0,2 1 0,0 0 0,2 0 0,-1 1 0,2 0 0,1 0 0,22-30 0,-32 46 0,0 1 0,1-1 0,-1 1 0,1-1 0,-1 0 0,0 1 0,1-1 0,-1 1 0,1-1 0,0 1 0,-1-1 0,1 1 0,-1-1 0,1 1 0,0 0 0,-1-1 0,1 1 0,0 0 0,-1 0 0,1-1 0,0 1 0,-1 0 0,1 0 0,0 0 0,0 0 0,-1 0 0,1 0 0,0 0 0,-1 0 0,1 0 0,0 0 0,0 0 0,-1 1 0,1-1 0,0 0 0,-1 0 0,1 1 0,0-1 0,-1 0 0,1 1 0,-1-1 0,1 1 0,0-1 0,-1 1 0,1-1 0,-1 1 0,1-1 0,-1 1 0,0 0 0,1-1 0,-1 1 0,0-1 0,1 1 0,-1 0 0,1 0 0,1 6 0,1 1 0,-1-1 0,0 1 0,1 8 0,-2-9 0,-1-5 0,7 28 0,9 31 0,-13-53 0,0 1 0,0-2 0,1 1 0,0 0 0,0-1 0,1 1 0,0-1 0,11 11 0,-15-16 0,0-1 0,1 0 0,-1 0 0,0 0 0,1 0 0,-1 0 0,1 0 0,0 0 0,-1 0 0,1-1 0,0 1 0,-1-1 0,1 1 0,0-1 0,0 0 0,-1 1 0,1-1 0,0 0 0,0 0 0,-1 0 0,1 0 0,3-1 0,-2 0 0,0-1 0,0 1 0,0 0 0,0-1 0,0 0 0,0 0 0,0 0 0,-1 0 0,1 0 0,-1-1 0,3-2 0,2-4 0,0 0 0,-1 0 0,-1 0 0,0 0 0,0-1 0,6-18 0,-10 25-170,0 0-1,0 0 0,0 0 1,-1-1-1,0 1 0,0 0 1,0-7-1,-2-1-6655</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52.194"/>
    </inkml:context>
    <inkml:brush xml:id="br0">
      <inkml:brushProperty name="width" value="0.05" units="cm"/>
      <inkml:brushProperty name="height" value="0.05" units="cm"/>
      <inkml:brushProperty name="color" value="#FFC114"/>
    </inkml:brush>
  </inkml:definitions>
  <inkml:trace contextRef="#ctx0" brushRef="#br0">191 69 24575,'0'-9'0,"1"1"0,-1 1 0,0 0 0,-3-14 0,3 20 0,0 0 0,0 1 0,0-1 0,0 0 0,0 1 0,0-1 0,0 0 0,-1 1 0,1-1 0,0 0 0,-1 1 0,1-1 0,0 1 0,-1-1 0,1 0 0,-1 1 0,1-1 0,0 1 0,-1-1 0,1 1 0,-1 0 0,0-1 0,1 1 0,-1-1 0,1 1 0,-1 0 0,0 0 0,1-1 0,-1 1 0,0 0 0,1 0 0,-1 0 0,0 0 0,1 0 0,-1 0 0,0 0 0,1 0 0,-1 0 0,0 0 0,1 0 0,-1 0 0,0 0 0,1 0 0,-1 1 0,0-1 0,1 0 0,-1 0 0,0 1 0,1-1 0,-1 1 0,-5 3 0,0 0 0,0 1 0,1-1 0,-1 1 0,1 0 0,1 1 0,-1-1 0,1 1 0,-7 11 0,-29 61 0,27-48 0,2 1 0,1 0 0,1 0 0,2 1 0,1 0 0,1 0 0,2 1 0,1-1 0,2 1 0,5 41 0,-3-51 0,2 1 0,1-1 0,1 0 0,0-1 0,2 0 0,1 0 0,1 0 0,0-1 0,2-1 0,0 0 0,1 0 0,1-1 0,1-1 0,1 0 0,18 15 0,-14-17-682,36 23-1,20 4-6143</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52.907"/>
    </inkml:context>
    <inkml:brush xml:id="br0">
      <inkml:brushProperty name="width" value="0.05" units="cm"/>
      <inkml:brushProperty name="height" value="0.05" units="cm"/>
      <inkml:brushProperty name="color" value="#FFC114"/>
    </inkml:brush>
  </inkml:definitions>
  <inkml:trace contextRef="#ctx0" brushRef="#br0">1 0 24575,'4'1'0,"0"-1"0,0 1 0,0 0 0,0 0 0,0 0 0,0 1 0,0-1 0,0 1 0,0 0 0,3 3 0,38 27 0,-31-21 0,60 46 0,73 72 0,-127-108 0,0 0 0,-1 1 0,-2 1 0,0 1 0,-1 0 0,-2 1 0,23 53 0,-32-64 0,-1 1 0,0 1 0,-1-1 0,0 0 0,-1 1 0,-1 0 0,-1-1 0,0 1 0,-1 0 0,-1-1 0,-6 26 0,3-23 0,-1 0 0,0-1 0,-2 0 0,0 0 0,-1-1 0,0 0 0,-2 0 0,1-1 0,-22 21 0,-44 35-1365,-2-11-5461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55.039"/>
    </inkml:context>
    <inkml:brush xml:id="br0">
      <inkml:brushProperty name="width" value="0.05" units="cm"/>
      <inkml:brushProperty name="height" value="0.05" units="cm"/>
      <inkml:brushProperty name="color" value="#FFC114"/>
    </inkml:brush>
  </inkml:definitions>
  <inkml:trace contextRef="#ctx0" brushRef="#br0">2531 572 24575,'1'-1'0,"1"1"0,0 0 0,-1-1 0,1 1 0,0-1 0,-1 1 0,1-1 0,-1 0 0,1 1 0,-1-1 0,1 0 0,-1 0 0,0 0 0,1 0 0,-1-1 0,0 1 0,0 0 0,0 0 0,0-1 0,0 1 0,0-1 0,0 1 0,0-1 0,0-1 0,4-7 0,-2 0 0,6-19 0,-2 4 0,-2 13 0,7-17 0,-2-1 0,-1 1 0,-1-2 0,4-31 0,-11 53 0,-1 0 0,1 0 0,-2 1 0,1-1 0,-1 0 0,0 0 0,-1 1 0,0-1 0,-1 0 0,1 1 0,-2 0 0,1 0 0,-1 0 0,0 0 0,-1 0 0,0 1 0,0 0 0,-1 0 0,-6-7 0,1 4 0,-1 1 0,-1-1 0,0 2 0,0 0 0,0 1 0,-1 0 0,0 1 0,0 0 0,-1 1 0,-29-6 0,-1 3 0,1 2 0,-67 0 0,26 6 0,0 5 0,1 3 0,0 4 0,0 3 0,2 4 0,-141 52 0,165-47 0,1 3 0,2 2 0,1 2 0,1 3 0,1 2 0,-83 77 0,86-61 0,-60 83 0,71-85 0,-3-1 0,-62 60 0,87-95 0,1-2 0,-2 1 0,0-2 0,0 0 0,-1-1 0,-1-1 0,1 0 0,-1-2 0,-1 0 0,0-1 0,-29 4 0,34-7 0,-1-1 0,0-1 0,0-1 0,1 0 0,-1-1 0,0 0 0,-28-7 0,35 5 0,1 0 0,-1-1 0,1 1 0,0-2 0,0 1 0,0-1 0,1 0 0,-1 0 0,1-1 0,1 0 0,-1-1 0,1 1 0,0-1 0,-10-15 0,7 5 0,0 1 0,1-1 0,1-1 0,-9-29 0,-12-79 0,20 86 0,-12-74 0,9 47 0,-20-68 0,26 120-1365,-1 4-5461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55.491"/>
    </inkml:context>
    <inkml:brush xml:id="br0">
      <inkml:brushProperty name="width" value="0.05" units="cm"/>
      <inkml:brushProperty name="height" value="0.05" units="cm"/>
      <inkml:brushProperty name="color" value="#FFC114"/>
    </inkml:brush>
  </inkml:definitions>
  <inkml:trace contextRef="#ctx0" brushRef="#br0">103 86 24575,'-7'-1'0,"7"0"0,0 1 0,-1 0 0,1 0 0,0 0 0,-1 0 0,1 0 0,0 0 0,0 0 0,-1 0 0,1 0 0,0 0 0,-1 0 0,1 0 0,0 0 0,0 1 0,-1-1 0,1 0 0,0 0 0,-1 0 0,1 0 0,0 0 0,0 1 0,-1-1 0,1 0 0,0 0 0,0 0 0,0 1 0,-1-1 0,1 0 0,0 0 0,0 1 0,0-1 0,0 0 0,0 0 0,-1 1 0,1-1 0,0 0 0,0 0 0,0 1 0,0-1 0,0 0 0,0 1 0,0-1 0,0 0 0,0 1 0,0-1 0,0 0 0,0 1 0,-26 85 0,-26 158 0,48-214 0,-1 36 0,12-140 0,18-80 0,6 25 0,-25 111 0,0 1 0,1 0 0,1 0 0,0 1 0,13-18 0,-18 30 0,-1 1 0,1 0 0,-1 0 0,1 0 0,0 0 0,0 1 0,0-1 0,1 1 0,-1-1 0,0 1 0,1 0 0,0 1 0,-1-1 0,1 1 0,0-1 0,0 1 0,0 0 0,4 0 0,-3 1 0,0 0 0,0 0 0,-1 1 0,1-1 0,0 1 0,0 0 0,-1 1 0,1-1 0,-1 1 0,1 0 0,-1 0 0,0 0 0,1 1 0,6 5 0,19 18-341,0 2 0,-1 1-1,42 58 1,-42-50-6485</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57.154"/>
    </inkml:context>
    <inkml:brush xml:id="br0">
      <inkml:brushProperty name="width" value="0.05" units="cm"/>
      <inkml:brushProperty name="height" value="0.05" units="cm"/>
      <inkml:brushProperty name="color" value="#FFC114"/>
    </inkml:brush>
  </inkml:definitions>
  <inkml:trace contextRef="#ctx0" brushRef="#br0">1 824 24575,'0'22'0,"1"1"0,1-1 0,1 1 0,0-1 0,2 0 0,1-1 0,1 1 0,0-1 0,15 28 0,-22-48 0,1-1 0,-1 1 0,0-1 0,0 0 0,0 1 0,1-1 0,-1 1 0,0-1 0,0 0 0,1 1 0,-1-1 0,0 0 0,1 0 0,-1 1 0,0-1 0,1 0 0,-1 0 0,0 1 0,1-1 0,-1 0 0,1 0 0,-1 0 0,0 0 0,1 1 0,-1-1 0,1 0 0,-1 0 0,1 0 0,-1 0 0,0 0 0,1 0 0,-1 0 0,1 0 0,-1 0 0,1-1 0,-1 1 0,1 0 0,-1 0 0,0 0 0,1 0 0,-1-1 0,0 1 0,1 0 0,-1 0 0,1-1 0,-1 1 0,0 0 0,0 0 0,1-1 0,-1 1 0,0-1 0,1 1 0,-1 0 0,0-1 0,0 1 0,0 0 0,1-1 0,-1 1 0,0-1 0,0 1 0,0-1 0,14-32 0,-12 30 0,92-294 0,-22 64 0,99-192-1365,-132 346-5461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59.373"/>
    </inkml:context>
    <inkml:brush xml:id="br0">
      <inkml:brushProperty name="width" value="0.05" units="cm"/>
      <inkml:brushProperty name="height" value="0.05" units="cm"/>
      <inkml:brushProperty name="color" value="#FFC114"/>
    </inkml:brush>
  </inkml:definitions>
  <inkml:trace contextRef="#ctx0" brushRef="#br0">0 2184 24575,'4'1'0,"0"-1"0,0 1 0,0 0 0,0 1 0,0-1 0,0 1 0,0-1 0,0 1 0,-1 0 0,1 1 0,-1-1 0,0 1 0,1-1 0,-1 1 0,0 0 0,3 5 0,7 7 0,23 35 0,-33-44 0,1-1 0,108 153 0,-95-138 0,0-1 0,2 0 0,0-2 0,1 0 0,33 21 0,-23-20 0,1-2 0,0-1 0,1-1 0,1-2 0,0-1 0,0-2 0,50 8 0,-39-12 0,0-2 0,1-2 0,-1-1 0,1-3 0,51-9 0,-26-2 0,-1-3 0,107-40 0,119-79 0,504-329-1514,-343 192 408,918-485-2626,-344 285 3309,-730 363 440,483-111 0,-446 156-17,576-36 0,349 114 0,-849 24-570,803 180 0,-802-96 921,-313-84-31,189 99-1,-246-111-84,-1 3 1,-1 2-1,-2 1 0,-1 2 0,-2 2 1,39 46-1,-41-37 472,-1 2-1,-2 1 1,-2 2 0,-3 1 0,27 68-1,-6 13-204,48 216 0,-68-219-502,12 171 0,-38-280 0,0 1 0,7 24 0,-7-41-1365</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01:59.734"/>
    </inkml:context>
    <inkml:brush xml:id="br0">
      <inkml:brushProperty name="width" value="0.05" units="cm"/>
      <inkml:brushProperty name="height" value="0.05" units="cm"/>
      <inkml:brushProperty name="color" value="#FFC114"/>
    </inkml:brush>
  </inkml:definitions>
  <inkml:trace contextRef="#ctx0" brushRef="#br0">1 1 24575,'1'2'0,"0"-1"0,1 1 0,-1 0 0,1 0 0,-1-1 0,1 1 0,0-1 0,-1 1 0,1-1 0,0 0 0,0 1 0,4 0 0,-2 1 0,43 27 0,-2 3 0,62 57 0,-93-76 0,-7-7 0,1 1 0,0-1 0,0 0 0,0-1 0,1 0 0,10 6 0,-17-12 0,0 1 0,1 0 0,-1 0 0,0-1 0,1 1 0,-1-1 0,1 1 0,-1-1 0,1 0 0,-1 0 0,0 0 0,1-1 0,-1 1 0,1-1 0,-1 1 0,1-1 0,-1 0 0,0 0 0,0 0 0,1 0 0,-1 0 0,0 0 0,0 0 0,0-1 0,0 1 0,0-1 0,-1 0 0,1 0 0,0 1 0,-1-1 0,3-4 0,7-10 0,0-1 0,9-19 0,-11 20 0,0-1 0,15-19 0,-20 34 171,-8 13 0,-9 15-1878,-2 1-5119</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6T09:37:20.104"/>
    </inkml:context>
    <inkml:brush xml:id="br0">
      <inkml:brushProperty name="width" value="0.05" units="cm"/>
      <inkml:brushProperty name="height" value="0.05" units="cm"/>
      <inkml:brushProperty name="color" value="#FFFFFF"/>
    </inkml:brush>
  </inkml:definitions>
  <inkml:trace contextRef="#ctx0" brushRef="#br0">1 0 24575</inkml:trace>
</inkml:ink>
</file>

<file path=ppt/ink/ink197.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6-16T09:29:08.035"/>
    </inkml:context>
    <inkml:brush xml:id="br0">
      <inkml:brushProperty name="width" value="0.05292" units="cm"/>
      <inkml:brushProperty name="height" value="0.05292" units="cm"/>
      <inkml:brushProperty name="color" value="#FFFF00"/>
    </inkml:brush>
  </inkml:definitions>
  <inkml:trace contextRef="#ctx0" brushRef="#br0">1785 4087 0,'0'0'16,"0"-13"0,0-1-1,14 1 16,-14 0 1,-14 26 30,14 53-31,0-39-15,0-14-16,27 79 16,-27-65-1,13 13-15,0 92 16,14 27 0,-27-107-1,26 147 1,-12-146-1,-1 0-15,13 251 32,-13-251-17,14 185 1,-1-40 0,14 159 15,-27-278-16,0-12-15,27 131 16,-27-132 0,14 225-1,-14-212-15,-13 331 32,0-317-17,0 251 1,0-265-1,0 238 1,0-224 0,0 251-1,-13-265-15,13 14 16,-27 158 0,27-172-16,-26 239 31,26-239-31,-13 0 15,-1 239 1,1-239 0,-13 212-1,13-225 1,-14 186 0,14-14 15,0-146-16,13 27 1,-40 93 15,40-173-15,-13 67 0,13-79-1,13 65 1,0-65-16,14 79 31,-14-93-15,13 53-1,-12-53 1,52 14 0,-40-27-1,80 0 1,-66 0-1,-1 0-15,67 0 16,-13 0 0,65 26-1,-105-26 1,159 40 0,-159-27-1,13 0-15,159 14 16,-146-27-1,14 13-15,198 0 16,-186-13 0,451 13-1,-225-13 1,449-26 0,-568 13-1,687-40 1,-674 39-1,714-38 1,-701 25 0,727-26-1,-727 40-15,728-40 32,-503 27-17,423-27 1,-675 40-1,596-54 1,-622 41 0,569-67-1,-569 80 1,-13-13-16,344-27 16,-357 40-1,410-14 1,-450 27-16,0 0 15,224 0 1,81 0 15,-120 0 1,-238 0-17,93-26 16,-133 12-31,14-78 32,-67-106-1,27-160 0,14 94-15,25-291 15,-39-146 0,-13-146 1,0 1-1,13 674-31,-13 0 15,-53-516 1,-67-158 15,1 105 1,106 622-17,-67-330 1,0 52 15,40 159 0,40 198-31,-13-26 32,26 53-1,39 0 0,-25-27 0,-14 27-31,0 0 16,-159-14 15,-172 14 0,-224 0 1,409-1-32,-515 14 31,476 0-31,-860 40 31,-172 26 0,966-53-31,0 1 16,-1297 52 15,345-40 1,158 1-1,860-14-31,-503 13 31,-172 1 0,755-27-15,12 0-16,-264 0 31,106-13 0,65 26 1,-65 13-1,198-26-31,-172 14 31,173-1-31,-173 13 31,-132 14 1,66 13-1,53-27 0,13 14 0,26-14 1,173-26-32,-1 14 15,-65-1 17,13 0-1,-1-13 0,54 0-31,-54 0 31,27-13 1,14 26-1,-27 0 0,52 0-31,-38-13 31,38 0-31,1 14 16,-13-14 15,-14 39 0,-13 1 1,27-13-1,12 12 0,14 1 0,0-14-15,0-12 0,14 38 15,-1-38 0,-13-1 0,-13 0 1,-1-13 124,-25-13-125,25 13-31,-25 0 31,26 0 1,26 0 218,0 0-219,0 0 0,0 0 141,-13-13-125,0-1 156,14 14-125,-1 0-47,-13-13 313,0 0-94,0 0 235,0 0-314,0-1 48,0 1-172,0 26 234,-13-13-249,13 14-1,-14-14 0,14 13 16,-13-13-31,26-13 62,-13-1-47,14 14 0,-14-13-15,0 0 15,0 26 250,-14-13-249,1 0 30,0 0 1,13 13-32,-13-13-16,13 14 1,-13-1 140,13 0-124,13-13 171,-13-13-172,-13 13 0</inkml:trace>
  <inkml:trace contextRef="#ctx0" brushRef="#br0" timeOffset="5040.97">3624 4404 0,'0'-26'31,"-13"79"0,-1 105 1,14-92-32,0 252 31,-13 211 0,0-410-31,-40 357 31,13-198 1,40-173-1,66-78 0,-39-27-31,185 0 31,277-27 1,-185 1-17,-119 26-15,715-27 32,647 14-1,-410 0 0,-303 0 0,-424 13 1,-371-40-1,-65 27-31,-93-93 31,-13-53-15,92 93-16,-106-304 31,120 264-31,-27-370 31,119-145 0,27 383 1,-67 171-1,-26 41 0,-13 26-31,-53-26 16,39 26-1,-237-40 17,-252 13-17,384 27 1,-477-13 0,438 13-1,-530 13 16,515 1-31,-528 25 16,542-25 0,-436 38-1,476-38 1,-424 39 15,199-14 0,304-39-31,-53 13 32,80-13-1,13 14-15,-1-1 15,14 0 0</inkml:trace>
  <inkml:trace contextRef="#ctx0" brushRef="#br0" timeOffset="5605.9">4312 4867 0,'0'0'0,"-14"0"15,1 0-15,13 66 31,0-39-15,0 118 0,0-105-1,0 13 1,0-27-16,0-13 0,-13 14 16,-14-93 15,27 26-16,-13-211 1,13 185 0,0-14-16,40-92 15,-14 119-15,14 27 16,132 39 0,-132 14-1,65 118 1,-91-105-1,-67 92 1,13-106 0,-119 41-1,120-67 1,-41-27 0</inkml:trace>
  <inkml:trace contextRef="#ctx0" brushRef="#br0" timeOffset="6636.98">4907 4827 0,'0'0'0,"13"0"16,13-53 15,-39 14 0,-79 131 0,65-65-31,-39 92 16,79-13 15,0-106-15,80 0-1,-66-14 1,52-78 0,-66 65-1,0-12-15,1-67 16,-14 106 15,0 26-15,13 93-1,-13-92 1,39 39 0,-12-66-1,92-40 17,13-105-1,-66 13 0,-92 105 0,-1 40-31,-39 53 32,53-26-17,79 39 16,0 14 1,-132-27-1,-13-79 0,79 0-31,79-93 31,172-92 1,-145 105-1,-159 80 0,40 13-31,-40 26 31,53-13-31,13 67 32,1-54-32,25 106 31,-52-26 0,-40-79-15</inkml:trace>
  <inkml:trace contextRef="#ctx0" brushRef="#br0" timeOffset="7009.99">5925 4814 0,'0'13'31,"0"-26"-31,13 26 32,1-13-32,52-26 31,-53 13-31,40-53 31,-53 52-31,-66-65 31,-27 132 1,53 119-1,107-40 0,-41-119-31,27-13 16</inkml:trace>
  <inkml:trace contextRef="#ctx0" brushRef="#br0" timeOffset="7581.23">6243 4801 0,'0'-79'31,"0"158"-31,-14-211 31,28 132-31,-14 13 0,26 53 31,-26 53 1,-40-79-1,106-146 0,1 27-15,52 52 15,-80 159 0,14-39 1,0-93-17,79-119 16,-39-53 1,-80 146-32,-53 12 31,27 28-31,-66 91 16,66-65-1,13 119 16,13-120-31,13 146 32,-39-105-17</inkml:trace>
  <inkml:trace contextRef="#ctx0" brushRef="#br0" timeOffset="7949.12">7036 4814 0,'0'0'0,"27"-13"78,-14 13-63,40-40 1,-40 14 0,0-40-1,-13 39 1,-79 1 0,26 145 15,53-93-16,53 93 1,-40-106 0,40 1-16</inkml:trace>
  <inkml:trace contextRef="#ctx0" brushRef="#br0" timeOffset="8226.77">7314 4695 0,'0'0'0,"-13"-53"15,-1 40 1,28 26 0,-1 0-1,53 80 1,-40-40 15,-12-119 0,-1 39-15,66-118 0,-52 118-1,-1 1-15,40 66 16</inkml:trace>
  <inkml:trace contextRef="#ctx0" brushRef="#br0" timeOffset="8659.95">6705 5568 0,'0'26'47,"0"-12"-32,-13 52 1,13-53 0,-13 13-1,13-39 1,53-93-1,-40 67 1,119-199 0,-105 198-1,65 0 1,-78 67 0,52 92-1,-53-80 1,27 133-1</inkml:trace>
  <inkml:trace contextRef="#ctx0" brushRef="#br0" timeOffset="9145.7">6864 5555 0,'0'0'15,"-13"-27"1,198 1 15,-145 26-15,145-13-1,-92-14 17,-80 27-17,-13 27 1,0-1-1,0-13-15,-13 93 16,13-53 0,0-13-16,0 52 15,0-39 1,0-106 15,0 13-15,0 1-16,26-107 15,-26 93 1,13 1-16,27-54 16,-14 79-1,27 54 1,-53-1 0,-13 93-1,-13-79 1,12-14-16</inkml:trace>
  <inkml:trace contextRef="#ctx0" brushRef="#br0" timeOffset="9547.45">7763 5515 0,'0'0'0,"27"0"15,-40 26 16,-1-26-15,1 53 0,40 93 15,-14-120-31,0 40 31,-39-171 0,12 52-15,1-172 0,93 13 15,-54 199-15,1 13-16,39 53 15,-93 132 16,-105-79-15</inkml:trace>
  <inkml:trace contextRef="#ctx0" brushRef="#br0" timeOffset="10821.97">10501 4259 0,'-39'26'31,"78"-52"-31,-78 370 31,39-225-31,0 396 32,0 252-1,-14-674-31,1-1 15,0 146 17,26-224-32,172-1 31,556-13 0,370 13 0,145 14 1,-1018-27-32,556 0 31,-635-14-31,264-12 16,-357 13-1,27-53 16,-93 39-31,-40-211 32,-66-264-1,80-94 0,26 491-31,0-1 0,-27-198 31,-65 92 1,-14 133-1,79 66-31,-184-1 31,-305 1 0,370 0-31,-740 0 32,-225 13-1,133 13 0,475 13 0,463-26-31,-26 14 32,93-14-32</inkml:trace>
  <inkml:trace contextRef="#ctx0" brushRef="#br0" timeOffset="11135.78">11057 4827 0,'-27'53'31,"54"-106"-31,-54 252 31,27-146-31,-13 119 32,13-146-32</inkml:trace>
  <inkml:trace contextRef="#ctx0" brushRef="#br0" timeOffset="11781.91">10898 5026 0,'-93'-93'31,"186"186"-31,-199-278 31,133 158-31,118-79 32,-92 93-32,13 0 0,185 79 31,-211-26-31,26 171 16,-79-158-1,-172 119 1,132-145-1,-119 12 1,159-39 0,26-106-1,13 67 1,14-1-16,0 0 16,13 14-16,158-67 31,-145 93-31,146 14 31,-172-1-31,79 106 16,-132-27 31,-1-78-47,-39-1 31,53-26-31,0-80 15,14 67 1,91-93 0,-78 105-1,92 41 1,-66 118 15,-53-105-15,13 13-1</inkml:trace>
  <inkml:trace contextRef="#ctx0" brushRef="#br0" timeOffset="11914.78">11983 4827 0,'0'0'16,"0"-172"15,13 172-31</inkml:trace>
  <inkml:trace contextRef="#ctx0" brushRef="#br0" timeOffset="12465.89">12234 4946 0,'-13'27'31,"26"-54"-31,-13 67 15,0-27 1,39 67 0,14 39 15,-39-106-15,-1-13-1,0-13 1,27-93-1,-27 79-15,27-105 32,-27 106-17,-13 12-15,26 28 16,40 65 15,-39-66-15,-1 0-16,54-13 15,-41 0 1,54-66 0,-67 40-1,-12-1-15,-28-78 16,-91 131 15,78 1-15,-13 105-1,40-93 1,67 67 0,-28-93-1,80-13 1</inkml:trace>
  <inkml:trace contextRef="#ctx0" brushRef="#br0" timeOffset="12753.68">13093 5012 0,'0'0'16,"0"-39"-16,-52-80 15,25 39 17,40 80-17,80 106 17,-67-66-32,40 132 31,-92-146-16,26-39 1,-13-119 0,13 92-1,106-105 1,-80 131 0,80 54-1</inkml:trace>
  <inkml:trace contextRef="#ctx0" brushRef="#br0" timeOffset="13186.65">12710 5700 0,'0'0'0,"-13"13"15,-1 67 17,14-54-17,0 120 1,0-120 0,0 40-1,14-145 16,-14 26-15,39-198 0,-12 185-1,-14-1-15,80-65 16,12 251 15,-78-66-15,39 172-1,-53-172 1,0 39 0</inkml:trace>
  <inkml:trace contextRef="#ctx0" brushRef="#br0" timeOffset="13714.63">12816 5806 0,'0'0'15,"-27"-40"-15,-12-39 16,52 66-1,13 13-15,80 0 16,-66 0 0,158 0-1,-132 0 1,14-14 0,-54 28 15,1 197 0,-14-171-15,13 119-1,1-120 17,-27-52-17,-14-13-15,-25-93 16,-1-225 15,53 304-15,93-52-1,-79 92 1,78 39 0,-91-26-1,-41 80 1,-92-14 15,93-79-15,65-13-1,14-13 1</inkml:trace>
  <inkml:trace contextRef="#ctx0" brushRef="#br0" timeOffset="14056.79">13596 5647 0,'0'0'0,"79"0"15,-52 13-15,-14 67 31,-13-27-15,0 26 0,27 53 15,-27-118-15,-14-28-1,14 1-15,-13-13 16,0-40-1,0 13-15,-14-106 16,27 106 0,0 0-16,27-79 15,105 92 17,-53 80-17,-13 66 1,-251 66 15,106-159-31</inkml:trace>
  <inkml:trace contextRef="#ctx0" brushRef="#br0" timeOffset="15435.21">3954 7909 0,'-13'-14'16,"26"173"15,1-66-15,-14 436-1,0-371 1,-14 1-16,1-13 0,-26 118 15,-1-26 1,27-132-16,-14 0 16,-12 211-1,39-264-15,0 0 16,105 39 0,-39-78-16,14-14 15,515-14 1,-383 1-1,872 13 1,-766 0 0,634 13-1,238 1 1,-925-14 0,555 0-1,-675-14 1,-39 1-16,92-66 15,-171 39 1,-67-211 0,14 158-1,-14 1-15,-119-398 16,133 358 0,-1 0-16,14-252 15,13 265 1,53-277-1,-27 316 1,14-158 0,-40 199-16,-66-67 31,26 93-15,-26-1-16,-212 14 15,146 0-15,-27 0 16,-409 14-1,343-1-15,-1071 53 32,1018-53-17,-13 14-15,-516 26 16,556-40 0,-556 26-1,649-25-15,-226-1 31,305-13 1</inkml:trace>
  <inkml:trace contextRef="#ctx0" brushRef="#br0" timeOffset="16467.14">4682 9086 0,'-79'119'31,"158"-238"-31,-158 251 16,79-119-16,26 27 15,-26-27 1,40 40 0,-1-66-1,1-14 1,-14 1 0,1-14-16,52-185 15,-52 53 1,-27-105-1,-53-28 17,40 292-32,-1 13 15,-25 93 1,-1 277 15,172 14 0,-92-358-15,119 1 0,39-173 15,-145 67-15,-27-27-1,-26 53 1,-13 66-1,0 27 1,-13 92 0,12-92-1,14 0-15,27 52 16,-14-65 0,53-14-1,-39-26-15,25-80 31,-104-39 1,25 132-17,-26 13 1,93 0 15,79-13-15,-66-13-1,66-14 1,-66 14-16,92-26 16,-118 25-16,-1 1 15,-26-13 1,-26 26-16,-1 0 16,-92 26-1,66 1 1,14 118 15,39-105-31,13-14 16,40 54-1,-27-67-15,54 0 16</inkml:trace>
  <inkml:trace contextRef="#ctx0" brushRef="#br0" timeOffset="17079.39">6481 8993 0,'0'0'0,"53"-93"31,-53 67-31,-53-14 32,-119 80-1,92 66 0,107 0 0,-1-93-31,80 0 32,-80-26-32,1 0 15,52-53 1,-52-40 15,-27 79-15,-13 14-16,-1 13 15,-12 132 17,132-52-1,66-133 0,-133 26-31,80-145 31,-79-132 1,-146 146-1,66 382 0,120 94 0,-54-279-31</inkml:trace>
  <inkml:trace contextRef="#ctx0" brushRef="#br0" timeOffset="17355.9">6891 8914 0,'0'0'0,"-40"-66"32,40 52-32,53 1 31,132-27 0,-106 14 0,-52 79 1,-27-40-32,0 14 15,0 145 17</inkml:trace>
  <inkml:trace contextRef="#ctx0" brushRef="#br0" timeOffset="17509.38">7261 8570 0,'-53'-159'31,"106"318"-31,-119-318 31,66 172-31</inkml:trace>
  <inkml:trace contextRef="#ctx0" brushRef="#br0" timeOffset="18195.87">7393 8808 0,'0'-13'47,"-13"79"-16,13-40-31,40 80 31,-27-79-31,66 12 32,-13-52-17,-26-106 16,-119-27 1,52 120-32,-39 13 31,93 66 0,-14-40-31,66-13 31,27-13 1,-53 105-1,-40-12-15,13 25 15,41-144 0,-41 12-31,67-92 31,26-39 1,-93 237-1,-26 199 0,13-225-31</inkml:trace>
  <inkml:trace contextRef="#ctx0" brushRef="#br0" timeOffset="18627.45">7605 9866 0,'0'0'15,"-53"-66"17,53 53-32,-13 26 31,-14 172 0,27-106 0,40-171 1,26-212-1,27 65 0,-67 226-31,27 93 31,53 263 1,-80-184-17</inkml:trace>
  <inkml:trace contextRef="#ctx0" brushRef="#br0" timeOffset="19131.7">7750 9906 0,'-66'-67'31,"132"134"-31,-145-147 0,79 41 32,0 25-32,26 14 0,67-39 15,-53 25-15,145-65 31,-119 39 1,-66 27-17,13 53 1,-13-14 0,13 133-1,1-106 1,12 119-1,-13-185 17,-52-186-1,39 146-15,-14-172-1,14 186 1,66-41-1,-39 80 1,52 67 0,-65-28-1,-54 133 1,-40-92 15</inkml:trace>
  <inkml:trace contextRef="#ctx0" brushRef="#br0" timeOffset="19305.71">8425 9496 0,'0'0'0,"26"0"16,1 79 0,-14-53-1,27 160 1,-27-134-1,26 134 1,-39-147-16</inkml:trace>
  <inkml:trace contextRef="#ctx0" brushRef="#br0" timeOffset="21607.37">10700 7895 0,'0'0'0,"13"-66"16,0 27 15,0 118 1,-13-26-32,0 13 15,53 635 16,-40 13 1,-65-79-1,25-397 0,93-159 0,172-79 1,463-26-1,265 13 0,211 39 0,-13 0 1,-768-12-17,81-1 1,25 0 15,-449-13-31,-13-13 16,13-27-1,-120-92 17,54 79-17,-13 0-15,-40-172 16,-40-290 15,79 409-31,14-13 16,-40-304-1,53 330 1,-13-330 15,13 383-31,0 14 16,-26-67 0,26 80-1,-14-14 1,14 1 15,0-14 0,0 27-15,-13-27 15,13 1 0,-66-14 1,-132-26-1,-93 12 0,225 54-31,-278-27 31,-106 14 1,-105 0-1,-14 26 0,450 0-31,-344 13 31,357-13-31,-291 13 32,106 0-17,-145 27 17,105-14-1,278-12-31,-119 12 31,93-13 0,66-13 1,-40 27-1,-53-1 0,14 1 0,78-27-15,1 26 15,-27 1 0,-39 12 1,26-26-1,27-13 0,26 14 0,0 25 1,0-25-32,26 12 31,-26-13-15</inkml:trace>
  <inkml:trace contextRef="#ctx0" brushRef="#br0" timeOffset="22817.35">11612 8781 0,'0'0'0,"-13"-39"32,39 158-1,54 198 0,-14-79 0,-66-277 1,-13-1-32,-93-238 31,-13-145 0,119 344-31,40-186 31,198 239 1,-53 317-1,-185-225-31,-93 185 31,-132-132-15</inkml:trace>
  <inkml:trace contextRef="#ctx0" brushRef="#br0" timeOffset="23681.15">12181 8834 0,'66'-26'32,"-132"52"-32,106-131 15,-54 105 1,-39 26 15,40 0-31,-66 146 31,66-119-31,26 80 32,132-133-1,-39-172 0,-93-53 0,-13 198-31,-13 93 32,40 133-1,-14-159-31,79 39 31,54-132 0,-120 27-31,27-133 32,-40 119-32,-13-52 31,-13 118-15,0-13-16,0 119 31,26-52-16,80-40 17,26-173-1,-106 94-31,27-120 31,-54 225 0,28 278 1,12-40-1,-39-278-31,-67-39 31,54-13-31,-27-239 31</inkml:trace>
  <inkml:trace contextRef="#ctx0" brushRef="#br0" timeOffset="24934.59">13067 8834 0,'0'0'16,"26"-13"-16,27-27 16,-39 27-16,12-40 31,-13 53-16,14 80 1,-14-54 0,13 120-1,-12-107-15,-1 27 32,-13-105-1,0 12-16,-13 1-15,26-146 16,0 119 0,40-79-1,-27 119 1,27 52 0,-39-12-1,-14 12-15,13-12 16,0 92-1,-13-106 1,13-13 0,0-13-1,27-80 1,-27 67-16,40-54 31,-26 80-15,26 80-1,-40-54 1,66 67 0,-52-80-1,78-13 1,-78-26 0,13 12-16,26-91 15,-53 65 1,0-13-16,-26-79 15,0 105-15,-14 1 16,-52 52 0,52 1-16,14 12 15,0 107 1,132 65 15,-79-197-15,92-41-1,-79-158 17,-53 93-17,-13 52-15,-27-106 32,66 213-1,27 118 0,-39-132-15,-14-27-16,13 0 15,0-26 1,13-66 0,-12 40-1,39-80 1,13 106 15,-13 159 0,-40-133-31,0 1 16,40 26 0,-40-53-16,80-67 31,13-276 0,-173 25 0,-25 292 1,79 65-17,26 186 1,0-159-16,119 239 31,-118-266-31</inkml:trace>
  <inkml:trace contextRef="#ctx0" brushRef="#br0" timeOffset="25088.21">14747 8411 0,'0'0'0,"79"-159"31,-53 146-31,133 26 31,-106 27-31</inkml:trace>
  <inkml:trace contextRef="#ctx0" brushRef="#br0" timeOffset="25608.35">14284 9443 0,'-80'-106'31,"160"212"-31,-212-265 31,118 172-31,-12 27 16,-1 171 15,67 1 0,158-185 1,-145-41-32,119-144 31,-145 105-31,-1-172 31,-65 172 0,25 225 1,94 40-1,-54-186-31,14-13 0</inkml:trace>
  <inkml:trace contextRef="#ctx0" brushRef="#br0" timeOffset="25804.87">14985 9337 0,'-27'-93'31,"54"186"-31,-80-133 32,40 239-1,52-14 0,-12-159-31,-14-13 0</inkml:trace>
  <inkml:trace contextRef="#ctx0" brushRef="#br0" timeOffset="26243.67">15223 9509 0,'0'0'0,"13"-53"16,0 0-16,0-106 31,-13 133-31,0 39 31,0 14-31,0 118 31,14-119-31,25 67 32,94-146-1,-67-66 0,-53 79 0,-13 54-31,13 91 16,0-78 0,106 79 15,27-133 0,-67-105 0,-317-80 1,53 186-17</inkml:trace>
  <inkml:trace contextRef="#ctx0" brushRef="#br0" timeOffset="28025.7">5555 12722 0,'0'0'0,"0"-92"31,13 79-31,0-27 31,0 80-15,-13-1-1,0 173 1,0-159-16,0 172 31,0-199-15,0 14-16,0-14 0</inkml:trace>
  <inkml:trace contextRef="#ctx0" brushRef="#br0" timeOffset="28403.65">5952 12802 0,'13'-53'31,"-26"106"-31,-14-66 31,14 26-31,-80 172 31,133 0 1,145-172-1,-13-145 0,-159-80 0,-171 146 1,65 159-1,106-67-16</inkml:trace>
  <inkml:trace contextRef="#ctx0" brushRef="#br0" timeOffset="28775.84">6653 12775 0,'13'-26'31,"-26"52"-31,-27-52 31,-26 132 0,66 52 1,13-131-32,132 39 31,-12-119 0,-107-106 0,-132-13 1,-13 186-1,93 25-31</inkml:trace>
  <inkml:trace contextRef="#ctx0" brushRef="#br0" timeOffset="29141.94">7261 12762 0,'26'-40'31,"-52"80"-31,-1-40 32,14 27-32,0-1 15,-27 80 1,40-67-16,40 80 31,-14-92-31,94-14 31,-15-66-15,-39-145 15,-185-14 1,0 252-1</inkml:trace>
  <inkml:trace contextRef="#ctx0" brushRef="#br0" timeOffset="29594.74">8068 12881 0,'0'0'0,"53"13"31,-40-13-31,-13 53 32,0 198-1,0-171-15,-13 12 15,-1-171 0,1-172 0,13 185-31,27-172 32,131 132-1,-52 225 0,-172 13 0,40-119-31,-41 14 16</inkml:trace>
  <inkml:trace contextRef="#ctx0" brushRef="#br0" timeOffset="30040.98">8650 12868 0,'53'-93'32,"-106"186"-32,79-278 31,-79 238 0,0 105 0,66-39 1,93-145-1,-79-1-31,52-78 31,-52 25-15,-27 54 15,52 171 0,-38-118-31,78 65 31,-52-78-31</inkml:trace>
  <inkml:trace contextRef="#ctx0" brushRef="#br0" timeOffset="30214.65">9073 12802 0,'0'0'0,"-13"-27"16,13 1 15,39 118 0,-12-65-31,39 52 31,-13-66-15</inkml:trace>
  <inkml:trace contextRef="#ctx0" brushRef="#br0" timeOffset="30352.7">9298 12841 0,'-27'-92'31,"54"184"-31,-146-184 32,92 118-32,-92 146 31,66-92-31</inkml:trace>
  <inkml:trace contextRef="#ctx0" brushRef="#br0" timeOffset="30574.62">9985 12775 0,'0'-13'31,"14"13"-31,65-26 32,-53 12-32,-12 14 0</inkml:trace>
  <inkml:trace contextRef="#ctx0" brushRef="#br0" timeOffset="30761">9933 12921 0,'-27'53'31,"54"-106"-31,92 92 32,-67-39-32</inkml:trace>
  <inkml:trace contextRef="#ctx0" brushRef="#br0" timeOffset="31353.77">11229 12722 0,'26'-53'32,"-52"106"-32,52-198 31,-39 118-31,-93-65 31,-92 118 0,118 80 1,226 40-1,-93-107-31,119 80 31,-146-92-31,-26 52 31,-172-26 1,119-53-32,-119-53 15,172 27 1</inkml:trace>
  <inkml:trace contextRef="#ctx0" brushRef="#br0" timeOffset="31733.63">11387 12828 0,'0'0'0,"27"13"31,26 14-15,66-1 15,39-52 0,-131 13-15,-1-40-1,-26 26 1,-39-39 0,12 53-1,-52 0 1,52 26-1,-25 80 1,52-67 0,-14 14-16,41 92 15,92-66 17</inkml:trace>
  <inkml:trace contextRef="#ctx0" brushRef="#br0" timeOffset="32120.77">12168 12815 0,'0'0'16,"0"-26"-16,-66-67 15,52 80 1,-78-14 0,79 27-1,-40 80 1,39-54-1,-12 93 1,26-92 0,79 39-1,40-119 17,-92 40-17,26-93 1,-40 79-1,0-12 1,0 39 0,-13 66-1,14-40 1,12 67 0,-13-67-16</inkml:trace>
  <inkml:trace contextRef="#ctx0" brushRef="#br0" timeOffset="32449.17">12379 12749 0,'0'0'0,"-13"-27"16,13-78 15,53 144 0,26 120 1,-65-53-1,-28-106-31,-25-27 16,39 14-1,-14-13-15,14-1 0,14-79 16,91-39 15,-78 132-15,-14 13-16</inkml:trace>
  <inkml:trace contextRef="#ctx0" brushRef="#br0" timeOffset="33182.55">12922 12630 0,'0'0'0,"13"0"15,-13-40 1,-13 40 0,-40-26-1,39 26 1,-65 92-1,66-65 1,0 92 0,26-93-1,79 40 1,94-92 15,-147-1-15,1-12-16,13-67 15,-40 53 1,-13 0-16,-13-119 16,0 80-1,-1 26 1,41 237 15,-1 134 0,-26-266-15,27 80 0,12-105 15,-25-28-15,12 1-16,27-53 15,13 0 16,-53 79-15,14 40 0,-14-27-1,53 14 1,-53-40 0,53-13-1,-52 0-15,-14-40 31,-14 53-15,-12-13-16</inkml:trace>
  <inkml:trace contextRef="#ctx0" brushRef="#br0" timeOffset="61897.39">13913 12617 0,'-13'0'31,"66"-14"0,66 1-15</inkml:trace>
  <inkml:trace contextRef="#ctx0" brushRef="#br0" timeOffset="62041.14">13913 12709 0,'-39'40'31,"78"-80"-31,14 93 31,-26-53-31,65 0 16</inkml:trace>
  <inkml:trace contextRef="#ctx0" brushRef="#br0" timeOffset="62515.9">14601 12511 0,'0'0'16,"-26"0"-16,26 53 47,0-27-47,26 80 31,-13-80-31,-13 67 31,0-106 1,-39-120-17,26 94 1,-27-186 0,40 172-1,53-106 1,-14 146-1,107 0 1,-106 26 0,65 80-1,-105-67 1,-79 106 0,13-79-1,-40 0 1</inkml:trace>
  <inkml:trace contextRef="#ctx0" brushRef="#br0" timeOffset="63532.74">15104 12564 0,'13'0'0,"-26"0"0,39 0 16,-13 0-16,-13-27 15,0 14 1,-13 0-16,-13-14 16,13 27-16,-1 0 15,-25 0 1,25 14 0,1-1-16,-40 79 15,40-65 1,0 52-1,13-66 1,26 1 0,-12-14-1,38-67 1,-38 54 0,-1-13-16,27-40 15,-14 26 16,-26 53-31,13 0 16,0 54 0,-13-54-16,80 66 31,-67-79-15,13 0-16,41-26 15,25-80 16,-79 40-15,-39 13 15,13 53-15,0 26 0,92 27 15,-66-40-31,0 1 15,27 39 1,-40-27 0,0 27-1,-13-40 1,13 0 0,0-26-1,26-53 1,1 40-16,78-67 31,-25 40-15,-54 13 15,-52 67 0,-1 79 0,41-67-15,-1-25-16,0 12 16,40 40-1,-53-53 1,-26 14 0,-14-27-1,27 0-15</inkml:trace>
  <inkml:trace contextRef="#ctx0" brushRef="#br0" timeOffset="63899.57">16307 12392 0,'0'0'0,"0"-13"15,14-14 1,-1 54 15,-13-1-31,39 133 32,1 79-1,-40-225-31</inkml:trace>
  <inkml:trace contextRef="#ctx0" brushRef="#br0" timeOffset="64245.87">16294 12246 0,'-106'-26'31,"212"52"-31,-304 14 31,171 39 1,54-105-1,-14 13-31,0-14 15,53-39 1,-39 40-16,118 12 31,-13 173 1,-105-119-32,-1-1 0</inkml:trace>
  <inkml:trace contextRef="#ctx0" brushRef="#br0" timeOffset="68136.69">6084 14085 0,'0'0'0,"0"-14"15,0-52 17,0 40-17,40-40 1,-1 39-1,-26 27 1,27 13 0,-40 1-1,13 12 1,-13-13 0,-66 27-1,53-27 1,-80 14-1,80-27-15,0 0 16,0-53 0,13 26-16,79-118 31,-52 118-15,78 80-1,-65 238 16,-80-145-15,14-93-16,-186 145 31,40-198 1,172-185-1,172 66 0,0 225 0,-159-67-31,80 67 32,26-93-1</inkml:trace>
  <inkml:trace contextRef="#ctx0" brushRef="#br0" timeOffset="68470.92">6600 14296 0,'53'-66'31,"-106"132"-31,92-132 32,-78 106-1,39-14-31,26 67 31,-13-67-15,93 1-1,13-67 17,-119-119-1,-13 120-31,-40-1 15,-66 27 17,106 66-17,66-1 1</inkml:trace>
  <inkml:trace contextRef="#ctx0" brushRef="#br0" timeOffset="68774.72">7076 14283 0,'53'-13'15,"-106"26"-15,145-92 32,-105 52-17,-27 80 17,93 66-1,66-79 0,-39-93 0,-107-79 1,1 105-32,-54-52 31,54 79-31</inkml:trace>
  <inkml:trace contextRef="#ctx0" brushRef="#br0" timeOffset="69215.5">7697 14190 0,'0'0'31,"27"14"-31,-1 65 31,-13-39-31,27 145 31,0 26 1,-67-237-1,-65-199 0,79 146-31,-14-159 31,133 119 1,-80 119-32,107 119 31,-147 26 0,-12-118-31,-67 12 31,67-39-31,13 0 0</inkml:trace>
  <inkml:trace contextRef="#ctx0" brushRef="#br0" timeOffset="69670.94">8306 14137 0,'0'0'0,"-27"-52"31,-52 12 0,39 80 0,40-27-31,-13 79 32,39 1-1,67-80 0,-14-39 0,-65 26-31,12-80 32,-13 1-1,1 119 0,38 92 0,-12-92-15,-27-27-16</inkml:trace>
  <inkml:trace contextRef="#ctx0" brushRef="#br0" timeOffset="69856.75">8663 14111 0,'26'-79'31,"-52"158"-31,132-53 32,-80 14-32,27 106 31,-27-94-15</inkml:trace>
  <inkml:trace contextRef="#ctx0" brushRef="#br0" timeOffset="70044.77">8874 14071 0,'0'0'0,"-13"-13"16,-26 26 15,-54 133 0,80-107-31,-14 41 31,14-67-15</inkml:trace>
  <inkml:trace contextRef="#ctx0" brushRef="#br0" timeOffset="70242.64">9377 14085 0,'-40'-40'31,"80"80"-31,-53-93 16</inkml:trace>
  <inkml:trace contextRef="#ctx0" brushRef="#br0" timeOffset="70385.69">9456 14177 0,'-53'53'31,"106"-106"-31,-119 119 0,106-66 16,53 0 15</inkml:trace>
  <inkml:trace contextRef="#ctx0" brushRef="#br0" timeOffset="70745.92">10594 13807 0,'0'0'15,"0"-53"1,13 53-16,27 132 31,-14-26-15,1 158 0,-14-211-1</inkml:trace>
  <inkml:trace contextRef="#ctx0" brushRef="#br0" timeOffset="71059.81">10501 13966 0,'0'0'0,"-26"-40"16,-27-106-1,53 133 1,13-13-16,106-1 15,-53 27 1,0 0-16,172 66 16,-158-26-16,-14 13 15,53 106 1,-106-54 0,-277 94 15,145-199-16,79 0-15,-26-40 16,53 14-16,13-1 16</inkml:trace>
  <inkml:trace contextRef="#ctx0" brushRef="#br0" timeOffset="71431.77">11043 14032 0,'199'-14'31,"-398"28"-31,477-28 31,-212 81 1,53 52-1,-105-93-31,-1-13 16,-40 40 15,-39-145 0,106-120 0,66 146 1,13 158-1,-106-52-31,27 106 31,-27-120-31</inkml:trace>
  <inkml:trace contextRef="#ctx0" brushRef="#br0" timeOffset="71561">11678 13754 0,'0'0'0,"-13"-53"31,13 93-15</inkml:trace>
  <inkml:trace contextRef="#ctx0" brushRef="#br0" timeOffset="71886.64">11850 13939 0,'13'27'32,"-13"-14"-17,67 119 1,-41-79 0,80 92-1,-80-131 1,1 12-16,26-26 15,-40-13-15,-13-172 32,0 132-17,0-79 1,0 145 15,0 0-15</inkml:trace>
  <inkml:trace contextRef="#ctx0" brushRef="#br0" timeOffset="72228.84">12300 14124 0,'0'0'0,"26"0"16,-12 0 15,25 0 0,-25 0-15,65-13 0,-53 0-1,-12 0-15,-28-27 16,-105-13 15,93 53-15,-54 53-1,67-27 1,53 133 15,-27-119-31,119-1 32</inkml:trace>
  <inkml:trace contextRef="#ctx0" brushRef="#br0" timeOffset="72556.69">12631 13992 0,'0'0'0,"-14"-40"16,1 14-16,0-14 15,92 172 17,-52-92-17,39 106 1,-53-120-1,-26 14 1,0-40 0,-54-80-1,54 41 1,13-1-16,13-92 16,1 92-1,12 14-15,80-27 16,-80 53-1,41 53 1,-67-40 0</inkml:trace>
  <inkml:trace contextRef="#ctx0" brushRef="#br0" timeOffset="73955.17">13543 13952 0,'0'0'0,"-13"-53"15,-14 67 17,27 12-17,-39 120 1,26-120 0,-14 80-1,1-93 16,26-26-31,26-133 32,40-184-1,-53 277-31,67-93 31,-67 146-31,13 14 16,27 184-1,-26-132 1,39 199 0,-40-146-1</inkml:trace>
  <inkml:trace contextRef="#ctx0" brushRef="#br0" timeOffset="74119.34">13609 14071 0,'0'0'0,"-39"-79"32,52 79-32,106 0 31,-79 0-15,12 0-16,1 0 0</inkml:trace>
  <inkml:trace contextRef="#ctx0" brushRef="#br0" timeOffset="74328.28">14218 13926 0,'13'-13'16,"-26"26"-16,26-66 15,-26 40-15,-67 13 32,-65 158-1,132-118-16,52 66 1,-12-93 0,171 0-1</inkml:trace>
  <inkml:trace contextRef="#ctx0" brushRef="#br0" timeOffset="74823.67">14562 13992 0,'0'0'0,"-40"-13"15,-26 13 17,66 13-1,0 0-31,0 0 31,13 1 0,-13-1-15,0-26 93,-13-1-77,-40 14-1,26 14-15,1 25-1,105 94 16,-52-107-15,131 0 0,-105-26-16</inkml:trace>
  <inkml:trace contextRef="#ctx0" brushRef="#br0" timeOffset="75931">14932 14032 0,'0'0'0,"-40"0"15,40-14-15,-13 14 16,0 0 15,-1 0 32,14-13-32,0 0 31,0 0-30,0 26 30,0 0-46,14 14-1,-1-14 1,0 0-16,40 14 16,-26-27-16,-1 0 15,80-40 1,-67-66 15,-39 93-15,-119-40-1,-39 119 17,118 0-17,53 40 1,14-80 0,-1 14-16,146 26 15,-119-66 1,0 0-16,92-39 15,-105 12 1,26-92 0,-79 27 15,0 78-15,0 54-1,26 119 16,-13-120-31,26 94 32,1-67-1,-54-172 0,-26-132 0,53 185-15,40-79 0,-14 118-16,67 81 31,-67 78 0,-78-92 0,25-79-15,14-1-16</inkml:trace>
  <inkml:trace contextRef="#ctx0" brushRef="#br0" timeOffset="76199.5">15739 13701 0,'0'0'0,"26"-40"31,-26 27-31,0-13 31,53 105 1,-53-39-17,0 158 1,66 0 15,27-198 0</inkml:trace>
  <inkml:trace contextRef="#ctx0" brushRef="#br0" timeOffset="76330.82">15897 13873 0,'0'0'0,"-66"0"31,119 0 1,66-13-17</inkml:trace>
  <inkml:trace contextRef="#ctx0" brushRef="#br0" timeOffset="88916.62">6004 15288 0,'14'-13'16,"-1"-14"15,0 27-16,-13-13 1,-26 66 15,26-27-15,-14 14-16,-25 145 16,39-145-1,-13 119 1,26-120-1,13-12-15</inkml:trace>
  <inkml:trace contextRef="#ctx0" brushRef="#br0" timeOffset="89423.61">6679 15513 0,'0'0'0,"0"-40"16,0 27-16,0-93 31,0 80-15,-26-27-1,-14 26 1,13 27-16,-105 80 31,106-67-15,-27 79-1,53-65 1,39 26 0,-25-40-1,12-13-15,67-13 16,-67 13-1,14-13-15,26-67 16,-66 67 0,13-53-1,-13 145 17,-13-39-17,13 0-15,-13 105 16,13-105-1,39 92 1</inkml:trace>
  <inkml:trace contextRef="#ctx0" brushRef="#br0" timeOffset="89789.43">7129 15447 0,'0'0'0,"-40"13"16,27 0-16,-14 14 31,27 52 1,14-39-17,25 12 1,1-25-1,52-54 1,-65 1 0,-1-93-1,-26 79 1,0 14-16,-66-53 16,-53 92 15,106 13-16,0 27-15</inkml:trace>
  <inkml:trace contextRef="#ctx0" brushRef="#br0" timeOffset="90262.71">8002 15486 0,'-27'-13'16,"14"13"-1,13 66 1,0 119 15,13-145-31,-13 53 31,0-80 1,-13-40-32,0-131 31,66-160 0,-40 292-31,119-27 31,-13 132 1,-172 40-1,-92-39 0,118-80-31</inkml:trace>
  <inkml:trace contextRef="#ctx0" brushRef="#br0" timeOffset="90695.62">8464 15473 0,'0'0'0,"40"-53"31,-40 40-31,-13-13 16,0-1-16,-1-13 15,1 14 17,0 39-32,-13 106 31,12 27 0,28-133-31,65 0 31,27-119 1,-80-39-1,-26 132 0,0 26-31,40 93 31,92 26 1,-92-132-32</inkml:trace>
  <inkml:trace contextRef="#ctx0" brushRef="#br0" timeOffset="90874.89">8980 15288 0,'27'53'32,"26"13"-1,0-53 0,-40-13-31</inkml:trace>
  <inkml:trace contextRef="#ctx0" brushRef="#br0" timeOffset="91025.92">9139 15328 0,'-13'-66'32,"26"132"-32,-66-106 31,40 53-31,-53 106 31,0 40 0</inkml:trace>
  <inkml:trace contextRef="#ctx0" brushRef="#br0" timeOffset="91274.75">9840 15209 0,'0'0'0,"-40"0"31,80 0-31</inkml:trace>
  <inkml:trace contextRef="#ctx0" brushRef="#br0" timeOffset="91420.96">9893 15394 0,'-40'39'15,"80"-78"-15,-80 92 31,67-53-31,78-14 16</inkml:trace>
  <inkml:trace contextRef="#ctx0" brushRef="#br0" timeOffset="92853.91">10938 15156 0,'0'0'0,"0"-119"15,0 92 1,0-26 0,0 212 15,0-106-15,0 13-16,-14 106 15,14-132-15,40 79 31,-27-119-15,14 0-16,79 0 16,92-53 15,-172 40-15</inkml:trace>
  <inkml:trace contextRef="#ctx0" brushRef="#br0" timeOffset="93447.83">11546 15262 0,'0'0'0,"-13"-53"31,0 39-15,-27 28-1,0 25 1,27-12-16,0 118 31,26-118-15,80 12-1,-67-39 1,93-53 0,-92 27-1,-14 0-15,-93-120 31,54 133-15,-40 0 0,132 52 15,-26-39-31,171 14 31,-118-14-15,-40 0-16,39-14 15,-78 1 1,12-27 0,-92 1 15,53 39-15,-14 13-16,-39 40 15,40 13 1,12 0-1,67 40 1,-26-80 0,118 1-1</inkml:trace>
  <inkml:trace contextRef="#ctx0" brushRef="#br0" timeOffset="94029.59">12591 15328 0,'0'0'0,"0"-66"15,0 39-15,-13 14 16,-40-14 0,40 27-16,-67 14 31,54 12-31,13-13 16,-40 67-1,79-1 16,-13-66-15,14-13-16,65-13 16,27-66 15,-119 65-31,0 1 16,0-40-1,-13 67 16,66 105 1,92-93-1,-25-79-15,12-172 15,-119 172-16,-13 0-15,-13-118 16,-119 104 15,105 107-31,14 185 32,39-146-32,-12-13 15,105 172 1,-67-171-1</inkml:trace>
  <inkml:trace contextRef="#ctx0" brushRef="#br0" timeOffset="94375.89">12869 15195 0,'0'0'0,"-14"0"16,81 0 15,171-26 0,-199 26-15,41-27 0,-54 14 15,-26 40-16,13 26 1,27 105 15,-27-144-15,-13-1-16</inkml:trace>
  <inkml:trace contextRef="#ctx0" brushRef="#br0" timeOffset="94495.06">13477 14971 0,'0'0'0,"-40"-133"31,27 133-31,13 14 16</inkml:trace>
  <inkml:trace contextRef="#ctx0" brushRef="#br0" timeOffset="95182.64">13675 15195 0,'0'0'0,"14"0"16,-14 27 15,0 13-16,0-27-15,0 13 16,26 54 0,93-41 15,-26-105 0,-133-106 0,-92 93 1,105 79-32,-26 39 31,106 28 0,66-67 0,0-67 1,-26 41-1,-40 66 0,-53 52 0,0-78 1,66-54-1,66-26 0,-105 66-31,65 53 31,-12 92-15</inkml:trace>
  <inkml:trace contextRef="#ctx0" brushRef="#br0" timeOffset="96021.96">15077 15222 0,'0'0'0,"40"-66"31,-93-27 1,-79 67-1,105 39-31,-26 119 31,80 27 0,118-106 1,-39-119-1,-66-14-16,-14-12 1,-12 131 15,-14-25-15,66 52 0,-53-53-1,66 0 1,-52-26-1,26-80 1,-53 14 15,13 172 1,-13-54-17,40 186 1,-40-172-1,39 79 1,-39-119 0,-26-52-1,-54-160 17,67 147-17,13-134 1,13 147-1,80-14 1,-67 53 0,54 79-1,-67-52 1,-79 92 0,39-106-1,-65 0 1</inkml:trace>
  <inkml:trace contextRef="#ctx0" brushRef="#br0" timeOffset="96228.48">15818 15103 0,'0'0'0,"13"0"15,-13 53 1,53 79 15,-26-106-15,39 80-1,-53-93 1,0 1-16</inkml:trace>
  <inkml:trace contextRef="#ctx0" brushRef="#br0" timeOffset="96369.81">15871 14799 0,'-13'-14'0,"26"28"0,-13-28 16,0 28 0,0 12-16</inkml:trace>
  <inkml:trace contextRef="#ctx0" brushRef="#br0" timeOffset="99711.05">6785 16756 0,'0'0'0,"-53"-106"31,40 80-15,26-27-1,0 40-15,0 39 31,1 14-15,-14 26 0,-53 13 15,39-79-15,-78-13-1,79-14-15,-14 14 16,1-79-1,26 52 1,0 14-16,39-54 16,120 186 15,-132-66-15,12 198-1,-171-13 16,-13-146-15,-67-92 15,225-133 1,146 93-1,-27 146 0,-53 26 0,-39-93-31</inkml:trace>
  <inkml:trace contextRef="#ctx0" brushRef="#br0" timeOffset="100044.55">7023 16941 0,'0'0'0,"13"-66"16,-13 39-16,0-25 31,-26 131 1,26-53-32,26 93 31,1-105-31,78 39 31,41-146 0,-186-79 1,-13 146-17,14 26-15,-67 39 31,106 1-15</inkml:trace>
  <inkml:trace contextRef="#ctx0" brushRef="#br0" timeOffset="100472.74">7592 16888 0,'39'-26'31,"-78"52"-31,91 1 32,-25 171-1,-14-13 0,0-172 0,-66-185 1,53 120-32,0-187 31,133 68 0,-14 276 0,-106-12-15,-106 13 15,27-120-15</inkml:trace>
  <inkml:trace contextRef="#ctx0" brushRef="#br0" timeOffset="100910.96">8240 16875 0,'0'0'0,"53"-40"31,-53 27-31,-40-80 31,-66 27 0,80 106-15,-1 132 15,27-132-31,79 52 32,27-92-1,-92-13-31,25-106 31,-26 0 0,-13 106-31,27 39 32,52 120-1,-52-120-31,92 40 15</inkml:trace>
  <inkml:trace contextRef="#ctx0" brushRef="#br0" timeOffset="101067.14">8729 16769 0,'0'0'0,"0"0"31,0 13-31,26 93 31,27-53-15</inkml:trace>
  <inkml:trace contextRef="#ctx0" brushRef="#br0" timeOffset="101215.52">8848 16756 0,'-26'-27'15,"52"54"-15,-119-27 16,-12 132 15,65-66-31</inkml:trace>
  <inkml:trace contextRef="#ctx0" brushRef="#br0" timeOffset="101386.65">9536 16650 0,'26'-13'47</inkml:trace>
  <inkml:trace contextRef="#ctx0" brushRef="#br0" timeOffset="101539.82">9562 16782 0,'-13'14'31,"26"-28"-31,14 41 31,-1-27-31,-13 0 0</inkml:trace>
  <inkml:trace contextRef="#ctx0" brushRef="#br0" timeOffset="102537.99">10514 16690 0,'-39'-13'31,"26"13"-31,-67-27 16,27 120 15,53-67-15,40 120 15,-14-120-31,120 40 31,-106-66-31,118-66 16,-144-119 15,-147 39 16,107 146-47,-40 27 31,66-1-31,39 54 16,-12-54 0,92 14-1,0-93 16,40-53 1,-133 93-17,67 13 1,-67 119 15,-26-93-15,0 54-1,0-67 1,0 0 0,0-26-1,13 0-15,27-40 16,-27 26 0,14 1-16,52-14 15,0 106 16,-65-39-15,78 52 0,-52-66-1,-14-13-15,80-13 16,-79-13 0,65-159-1,-92 132 1,-40-159-1,27 172 1,-53-13 0,66 80-1,27 92 1,-14-79 0,66 158-1,-52-158 1,25 65-1,-38-91-15</inkml:trace>
  <inkml:trace contextRef="#ctx0" brushRef="#br0" timeOffset="102699.32">11983 16756 0,'0'0'0,"26"-66"16,-26 53-16,26 26 31,-26 0-16,14 13-15,12 67 16,-26-67 0,40 41-1</inkml:trace>
  <inkml:trace contextRef="#ctx0" brushRef="#br0" timeOffset="102837.91">12141 16412 0,'0'0'0,"-26"-66"16,26 53-16,0 26 15</inkml:trace>
  <inkml:trace contextRef="#ctx0" brushRef="#br0" timeOffset="103435.8">12287 16650 0,'0'0'0,"13"27"16,0-27-1,27 39 1,-27-12-16,27 78 31,-27-65-15,0 0-1,-13-80 17,40-105-1,13 79 0,-27 145 0,-13-39-31,40 65 32,80-52-1,-107-53-15,93-39-1,-92 25 1,25-91-1,-52 65 1,-39-79 0,-14 119 15,53 159 0,13-120-31,106 41 31,-66-67-31</inkml:trace>
  <inkml:trace contextRef="#ctx0" brushRef="#br0" timeOffset="103857.85">13622 16756 0,'0'0'0,"0"66"31,53 93 0,-13-40-15,26 39 15,-39-144 0,-80-199 1,0-27-17,40 40 1,79-278 15,119 397 0,-132 120-15,-14 91 0,-171 107 15,53-173-15</inkml:trace>
  <inkml:trace contextRef="#ctx0" brushRef="#br0" timeOffset="104721.92">14257 16716 0,'0'0'0,"93"-39"31,-172 12 0,-14 54 0,93-1-31,-13 80 32,105 0-1,54-146 0,-107-26-15,-39-66 15,-26 105-15,13 93 15,92 40 0,27-66 0,0-80 1,-80-13-1,-13 27 0,27 39 0,66-26 1,-27-53-1,-52-14 0,-27 199 0,79 238 1,-52-291-32,-1 40 15,-52-26 17,-120-226-1,120 106-31,39-118 15,13 131 1,133-52 0,-119 79-1,39 0 1</inkml:trace>
  <inkml:trace contextRef="#ctx0" brushRef="#br0" timeOffset="135868.31">7274 11373 0,'0'0'0,"0"-26"31,13 26 1,1 93-1,-1-67-15,-13 80-1,-13 0 16,-1-93-15,14-40 0,27-118 15,39-40 0,40 105 0,-80 80-31,1 14 16,-1 131 15,-132-39 1,1-66-1,157-40 0,94 39 0,-54 27 1,-78-52-32</inkml:trace>
  <inkml:trace contextRef="#ctx0" brushRef="#br0" timeOffset="136249.35">7777 11400 0,'-27'-40'32,"54"80"-32,-67-27 31,27 14-31,13 78 31,0-12 0,0-133 1,26-105-1,40-14 0,27 186 0,-80-1-31,27 146 32,-40-53-17</inkml:trace>
  <inkml:trace contextRef="#ctx0" brushRef="#br0" timeOffset="136417.98">7777 11479 0,'13'0'31,"-26"0"-31,132 14 31,-93-14-31,40 0 16</inkml:trace>
  <inkml:trace contextRef="#ctx0" brushRef="#br0" timeOffset="136826.91">8068 11466 0,'0'0'0,"39"-40"31,-52 1 0,13 78 0,0 80 1,0-13-1,0-93-15,13-26 15,-39-93 0,-14-52 0,93 65 1,53 133-1,-93-14-31,40 107 31,-53-54 0</inkml:trace>
  <inkml:trace contextRef="#ctx0" brushRef="#br0" timeOffset="137618.26">8266 11479 0,'0'0'0,"0"-26"16,0 13-1,13-54 1,27 15 15,-27 52-15,14 0-1,-27 13 1,26 53 15,-13-40-31,1 67 32,-14-67-32,0 14 0</inkml:trace>
  <inkml:trace contextRef="#ctx0" brushRef="#br0" timeOffset="138415.84">9205 11307 0,'0'0'0,"-13"0"16,13 53 31,13 66-16,-13-92-31,0 39 16,0-66 15,0-13-15,0-1-16,-13-52 15,13 40-15,0-133 31,0 133-15,79-54 0,-66 80-1,133 80 17,-133-67-17,-13 13-15,-13 40 16,-27-26-1,-39 0 1,66-40 0,13-13-1,13-1 1,0 14-16,53-13 16,-53 13-1,67 53 1,-14 26-1</inkml:trace>
  <inkml:trace contextRef="#ctx0" brushRef="#br0" timeOffset="138824.43">9694 11360 0,'0'0'0,"0"-26"31,0 65 0,0 54 1,0-80-32,0 1 15,0 25 1,0-52 15,-13-119 0,13 92-31,0 14 16,40-67 0,-27 80-1,0 0-15,40 39 16,13 172 15,-52-171-15,-1 52-1</inkml:trace>
  <inkml:trace contextRef="#ctx0" brushRef="#br0" timeOffset="139089.88">9708 11426 0,'0'0'16,"13"0"-16,0 0 16,53-26-1,-53 26 1,40-27-1,-39 27 1,-1 0 0,0 0-1</inkml:trace>
  <inkml:trace contextRef="#ctx0" brushRef="#br0" timeOffset="139746.92">10052 11281 0,'0'-13'31,"0"26"-31,13-26 16,-13 52-1,0 27 1,13 14 0,-13-54-1,13 40 1,-13-52-1,-13-41 17,13-12-17,-13-94 1,39-25 15,-13 144-15,27 28-1,-27 25 1,27 41 0,-40-54-16,13 53 31,-13-65-31,13-14 31,27-133 0,53 14 1,-40 146-17,13 158 17,-66-145-17,0-14-15</inkml:trace>
  <inkml:trace contextRef="#ctx0" brushRef="#br0" timeOffset="140515.74">11295 11241 0,'-13'-13'15,"13"13"17,0 106-1,26 13 0,-26-106-31,0 14 31,0-54-15,0 14-16,-26-106 31,26 79-31,0-132 31,119 66 1,0 199-1,-119 39 0,-119-52 0,66-54 1,66-26-17,79 53 17,-65-40-32,-1 0 15,41 40 1</inkml:trace>
  <inkml:trace contextRef="#ctx0" brushRef="#br0" timeOffset="140917.35">11758 11294 0,'0'0'31,"-27"-53"-31,27 66 31,0 1-31,0 78 32,0 41-1,0-120-31,0 0 31,-13-159 0,26-52 1,67 158-1,-1 212 0,-39 14 0,-27-147-31</inkml:trace>
  <inkml:trace contextRef="#ctx0" brushRef="#br0" timeOffset="141589.9">11797 11347 0,'-13'-13'31,"26"26"-31,40-39 32,-26 12-32,65-12 31,-78 13-31,25-1 31,-39 1-31,13 40 31,-13 92-15,14 0 15,-1-93 1,-26-105 14,13-106-14,0 145-32,26-66 15,-26 93 1,53 26 0,-53 0-1,53 93 1,-40-66-1,-13-14-15,13 54 16,-26-67 15,0-26-15,13-67 0,13 41-1,53-80 1,-53 105-1,14 14-15,13 40 16,-27 0 0,0 158-1,-26-158 1</inkml:trace>
  <inkml:trace contextRef="#ctx0" brushRef="#br0" timeOffset="146848.7">17167 7512 0,'-53'0'32,"106"0"-32,-93 0 31,54 0-31,184 0 31,331-27 0,-265 14-15</inkml:trace>
  <inkml:trace contextRef="#ctx0" brushRef="#br0" timeOffset="147143.94">18040 7300 0,'-27'-26'32,"27"13"-32,27 52 0,-67-92 31,53 40-31,1 13 15,131 93 17,-52 52-1,-199 14 0,66-133-31,-52 27 16</inkml:trace>
  <inkml:trace contextRef="#ctx0" brushRef="#br0" timeOffset="151429.62">22537 4774 0,'0'0'0,"-172"172"31,-185 159 0,-53 26 0,66-53 1,291-251-32,-106 79 31,119-92 0,40-53 47,14 13-15,-1 0-32,40 26 0,-40-26-31,13 13 16,67 27-1,-53-27-15,171 120 32,-158-94-17,172 120 1,-172-119 0,13-1-16,106 80 15,79 80 16,-211-146-31,0-27 16,79 120 0,-106-107-1,53 54 1,-66-80 0,40 53-1,-27-66 1,13 40-1,-12-27 17,-1-13 61,13 0-61,1 0-1,12-26 0,94-1 0,224 27 1,-265 0-17,371 0 1,132 27 15,14-1 0,-93 0 1,-305-12-17,-52-1 17,-146-13-1,-13-13 31,0-1-30,0-12-1,0 0 0,0-27 0,40-66 1,52-119-1,1 66-16,105-119 17,14 79-1,-172 172-31,-1 14 16,54-67-1,-67 67 1,14-40-1,-40 53 1,13-27 0,-13 27 15,0 0 313,0-1-313,-13 1 0,0 0 0,-14 0 1,14-1-17,-13-25 1,-14-1 0,-53-79 15,-52-53 0,-27-13 0,27-13 1,-1 65-1,-26 28 0,80 38 0,65 54-15,14 0 0,13 0 15,-13 13 0,13-13 47,-14 13 110,-25 0-157,-27 0 0,-40 0 0,93 0-31,-106 0 32,-159 0-1,13-14 0,-12-12 0,25 26 1,27 13-1,173-13-31,-173 0 31,132 0-15,53 0-16,-131 0 31,-1 0 0,13 0 1,13 13-1,27 1 0,93-14-31,-67 0 31,14 13 1,26-13-1,27 0 0,-14 0 0,27 0-31,-40 13 32,0-13-1,40 0-16,-1 0 17</inkml:trace>
  <inkml:trace contextRef="#ctx0" brushRef="#br0" timeOffset="155665.88">27748 6269 0,'0'13'31,"-80"93"0,41-80-31,-160 212 32,-211 265-1,199-186 0,12 14 0,173-291-31,-54 92 16,54-106 0,-1 14-1,27-27 1,0 0 31,14-13-32,-1 0 48,0 0-1,0 0-46,1 0-16,38 27 16,94 52 15,-106-66-16,145 146 1,-132-106 0,0 0-16,119 119 15,-120-106 1,173 172 0,-172-185-16,159 145 31,-146-145-16,-13-13-15,106 92 16,79 27 15,-225-146-15,26 27 0,-39-27 15,0-26 47,14-14-47,12-13 0,54 14 1,118-27-1,199 13 0,145 27 0,185 40 1,-131 12-1,-81 1 0,-210-27 0,-200-13 1,-91-13-32,25 0 31,-39 0 0,0-1 0,13 14 1,1 0-1,-14-13 0,0-40 0,0 40-31,53-106 32,66-159-1,-93 199-31,133-397 31,-120 397-31,160-292 31,-67 252 1,-105 106-32,65-40 31,-39 13 0,-53 27 0,-13 13 16,13-13 0,0 0-16,0-14-15,-13 27 31,13-13-16,-14 0 0,1 0 1,-13-14-1,-1-13 0,-52-26 0,66 53-31,-67-79 32,-158-186-1,-53-13-15,0 66 30,80 80-14,171 118-32,-13-26 15,40 40 1,-14-27 15,14 27-15,0 0-1,0 0 1,0 13 0,-1-14 15,14 1-31,-13 13 31,13-13-31,-13 13 172,-80 13-141,54-13-31,-252 13 32,-119-26-1,-119-13 0,0-1 0,-14 14 1,186 0-1,132 0 0,212 13-31,-40 0 31,40 0-31,-40 13 32,-26 13-1,52-26 0,-12 0 0,25 0-31,-39-13 32,-39 26-1,52 14 0,27-14 0,-40 13 1,27-12-1,12-14-31,1 0 94,13 13-48</inkml:trace>
  <inkml:trace contextRef="#ctx0" brushRef="#br0" timeOffset="159999.69">22047 8583 0,'0'0'0,"-13"0"16,92-13 15,358 0 0,-305 13-15,582-14 0,-515 14-16,607 14 31,-620-14-31,-14 0 16,396 13-1,-197 0 16,-345-13-15,0 0-16,-12 0 16,-28 0 15,1 0-15,0 0-1,13-13 32,13 26 47,-13 0-79,40 67 1,39 144 15,54 107 1,105 79-1,-199-344-16,80 159 1,-66-13 15,-40-186-15,-13 14-16,40 52 16,-13-26-1,-1-26 16,-26-53 48,-26 26 92,-27 40-139,-93 92-1,-118 94 0,211-173-31,-159 185 31,-26 93 1,198-278-32,-132 251 31,40-118 0,93-120 0,39-92 16,0 0-15,0-1 155,-80-12-156,54 26-31,-173-13 32,120 13-32,-265-27 31,252 27-31,-332-13 31,-237 26 0,158 14 1,173-14-1,277-13-31,-93 0 31,120 0-31,-27 0 31,53-13-15,-13 26 78,-27-13-63,27 0 0,13-13 16,0-1-16,0 1 63,0-13-63,-13 26-31,-27-40 32,-53-39-1,67 52-31,-186-145 31,-92-92 0,251 198-31,-172-146 32,1-26-1,105 119-16,0 0 17,39 53-1,67 53 0,13-1 125,0 1-109,0 0-15,13 13 124,40-40-125,-26 27-31,-14-13 0,66-40 16,-52 39-1,145-145 1,-133 119-16,239-291 31,-225 278-15,172-238-1,-172 238 1,145-159 0,-158 172-1,118-119 1,-131 146-16,65-93 31,-78 92-15,25-52-1,-39 53 17,14 12 15,12 1-16,-13-13 0,0-1 0,-13 14 1,-13 13 46,0 0-47,0 0 0</inkml:trace>
  <inkml:trace contextRef="#ctx0" brushRef="#br0" timeOffset="163903.22">27721 10144 0,'0'0'0,"0"-27"16,-53 80 15,-172 225 0,-171 224 0,39-52 1,304-384-32,-106 146 31,119-186-31,-39 93 31,66-40 0,26-65 1,13-28-1,-26 1 47,40 13-47,53 27 0,118 78 1,186 94-1,53 118 0,-371-237-31,185 211 31,-105-133 1,-93-118-1,-66-27 0,14-13 172,-1 0-140,13-13-48,-13 13-15,146-27 32,198 27-1,212 53 0,105 13 0,-528-66-31,357 40 32,39-53-1,-344 0 0,-145-1 0,-66 14 1,-27 0-1,27 0 0,13-13 32,0 0-32,0 0-31,13-14 31,53-52 0,-52 53-31,171-212 32,145-159-1,186-93 0,-265 305 0,-92 13 1,-146 146-32,27-93 31,-53 66 0,0 40 0,13 0 157,-27-14-157,14 14 16,-27-14-16,40 14-31,-13 13 0,-40-53 32,-106-92-17,133 118 1,-120-118-1,107 105 1,-146-158 0,132 145-1,-80-119 1,107 132 0,-40-92-1,66 106 1,-13-1-16,-14-39 15,27 40 17,-13 26 77,0-14-15,0 14-94,-54 0 15,41 14 1,0-1-16,-133 27 16,-145-1 15,-67-39 0,292 0-15,-252-13-1,239 0 1,-226 13 0,239 0-1,0 0-15,-173 0 16,-12-13 15,224 13-15,-145 0-1,132 0 1,-106 0 0,120 0-1,-94 0 1,107 0 0,-106 13-1,105-13 1,-105-13-1,-40-1 17,146 14-17,-67 0 1,80 0 0,0 14-16,-40-1 15,39-13 1,1 0-16,-13 0 15,13 0 1,-27 0 0,27-13-1,-40-1 1,39 14 0,-65-13-1,66 13 1,-66-13-1,39 26 17,27 14-1</inkml:trace>
  <inkml:trace contextRef="#ctx0" brushRef="#br0" timeOffset="165385.1">22629 5422 0,'0'0'16,"0"-13"-1,13 53 16,-13-14-15,14 1-16,-1 118 16,13 107 15,-26-226-31,27 40 31,-14-92-31</inkml:trace>
  <inkml:trace contextRef="#ctx0" brushRef="#br0" timeOffset="165617.35">22682 5449 0,'-40'-146'15,"27"94"-15,66 250 0,-106-542 32,66 331-32,14 13 15,251 79 16,-173 106 1,-303-39-1,145-120-31,-92 1 16</inkml:trace>
  <inkml:trace contextRef="#ctx0" brushRef="#br0" timeOffset="166062.24">23330 5515 0,'27'-13'31,"-54"26"-31,54-39 0,-80-27 31,-40 79 1,1 133-1,65 13 0,93-146 0,-53-39-31,80-106 32,-14-66-1,-65 211 0,12 120 0,14-67-15,26-53 0</inkml:trace>
  <inkml:trace contextRef="#ctx0" brushRef="#br0" timeOffset="166664.69">23727 5475 0,'0'-53'31,"0"106"-31,-40-106 32,27 67-32,0 39 31,52 13 0,-25-53-31,25 53 31,-52 0 1,-40-39-1,66-94 0,14 41-31,105-67 31,40-12 1,-159 91-32,27-25 31,-106 39 0,53 13-31,-14 13 31,54 41-15,39 12 15,-53-66-15,-13 66 0,-13-52-1,-106 39 1,79-66-1</inkml:trace>
  <inkml:trace contextRef="#ctx0" brushRef="#br0" timeOffset="167584.95">24282 5528 0,'-13'0'15,"26"0"-15,-105 13 16,79-13 0,26 0-1,0 0 1,106-26 0,13-27 15,-118 40-16,-14-40 1,-27 27 0,-79 12-1,67 14 1,12 14-16,-26 52 16,53-27-1,0-12-15,14 79 16,25-54-1,93 1 1,-92-53 0,66-39-1,-93 12 1,0 1-16,1-67 16,-14 67-1,0-80 1,26 106 15,-13 13-31,14 80 31,-14-14 1,-13-79-1,13 0-16,-13-13-15,80-14 32,-67 27-17,0 0-15,40 0 16,39 0 15,54-26 0,-40-53 1,-119-14-1,-14 93-31,-65 53 31,78 145 0,94 14 1,-14-119-17</inkml:trace>
  <inkml:trace contextRef="#ctx0" brushRef="#br0" timeOffset="167980.98">25393 5528 0,'0'0'0,"27"27"31,-1-14 0,27-13 0,-13-27-15,-14-39 0,-26 53-16,-66-93 31,-40 120 0,80 118 0,26-119-31,66 66 32,119-79-1,-158-13-31</inkml:trace>
  <inkml:trace contextRef="#ctx0" brushRef="#br0" timeOffset="168264.09">25698 5449 0,'-14'-27'15,"28"54"-15,-54-146 32,106 198-1,53 80 0,-92-119 0,-107-93 1,80-119-1,66 92-15,14 160 15</inkml:trace>
  <inkml:trace contextRef="#ctx0" brushRef="#br0" timeOffset="169577.6">24468 6533 0,'0'0'0,"-27"66"16,14-39-16,0-1 15,-14 54 1,54-80 15,65-172 0,14-119 1,-66 211-17,-1 54 1,1 119-1,39 171 17,-52-105-1,-27-146-31,-66-66 31,-27-79 0,93 66 1,27 52-17,-14 14-15,146-13 32,-27 0-1,-119 0-16,0 92 17,-13 93-1,14-26 0,-1-133-31,0-26 31,-53-199 1,27 0-1,106 159 0,-67 67-31,93 52 31,-119 66 1,-106-79-1,106-66-15,40-14-1,79-12 16,-93 39-31,14 66 32,-27 13-1,-13 14 0,-13-93 0,-13-146 1,39-79-1,0 186-31,40-27 31,-26 66-31,52 79 31,-79 106 1,-93-132-17</inkml:trace>
  <inkml:trace contextRef="#ctx0" brushRef="#br0" timeOffset="169997.5">28620 7076 0,'0'0'0,"0"-120"15,0 107 1,80 66 0,-67 0-1,40 212 1,-40-199 0,14 119-1</inkml:trace>
  <inkml:trace contextRef="#ctx0" brushRef="#br0" timeOffset="170651.83">28515 7274 0,'0'0'0,"-53"-66"16,0 13-16,-53-146 31,278 107 0,264 171 0,-171 225 1,-397-26-1,79-251-31,-159 52 15,172-79 1,27-66 0,53 39-1,185-158 1,-146 146 0,-13-1-16,146-39 15,-186 79 1,40 105-1,-66-65 1,14 92 0,-14-105-1,0 26 1,-53-106 15,53-93 0,26 120-15,93-27 0,-92 53-1,65 53 1,-78-27 0,-1 1-16,-13 52 15,0-66-15,0 0 16</inkml:trace>
  <inkml:trace contextRef="#ctx0" brushRef="#br0" timeOffset="170782.75">29626 6943 0,'0'0'0,"0"-53"15,13 133 16</inkml:trace>
  <inkml:trace contextRef="#ctx0" brushRef="#br0" timeOffset="171354.97">29824 7274 0,'0'0'0,"0"13"15,26 27 16,-26-27-15,14 0-16,12 53 16,-13-39-1,14 39 1,-14-93 15,0 14-15,0-79-1,1 65 1,-14 14-16,26-27 16,-13 40-16,14 40 31,-14-27-15,0 14-16,27 12 15,-27-25 1,14-1-16,39-26 15,-40-1 1,27-78 0,-40 65-1,-26-78 1,-79 78 15,65 40-15,-26 120-1,53-67 1,53 39 0,93-38 15,-107-67-31</inkml:trace>
  <inkml:trace contextRef="#ctx0" brushRef="#br0" timeOffset="171713.98">30525 7261 0,'0'0'16,"-26"-53"-1,26 66 17,105 106-1,-52-13 0,-106-67 0,-52-118 1,131-119-1,0 158-31,120-66 31,-40 252 0,-106-107-31</inkml:trace>
  <inkml:trace contextRef="#ctx0" brushRef="#br0" timeOffset="172199.36">29388 8596 0,'13'-39'15,"-26"78"-15,26-118 32,-26 145-1,-14 27 0,27-80-31,13-40 31,67-144 1,-54 104-32,67-171 31,39 119 0,-66 357 0,-53 53 1,-13-198-17</inkml:trace>
  <inkml:trace contextRef="#ctx0" brushRef="#br0" timeOffset="173117.7">29652 8530 0,'-40'-92'31,"80"184"-31,-27-224 32,14 132-32,145-13 31,26 0 0,-185 13-31,27 79 31,-53 119 1,13-13-1,13-145 0,-13-53-31,0-119 31,-13 79-31,-14-265 32,67 133-1,92 225 0,-52 92 0,-173 14 1,80-133-1,158-53 0,-26 40 0,-92 40-15,-1 66 15,27 52 1,-53-131-32,0 65 31,-26-131 0,-14-160 0,14-105 1,92 132-1,-40 159-31,80 53 31,-80-1-31,54 133 31,-252-53 1,106-119-32</inkml:trace>
  <inkml:trace contextRef="#ctx0" brushRef="#br0" timeOffset="174088.6">22325 9958 0,'-40'-13'31,"80"26"-31,-80-13 31,54 14-31,12 39 16,-13-40-1,14 13 17,-14-26-32,40-106 31,92-290 0,-65 25-15,-80 319-1,-27-1 1,-79 277 31,93-144-47,13 224 31,13-238-31,106 132 16,-79-184-1</inkml:trace>
  <inkml:trace contextRef="#ctx0" brushRef="#br0" timeOffset="174635.28">22867 9773 0,'0'-26'0,"0"52"0,13-79 16,-26 40 15,-26 79 0,39 40-15,66-40 15,66-79 0,-106 0-15,41-53 0,-54 39-1,-26-12 1,-1 39-16,-52-14 31,53 14-15,-27 14-1,40 12 17,14-26-17,25 0 1,14 0 15,-40 0 0,-13-13 1,0 0-1,0-1-15,-13 14 15</inkml:trace>
  <inkml:trace contextRef="#ctx0" brushRef="#br0" timeOffset="174977.59">23661 9760 0,'0'0'0,"13"-13"16,-26-27-1,0 27-15,-14 0 16,-65 0 0,65 13-16,-79 39 31,106 133 0,14-132-15,105 52-1,39-92 1</inkml:trace>
  <inkml:trace contextRef="#ctx0" brushRef="#br0" timeOffset="175542.79">23978 9826 0,'0'0'0,"53"-158"32,-145 144-1,-14 120 0,106 26 0,92-79 1,-78-53-32,91-79 31,-91 52-15,-14 14-16,0-13 31,-14 105 0,54 14 0,132-107 1,-132 1-32,145-172 31,-172-93 0,-53 186-15,-79 52 15,93 318 0,92 39 0,-40-277-31</inkml:trace>
  <inkml:trace contextRef="#ctx0" brushRef="#br0" timeOffset="175847.8">24362 9760 0,'0'0'0,"0"-40"16,92 27 15,146 13 0,-119-39 1,-105-41-1,-14 107 0,-14 171 0,14-158-31,14 52 16</inkml:trace>
  <inkml:trace contextRef="#ctx0" brushRef="#br0" timeOffset="175985.99">24970 9482 0,'-53'-105'31,"106"210"-31,-132-184 16</inkml:trace>
  <inkml:trace contextRef="#ctx0" brushRef="#br0" timeOffset="176651.13">25169 9707 0,'0'0'16,"-40"0"15,-26 93 0,66 52 1,79-92-1,14-119 0,-67 40-31,-52-133 31,-54 80 1,67 79-32,0 0 31,26 0-31,0 0 16,106 0 15,-26 13 0,-67 93 0,-26-80-31,0 80 32,14-93-1,-14-26-31,79-106 31,0-13 0,-26 171 1,-53 239-1,0-133-31</inkml:trace>
  <inkml:trace contextRef="#ctx0" brushRef="#br0" timeOffset="177167.47">23767 10924 0,'0'0'0,"-40"-66"16,0 39 15,1 160 0,-1 25 0,53-145 1,0-26-32,80-212 31,66-39 0,-40 211 0,-93 265 1,-13-146-32,-26 132 31,0-171-31</inkml:trace>
  <inkml:trace contextRef="#ctx0" brushRef="#br0" timeOffset="177633.76">23833 10911 0,'0'0'16,"-13"-27"-16,92-52 31,132 66 0,-158 13-31,93 0 32,-106 0-1,-80 119 0,27 79 0,13-172-31,13 27 32,0-185-1,-13-119 0,93 52 0,-80 186-31,79 40 32,-131 92-1,-41-27 0</inkml:trace>
  <inkml:trace contextRef="#ctx0" brushRef="#br0" timeOffset="177815.73">24706 10686 0,'0'0'0,"66"0"32,-66 13-32,0 80 31,0-67-31,0 146 31,0-66-15</inkml:trace>
  <inkml:trace contextRef="#ctx0" brushRef="#br0" timeOffset="178821.03">28660 10752 0,'0'0'16,"0"-27"-1,0 41 17,27 224-1,-14-172-31,-13-13 15,39 185 17,-25-212-32,-14-13 31,-53-211 0,-27-172 0,94 105 1,171 239-1,-26 277 0,-265-79 0,-40-93 1</inkml:trace>
  <inkml:trace contextRef="#ctx0" brushRef="#br0" timeOffset="179600.95">29097 10964 0,'158'-53'31,"-316"106"-31,330-146 32,-292 146-1,15 106 0,118-27 0,93-119 1,-80-13-32,80-93 31,-106-39 0,-26 79 0,26 172 1,0-92-32,39 79 31,-12-93-31,65 0 31,1-92 0,-54 13 1,-12 105-1,-27-12-31,53 65 31,39-92 0,-52-92 1,-53 26-1,-27 224 0,40 41-15,13 131 15,1-211 0,-14-238-15</inkml:trace>
  <inkml:trace contextRef="#ctx0" brushRef="#br0" timeOffset="180353.68">29943 11215 0,'0'0'0,"13"-27"31,-13 1 1,0 79-17,13 79 16,-13-106-15,0 27 0,14-92 15,-14 25-15,53-144-1,26 39 16,-79 106-15,40 39 0,-40 0-1,13 67 1,-13-67 0,13 27-1,-13-39 1,13-14-1,-13-14 1,14 14-16,25-26 16,14 26 15,-40 13-15,27 27-1,-27-40 1,0 13-16,40-13 15,-39 0 1,65-26 0,-26-93 15,-53 92-15,0-52-1,-53 145 16,40-40-15,0 107 0,26-107-1,0-13-15,80 27 16</inkml:trace>
  <inkml:trace contextRef="#ctx0" brushRef="#br0" timeOffset="180849.35">30750 11307 0,'0'0'0,"13"-26"15,-13-1-15,13-52 16,-13 53 15,13 65 1,1-12-1,-1-1 0,-13 1-15,13-14-16,14 53 15,-14-40 1,0 1-16,27 39 16,-27-66-1,40-13 1,-40-14-1,53-118 1,-53 92 0,1 0-16,12-119 15,-26 119 1,0 0-16,-26-39 16,-1 79-1,14 39 1,-13 133-1,26-106 1,13 198 0,0-211-1</inkml:trace>
  <inkml:trace contextRef="#ctx0" brushRef="#br0" timeOffset="180968.66">31041 11268 0,'0'-106'31,"0"212"-31,13-252 0,0 120 0,0-1 16,133 1 0,-106 39-16,79 66 31</inkml:trace>
  <inkml:trace contextRef="#ctx0" brushRef="#br0" timeOffset="181641.13">29216 12035 0,'0'0'0,"53"-27"15,-27 1-15,14-1 32,-27 14-17,-13 0-15,-40 39 32,1 14-17,-54 79 1,80-79-1,-14 105 1,40-105 0,1-14-16,65 14 15,-39-27-15,145-52 32,-145 12-17,-1 1-15,41-107 16,-80 94-1,-14-27 1,-25 145 15,39-53-15,-14 133 0,28-119-1,-1-14-15,53 1 16</inkml:trace>
  <inkml:trace contextRef="#ctx0" brushRef="#br0" timeOffset="181827.61">29930 12061 0,'0'0'0,"13"-66"16,-26 66-1,-27 66 1,14-26-1,-14 158 1,66 14 15</inkml:trace>
  <inkml:trace contextRef="#ctx0" brushRef="#br0" timeOffset="182301.02">30115 12193 0,'0'0'0,"26"-66"16,-26 93 15,-26 145 0,66-106 0,79-119 1,-93 26-32,53-92 31,-65 106-31,-14 0 16,13 0-1,-26 145 16,105 13 1,54-158-1,-93-40-15,0-52-1,-120-54 16,15 146-31,-107-14 16</inkml:trace>
  <inkml:trace contextRef="#ctx0" brushRef="#br0" timeOffset="195794.08">23079 6771 0,'40'-66'31,"-80"132"-31,132-238 31,-92 146-31,0-80 31,-92 0 1,-27 318-1,39 264 0,80-66 0,0-304-15</inkml:trace>
  <inkml:trace contextRef="#ctx0" brushRef="#br0" timeOffset="196117.1">22748 7009 0,'13'-13'15,"-26"26"-15,159 14 32,-107-27-32,107 13 31,-54-53 0,-78 27-31,-14-53 31,-27 106 1,14 171-1,26-78-15</inkml:trace>
  <inkml:trace contextRef="#ctx0" brushRef="#br0" timeOffset="196244.9">23211 6824 0,'-40'-66'32,"80"132"-32,-106-105 0</inkml:trace>
  <inkml:trace contextRef="#ctx0" brushRef="#br0" timeOffset="196947.71">23343 7062 0,'-13'14'31,"26"-28"-31,-39 28 31,26-1-31,-27 53 32,14 119-1,79-172 0,-13-145 0,-66-53 1,-40 132-1,80 79 0,-14-26-31,106 14 31,0-14 1,-66 39-1,-53 67 0,0-79-31,0 25 31,13-91 1,53-93-1,27 12 0,-40 213 0,-53 119 1,0-173-32</inkml:trace>
  <inkml:trace contextRef="#ctx0" brushRef="#br0" timeOffset="197071.21">23925 6785 0,'-39'-80'32,"78"160"-32,-92-133 0</inkml:trace>
  <inkml:trace contextRef="#ctx0" brushRef="#br0" timeOffset="199731.07">27324 8186 0,'0'0'0,"-13"-13"31,13 66-15,0-40 0,13 106-1,-13-79 1,14 39 0,-14-65-1,0-28 16,0-12-31,-14-146 16,-12-132 15,26 251-15,66-106 0,-40 159-1,80 53 1,-92-26-1,12 171 1,-26-158 0,-53 131-1,40-144 1,0-14-16,-27 14 16,80-67 15,-27 40-16,66 66 1,-52-39 0,-14-1-16,40 67 15,-40-67 1,0-13-16,14 0 0</inkml:trace>
  <inkml:trace contextRef="#ctx0" brushRef="#br0" timeOffset="200089.55">27800 8266 0,'0'0'0,"0"-14"15,-13 1-15,13 26 16,0 1 0,13 25-1,1-25 1,25-1-1,27-66 17,-66 26-17,-13-65 1,13 65-16,-13 14 16,-40 0-1,40 26-15,-40 106 31,66 106 1,0-198-17,40-1-15</inkml:trace>
  <inkml:trace contextRef="#ctx0" brushRef="#br0" timeOffset="200447.25">28158 8226 0,'-27'-53'32,"54"106"-32,-67-119 15,13 79 1,-25 66 15,38-52-31,1 52 31,40-39 1,65-106-1,-39-14 0,-53 107 0,-26 118 1,26-105-32,13-27 0</inkml:trace>
  <inkml:trace contextRef="#ctx0" brushRef="#br0" timeOffset="200695.7">28382 8226 0,'-13'-53'32,"26"106"-32,-92-93 31,66 54-31,-27 78 31,53 40 0,1-118-31,91 12 32,-25-66-32</inkml:trace>
  <inkml:trace contextRef="#ctx0" brushRef="#br0" timeOffset="200900.76">28554 8160 0,'0'0'0,"-13"-132"31,13 92-31,-13-26 31,13 251 0,0-132-31,0 0 0,0 0 16,26 145 15,-26-171-31</inkml:trace>
  <inkml:trace contextRef="#ctx0" brushRef="#br0" timeOffset="201001.06">28594 8279 0,'0'0'0,"0"-27"15,13-12 1,67 39 15</inkml:trace>
  <inkml:trace contextRef="#ctx0" brushRef="#br0" timeOffset="204145.01">21836 10990 0,'-14'-13'16,"28"26"-16,-67-53 31,40 40-31,39-13 31,119-40 1,-25 27-1,-107 26-31,0 0 0,-39 79 62,-1 212-46,27-225 0,0 106 15,0-145-31,0 12 31,0-158 0,-53-53-15,-39 172 15,12 146 1,133-54-1</inkml:trace>
  <inkml:trace contextRef="#ctx0" brushRef="#br0" timeOffset="204524.94">22338 11241 0,'0'0'0,"0"-53"15,0 40 1,-53 26-1,14 67 17,39 12-1,0-79-15,26 1-1,14-80 16,-27 52-15,0-12-16,14-27 16,-14 93 15,-13 13-15,0 52-1,0-78 1,13-14-16,14 14 0</inkml:trace>
  <inkml:trace contextRef="#ctx0" brushRef="#br0" timeOffset="204840.87">22497 11202 0,'0'0'16,"0"-40"-1,0 53-15,0 80 31,13-27-15,27 40 0,-27-93-1,40-26 1,-40-1 0,0-12-16,1-67 15,-14 54 1,0-1-16,0-39 15,-14 65 1,1 81 15,13-41-15,13-13-16</inkml:trace>
  <inkml:trace contextRef="#ctx0" brushRef="#br0" timeOffset="205321.05">22828 11281 0,'0'0'0,"52"0"16,-52-13 0,14-1-1,-14 1 1,0-13 0,-40 52 15,27 1-16,-14 39 1,27-53 0,14 0-16,12 0 15,-13-13 1,53-13 0,-52 0-1,12-40 1,-26 40-16,13-27 31,-13 120 0,0-54-15,40 80 0,-27-80-1,0-12-15,40-14 16,-39-14-1,12 14-15,0-53 16,-12 53-16,-14-26 16</inkml:trace>
  <inkml:trace contextRef="#ctx0" brushRef="#br0" timeOffset="206671.95">27100 11863 0,'0'0'0,"13"0"31,-13 106 0,13 79 0,0-106-15</inkml:trace>
  <inkml:trace contextRef="#ctx0" brushRef="#br0" timeOffset="206947.3">27126 11598 0,'0'0'0,"-13"-264"32,26 237-32,13 1 15,67 13 1,-53 39-16,105 120 31,-171 171 0,-120-145 1,133-159-32</inkml:trace>
  <inkml:trace contextRef="#ctx0" brushRef="#br0" timeOffset="207661.28">27510 11836 0,'0'0'0,"0"14"32,-14-1-32,-25 66 31,39 53 0,13-118-31,0-1 0,0 0 16,93-26 15,-40-80 0,-53-26 1,-13 106-32,0 0 15,-26 79 16,26 53 1,40-79-17,26-40 17,0-80-1,-40 1 0,-26 92 0,0 0-31,27 40 32,26-40-1,-40-13-31,40-26 15,-53 13 1,26-14 15,-26 133 1,-13-66-32,13 171 31,0-171-31,13 66 15</inkml:trace>
  <inkml:trace contextRef="#ctx0" brushRef="#br0" timeOffset="207897.62">28197 11744 0,'0'0'0,"0"-13"15,-13 65 1,-13 134 15,39 12 1,0-158-17</inkml:trace>
  <inkml:trace contextRef="#ctx0" brushRef="#br0" timeOffset="208808.4">28144 11982 0,'0'0'16,"-26"-53"0,39 53-1,40-27 1,-27 14-1,67 0 1,-80 0 0,27 13-1,-40 66 17,0-53-17,0 93 1,26-40 15,-12-66-15,25-13-1,-39 0 1,66-54 0,-39 28 15,-27 65 0,13-13-15,14 27-1,-1-40 1,40 27 0,-39-27-1,-14-14 1,13-39-1,-26 40 1,-26-40 0,13 53-1,-14-13 1,40 13 15,1 0-15,38 0-1,-25-26 17,-14 26-17,-13 26 17,0-13-17,13 1 1,-13-1-1,14-26 17,12-14-1,-13 14-15,14 26-1,-14 14 1,13 39 15</inkml:trace>
  <inkml:trace contextRef="#ctx0" brushRef="#br0" timeOffset="-211422.81">26782 728 0,'0'39'31,"0"-12"-31,-40 79 32,27-80-32,-93 106 31,-79-105 0,106-146 0,185-93 1,-67 186-32,107 26 31,-106 39-31,-1 252 31,-211-13 0,-53-159 1,133-198-1,92 52-31,13 1 16,80-14-1,39 172 16,13 80 1,-118-199-32,13 0 0</inkml:trace>
  <inkml:trace contextRef="#ctx0" brushRef="#br0" timeOffset="-211031.8">27166 1164 0,'-93'-40'32,"186"80"-32,-279 0 31,173-14-31,13 120 31,93-14 0,-67-132-31,93-53 32,-92 27-32,39-199 31,-159 119 0,67 106-31,-80 66 31,93-53-31,66 53 32,-14-52-32</inkml:trace>
  <inkml:trace contextRef="#ctx0" brushRef="#br0" timeOffset="-210747.52">27602 1151 0,'13'-27'16,"-26"54"-16,-13-80 31,12 66-31,-25 80 31,92 79 1,66-159-1,-14-132 0,-131-53 0,-80 119 1,93 53-32,0 27 15</inkml:trace>
  <inkml:trace contextRef="#ctx0" brushRef="#br0" timeOffset="-210205.63">28171 1111 0,'13'-26'32,"-26"52"-32,0-52 31,13 52-31,0-13 0,0 14 0,0 145 31,13-66 0,-26-146 1,-1 13-17,-12-158 1,13 119-1,39-132 1,1 171 0,-1 1-16,119 66 15,-39 105 17,-106-105-17,0-1-15,-79 54 16,39-67-1,1-12-15,-67 12 16,93-26 0,39-40-1,53 27 1,93 106 15,-145-80-15,-1 13-16,27 27 15,-26-39-15</inkml:trace>
  <inkml:trace contextRef="#ctx0" brushRef="#br0" timeOffset="-209858.31">28713 1177 0,'0'0'0,"13"-26"15,-13-1-15,13 1 16,-13 79-1,-13-27 1,-13 93 0,26-92-1,0 39 1,0-106 15,13-132 0,-13 119-31,13 14 16,53-93 0,40 184 15,-40 173 0,-39-132-15</inkml:trace>
  <inkml:trace contextRef="#ctx0" brushRef="#br0" timeOffset="-208827.06">28832 1230 0,'106'-13'31,"-212"26"-31,397-66 31,-265 40-31,41 0 32,-54 53-1,-13 92 0,26 0 0,1-119 1,-40-145-1,13 106-31,13-146 31,0 132-31,80-39 31,-1 145 1,-79 53-1,-52-66 0,25-53-31,1-14 31,40-38 1,12 25-1,-25 14 0,-14 26 47,0 0-47,26-39 32,14-40-32,-27 53-31,27-27 31,13 93 1,13 132-1,-93-66 0,-39-93 0,40-65-15</inkml:trace>
  <inkml:trace contextRef="#ctx0" brushRef="#br0" timeOffset="-207970.82">23608 4245 0,'0'-26'15,"0"52"-15,13-92 32,-13 159-1,0 185 0,13-239-31</inkml:trace>
  <inkml:trace contextRef="#ctx0" brushRef="#br0" timeOffset="-207653.9">23886 4325 0,'13'-66'31,"-26"132"-31,26-93 31,-26 54-31,13 158 32,39-79-1,-25-106-31,52-53 31,-40-132 0,-26 158-31,-40-39 32,-12 145-1,38-65-31</inkml:trace>
  <inkml:trace contextRef="#ctx0" brushRef="#br0" timeOffset="-207320.99">24282 4298 0,'-13'-13'31,"26"26"-31,-65 67 31,38 65 0,67-65 1,-40-80-32,40-27 31,-39 1-31,-1-107 31,-53 14 0,0 133-15</inkml:trace>
  <inkml:trace contextRef="#ctx0" brushRef="#br0" timeOffset="-206953.76">24613 4298 0,'0'-26'16,"0"52"-16,-26-79 31,-1 133 1,1 171-1,65-185-16,-12-66 1,65-92 0,-39-41 15,-66 160 0,13-1-15,0 107-1,0-107 1</inkml:trace>
  <inkml:trace contextRef="#ctx0" brushRef="#br0" timeOffset="-206385.43">24944 4391 0,'0'0'0,"-14"-40"15,1 53 1,13 54 0,0-41-1,0 67 1,0-67 0,13 1-1,-13-41 1,0-92-1,-26-79 17,26 146-17,40-27 1,26 66 0,40 92 15,-106-79-16,0 14-15,0-14 0,-40 40 32,27-40-17,0 0 1,52 1 15,-39-1-15,13 0-16,27 40 15,-40-27 1,13 41 0,-105-28-1,-93-65 17</inkml:trace>
  <inkml:trace contextRef="#ctx0" brushRef="#br0" timeOffset="-205177.41">29427 5436 0,'0'0'0,"-13"-14"16,0 1-16,-27 0 16,14 13-1,-14 106 17,14 79-1,12-159-31,14 54 31,0-67-15,53-66-1,53-66 17,-80 106-32,1 13 15,26 26 1,-53 186 15,-40-67-15</inkml:trace>
  <inkml:trace contextRef="#ctx0" brushRef="#br0" timeOffset="-204719.79">29335 5594 0,'0'0'0,"0"-92"16,0 79 0,79 13-1,80 26 17,-27 0-1,-92-12-16,-54 12 17,14-13-32,-26 80 31,39 52 0,-13-118-31,66 26 31,53-146 1,-119 40-17,-66-92 17,-26 171-1,78-13-31</inkml:trace>
  <inkml:trace contextRef="#ctx0" brushRef="#br0" timeOffset="-204294.7">30141 5581 0,'0'0'0,"-26"-13"31,26 0-31,-13 66 47,0 118-16,13-131-31,39 92 32,41-132-1,-28-132-15,-38 40 15,-1 197 0,-13-78-15,40 92-1</inkml:trace>
  <inkml:trace contextRef="#ctx0" brushRef="#br0" timeOffset="-203730.91">30512 5766 0,'0'0'0,"-13"-39"16,-1 25-16,1 1 15,13 26 1,13 106 0,1-79-1,25 119 1,-26-159 31,-39-146-32,13 107 1,0-147 15,13 160-31,79-27 31,-13 159 1,-92 13-17,12-106 1,-39 27 15,67-53 0,-1-1-31,93 1 16,-67 26 0,41 80-1,-186 0 17,-145-67-1</inkml:trace>
  <inkml:trace contextRef="#ctx0" brushRef="#br0" timeOffset="-202920.71">23171 8054 0,'0'0'15,"0"-13"-15,-13-14 0,-13-39 16,26 53-1,0 0-15,53-27 16,-27 27-16,133 0 31,-119 13-15,-1 13-16,27 27 16,-52-27-1,-14 13-15,-67 40 16,41-52-1,-80 25 1,93-25 0,26-1-1,0-13 1,14 0-16,52 13 16,-52 0-1,-1 0-15,27 67 16,-53-67-1,-66 66 1,-40-92 15</inkml:trace>
  <inkml:trace contextRef="#ctx0" brushRef="#br0" timeOffset="-202578.55">23767 7975 0,'0'0'16,"13"13"0,-26 0-16,-54 67 31,54-54-15,26 133-1,1-133 1,105 14-1,-93-40 1,1 0-16,-1-13 0,1-14 16,12-79-1,-39 80 1,-66-93 0,40 106-1,-54-14 1,67 40-1,13 1-15</inkml:trace>
  <inkml:trace contextRef="#ctx0" brushRef="#br0" timeOffset="-202230.82">24296 8041 0,'-14'-13'16,"28"26"-16,-41-40 15,-12 27 1,25 0 0,-12 119-1,26-79 1,40 79 0,52-66 15,-79-66-16,80-67 1,-67-25 15,-26 144 1,0-12-17,0 12-15,27 54 16</inkml:trace>
  <inkml:trace contextRef="#ctx0" brushRef="#br0" timeOffset="-201658.14">24653 8213 0,'0'0'0,"13"-93"31,-13 80-31,0 39 31,0 41 1,0-54-17,0-26 17,0-1-17,0-65 1,26 13-1,107-13 17,-107 79-17,40 79 17,-92-39-17,-54 26 1,54-53-1,13-13-15,-14 13 16,80-39 15,-13 26-31,-14 0 16,107 13 0,-120 0-1,27 66 1,-40-65-1,-93 52 1,66-53 0,-92 14-1,93-27-15</inkml:trace>
  <inkml:trace contextRef="#ctx0" brushRef="#br0" timeOffset="-200888.32">29097 10249 0,'0'0'0,"-40"-66"15,27 53-15,13-13 16,105-14 0,-65 40-1,172 145 16,-212-105-31,-80 106 32,41-120-32,-199 40 31,185-119 0,225-13 0,39 106 1,-118 52-1,-67-78-31,1-1 16</inkml:trace>
  <inkml:trace contextRef="#ctx0" brushRef="#br0" timeOffset="-200578.15">29692 10382 0,'0'0'0,"13"-80"16,-26 27 15,-40 159 0,40-66-31,26 52 31,106-52 1,-93-53-32,54-66 31,-120-40 0,-39 119 0</inkml:trace>
  <inkml:trace contextRef="#ctx0" brushRef="#br0" timeOffset="-200190.95">30194 10249 0,'0'0'0,"-39"-52"31,25 38-31,1 14 0,-13-13 31,-14 185 1,67 0-1,92-159 0,-93-26-31,40-93 31,-66-26 1,0 119-32,-13 79 31,26 79 0,14-105-31</inkml:trace>
  <inkml:trace contextRef="#ctx0" brushRef="#br0" timeOffset="-199597.47">30459 10368 0,'0'-39'31,"0"78"-31,0-52 32,0 26-32,0 40 31,0-13 0,0-93 0,-13-79 1,52 0-1,67 105 0,-79 40-31,-1 54 16,-26-54-1,-66 66 1,13-39 31,53-14-16,13-26-31,67 53 31,-54-40-31,53 53 32,-65-66-32,-94 27 31,-158-80 0,185 27-31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06.067"/>
    </inkml:context>
    <inkml:brush xml:id="br0">
      <inkml:brushProperty name="width" value="0.05" units="cm"/>
      <inkml:brushProperty name="height" value="0.05" units="cm"/>
      <inkml:brushProperty name="color" value="#FFC114"/>
    </inkml:brush>
  </inkml:definitions>
  <inkml:trace contextRef="#ctx0" brushRef="#br0">124 156 24575,'6'7'0,"-1"0"0,0 0 0,0 0 0,0 1 0,-1 0 0,0 0 0,0 1 0,-1-1 0,0 1 0,-1-1 0,2 10 0,2 15 0,2 53 0,-8-72 0,6 534 0,-9-321 0,-12 205 0,7-351 0,-4 0 0,-3 0 0,-33 98 0,14-88 0,-13 44 0,46-134 0,1 0 0,0 0 0,-1 0 0,1 0 0,0 0 0,0 0 0,0 0 0,0 0 0,0 0 0,0 0 0,0 0 0,0 0 0,0 0 0,0 0 0,1 0 0,-1 0 0,0 0 0,1 0 0,-1 0 0,1 0 0,-1 0 0,1 0 0,-1 0 0,1 0 0,0 0 0,-1-1 0,1 1 0,0 0 0,0 0 0,0-1 0,0 1 0,-1-1 0,1 1 0,0-1 0,0 1 0,0-1 0,0 1 0,0-1 0,0 0 0,0 0 0,0 1 0,2-1 0,5 1 0,0-1 0,0 0 0,0 0 0,14-2 0,-13 0 0,647-36-128,-53 69-570,1 35 802,-269-26-151,-326-39 98,-2 0-73,1 0 0,-1-1 1,0 0-1,11 0 0,-18 0 39,1 0 0,0-1 0,0 1 0,0 0 0,0 0 0,0 0 1,0-1-1,0 1 0,-1 0 0,1-1 0,0 1 0,0-1 0,0 1 0,-1-1 0,1 1 0,0-1 0,-1 0 0,1 1 0,0-1 0,-1 0 0,1 0 0,-1 1 0,1-1 0,-1 0 0,1 0 0,-1 0 0,0 1 0,1-1 1,-1 0-1,0 0 0,0 0 0,0 0 0,0 0 0,0 0 0,1 0 0,-2 0 0,1 0 0,0 1 0,0-1 0,-1-2 0,-12-50 140,7 36-167,2-1 1,-4-27-1,5 4 10,3 1 0,8-80 0,25-80 0,-31 194 0,49-227 0,10 3 0,11 3 0,122-268 0,-159 419 0,35-87 0,-55 122 0,-1 0 0,8-46 0,-20 78 0,-1 1 0,0-1 0,0 0 0,-1 0 0,0 0 0,-1 0 0,1 0 0,-2 1 0,-2-13 0,2 16 0,0 0 0,0-1 0,-1 2 0,0-1 0,0 0 0,0 0 0,0 1 0,-1 0 0,1-1 0,-1 1 0,0 1 0,0-1 0,-1 0 0,1 1 0,-1 0 0,-5-2 0,-5-3 0,-1 2 0,0 0 0,0 0 0,-1 2 0,1 0 0,-1 1 0,-18-1 0,-125-1 0,110 6 0,-1193 37-850,1170-35 843,-791 76 7,727-51 0,116-22 0,0 1 0,1 1 0,-1 0 0,-22 14 0,40-20 21,0 0 1,0-1-1,0 2 1,0-1-1,1 0 0,-1 1 1,0-1-1,1 1 1,0-1-1,0 1 1,0 0-1,0 0 1,0 0-1,0 1 0,1-1 1,-1 0-1,1 1 1,0-1-1,-1 5 1,2-5-3,0 1 1,0-1-1,1 0 1,-1 0-1,1 0 0,-1 0 1,1 0-1,0 0 1,1 0-1,-1 0 1,0 0-1,1 0 1,-1 0-1,1-1 1,0 1-1,0-1 1,0 1-1,0-1 1,1 0-1,-1 0 1,5 4-1,17 9-1384,0-4-5461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06.567"/>
    </inkml:context>
    <inkml:brush xml:id="br0">
      <inkml:brushProperty name="width" value="0.05" units="cm"/>
      <inkml:brushProperty name="height" value="0.05" units="cm"/>
      <inkml:brushProperty name="color" value="#FFC114"/>
    </inkml:brush>
  </inkml:definitions>
  <inkml:trace contextRef="#ctx0" brushRef="#br0">20 28 24575,'0'-3'0,"0"-4"0,0-3 0,0 3 0,0 7 0,0 11 0,0 12 0,0 12 0,0 16 0,-3 10 0,0 9 0,-4 7 0,0-10-8191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07.301"/>
    </inkml:context>
    <inkml:brush xml:id="br0">
      <inkml:brushProperty name="width" value="0.05" units="cm"/>
      <inkml:brushProperty name="height" value="0.05" units="cm"/>
      <inkml:brushProperty name="color" value="#FFC114"/>
    </inkml:brush>
  </inkml:definitions>
  <inkml:trace contextRef="#ctx0" brushRef="#br0">23 16 24575,'-3'0'0,"-1"2"0,-2 2 0,-1-3 0,4-2 0,6-4 0,7-3 0,3-1-8191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07.457"/>
    </inkml:context>
    <inkml:brush xml:id="br0">
      <inkml:brushProperty name="width" value="0.05" units="cm"/>
      <inkml:brushProperty name="height" value="0.05" units="cm"/>
      <inkml:brushProperty name="color" value="#FFC114"/>
    </inkml:brush>
  </inkml:definitions>
  <inkml:trace contextRef="#ctx0" brushRef="#br0">14 0 24575,'-3'3'0,"-3"1"0,1-4 0,5-4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07.628"/>
    </inkml:context>
    <inkml:brush xml:id="br0">
      <inkml:brushProperty name="width" value="0.05" units="cm"/>
      <inkml:brushProperty name="height" value="0.05" units="cm"/>
      <inkml:brushProperty name="color" value="#FFC114"/>
    </inkml:brush>
  </inkml:definitions>
  <inkml:trace contextRef="#ctx0" brushRef="#br0">1 42 24575,'0'2'0,"3"2"0,3 0 0,4-2 0,4-2 0,4-3 0,8-3 0,5 0 0,3-3 0,2-2 0,0 1 0,-6 2-8191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08.581"/>
    </inkml:context>
    <inkml:brush xml:id="br0">
      <inkml:brushProperty name="width" value="0.05" units="cm"/>
      <inkml:brushProperty name="height" value="0.05" units="cm"/>
      <inkml:brushProperty name="color" value="#FFC114"/>
    </inkml:brush>
  </inkml:definitions>
  <inkml:trace contextRef="#ctx0" brushRef="#br0">30 446 24575,'0'-8'0,"1"0"0,-1 0 0,2 0 0,-1 0 0,5-11 0,-5 16 0,0 0 0,0 0 0,0 0 0,1 0 0,-1 0 0,1 1 0,0-1 0,-1 1 0,1-1 0,1 1 0,-1 0 0,0 0 0,0 0 0,1 0 0,-1 0 0,6-3 0,-8 5 0,1 0 0,-1 0 0,1 0 0,-1 0 0,0-1 0,1 1 0,-1 0 0,1 0 0,-1 0 0,1 0 0,-1 0 0,1 0 0,-1 0 0,1 0 0,-1 1 0,1-1 0,-1 0 0,1 0 0,-1 0 0,0 0 0,1 1 0,-1-1 0,1 0 0,-1 0 0,0 1 0,1-1 0,-1 0 0,0 1 0,1-1 0,-1 0 0,0 1 0,1-1 0,-1 1 0,0-1 0,0 0 0,0 1 0,1-1 0,-1 1 0,0 0 0,5 21 0,-5-21 0,5 73 0,-6 87 0,-1-65 0,-59 882 0,25-742 0,36-235 0,0 0 0,0 0 0,-1 0 0,1 0 0,0 0 0,0 0 0,0 0 0,0 0 0,0 0 0,0 0 0,0 0 0,1 0 0,-1 0 0,0 0 0,1 0 0,-1 0 0,0 0 0,1 0 0,-1-1 0,1 1 0,-1 0 0,1 0 0,0 0 0,-1-1 0,1 1 0,0 0 0,-1 0 0,1-1 0,0 1 0,0-1 0,0 1 0,0-1 0,-1 1 0,1-1 0,0 1 0,0-1 0,0 0 0,1 1 0,4-1 0,-1 0 0,0 0 0,1 0 0,-1-1 0,1 0 0,5-1 0,0 0 0,163-23 0,190-1 0,178 24 0,-329 4 0,-122-2 0,36 2 0,142-17 0,-266 14 0,1 1 0,-1 0 0,0-1 0,0 0 0,0 0 0,0 0 0,0 0 0,0 0 0,0-1 0,4-2 0,-6 3 0,1-1 0,-1 1 0,0-1 0,0 1 0,0-1 0,0 1 0,0-1 0,0 0 0,0 0 0,0 1 0,-1-1 0,1 0 0,-1 0 0,1 0 0,-1 0 0,0 1 0,0-1 0,0-3 0,-2-129 0,-1-2 0,70-507 0,48 7 0,-97 555 0,-7 36 0,8-72 0,-18 116 0,-1-1 0,0 1 0,0 0 0,0-1 0,0 1 0,0 0 0,0-1 0,0 1 0,0 0 0,-1-1 0,1 1 0,-1 0 0,1 0 0,-1-1 0,1 1 0,-1 0 0,1 0 0,-1 0 0,0 0 0,0-1 0,0 1 0,0 0 0,0 1 0,0-1 0,0 0 0,0 0 0,0 0 0,0 0 0,0 1 0,0-1 0,0 1 0,-1-1 0,1 1 0,0-1 0,-1 1 0,1 0 0,0 0 0,-2-1 0,-6 1 0,1 0 0,-1 0 0,0 1 0,1 0 0,-10 3 0,-1-1 0,-557 59-240,-3-21-161,188-14 280,333-23 121,-14 0 0,-110 22 0,148-16-1238,12 0-4953</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09.486"/>
    </inkml:context>
    <inkml:brush xml:id="br0">
      <inkml:brushProperty name="width" value="0.05" units="cm"/>
      <inkml:brushProperty name="height" value="0.05" units="cm"/>
      <inkml:brushProperty name="color" value="#FFC114"/>
    </inkml:brush>
  </inkml:definitions>
  <inkml:trace contextRef="#ctx0" brushRef="#br0">10 290 24575,'0'-1'0,"0"0"0,0 0 0,0 0 0,0 0 0,0 1 0,0-1 0,0 0 0,0 0 0,1 0 0,-1 0 0,0 0 0,0 0 0,1 0 0,-1 1 0,1-1 0,-1 0 0,1 0 0,0 0 0,-1 1 0,1-1 0,-1 1 0,0 0 0,1 0 0,-1 0 0,1 0 0,-1 0 0,1 0 0,-1 0 0,0 0 0,1 0 0,-1 0 0,1 0 0,-1 0 0,1 0 0,-1 0 0,0 1 0,1-1 0,-1 0 0,0 0 0,1 0 0,-1 1 0,1-1 0,-1 0 0,0 0 0,1 1 0,2 1 0,-1 1 0,0-1 0,1 1 0,-1-1 0,0 1 0,0 0 0,0 0 0,2 5 0,1 7 0,0 0 0,-1 1 0,-1-1 0,2 21 0,1 68 0,-6-83 0,-6 338 0,-21-1 0,-8 236 0,34-574 0,1 25 0,0-42 0,0 0 0,1 0 0,-1 0 0,1 0 0,0 0 0,0 0 0,0 0 0,0 0 0,0-1 0,1 1 0,1 3 0,-2-6 0,0 1 0,0 0 0,-1-1 0,1 1 0,0 0 0,0-1 0,0 1 0,0-1 0,0 1 0,0-1 0,0 0 0,0 1 0,0-1 0,0 0 0,0 0 0,0 0 0,1 0 0,-1 0 0,0 0 0,0 0 0,0 0 0,0 0 0,0 0 0,0-1 0,0 1 0,2-1 0,27-14 0,-26 13 0,109-68 0,45-26 0,-115 77 0,1 1 0,0 2 0,2 2 0,63-11 0,-43 14 0,2 4 0,97 1 0,138 29 0,-6 21 0,-244-35 0,9 1 0,76 10 0,-136-20 0,-1 1 0,1-1 0,0 0 0,0 0 0,0 0 0,0 0 0,0 0 0,0-1 0,0 1 0,0-1 0,0 1 0,0-1 0,0 1 0,0-1 0,-1 0 0,1 0 0,0 0 0,-1 0 0,1 0 0,0-1 0,-1 1 0,1 0 0,-1-1 0,0 1 0,0-1 0,1 1 0,-1-1 0,1-3 0,0-1 0,0 0 0,-1-1 0,0 1 0,0-1 0,0 1 0,-1-1 0,0-9 0,21-293 0,-5 143 0,27-879 0,-43 1037 0,0 0 0,0 0 0,-1 0 0,0 0 0,-1 0 0,-3-13 0,3 18 0,1 1 0,-1-1 0,1 0 0,-1 1 0,0-1 0,0 1 0,0-1 0,-1 1 0,1 0 0,0 0 0,-1 0 0,1 0 0,-1 0 0,0 1 0,0-1 0,0 1 0,0 0 0,0 0 0,-5-2 0,-29-5 0,0 2 0,-1 1 0,-65 0 0,64 4 0,-379-9-380,-541 57 0,936-44 419,-23 1-678,-87 20 0,99-13-5553</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10.430"/>
    </inkml:context>
    <inkml:brush xml:id="br0">
      <inkml:brushProperty name="width" value="0.05" units="cm"/>
      <inkml:brushProperty name="height" value="0.05" units="cm"/>
      <inkml:brushProperty name="color" value="#FFC114"/>
    </inkml:brush>
  </inkml:definitions>
  <inkml:trace contextRef="#ctx0" brushRef="#br0">48 302 24575,'2'0'0,"0"-1"0,-1 1 0,1 0 0,0-1 0,-1 0 0,1 1 0,-1-1 0,1 0 0,-1 0 0,1 1 0,-1-1 0,1 0 0,-1-1 0,2-1 0,-2 2 0,0 0 0,0 0 0,1 0 0,-1 0 0,0 0 0,0 0 0,1 0 0,-1 1 0,1-1 0,-1 0 0,1 1 0,-1-1 0,1 1 0,-1-1 0,1 1 0,-1 0 0,1 0 0,-1 0 0,1 0 0,0 0 0,-1 0 0,1 0 0,1 1 0,1 0 0,-1 1 0,0-1 0,0 1 0,0 0 0,0 0 0,0 0 0,0 1 0,0-1 0,-1 1 0,0-1 0,1 1 0,-1 0 0,0 0 0,3 5 0,1 4 0,1 0 0,6 21 0,-1 5 0,-2 0 0,-1 0 0,-2 1 0,3 73 0,-18 160 0,-71 254 0,-45-10 0,120-501 0,-6 22 0,9-35 0,1 0 0,0 0 0,0 0 0,0 0 0,0 0 0,0 0 0,0 0 0,0 0 0,0 0 0,1 0 0,-1 0 0,1 0 0,0 0 0,0 2 0,0-4 0,-1 1 0,1-1 0,0 1 0,-1-1 0,1 1 0,-1-1 0,1 0 0,0 0 0,-1 1 0,1-1 0,0 0 0,-1 0 0,1 0 0,0 1 0,0-1 0,-1 0 0,1 0 0,0 0 0,-1 0 0,1 0 0,0-1 0,0 1 0,-1 0 0,1 0 0,0 0 0,-1 0 0,1-1 0,0 1 0,0-1 0,24-13 0,-19 11 0,32-17-14,1 1 1,1 2-1,0 1 0,2 3 0,45-10 0,-28 12-40,0 3-1,1 2 1,63 3 0,183 26-251,-4 26-38,-282-45 320,313 56-376,246 41-416,3-27 399,-550-71 409,-13 0 24,1-2 0,-1 0 0,1 0 0,-1-2-1,1-1 1,25-5 0,-43 7 10,0 0-1,0-1 1,0 1 0,0-1-1,-1 1 1,1-1 0,0 0-1,0 0 1,-1 0 0,1 0-1,-1 0 1,1 0 0,-1 0-1,1-1 1,-1 1 0,0 0-1,1-1 1,-1 1 0,0-1-1,0 0 1,0 1 0,0-1-1,-1 0 1,1 0 0,0 1-1,-1-1 1,1 0 0,-1 0-1,1 0 1,-1 0 0,0 0-1,0 0 1,0 1 0,0-1-1,0 0 1,-1 0 0,1 0-1,0 0 1,-1 0 0,-1-2-1,-2-9 232,-2 1 0,0 0 0,0 0-1,-15-20 1,9 14-150,-16-27-108,3 0 0,1-2 0,3-1 0,1 0 0,3-2 0,-14-66 0,18 39 0,3 0 0,4 0 0,3-1 0,9-102 0,10 31 0,43-188 0,-14 157 0,24-135 0,-67 304 0,-1 1 0,0 0 0,-1 0 0,0 0 0,-2-16 0,1 23 0,0-1 0,0 1 0,0 0 0,0 0 0,0 0 0,-1 0 0,1 0 0,-1 0 0,0 0 0,0 0 0,0 1 0,0-1 0,0 1 0,0 0 0,-1-1 0,1 1 0,-1 0 0,0 0 0,0 1 0,0-1 0,-3-1 0,-4-1 0,0 1 0,0-1 0,-1 2 0,1 0 0,-17-2 0,-58 2 0,59 2 0,-425 0-642,-248-3-1043,469-2 1478,-660 2-1418,802 7-2407</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11.086"/>
    </inkml:context>
    <inkml:brush xml:id="br0">
      <inkml:brushProperty name="width" value="0.05" units="cm"/>
      <inkml:brushProperty name="height" value="0.05" units="cm"/>
      <inkml:brushProperty name="color" value="#FFC114"/>
    </inkml:brush>
  </inkml:definitions>
  <inkml:trace contextRef="#ctx0" brushRef="#br0">219 134 24575,'-2'-2'0,"0"0"0,0 0 0,0 0 0,0 0 0,0-1 0,1 1 0,-1-1 0,1 1 0,0-1 0,0 1 0,0-1 0,0 0 0,0 0 0,0 1 0,1-1 0,-1 0 0,1 0 0,0 0 0,0 0 0,0 0 0,0 0 0,1 1 0,-1-1 0,1 0 0,-1 0 0,1 0 0,0 1 0,2-5 0,-1 3 0,1 0 0,-1 1 0,1-1 0,0 1 0,0 0 0,0 0 0,0 0 0,0 0 0,1 0 0,0 1 0,-1-1 0,1 1 0,0 0 0,0 0 0,0 0 0,0 1 0,0 0 0,5-1 0,-2 0 0,-1 1 0,1 1 0,0-1 0,-1 1 0,1 0 0,0 1 0,-1 0 0,1 0 0,-1 0 0,1 1 0,-1-1 0,0 2 0,1-1 0,-1 1 0,0 0 0,0 0 0,9 7 0,-11-6 0,0-1 0,0 1 0,-1-1 0,1 1 0,-1 1 0,0-1 0,0 0 0,-1 1 0,1-1 0,-1 1 0,0 0 0,0 0 0,0 0 0,-1 0 0,0 0 0,0 0 0,0 0 0,0 0 0,-1 0 0,0 1 0,0-1 0,-1 0 0,0 7 0,-3 1 0,0 1 0,0-2 0,-1 1 0,-1 0 0,0-1 0,0 0 0,-1-1 0,-1 1 0,0-1 0,-1-1 0,0 1 0,-13 11 0,-12 7 0,0-1 0,-55 35 0,45-37 0,-66 29 0,83-41 0,27-14 0,-1 0 0,1 0 0,0 0 0,0 0 0,0 0 0,-1 0 0,1 0 0,0 1 0,0-1 0,0 0 0,-1 0 0,1 0 0,0 0 0,0 0 0,0 1 0,0-1 0,-1 0 0,1 0 0,0 0 0,0 1 0,0-1 0,0 0 0,0 0 0,0 0 0,0 1 0,0-1 0,0 0 0,0 0 0,-1 1 0,1-1 0,0 0 0,0 0 0,0 1 0,1-1 0,-1 0 0,0 0 0,0 0 0,0 1 0,0-1 0,0 0 0,0 0 0,0 1 0,0-1 0,0 0 0,14 6 0,21 0 0,-34-6 0,578 98-1365,-500-81-5461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11.620"/>
    </inkml:context>
    <inkml:brush xml:id="br0">
      <inkml:brushProperty name="width" value="0.05" units="cm"/>
      <inkml:brushProperty name="height" value="0.05" units="cm"/>
      <inkml:brushProperty name="color" value="#FFC114"/>
    </inkml:brush>
  </inkml:definitions>
  <inkml:trace contextRef="#ctx0" brushRef="#br0">116 336 24575,'-8'-5'0,"0"-1"0,0 1 0,0-1 0,1-1 0,0 0 0,0 0 0,0 0 0,1-1 0,0 1 0,1-2 0,-9-15 0,10 16 0,0 0 0,1 0 0,0-1 0,0 1 0,1-1 0,0 1 0,0-1 0,1 0 0,1 0 0,-1 1 0,1-1 0,1 0 0,1-11 0,-1 15 0,0 0 0,1 0 0,0 0 0,0 1 0,0-1 0,0 1 0,1 0 0,0-1 0,-1 1 0,2 0 0,-1 0 0,0 1 0,1-1 0,6-4 0,-3 3 0,0 1 0,0 0 0,0 0 0,0 1 0,1 0 0,0 0 0,-1 1 0,13-2 0,-3 1 0,0 2 0,0 0 0,1 1 0,-1 0 0,0 2 0,0 0 0,33 8 0,-41-7 0,-1-1 0,1 2 0,-1-1 0,0 1 0,0 1 0,0 0 0,0 0 0,-1 0 0,0 1 0,11 11 0,-15-14 0,0 1 0,0-1 0,0 1 0,-1 0 0,0 0 0,0 0 0,0 0 0,0 0 0,-1 0 0,1 1 0,-1-1 0,0 0 0,-1 1 0,1-1 0,-1 1 0,1-1 0,-2 1 0,1-1 0,0 1 0,-1-1 0,0 1 0,0-1 0,-2 7 0,0-3 0,-1-1 0,0 1 0,0-1 0,0 0 0,-1-1 0,0 1 0,-1-1 0,1 0 0,-1 0 0,0 0 0,-13 8 0,-6 3 0,-54 25 0,36-20 0,42-22 0,0 1 0,-1-1 0,1 1 0,0 0 0,-1-1 0,1 1 0,0 0 0,0 0 0,0 0 0,0 0 0,-1 0 0,2 0 0,-1 0 0,0 0 0,0 1 0,0-1 0,0 0 0,1 1 0,-1-1 0,0 2 0,1-1 0,1-1 0,-1 0 0,1 0 0,-1 0 0,1 0 0,0 0 0,0 0 0,-1 0 0,1 0 0,0 0 0,0 0 0,0 0 0,0-1 0,0 1 0,0 0 0,0 0 0,0-1 0,0 1 0,0-1 0,0 1 0,1-1 0,-1 0 0,0 1 0,2-1 0,87 25 0,8 3 0,-85-24 0,0 1 0,-1 1 0,1 0 0,-1 1 0,13 10 0,-22-15 0,-1 0 0,1 0 0,-1 0 0,0 0 0,1 1 0,-1-1 0,0 0 0,0 1 0,0 0 0,-1-1 0,1 1 0,-1 0 0,0 0 0,1 0 0,-1 0 0,0 0 0,-1 0 0,1 1 0,-1-1 0,1 0 0,-1 0 0,0 6 0,-1-5 0,0 1 0,0-1 0,-1 0 0,0 1 0,1-1 0,-2 0 0,1 0 0,0 0 0,-1 0 0,1-1 0,-1 1 0,0-1 0,-1 0 0,1 1 0,-6 3 0,-5 3 49,0 0 0,-1-1 0,-1 0-1,0-1 1,0-1 0,-31 10 0,21-10-476,1-1 0,-1-1 1,-51 2-1,34-6-6399</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12.137"/>
    </inkml:context>
    <inkml:brush xml:id="br0">
      <inkml:brushProperty name="width" value="0.05" units="cm"/>
      <inkml:brushProperty name="height" value="0.05" units="cm"/>
      <inkml:brushProperty name="color" value="#FFC114"/>
    </inkml:brush>
  </inkml:definitions>
  <inkml:trace contextRef="#ctx0" brushRef="#br0">259 156 24575,'-36'-9'0,"-50"-20"0,71 24 0,1-2 0,0 0 0,1-1 0,-1 0 0,2-1 0,-14-12 0,23 18 0,0 0 0,0 0 0,0 0 0,0-1 0,1 1 0,0-1 0,0 0 0,0 0 0,-3-8 0,7 23 0,0-1 0,-1 0 0,0 1 0,-1-1 0,-1 18 0,0-13 0,1-1 0,0 1 0,1-1 0,3 19 0,-3-29 0,0 0 0,0-1 0,1 1 0,-1-1 0,1 1 0,0-1 0,-1 1 0,1-1 0,1 0 0,-1 0 0,0 0 0,1-1 0,0 1 0,-1 0 0,1-1 0,0 0 0,0 1 0,1-1 0,-1 0 0,0-1 0,5 3 0,1-1 0,0 0 0,0-1 0,1 0 0,-1 0 0,0-1 0,1-1 0,-1 1 0,1-1 0,-1-1 0,1 0 0,-1 0 0,1-1 0,-1 0 0,0 0 0,0-1 0,0-1 0,0 1 0,-1-1 0,15-10 0,-7 3 0,0 0 0,0-2 0,-2 0 0,0 0 0,0-1 0,-1-1 0,-1-1 0,16-25 0,-13 13 0,-12 22 0,0-1 0,0 1 0,1 1 0,-1-1 0,1 1 0,5-6 0,-9 11 0,0 0 0,1-1 0,-1 1 0,0 0 0,0 0 0,0 0 0,0 0 0,0 0 0,0 0 0,1 0 0,-1-1 0,0 1 0,0 0 0,0 0 0,0 0 0,0 0 0,1 0 0,-1 0 0,0 0 0,0 0 0,0 0 0,0 0 0,1 0 0,-1 0 0,0 0 0,0 0 0,0 0 0,0 0 0,1 0 0,-1 0 0,0 0 0,0 0 0,0 0 0,0 0 0,0 1 0,1-1 0,-1 0 0,0 0 0,0 0 0,0 0 0,0 0 0,0 0 0,0 0 0,0 1 0,1-1 0,-1 0 0,0 0 0,0 0 0,0 0 0,0 0 0,0 1 0,3 13 0,-3 16 0,-15 325-1365,14-271-5461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13.936"/>
    </inkml:context>
    <inkml:brush xml:id="br0">
      <inkml:brushProperty name="width" value="0.05" units="cm"/>
      <inkml:brushProperty name="height" value="0.05" units="cm"/>
      <inkml:brushProperty name="color" value="#FFC114"/>
    </inkml:brush>
  </inkml:definitions>
  <inkml:trace contextRef="#ctx0" brushRef="#br0">39 0 24575,'-1'2'0,"0"-1"0,0 0 0,0 0 0,0 0 0,0 0 0,-1 0 0,1 0 0,0 0 0,0 0 0,-1 0 0,1 0 0,-1 0 0,1-1 0,-3 1 0,3 0 0,-1-1 0,1 1 0,0 0 0,-1-1 0,1 1 0,0 0 0,-1 0 0,1 0 0,0 0 0,0 0 0,-2 2 0,3-3 0,0 0 0,0 1 0,0-1 0,-1 0 0,1 1 0,0-1 0,0 0 0,0 1 0,0-1 0,0 0 0,0 1 0,0-1 0,0 1 0,0-1 0,0 0 0,0 1 0,0-1 0,0 0 0,0 1 0,1-1 0,-1 0 0,0 1 0,0-1 0,0 0 0,0 1 0,1-1 0,-1 0 0,0 0 0,0 1 0,1-1 0,-1 0 0,1 1 0,12 8 0,-12-9 0,29 16 0,2-2 0,-1-2 0,67 18 0,-77-25 0,193 48-1763,385 43-1,232-35-2732,-365-39 3206,49-3-1286,-123-4 2331,2772 95-2407,1-24 1055,-1762-68 3022,-6-51 1232,-1271 26 1453</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14.167"/>
    </inkml:context>
    <inkml:brush xml:id="br0">
      <inkml:brushProperty name="width" value="0.05" units="cm"/>
      <inkml:brushProperty name="height" value="0.05" units="cm"/>
      <inkml:brushProperty name="color" value="#FFC114"/>
    </inkml:brush>
  </inkml:definitions>
  <inkml:trace contextRef="#ctx0" brushRef="#br0">0 247 24575,'1'-9'0,"-1"-1"0,1 0 0,1 0 0,0 1 0,0-1 0,1 1 0,0 0 0,0 0 0,1 0 0,0 0 0,1 1 0,0-1 0,0 1 0,1 0 0,0 1 0,1-1 0,-1 1 0,1 0 0,1 1 0,-1 0 0,1 0 0,0 1 0,13-7 0,-6 4 0,1 1 0,0 1 0,1 0 0,-1 1 0,1 1 0,0 0 0,1 1 0,-1 1 0,0 1 0,1 0 0,-1 2 0,23 2 0,-20 1 0,0 0 0,-1 1 0,0 2 0,0 0 0,-1 0 0,0 2 0,0 0 0,-1 1 0,0 1 0,-1 1 0,0 0 0,0 1 0,-2 1 0,21 24 0,-27-28 0,0 0 0,-2 0 0,1 1 0,-1 0 0,-1 0 0,0 1 0,0-1 0,-1 1 0,-1 0 0,4 21 0,-6-23 0,-1 1 0,0 0 0,0-1 0,-1 1 0,0-1 0,-1 1 0,-1-1 0,1 1 0,-2-1 0,1 0 0,-1 0 0,-1-1 0,-10 18 0,1-8-170,-1 0-1,-1 0 0,-1-2 1,-1 0-1,0-1 0,-1-1 1,-28 18-1,-56 32-6655</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14.806"/>
    </inkml:context>
    <inkml:brush xml:id="br0">
      <inkml:brushProperty name="width" value="0.05" units="cm"/>
      <inkml:brushProperty name="height" value="0.05" units="cm"/>
      <inkml:brushProperty name="color" value="#FFC114"/>
    </inkml:brush>
  </inkml:definitions>
  <inkml:trace contextRef="#ctx0" brushRef="#br0">1 147 24575,'0'-9'0,"0"-11"0,3-8 0,0-2 0,4 1 0,2 9 0,4 10 0,-2 15 0,1 19 0,-1 19 0,-3 20 0,-3 16 0,-2 12 0,-2 5 0,-1 3 0,-3-4 0,-1-7 0,-1-17-8191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15.134"/>
    </inkml:context>
    <inkml:brush xml:id="br0">
      <inkml:brushProperty name="width" value="0.05" units="cm"/>
      <inkml:brushProperty name="height" value="0.05" units="cm"/>
      <inkml:brushProperty name="color" value="#FFC114"/>
    </inkml:brush>
  </inkml:definitions>
  <inkml:trace contextRef="#ctx0" brushRef="#br0">5 446 24575,'-2'-28'0,"1"18"0,0 1 0,0-1 0,1 1 0,2-12 0,-2 19 0,0 0 0,1 0 0,-1 1 0,1-1 0,-1 0 0,1 0 0,0 1 0,0-1 0,0 0 0,0 1 0,0-1 0,0 0 0,0 1 0,0 0 0,0-1 0,1 1 0,-1 0 0,1-1 0,-1 1 0,1 0 0,-1 0 0,1 0 0,0 1 0,0-1 0,-1 0 0,3 0 0,12-2 0,-1 2 0,0 0 0,1 0 0,-1 1 0,23 4 0,1-1 0,-6-1 0,0-1 0,0-2 0,-1-2 0,1 0 0,47-13 0,-71 14 0,1-2 0,-1 0 0,1 0 0,-1 0 0,0-1 0,0 0 0,-1-1 0,0 0 0,11-10 0,-14 10 0,0 0 0,0 0 0,-1 0 0,0-1 0,0 1 0,0-1 0,-1 0 0,0 0 0,-1 0 0,1 0 0,-1-1 0,-1 1 0,1-1 0,0-8 0,-1 1 0,-1 0 0,-2-23 0,2 33 0,0 0 0,-1 1 0,0-1 0,0 1 0,0-1 0,-1 1 0,0-1 0,1 1 0,-1 0 0,-1 0 0,1-1 0,-4-3 0,6 8 0,-1-1 0,0 1 0,1-1 0,-1 1 0,0 0 0,1-1 0,-1 1 0,0 0 0,1 0 0,-1-1 0,0 1 0,0 0 0,1 0 0,-1 0 0,0 0 0,0 0 0,1 0 0,-1 0 0,0 0 0,0 0 0,0 0 0,1 0 0,-1 1 0,0-1 0,1 0 0,-1 1 0,0-1 0,1 0 0,-1 1 0,0-1 0,1 1 0,-1-1 0,0 1 0,1-1 0,-1 1 0,1-1 0,-1 1 0,1-1 0,0 1 0,-1 0 0,1-1 0,-1 1 0,1 1 0,-18 32 0,6-3 0,2 0 0,2 1 0,-8 53 0,-3 102 0,14-102-455,4 0 0,9 85 0,0-106-6371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16.242"/>
    </inkml:context>
    <inkml:brush xml:id="br0">
      <inkml:brushProperty name="width" value="0.05" units="cm"/>
      <inkml:brushProperty name="height" value="0.05" units="cm"/>
      <inkml:brushProperty name="color" value="#FFC114"/>
    </inkml:brush>
  </inkml:definitions>
  <inkml:trace contextRef="#ctx0" brushRef="#br0">422 453 24575,'6'-8'0,"0"0"0,0 0 0,-1-1 0,0 1 0,0-1 0,-1-1 0,5-13 0,0-7 0,5-33 0,-10 44 0,0-1 0,-2 0 0,-1 0 0,0 0 0,-5-40 0,4 55 0,-1-1 0,0 1 0,0-1 0,-1 1 0,0-1 0,0 1 0,0 0 0,0 0 0,-1 0 0,0 0 0,0 0 0,0 1 0,-1-1 0,1 1 0,-1 0 0,0 0 0,0 0 0,-1 1 0,1 0 0,-1-1 0,0 1 0,0 1 0,0-1 0,0 1 0,-10-4 0,6 5 0,1 0 0,0 0 0,0 1 0,0 0 0,-1 0 0,1 1 0,0 0 0,0 0 0,0 1 0,0 0 0,0 0 0,0 1 0,0 0 0,1 1 0,0 0 0,-1 0 0,1 0 0,-7 6 0,4-2 0,-1 0 0,1 1 0,1 0 0,0 1 0,0 0 0,0 0 0,2 1 0,-1 0 0,1 0 0,-8 20 0,11-22 0,2 0 0,-1 0 0,1 0 0,0 0 0,1 0 0,0 1 0,0-1 0,1 0 0,0 1 0,1-1 0,0 0 0,3 11 0,-1-6 0,2-1 0,0 1 0,1-1 0,0 0 0,0 0 0,2-1 0,9 14 0,12 8 0,1-1 0,1-1 0,71 55 0,-56-52 0,-19-15 0,38 37 0,-63-55 0,0 1 0,0-1 0,0 0 0,0 1 0,0 0 0,0-1 0,-1 1 0,0 0 0,1-1 0,-1 1 0,0 0 0,1 3 0,-2-4 0,0-1 0,0 1 0,0 0 0,0-1 0,-1 1 0,1-1 0,0 1 0,-1-1 0,1 1 0,-1-1 0,1 1 0,-1-1 0,0 1 0,1-1 0,-1 0 0,0 1 0,0-1 0,0 0 0,0 0 0,0 0 0,-1 0 0,1 1 0,0-2 0,-3 3 0,-7 3 0,-1 0 0,0-1 0,0 0 0,-1 0 0,0-2 0,1 0 0,-1 0 0,-15 1 0,5 0 0,-137 18 0,134-20 0,0-2 0,-1 0 0,1-1 0,-29-6 0,22-3-1365,11-1-5461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16.491"/>
    </inkml:context>
    <inkml:brush xml:id="br0">
      <inkml:brushProperty name="width" value="0.05" units="cm"/>
      <inkml:brushProperty name="height" value="0.05" units="cm"/>
      <inkml:brushProperty name="color" value="#FFC114"/>
    </inkml:brush>
  </inkml:definitions>
  <inkml:trace contextRef="#ctx0" brushRef="#br0">165 146 24575,'29'-7'0,"45"-19"0,-64 22 0,0-1 0,0 0 0,0-1 0,-1 0 0,0 0 0,0-1 0,12-13 0,-19 19 0,-1 0 0,0 0 0,0-1 0,0 1 0,0 0 0,0-1 0,0 1 0,-1-1 0,1 1 0,0-1 0,-1 1 0,1-1 0,-1 1 0,0-1 0,1 1 0,-1-1 0,0 0 0,0 1 0,0-1 0,0 0 0,-1-2 0,1 2 0,-1 1 0,0 0 0,1 0 0,-1 0 0,0 0 0,0 0 0,0 0 0,0 0 0,0 0 0,0 0 0,0 0 0,0 0 0,0 1 0,-1-1 0,1 1 0,0-1 0,0 0 0,-1 1 0,1 0 0,0-1 0,-1 1 0,1 0 0,0 0 0,-1 0 0,1 0 0,-2 0 0,-5 0 0,-1 1 0,1 0 0,0 0 0,0 1 0,0 0 0,0 0 0,1 1 0,-1 0 0,0 0 0,-8 6 0,-3 3 0,1-1 0,-28 26 0,29-21 0,0 0 0,1 1 0,1 1 0,-19 29 0,26-34 0,0 1 0,0 1 0,1-1 0,1 1 0,1 0 0,0 1 0,-4 21 0,8-31-41,0 1 0,1-1-1,0 1 1,0-1-1,1 1 1,-1-1 0,2 1-1,-1-1 1,1 0 0,-1 1-1,2-1 1,-1 0-1,1 0 1,0 0 0,0-1-1,0 1 1,1-1 0,0 0-1,0 0 1,0 0-1,1 0 1,0-1 0,0 1-1,0-1 1,0-1 0,1 1-1,-1-1 1,1 0-1,0 0 1,0 0 0,0-1-1,8 2 1,19 5-6785</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17.132"/>
    </inkml:context>
    <inkml:brush xml:id="br0">
      <inkml:brushProperty name="width" value="0.05" units="cm"/>
      <inkml:brushProperty name="height" value="0.05" units="cm"/>
      <inkml:brushProperty name="color" value="#FFC114"/>
    </inkml:brush>
  </inkml:definitions>
  <inkml:trace contextRef="#ctx0" brushRef="#br0">326 559 24575,'5'-23'0,"-5"22"0,1-1 0,0 0 0,-1 1 0,1-1 0,-1 0 0,1 1 0,-1-1 0,0 0 0,0 0 0,0 0 0,0 1 0,0-1 0,0 0 0,0 0 0,-1 1 0,1-1 0,-1 0 0,1 1 0,-1-1 0,-1-3 0,-1 2 0,0-1 0,0 1 0,0 0 0,0 0 0,0 0 0,-1 1 0,1-1 0,-1 1 0,0 0 0,0 0 0,0 0 0,0 0 0,0 1 0,0 0 0,0 0 0,-1 0 0,1 0 0,0 0 0,-1 1 0,1 0 0,-6 0 0,-1 0 0,0 1 0,0 0 0,0 1 0,0 0 0,0 0 0,0 2 0,-12 4 0,12-3 0,1 0 0,0 0 0,1 2 0,0-1 0,-1 1 0,2 0 0,-1 1 0,1 0 0,1 0 0,-13 17 0,16-19 0,0 0 0,1 0 0,0 0 0,0 0 0,0 1 0,1-1 0,0 1 0,0-1 0,1 1 0,0 0 0,0 0 0,0 0 0,1-1 0,0 1 0,1 0 0,-1 0 0,1 0 0,1 0 0,1 7 0,-1-9 0,1 0 0,-1 0 0,1 0 0,0 0 0,0 0 0,1 0 0,-1-1 0,1 0 0,0 0 0,1 0 0,-1 0 0,0-1 0,1 1 0,0-1 0,0 0 0,0-1 0,0 1 0,0-1 0,1 0 0,-1 0 0,1-1 0,-1 1 0,1-1 0,9 0 0,-6 0 0,1 0 0,0-1 0,-1 0 0,1-1 0,-1 0 0,1 0 0,-1-1 0,1 0 0,-1-1 0,0 0 0,0-1 0,0 0 0,0 0 0,8-6 0,-13 6 0,1 0 0,0 0 0,-1-1 0,0 1 0,0-1 0,0 0 0,-1-1 0,1 1 0,-1-1 0,-1 1 0,1-1 0,-1 0 0,0 0 0,2-12 0,-2 11 0,-1-1 0,0 0 0,-1 1 0,1-1 0,-1 0 0,-1 1 0,0-1 0,0 0 0,0 1 0,-1-1 0,-4-11 0,6 19 0,0 0 0,0-1 0,0 1 0,0 0 0,0 0 0,0 0 0,0 0 0,0 0 0,0 0 0,0-1 0,0 1 0,0 0 0,0 0 0,-1 0 0,1 0 0,0 0 0,0 0 0,0 0 0,0-1 0,0 1 0,0 0 0,0 0 0,0 0 0,0 0 0,0 0 0,0 0 0,-1 0 0,1 0 0,0 0 0,0 0 0,0 0 0,0-1 0,0 1 0,0 0 0,0 0 0,-1 0 0,1 0 0,0 0 0,0 0 0,0 0 0,0 0 0,0 0 0,0 0 0,0 0 0,-1 0 0,1 0 0,0 0 0,0 0 0,0 0 0,0 1 0,0-1 0,-1 0 0,-1 8 0,-1 15 0,3-11 0,-1 0 0,2 0 0,0 0 0,0 0 0,1 0 0,7 22 0,-7-28 0,1-1 0,-1 0 0,1 0 0,0 0 0,0 0 0,0 0 0,1-1 0,0 0 0,0 1 0,0-1 0,0-1 0,0 1 0,1-1 0,0 1 0,0-1 0,10 4 0,-7-3 0,1-1 0,0-1 0,0 1 0,0-1 0,0-1 0,0 0 0,0 0 0,1-1 0,-1 0 0,0 0 0,0-1 0,0 0 0,1-1 0,-1 0 0,-1-1 0,1 1 0,0-2 0,-1 1 0,1-1 0,-1-1 0,0 1 0,12-11 0,-6 5 0,0-2 0,-1 0 0,-1 0 0,0-2 0,0 1 0,-2-1 0,1-1 0,-2 0 0,0 0 0,-1-1 0,6-17 0,-2-2 0,-2-2 0,-1 1 0,-2-1 0,-2 0 0,-1-1 0,-2 1 0,-1-1 0,-2 1 0,-11-67 0,11 101 0,-13-64 0,13 62 0,-1 1 0,1-1 0,-1 0 0,0 1 0,-1 0 0,1 0 0,-1-1 0,0 2 0,0-1 0,0 0 0,-5-4 0,8 7 0,-1 1 0,0-1 0,0 1 0,0-1 0,0 1 0,1-1 0,-1 1 0,0 0 0,0-1 0,0 1 0,0 0 0,0 0 0,0 0 0,0 0 0,0 0 0,0 0 0,0 0 0,0 0 0,0 0 0,0 0 0,0 0 0,1 0 0,-1 1 0,0-1 0,0 0 0,0 1 0,0-1 0,0 1 0,0-1 0,1 1 0,-1 0 0,0-1 0,1 1 0,-1-1 0,0 1 0,1 0 0,-1 0 0,0-1 0,1 1 0,-1 1 0,-3 3 0,1 1 0,0 0 0,0 0 0,-3 10 0,-3 13 0,1 1 0,2 0 0,-5 52 0,6 95 0,5-124 114,2-1 0,11 54 0,-10-86-304,1 0 0,1-1 1,1 0-1,1 0 0,1 0 1,0-1-1,1 0 1,17 24-1,2-8-6636</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17.460"/>
    </inkml:context>
    <inkml:brush xml:id="br0">
      <inkml:brushProperty name="width" value="0.05" units="cm"/>
      <inkml:brushProperty name="height" value="0.05" units="cm"/>
      <inkml:brushProperty name="color" value="#FFC114"/>
    </inkml:brush>
  </inkml:definitions>
  <inkml:trace contextRef="#ctx0" brushRef="#br0">107 358 24575,'-11'0'0,"1"1"0,-1 0 0,0 0 0,-10 3 0,18-4 0,1 1 0,0-1 0,0 1 0,0 0 0,0-1 0,0 1 0,0 0 0,0 0 0,0 0 0,1 1 0,-1-1 0,0 0 0,1 1 0,-1-1 0,1 1 0,-1-1 0,1 1 0,0 0 0,-1 0 0,1 0 0,0-1 0,0 1 0,0 0 0,1 0 0,-1 0 0,0 0 0,0 4 0,1-5 0,0 0 0,0 1 0,0-1 0,0 1 0,1-1 0,-1 0 0,0 1 0,1-1 0,-1 0 0,1 1 0,-1-1 0,1 0 0,-1 0 0,1 0 0,0 1 0,0-1 0,0 0 0,-1 0 0,1 0 0,2 1 0,-1 0 0,1 0 0,0 0 0,0 0 0,0 0 0,1-1 0,-1 0 0,6 3 0,3-1 0,1-1 0,-1 0 0,20 0 0,-8-1 0,1-2 0,-1-1 0,0-1 0,0-1 0,39-11 0,-48 10 0,0 0 0,0-1 0,0-1 0,-1 0 0,0-1 0,-1-1 0,0 0 0,0 0 0,20-21 0,-27 23 0,0-1 0,-1 0 0,0-1 0,0 0 0,0 0 0,-2 0 0,1 0 0,-1 0 0,0-1 0,-1 1 0,0-1 0,0 0 0,-1 0 0,0 0 0,-1 0 0,0 0 0,-1 1 0,0-1 0,-1 0 0,0 0 0,-4-12 0,4 14 0,-1 1 0,0-1 0,-1 1 0,1 0 0,-1 0 0,-1 0 0,1 1 0,-1-1 0,0 1 0,-1 0 0,-10-9 0,10 11 0,1 1 0,-1-1 0,0 1 0,0 0 0,0 0 0,0 1 0,0 0 0,-1 0 0,1 0 0,-1 1 0,1 0 0,-1 0 0,1 1 0,-1 0 0,-10 1 0,7 0 0,0 1 0,0 1 0,0 0 0,0 0 0,1 1 0,0 0 0,-1 0 0,1 1 0,1 0 0,-1 1 0,1 0 0,0 1 0,0-1 0,1 1 0,0 1 0,0-1 0,1 1 0,-8 13 0,4-6 0,1 0 0,1 1 0,1-1 0,0 2 0,1-1 0,1 1 0,0 0 0,1 0 0,1 0 0,-1 19 0,4-19 31,1 1 0,0 0 0,1-1 0,1 1 0,0-1 0,2 0 0,0 0 0,1-1 1,0 1-1,16 27 0,-8-20-275,1-2 0,1 0 0,1 0 0,1-2 1,1 0-1,26 21 0,20 11-6582</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18.410"/>
    </inkml:context>
    <inkml:brush xml:id="br0">
      <inkml:brushProperty name="width" value="0.05" units="cm"/>
      <inkml:brushProperty name="height" value="0.05" units="cm"/>
      <inkml:brushProperty name="color" value="#FFC114"/>
    </inkml:brush>
  </inkml:definitions>
  <inkml:trace contextRef="#ctx0" brushRef="#br0">17 56 24575,'0'-48'0,"0"41"0,0 32 0,1 233 0,-2 300 0,-8-374-1365,1-114-5461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18.674"/>
    </inkml:context>
    <inkml:brush xml:id="br0">
      <inkml:brushProperty name="width" value="0.05" units="cm"/>
      <inkml:brushProperty name="height" value="0.05" units="cm"/>
      <inkml:brushProperty name="color" value="#FFC114"/>
    </inkml:brush>
  </inkml:definitions>
  <inkml:trace contextRef="#ctx0" brushRef="#br0">1 128 24575,'0'-127'0,"2"152"0,2 0 0,0 0 0,2-1 0,14 40 0,-15-51 0,1 1 0,0-1 0,1-1 0,0 1 0,1-1 0,0 0 0,1-1 0,0 0 0,19 16 0,-22-22 0,1 0 0,-1 0 0,1-1 0,0-1 0,0 1 0,0-1 0,1 0 0,-1 0 0,1-1 0,0 0 0,-1-1 0,1 0 0,0 0 0,0 0 0,0-1 0,0 0 0,0-1 0,0 1 0,14-5 0,-10 2 0,0-2 0,-1 1 0,0-1 0,0-1 0,0 0 0,-1 0 0,0-1 0,0 0 0,-1-1 0,0 0 0,0-1 0,9-11 0,-4 4 0,-2 0 0,0-1 0,0 0 0,-2 0 0,0-1 0,14-38 0,-24 56 4,0 0-1,0 0 0,0 0 0,-1 0 1,1 0-1,0 0 0,0 0 1,0 0-1,0 0 0,0 0 0,0 0 1,0 0-1,0 0 0,0 0 0,0 0 1,0 0-1,0 0 0,0 0 1,0 0-1,0 0 0,0 0 0,-1 0 1,1 0-1,0 0 0,0 0 1,0 0-1,0 0 0,0 0 0,0 0 1,0 0-1,0 0 0,0 0 1,0 0-1,0 0 0,0 0 0,0 0 1,0 0-1,0 0 0,0 0 0,0 0 1,0 0-1,-1 0 0,1 0 1,0 0-1,0-1 0,0 1 0,0 0 1,0 0-1,0 0 0,0 0 1,0 0-1,-8 9 168,-8 13-1878,0 6-5119</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20.004"/>
    </inkml:context>
    <inkml:brush xml:id="br0">
      <inkml:brushProperty name="width" value="0.05" units="cm"/>
      <inkml:brushProperty name="height" value="0.05" units="cm"/>
      <inkml:brushProperty name="color" value="#FFC114"/>
    </inkml:brush>
  </inkml:definitions>
  <inkml:trace contextRef="#ctx0" brushRef="#br0">70 1104 24575,'-1'3'0,"0"0"0,0 0 0,0-1 0,0 1 0,0 0 0,-1-1 0,1 1 0,-1-1 0,1 1 0,-1-1 0,-4 4 0,-5 8 0,5-1 0,0 1 0,0-1 0,2 1 0,-1 0 0,2 0 0,0 0 0,0 0 0,2 1 0,0-1 0,0 1 0,1-1 0,1 1 0,5 28 0,-5-39 0,0 1 0,0-1 0,1 0 0,0 1 0,-1-1 0,2 0 0,-1 0 0,0 0 0,1 0 0,-1-1 0,1 1 0,0-1 0,0 1 0,1-1 0,-1 0 0,1 0 0,0-1 0,-1 1 0,1-1 0,0 1 0,0-1 0,5 1 0,-2-1 0,-1 0 0,1-1 0,0 0 0,0-1 0,0 1 0,0-1 0,0 0 0,0-1 0,0 0 0,-1 0 0,1 0 0,0-1 0,0 0 0,6-4 0,11-4 0,0-2 0,-1-1 0,-1-1 0,0-1 0,-1-1 0,0-1 0,-2 0 0,0-2 0,-1 0 0,-1-1 0,22-33 0,-16 18 0,-2-1 0,-2 0 0,-1-2 0,-1 0 0,-3-2 0,16-63 0,-19 46 0,-2-1 0,-3 1 0,-2-1 0,-3-1 0,-2 1 0,-3 0 0,-3 1 0,-2-1 0,-2 1 0,-20-58 0,20 81 0,-17-35 0,23 59 0,-1-1 0,0 1 0,0 1 0,-1-1 0,0 1 0,-1 0 0,-9-9 0,15 16 0,0 0 0,0 1 0,0-1 0,-1 0 0,1 1 0,0 0 0,0-1 0,-1 1 0,1 0 0,-1 0 0,1 0 0,-1 0 0,1 1 0,-1-1 0,0 1 0,1 0 0,-1 0 0,0-1 0,1 2 0,-1-1 0,0 0 0,1 0 0,-1 1 0,1 0 0,-1-1 0,0 1 0,1 0 0,0 0 0,-1 0 0,1 1 0,-4 1 0,0 3 0,0-1 0,0 1 0,1 0 0,-1 0 0,1 0 0,1 1 0,-1 0 0,1 0 0,-5 11 0,-5 16 0,1 2 0,1 0 0,3 0 0,0 1 0,-3 46 0,-3 191 0,28 34 0,-7-256 0,3 0 0,2-1 0,33 93 0,-37-127 0,0 1 0,2-1 0,0 0 0,1-1 0,1 0 0,0-1 0,1 0 0,1-1 0,0 0 0,21 16 0,-23-22 0,0-1 0,0 0 0,1 0 0,-1-1 0,2-1 0,-1 0 0,1 0 0,-1-1 0,1-1 0,1 0 0,-1-1 0,0-1 0,0 0 0,1 0 0,20-3 0,-16 0 0,1-1 0,-1-1 0,0-1 0,0 0 0,0-1 0,0-1 0,-1-1 0,0-1 0,19-12 0,-16 7 0,0-2 0,-2 0 0,1 0 0,-2-2 0,0 0 0,22-33 0,-22 26 0,-1-1 0,-1-1 0,-2 0 0,0-1 0,-2 0 0,-2-1 0,0 0 0,-2 0 0,-1-1 0,-1 0 0,-2-1 0,0-29 0,-3 53 0,0 0 0,-1 1 0,0-1 0,0 1 0,0-1 0,-1 1 0,-2-7 0,3 11 0,0 1 0,0-1 0,1 1 0,-1-1 0,0 1 0,0-1 0,-1 1 0,1 0 0,0-1 0,0 1 0,-1 0 0,1 0 0,0 0 0,-1 0 0,1 0 0,-1 0 0,1 0 0,-1 1 0,0-1 0,1 1 0,-1-1 0,0 1 0,1-1 0,-1 1 0,0 0 0,0 0 0,1 0 0,-1 0 0,0 0 0,0 0 0,-1 1 0,-6 1 0,0 1 0,1 0 0,-1 0 0,1 1 0,0 0 0,0 0 0,1 1 0,-1 0 0,1 0 0,0 1 0,0 0 0,-7 10 0,-6 6 0,2 0 0,-23 38 0,30-43 0,1 0 0,1 1 0,1 0 0,1 0 0,-6 23 0,10-33 0,2 0 0,-1 0 0,1 0 0,0 0 0,0 0 0,1 0 0,0 0 0,1 0 0,0 0 0,0 0 0,1 0 0,0 0 0,0 0 0,1 0 0,4 8 0,-5-12 0,0-1 0,0 0 0,1 0 0,-1 0 0,1 0 0,0 0 0,0 0 0,0-1 0,0 0 0,1 1 0,-1-1 0,0 0 0,1-1 0,0 1 0,-1-1 0,1 1 0,0-1 0,0 0 0,0 0 0,0-1 0,-1 1 0,1-1 0,0 0 0,0 0 0,0 0 0,6-2 0,-1 1 0,0-1 0,0 0 0,0-1 0,0 0 0,-1 0 0,1-1 0,-1 0 0,0 0 0,0-1 0,11-9 0,-6 2 0,1-2 0,-1 0 0,-1 0 0,-1-1 0,0 0 0,-1-1 0,16-34 0,-10 12 0,-1 0 0,14-63 0,-29 101 0,0 0 0,0 0 0,0 0 0,0 0 0,0 0 0,0 0 0,0 0 0,0 0 0,0 0 0,0 0 0,0 0 0,1 0 0,-1 0 0,0 0 0,0 0 0,0 0 0,0 0 0,0 0 0,0 0 0,0 0 0,0 0 0,0 0 0,0 0 0,0 0 0,0 0 0,0 0 0,1 0 0,-1 17 0,-2 26 0,-7 126 342,9-139-769,2 0 0,2 0 1,10 48-1,-1-34-6399</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20.286"/>
    </inkml:context>
    <inkml:brush xml:id="br0">
      <inkml:brushProperty name="width" value="0.05" units="cm"/>
      <inkml:brushProperty name="height" value="0.05" units="cm"/>
      <inkml:brushProperty name="color" value="#FFC114"/>
    </inkml:brush>
  </inkml:definitions>
  <inkml:trace contextRef="#ctx0" brushRef="#br0">7 285 24575,'-6'-155'0,"6"128"0,3 16 0,-3 11 0,0 0 0,1 0 0,-1 0 0,0 0 0,0 0 0,1 0 0,-1 0 0,0 0 0,0 0 0,1 0 0,-1 0 0,0 0 0,0 0 0,1 0 0,-1 0 0,0 0 0,0 0 0,1 0 0,-1 0 0,0 0 0,0 1 0,0-1 0,1 0 0,-1 0 0,0 0 0,0 0 0,0 0 0,1 1 0,-1-1 0,0 0 0,0 0 0,0 0 0,0 1 0,0-1 0,0 0 0,1 0 0,-1 1 0,6 9 0,0 0 0,-1 0 0,0 0 0,0 1 0,3 13 0,2 4 0,8 18 0,-2 1 0,-2 0 0,-2 1 0,11 93 0,-22-130 0,-1 0 0,-2 22 0,2-31 0,0-1 0,0 1 0,-1 0 0,1-1 0,0 1 0,-1 0 0,1-1 0,-1 1 0,1-1 0,-1 1 0,0-1 0,1 1 0,-1-1 0,0 0 0,0 1 0,0-1 0,0 0 0,0 0 0,0 0 0,-1 1 0,1-1 0,0 0 0,-1-1 0,1 1 0,0 0 0,-1 0 0,1-1 0,-1 1 0,-1 0 0,1-1 0,0 0 0,0-1 0,1 1 0,-1-1 0,0 1 0,1-1 0,-1 0 0,1 1 0,-1-1 0,1 0 0,-1 0 0,1 0 0,-1 0 0,1 0 0,0-1 0,-1 1 0,1 0 0,0-1 0,0 1 0,0-1 0,0 1 0,0-1 0,1 1 0,-1-1 0,0 1 0,1-1 0,-1-3 0,-3-5 0,2 0 0,0 0 0,-2-16 0,3 5 0,0-1 0,2 1 0,1 0 0,0-1 0,2 1 0,0 0 0,11-30 0,-4 22 0,0 0 0,3 0 0,0 1 0,26-38 0,-29 51-151,0 0-1,1 1 0,1 0 0,0 1 1,1 1-1,0 0 0,1 1 1,21-13-1,5 3-6674</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20.833"/>
    </inkml:context>
    <inkml:brush xml:id="br0">
      <inkml:brushProperty name="width" value="0.05" units="cm"/>
      <inkml:brushProperty name="height" value="0.05" units="cm"/>
      <inkml:brushProperty name="color" value="#FFC114"/>
    </inkml:brush>
  </inkml:definitions>
  <inkml:trace contextRef="#ctx0" brushRef="#br0">249 236 24575,'1'-8'0,"0"1"0,1 0 0,0 0 0,4-12 0,0 1 0,3-8 0,-5 17 0,-1-1 0,0 1 0,0 0 0,-1-1 0,0 1 0,-1-1 0,0 0 0,-1-19 0,0 27 0,0 1 0,-1-1 0,1 0 0,-1 0 0,0 1 0,1-1 0,-1 0 0,0 1 0,0-1 0,0 1 0,0-1 0,0 1 0,-1-1 0,1 1 0,0 0 0,-1-1 0,1 1 0,0 0 0,-1 0 0,-2-1 0,1 1 0,0 0 0,0 0 0,0 0 0,0 0 0,-1 1 0,1-1 0,0 1 0,0 0 0,-1 0 0,-5 1 0,1 0 0,-1 1 0,1 0 0,-1 1 0,1-1 0,0 2 0,0-1 0,-14 10 0,10-4 0,0 1 0,1 0 0,0 1 0,1 0 0,1 0 0,-1 1 0,2 1 0,0 0 0,-8 15 0,9-13 0,0 0 0,1 1 0,0 0 0,2 0 0,0 0 0,0 0 0,-1 34 0,4-43 0,1 0 0,1-1 0,-1 1 0,1-1 0,1 1 0,-1-1 0,1 1 0,0-1 0,0 0 0,1 0 0,0 0 0,6 11 0,-6-14 0,0 0 0,0 0 0,0 0 0,0 0 0,0 0 0,1 0 0,-1-1 0,1 1 0,0-1 0,-1 0 0,1 0 0,0-1 0,0 1 0,0-1 0,1 0 0,-1 0 0,0 0 0,0-1 0,1 1 0,6-1 0,-1-1 0,0 0 0,0-1 0,1 0 0,-1 0 0,-1-1 0,1-1 0,0 0 0,-1 0 0,0-1 0,0 0 0,0 0 0,0-1 0,-1 0 0,0-1 0,0 0 0,10-12 0,-9 9 0,0-1 0,0 0 0,-1-1 0,0 0 0,-1 0 0,-1-1 0,0 0 0,-1 0 0,0 0 0,-1-1 0,4-20 0,-9 29 0,-3 14 0,-5 18 0,-1 21 0,3 0 0,-3 55 0,6 99 0,4-189 0,8 259 0,-1 49 0,-7-312 0,0 0 0,-1 1 0,0-1 0,0 0 0,-1 0 0,0 0 0,-6 17 0,7-25 0,1 0 0,-1 0 0,1 0 0,-1 0 0,0 0 0,1 0 0,-1 0 0,0 0 0,0 0 0,0 0 0,0-1 0,0 1 0,0 0 0,0-1 0,0 1 0,0 0 0,0-1 0,0 1 0,0-1 0,0 0 0,0 1 0,-1-1 0,1 0 0,0 0 0,-2 1 0,1-2 0,-1 1 0,1-1 0,0 1 0,-1-1 0,1 0 0,-1 0 0,1 0 0,0 0 0,0 0 0,-1 0 0,-2-3 0,-5-4 0,0-1 0,1 0 0,-14-18 0,1-2 0,1 0 0,1-2 0,2-1 0,1 0 0,-14-39 0,21 43 0,1 0 0,1 0 0,1-1 0,2 0 0,0 0 0,1-54 0,4 73-97,0-1-1,1 1 1,1-1-1,0 1 1,0 0-1,1 0 1,0 0-1,1 0 1,0 1-1,0-1 1,1 1-1,0 0 0,9-11 1,14-10-6729</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21.207"/>
    </inkml:context>
    <inkml:brush xml:id="br0">
      <inkml:brushProperty name="width" value="0.05" units="cm"/>
      <inkml:brushProperty name="height" value="0.05" units="cm"/>
      <inkml:brushProperty name="color" value="#FFC114"/>
    </inkml:brush>
  </inkml:definitions>
  <inkml:trace contextRef="#ctx0" brushRef="#br0">182 442 24575,'-7'-1'0,"0"0"0,-1 0 0,1-1 0,-8-2 0,10 2 0,1 1 0,-1-1 0,1 1 0,-1 0 0,0 1 0,1-1 0,-1 1 0,0 0 0,1 0 0,-1 0 0,0 0 0,-5 2 0,10-2 0,0 0 0,0 0 0,0 0 0,0 0 0,-1 0 0,1 0 0,0 1 0,0-1 0,0 0 0,0 0 0,-1 0 0,1 0 0,0 0 0,0 0 0,0 0 0,0 0 0,0 1 0,-1-1 0,1 0 0,0 0 0,0 0 0,0 0 0,0 0 0,0 1 0,0-1 0,0 0 0,0 0 0,0 0 0,0 1 0,0-1 0,0 0 0,0 0 0,0 0 0,0 0 0,0 1 0,0-1 0,0 0 0,0 0 0,0 0 0,0 0 0,0 1 0,0-1 0,0 0 0,8 8 0,12 4 0,-11-9 0,-1 0 0,1 0 0,0-1 0,0 0 0,0-1 0,0 0 0,0 0 0,0-1 0,0 0 0,1-1 0,-1 0 0,0 0 0,0-1 0,0 0 0,-1-1 0,1 0 0,0 0 0,-1-1 0,0 0 0,15-9 0,-16 8 0,-1 0 0,1 0 0,-1-1 0,0 1 0,-1-1 0,1-1 0,-1 1 0,0-1 0,-1 0 0,0 0 0,0 0 0,0-1 0,-1 1 0,0-1 0,0 0 0,-1 0 0,0 0 0,-1 0 0,1 0 0,-2 0 0,1 0 0,-1-1 0,-1-10 0,-1 3 0,-1 0 0,-1 1 0,0-1 0,-1 1 0,-1 0 0,0 0 0,-11-17 0,12 23 0,0 0 0,-1 1 0,0-1 0,-1 1 0,0 1 0,0-1 0,0 1 0,-1 0 0,0 1 0,-1 0 0,1 0 0,-14-6 0,18 11 0,0-1 0,0 0 0,0 1 0,-1 0 0,1 0 0,-1 0 0,1 1 0,-1-1 0,1 1 0,-1 0 0,1 1 0,-1-1 0,1 1 0,-1-1 0,-5 3 0,4-1 0,1 1 0,-1 0 0,1 0 0,-1 0 0,1 0 0,0 1 0,0 0 0,1 0 0,-1 0 0,-4 6 0,-1 3 0,1 0 0,0 1 0,1 0 0,0 1 0,1 0 0,0 0 0,-6 26 0,6-15 0,2 0 0,1 0 0,1 1 0,1-1 0,1 1 0,2-1 0,0 1 0,2-1 0,10 44 0,-9-53 0,1-1 0,0 0 0,1 0 0,1 0 0,0-1 0,1 0 0,1-1 0,0 1 0,1-2 0,0 1 0,1-1 0,1-1 0,0 0 0,1-1 0,0 0 0,18 11 0,-15-13-682,33 12-1,14 0-6143</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21.548"/>
    </inkml:context>
    <inkml:brush xml:id="br0">
      <inkml:brushProperty name="width" value="0.05" units="cm"/>
      <inkml:brushProperty name="height" value="0.05" units="cm"/>
      <inkml:brushProperty name="color" value="#FFC114"/>
    </inkml:brush>
  </inkml:definitions>
  <inkml:trace contextRef="#ctx0" brushRef="#br0">50 77 24575,'-2'-1'0,"0"1"0,0 0 0,0 0 0,0 0 0,0 1 0,0-1 0,0 0 0,0 1 0,0 0 0,0-1 0,0 1 0,0 0 0,1 0 0,-1 0 0,0 0 0,1 0 0,-1 0 0,0 0 0,-2 4 0,3-3 0,-1 1 0,1-1 0,0 1 0,0 0 0,0-1 0,1 1 0,-1 0 0,1 0 0,-1 0 0,1-1 0,0 1 0,0 0 0,0 0 0,1 3 0,6 50 0,4-1 0,1 0 0,27 71 0,-27-89 0,35 95 0,-40-115 0,1-1 0,1 0 0,1-1 0,0 0 0,20 24 0,-26-35 0,0 0 0,0 0 0,1 0 0,-1-1 0,1 0 0,0 1 0,0-2 0,0 1 0,0 0 0,0-1 0,1 0 0,-1 0 0,1-1 0,-1 0 0,11 2 0,-9-3 0,0 0 0,0-1 0,0 0 0,0 0 0,0-1 0,0 1 0,0-2 0,-1 1 0,1-1 0,-1 0 0,9-4 0,0-4 0,1 0 0,-1-1 0,-1-1 0,0 0 0,-1 0 0,0-2 0,-1 0 0,16-25 0,-12 12 0,-2 0 0,0-2 0,-2 1 0,-1-1 0,-2-1 0,-1 0 0,-1 0 0,-1-1 0,-2 0 0,-2 0 0,-1 0 0,-3-36 0,1 54 86,-1 0-1,0 0 0,-9-27 1,9 36-208,0 0 0,0 0 0,-1 0 0,1 0 0,-1 1 0,0-1 0,0 1 0,0-1 0,-1 1 1,0 1-1,1-1 0,-1 0 0,-6-3 0,-11-4-6704</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21.877"/>
    </inkml:context>
    <inkml:brush xml:id="br0">
      <inkml:brushProperty name="width" value="0.05" units="cm"/>
      <inkml:brushProperty name="height" value="0.05" units="cm"/>
      <inkml:brushProperty name="color" value="#FFC114"/>
    </inkml:brush>
  </inkml:definitions>
  <inkml:trace contextRef="#ctx0" brushRef="#br0">175 352 24575,'4'0'0,"1"-1"0,-1 0 0,0 0 0,0 0 0,0 0 0,0-1 0,0 1 0,0-1 0,0 0 0,0-1 0,4-3 0,1 0 0,0-1 0,-1-1 0,9-10 0,-12 12 0,0 0 0,0-1 0,-1 0 0,0 1 0,0-2 0,-1 1 0,0 0 0,0-1 0,0 1 0,-1-1 0,-1 0 0,1 0 0,-1 0 0,-1 0 0,1 0 0,-1 0 0,0 0 0,-1 0 0,0 0 0,-3-9 0,2 10 0,0 0 0,0 1 0,-1-1 0,0 0 0,0 1 0,-1 0 0,0 0 0,0 0 0,0 0 0,-1 1 0,0 0 0,0-1 0,0 2 0,-1-1 0,0 1 0,1 0 0,-1 0 0,-1 0 0,1 1 0,-1 0 0,1 0 0,-13-3 0,14 5 0,-1-1 0,1 1 0,-1 1 0,1-1 0,-1 1 0,0 0 0,1 0 0,-1 1 0,1-1 0,-1 1 0,1 0 0,0 1 0,-1-1 0,1 1 0,0 0 0,0 1 0,0-1 0,0 1 0,0 0 0,1 0 0,-1 1 0,1-1 0,0 1 0,0 0 0,0 0 0,1 0 0,-1 0 0,1 1 0,0 0 0,0-1 0,1 1 0,-1 0 0,1 0 0,0 1 0,1-1 0,-1 0 0,1 1 0,0-1 0,0 1 0,0 10 0,2-3 0,0 0 0,0 0 0,1 0 0,1 0 0,0 0 0,1 0 0,0-1 0,1 1 0,0-1 0,1 0 0,9 14 0,14 16 0,52 62 0,-55-73 0,19 21 0,-26-31 0,0 1 0,-2 0 0,28 47 0,-44-66 0,1 0 0,-1 0 0,0 0 0,1 0 0,-1 0 0,-1 0 0,1 0 0,0 1 0,-1-1 0,0 0 0,0 1 0,0-1 0,0 0 0,-1 7 0,0-8 0,0 0 0,0 0 0,0 0 0,0 0 0,0 0 0,-1 0 0,1 0 0,-1 0 0,1-1 0,-1 1 0,0 0 0,0-1 0,0 1 0,1-1 0,-1 0 0,-1 0 0,1 0 0,0 0 0,0 0 0,0 0 0,-3 0 0,-8 3 0,0-1 0,0-1 0,0-1 0,0 0 0,0 0 0,-24-3 0,17 0 0,0-1 0,1-1 0,-36-11 0,46 11-195,0 0 0,0 0 0,0 0 0,1-2 0,-1 1 0,-13-13 0,-2-6-6631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22.218"/>
    </inkml:context>
    <inkml:brush xml:id="br0">
      <inkml:brushProperty name="width" value="0.05" units="cm"/>
      <inkml:brushProperty name="height" value="0.05" units="cm"/>
      <inkml:brushProperty name="color" value="#FFC114"/>
    </inkml:brush>
  </inkml:definitions>
  <inkml:trace contextRef="#ctx0" brushRef="#br0">1 291 24575,'12'2'0,"0"-1"0,-1 2 0,1 0 0,0 0 0,-1 1 0,0 0 0,15 8 0,21 8 0,-1-5 0,1-1 0,68 10 0,-90-21 0,-1-1 0,1 0 0,0-2 0,0-1 0,-1-1 0,40-8 0,-55 8 0,-1-1 0,1 1 0,-1-1 0,0-1 0,0 0 0,0 0 0,-1 0 0,1-1 0,11-10 0,-15 11 0,-1 1 0,0-1 0,0 1 0,0-1 0,-1 0 0,1 0 0,-1 0 0,0-1 0,0 1 0,0 0 0,-1-1 0,1 0 0,-1 1 0,0-1 0,-1 0 0,1 1 0,-1-1 0,0 0 0,-1-7 0,0 2 0,-2-1 0,1 1 0,-1 0 0,-1 0 0,0 0 0,0 0 0,-1 1 0,-1 0 0,1 0 0,-1 0 0,-1 0 0,0 1 0,-9-9 0,4 5 0,-2-1 0,0 1 0,0 1 0,-1 1 0,-1 0 0,-30-14 0,38 20 0,0 1 0,0 1 0,0-1 0,0 2 0,0-1 0,0 1 0,-1 0 0,1 0 0,0 1 0,-1 0 0,-14 3 0,18-2 0,-1 0 0,1 1 0,0 0 0,0 0 0,0 0 0,0 1 0,0 0 0,1 0 0,-1 0 0,1 0 0,0 1 0,0-1 0,0 1 0,0 0 0,1 1 0,-1-1 0,1 0 0,-5 10 0,2-1 0,1 0 0,1 0 0,0 0 0,0 1 0,1 0 0,1-1 0,0 1 0,1 0 0,1 0 0,0 0 0,1 0 0,3 17 0,1-2 0,1 0 0,2 0 0,1 0 0,21 45 0,-19-51-195,2 0 0,0-1 0,2 0 0,0-2 0,2 1 0,28 27 0,1-7-6631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22.532"/>
    </inkml:context>
    <inkml:brush xml:id="br0">
      <inkml:brushProperty name="width" value="0.05" units="cm"/>
      <inkml:brushProperty name="height" value="0.05" units="cm"/>
      <inkml:brushProperty name="color" value="#FFC114"/>
    </inkml:brush>
  </inkml:definitions>
  <inkml:trace contextRef="#ctx0" brushRef="#br0">15 198 24575,'-4'-13'0,"1"0"0,1 0 0,-2-26 0,4 38 0,-1 1 0,1-1 0,0 0 0,0 1 0,0-1 0,0 1 0,0-1 0,0 0 0,0 1 0,0-1 0,0 1 0,0-1 0,0 0 0,0 1 0,1-1 0,-1 1 0,0-1 0,0 1 0,0-1 0,1 1 0,-1-1 0,0 1 0,1-1 0,-1 1 0,1-1 0,-1 1 0,0-1 0,2 0 0,-2 2 0,1-1 0,0 0 0,0 0 0,0 0 0,0 1 0,-1-1 0,1 0 0,0 1 0,0-1 0,-1 1 0,1-1 0,0 1 0,-1-1 0,1 1 0,0 0 0,0 0 0,28 36 0,-28-35 0,248 408 0,-240-394 0,-3-7 0,-1 0 0,0 1 0,0 0 0,-1 0 0,0 1 0,-1-1 0,0 1 0,1 11 0,-4-21 0,0 0 0,1 0 0,-1-1 0,0 1 0,0 0 0,0 0 0,0 0 0,0-1 0,0 1 0,0 0 0,0 0 0,-1 0 0,1-1 0,0 1 0,0 0 0,-1 0 0,1-1 0,0 1 0,-1 0 0,1-1 0,0 1 0,-1 0 0,1-1 0,-1 1 0,0 0 0,1-1 0,-1 1 0,1-1 0,-1 1 0,0-1 0,1 0 0,-1 1 0,0-1 0,0 1 0,1-1 0,-1 0 0,0 0 0,0 0 0,1 1 0,-1-1 0,0 0 0,0 0 0,0 0 0,1 0 0,-1 0 0,0 0 0,0 0 0,0-1 0,-1 1 0,-2-2 0,-1 1 0,1-1 0,-1 0 0,1 0 0,0-1 0,0 1 0,-5-5 0,-2-1 13,1-1 1,0-1-1,1 0 0,0 0 0,0-1 0,2 0 0,-1-1 0,1 1 0,1-1 1,0-1-1,0 1 0,-4-17 0,6 12 6,0-1 0,1 1 0,0-1 0,2 0 0,0 0 0,1 0 0,1 0 0,5-32 0,-2 29-62,2 1 0,-1 0 1,2 0-1,1 0 0,1 1 1,0 0-1,17-24 0,-17 29-93,1 0-1,1 1 1,0 1-1,1 0 1,0 0-1,1 1 1,0 1-1,1 0 0,21-11 1,8 1-6690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22.827"/>
    </inkml:context>
    <inkml:brush xml:id="br0">
      <inkml:brushProperty name="width" value="0.05" units="cm"/>
      <inkml:brushProperty name="height" value="0.05" units="cm"/>
      <inkml:brushProperty name="color" value="#FFC114"/>
    </inkml:brush>
  </inkml:definitions>
  <inkml:trace contextRef="#ctx0" brushRef="#br0">318 174 24575,'0'-22'0,"-1"1"0,-5-23 0,5 37 0,0 0 0,-1 0 0,0 0 0,0 0 0,-1 0 0,0 1 0,0-1 0,-1 1 0,-7-11 0,11 16 0,-1 1 0,1-1 0,0 1 0,-1-1 0,1 1 0,-1-1 0,1 1 0,-1-1 0,1 1 0,-1-1 0,1 1 0,-1 0 0,1-1 0,-1 1 0,1 0 0,-1-1 0,1 1 0,-1 0 0,0 0 0,1 0 0,-1-1 0,0 1 0,1 0 0,-1 0 0,0 0 0,1 0 0,-1 0 0,0 0 0,1 0 0,-1 0 0,1 1 0,-1-1 0,0 0 0,1 0 0,-1 0 0,1 1 0,-1-1 0,0 0 0,1 1 0,-1-1 0,1 0 0,-1 1 0,1-1 0,-1 1 0,1-1 0,0 1 0,-1-1 0,1 1 0,-1-1 0,1 1 0,0-1 0,0 1 0,-1 0 0,1-1 0,0 1 0,0 0 0,-1 0 0,-1 6 0,0-1 0,0 1 0,0 0 0,0 7 0,-1 11 0,1 0 0,1 1 0,2-1 0,1 0 0,5 29 0,2-8 0,28 85 0,-7-55 0,76 140 0,-103-213 0,-1 1 0,0 0 0,-1-1 0,1 1 0,-1 0 0,0 0 0,0 0 0,1 6 0,-2-9 0,0 0 0,0 0 0,0 0 0,-1 0 0,1 0 0,0 0 0,-1 0 0,1 0 0,-1 0 0,1 0 0,-1 0 0,0 0 0,1 0 0,-1 0 0,0-1 0,1 1 0,-1 0 0,0 0 0,0-1 0,0 1 0,0 0 0,1-1 0,-1 1 0,0-1 0,0 0 0,0 1 0,0-1 0,0 0 0,-1 1 0,1-1 0,0 0 0,0 0 0,0 0 0,0 0 0,0 0 0,-2 0 0,-29 0 0,-1 0 0,1-3 0,-46-8 0,18 3 0,-30-3-1365,4 1-5461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4:23.310"/>
    </inkml:context>
    <inkml:brush xml:id="br0">
      <inkml:brushProperty name="width" value="0.05" units="cm"/>
      <inkml:brushProperty name="height" value="0.05" units="cm"/>
      <inkml:brushProperty name="color" value="#FFC114"/>
    </inkml:brush>
  </inkml:definitions>
  <inkml:trace contextRef="#ctx0" brushRef="#br0">511 0 24575,'-475'42'0,"443"-38"0,28-2 0,7-1 0,53 1 0,530-9-2335,71 0-1443,-214 8 2378,56 5-1456,51 7 1624,1440 65-2649,1 26 3051,-1578-81 777,141 7 35,-53-1 18,-59-4 100,-66-5 303,-64-4-59,-63-4 632,169 1 2816,-370-13-829,-37-2-1955,-12 0 62,-18-1 982,-89-6-604,42 7-7412</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22.926"/>
    </inkml:context>
    <inkml:brush xml:id="br0">
      <inkml:brushProperty name="width" value="0.05" units="cm"/>
      <inkml:brushProperty name="height" value="0.05" units="cm"/>
      <inkml:brushProperty name="color" value="#FFC114"/>
    </inkml:brush>
  </inkml:definitions>
  <inkml:trace contextRef="#ctx0" brushRef="#br0">12 294 24575,'0'0'0,"-1"0"0,0-1 0,1 1 0,-1 0 0,1 0 0,-1-1 0,0 1 0,1 0 0,-1-1 0,1 1 0,-1-1 0,1 1 0,-1 0 0,1-1 0,0 1 0,-1-1 0,1 0 0,0 1 0,-1-1 0,1 1 0,0-1 0,-1 1 0,1-1 0,0 0 0,0 1 0,0-1 0,0 0 0,0 1 0,-1-1 0,1 0 0,0 1 0,1-1 0,-1 1 0,0-1 0,0 0 0,0 1 0,0-1 0,0 0 0,1 0 0,6-26 0,-4 22 0,0 0 0,0 1 0,0 0 0,1 0 0,-1 0 0,1 0 0,0 0 0,0 1 0,0-1 0,1 1 0,-1 0 0,7-3 0,-9 5 0,-1 1 0,1-1 0,0 0 0,-1 0 0,1 1 0,0-1 0,0 1 0,-1-1 0,1 1 0,0 0 0,0 0 0,0 0 0,0 0 0,-1 0 0,1 0 0,0 0 0,0 1 0,0-1 0,-1 1 0,1-1 0,0 1 0,0 0 0,-1 0 0,1-1 0,-1 1 0,1 0 0,0 0 0,-1 1 0,0-1 0,1 0 0,-1 0 0,0 1 0,0-1 0,0 1 0,0-1 0,0 1 0,0 0 0,1 2 0,3 7 0,-1 1 0,-1-1 0,0 1 0,0 0 0,-1 0 0,1 22 0,-5 80 0,1-91 0,-54 566-472,18-253 269,26-225 203,-14 183 0,20-2 0,6-273 31,4 55 342,-4-68-349,0-1 1,0 1 0,1-1-1,-1 1 1,1-1 0,0 0-1,1 0 1,-1 0 0,1 0 0,3 5-1,-3-8-24,-1 0 0,1 0 0,-1 0 0,1 0 0,0 0 0,0-1 0,0 1 0,0-1 0,0 0 0,0 1 0,0-2 0,0 1 0,0 0 0,0 0 0,4-1 0,10 1 0,30-2 0,-19 0 0,340 19-507,1 19-75,-330-33 574,893 109-838,180 19-253,-273-74 324,-666-61 1050,-143 1-147,0-2 0,0-1 0,46-13-1,-70 16-11,0 0-1,0 0 0,0-1 0,-1 1 0,0-1 0,1 0 1,-1-1-1,0 0 0,0 1 0,-1-1 0,1-1 0,-1 1 1,0-1-1,0 1 0,0-1 0,-1-1 0,0 1 0,0 0 1,0-1-1,-1 1 0,1-1 0,-1 0 0,-1 0 0,2-6 1,14-114 72,-3 17-225,6 17 37,39-113 0,52-84 0,85-115 0,42-106 0,-224 473 0,-2 0 0,-2-1 0,-1 0 0,-2 0 0,-1 0 0,0-51 0,-7 72 0,0 0 0,-1 1 0,-1-1 0,0 0 0,-1 1 0,-1 0 0,-8-20 0,7 24 0,-1 0 0,0 0 0,0 1 0,-1 0 0,-1 0 0,0 1 0,0 0 0,-1 0 0,-21-16 0,9 12 0,0 1 0,-1 1 0,0 1 0,-1 1 0,0 1 0,0 1 0,-38-7 0,-181-17 0,-191 12-979,-3 22-573,196 0 1207,-2055 2-1944,2235-4 2276,-688 21-538,727-20 909,0 2 0,0 0-1,-29 8 1,50-11-315,0 0-1,0 0 1,0 1-1,0-1 1,0 0 0,0 1-1,0-1 1,1 1-1,-1-1 1,0 1 0,0-1-1,0 1 1,1 0-1,-1-1 1,0 1-1,1 0 1,-1 0 0,1 0 0,0-1 0,0 1 0,0-1 0,0 0 0,0 1 0,0-1 0,0 1 0,0-1 0,0 0 0,0 1 0,0-1 0,0 0 0,1 1 0,-1-1 0,0 0 0,0 1 0,0-1 0,1 0 0,-1 1 0,0-1 0,1 0 0,-1 0 0,0 1 0,0-1 0,1 0 0,-1 0 0,1 1 0,31 12 968,17-2-751,0-2 1,76 3 0,-88-9-1092,32 3-5995</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23.610"/>
    </inkml:context>
    <inkml:brush xml:id="br0">
      <inkml:brushProperty name="width" value="0.05" units="cm"/>
      <inkml:brushProperty name="height" value="0.05" units="cm"/>
      <inkml:brushProperty name="color" value="#FFC114"/>
    </inkml:brush>
  </inkml:definitions>
  <inkml:trace contextRef="#ctx0" brushRef="#br0">213 512 24575,'-1'-5'0,"0"0"0,0 0 0,-1 0 0,1 1 0,-1-1 0,0 1 0,-4-7 0,-4-9 0,11 20 0,-1-1 0,0 1 0,0 0 0,-1 0 0,1-1 0,0 1 0,0 0 0,0-1 0,0 1 0,0 0 0,0 0 0,0 0 0,0-1 0,0 1 0,0 0 0,-1 0 0,1-1 0,0 1 0,0 0 0,0 0 0,-1 0 0,1 0 0,0-1 0,0 1 0,0 0 0,-1 0 0,1 0 0,0 0 0,0 0 0,-1 0 0,1-1 0,0 1 0,0 0 0,-1 0 0,1 0 0,0 0 0,-1 0 0,-5 11 0,-6 33 0,7-24 0,-10 34 0,-3-1 0,-1-1 0,-3-1 0,-30 51 0,51-99 0,-1 0 0,0-1 0,1 1 0,-1-1 0,0 0 0,0 0 0,0 0 0,0 0 0,-1 0 0,-3 2 0,6-4 0,0 0 0,0 1 0,0-1 0,-1 0 0,1 0 0,0 0 0,0 0 0,0 0 0,-1 0 0,1 0 0,0 0 0,0 0 0,-1 0 0,1 0 0,0-1 0,0 1 0,0 0 0,0 0 0,-1 0 0,1 0 0,0 0 0,0 0 0,0 0 0,-1 0 0,1-1 0,0 1 0,0 0 0,0 0 0,0 0 0,0 0 0,0-1 0,-1 1 0,1 0 0,0 0 0,0 0 0,0 0 0,0-1 0,0 1 0,0 0 0,0 0 0,0 0 0,0-1 0,0 1 0,2-23 0,7-14 0,2 1 0,19-43 0,39-69 0,-48 104 0,96-178 0,-94 185 0,2 1 0,1 0 0,51-52 0,-70 80 0,1 1 0,0 0 0,0 1 0,1-1 0,0 2 0,0-1 0,16-6 0,-22 11 0,1-1 0,-1 2 0,0-1 0,0 0 0,1 1 0,-1-1 0,1 1 0,-1 0 0,0 0 0,1 0 0,-1 1 0,0-1 0,1 1 0,-1 0 0,0 0 0,1 0 0,-1 0 0,0 0 0,0 1 0,0 0 0,0-1 0,0 1 0,-1 0 0,1 0 0,-1 1 0,1-1 0,2 3 0,3 6 0,0 0 0,0 1 0,-1-1 0,-1 2 0,0-1 0,-1 1 0,0-1 0,0 1 0,-2 1 0,4 16 0,0 20 0,3 70 0,-5-35 0,-4 1 0,-15 125 0,7-175-1365,0-9-5461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24.124"/>
    </inkml:context>
    <inkml:brush xml:id="br0">
      <inkml:brushProperty name="width" value="0.05" units="cm"/>
      <inkml:brushProperty name="height" value="0.05" units="cm"/>
      <inkml:brushProperty name="color" value="#FFC114"/>
    </inkml:brush>
  </inkml:definitions>
  <inkml:trace contextRef="#ctx0" brushRef="#br0">1 306 24575,'0'-4'0,"0"0"0,1 1 0,-1-1 0,1 0 0,0 0 0,0 1 0,0-1 0,1 0 0,-1 1 0,1-1 0,0 1 0,0 0 0,0-1 0,0 1 0,1 0 0,-1 0 0,1 1 0,0-1 0,0 0 0,0 1 0,0 0 0,0 0 0,1 0 0,3-2 0,10-4 0,0 1 0,1 1 0,36-8 0,-9 3 0,31-16 0,-44 15 0,1 1 0,42-8 0,-73 18 0,0 1 0,0 0 0,-1-1 0,1 1 0,0 0 0,0 0 0,0 0 0,0 0 0,0 1 0,0-1 0,0 0 0,0 1 0,0 0 0,0-1 0,0 1 0,0 0 0,-1 0 0,1 0 0,0 0 0,-1 0 0,4 3 0,-4-2 0,1 0 0,-1 1 0,1-1 0,-1 0 0,0 1 0,0 0 0,0-1 0,0 1 0,-1 0 0,1-1 0,-1 1 0,1 0 0,-1 5 0,-1 9 0,-1 0 0,0 0 0,-1 0 0,-6 19 0,6-23 0,-10 40 0,-61 308 0,66-316 0,8-45 0,0 0 0,0 0 0,0 0 0,0 1 0,0-1 0,0 0 0,0 0 0,0 0 0,0 0 0,0 0 0,-1 0 0,1 0 0,0 1 0,0-1 0,0 0 0,0 0 0,0 0 0,0 0 0,0 0 0,0 0 0,0 0 0,0 0 0,0 0 0,0 0 0,0 1 0,0-1 0,-1 0 0,1 0 0,0 0 0,0 0 0,0 0 0,0 0 0,0 0 0,0 0 0,0 0 0,0 0 0,-1 0 0,1 0 0,0 0 0,0 0 0,0 0 0,0 0 0,0 0 0,0 0 0,0 0 0,-1 0 0,1 0 0,0 0 0,0 0 0,0 0 0,0 0 0,0 0 0,-4-8 0,-2-10 0,0-22 0,2 0 0,2-74 0,16-82 0,-11 164 0,12-95 0,-12 110 0,1 2 0,0-1 0,1 0 0,1 1 0,12-24 0,-17 36 0,1-1 0,1 1 0,-1 0 0,0 0 0,1 0 0,0 0 0,-1 0 0,1 1 0,0-1 0,1 1 0,-1 0 0,0 0 0,1 0 0,-1 0 0,1 1 0,-1-1 0,1 1 0,0 0 0,-1 0 0,1 0 0,0 0 0,0 1 0,0 0 0,0 0 0,0 0 0,0 0 0,0 0 0,-1 1 0,1 0 0,0-1 0,0 2 0,5 1 0,8 4 0,-1 0 0,0 1 0,0 1 0,-1 0 0,25 21 0,-30-23 0,-1 1 0,0 0 0,-1 1 0,1 0 0,-2 0 0,1 1 0,-2-1 0,11 21 0,-15-26 0,0 0 0,0 1 0,-1-1 0,1 0 0,-1 1 0,0-1 0,-1 1 0,1 0 0,-1-1 0,0 1 0,0 0 0,0-1 0,-1 1 0,0-1 0,0 1 0,0-1 0,0 1 0,0-1 0,-1 1 0,0-1 0,0 0 0,0 0 0,-1 0 0,1 0 0,-7 6 0,1-1 43,-1 0 0,-1-1-1,1 0 1,-1-1 0,-1 0-1,1 0 1,-21 8 0,10-6-470,0-1 0,-1-1 1,-30 5-1,23-7-6399</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24.496"/>
    </inkml:context>
    <inkml:brush xml:id="br0">
      <inkml:brushProperty name="width" value="0.05" units="cm"/>
      <inkml:brushProperty name="height" value="0.05" units="cm"/>
      <inkml:brushProperty name="color" value="#FFC114"/>
    </inkml:brush>
  </inkml:definitions>
  <inkml:trace contextRef="#ctx0" brushRef="#br0">1 351 24575,'5'-2'0,"0"0"0,0 0 0,0 0 0,1 0 0,-1 1 0,1 0 0,-1 0 0,1 1 0,-1 0 0,1 0 0,-1 0 0,1 0 0,0 1 0,-1 0 0,1 0 0,6 3 0,-11-4 0,0 1 0,1 0 0,-1 1 0,0-1 0,0 0 0,0 0 0,0 0 0,0 1 0,0-1 0,0 1 0,0-1 0,0 1 0,-1-1 0,1 1 0,-1-1 0,1 1 0,-1-1 0,1 1 0,-1 0 0,0-1 0,0 1 0,0 0 0,0-1 0,0 1 0,0 0 0,0-1 0,-1 1 0,1-1 0,-2 3 0,-1 7 0,0-1 0,-1-1 0,-7 15 0,7-17 0,-4 10 0,1-1 0,1 1 0,-9 34 0,14-46 0,0 0 0,0 0 0,0 0 0,1 0 0,0 0 0,0 0 0,0 0 0,1 0 0,-1 0 0,1 0 0,1 0 0,-1 0 0,1-1 0,-1 1 0,1 0 0,1-1 0,-1 1 0,6 7 0,-8-12 0,1 1 0,-1 0 0,1-1 0,-1 1 0,1-1 0,-1 1 0,1-1 0,0 1 0,-1-1 0,1 1 0,0-1 0,-1 0 0,1 1 0,0-1 0,-1 0 0,1 1 0,0-1 0,0 0 0,-1 0 0,1 0 0,0 0 0,0 0 0,0 0 0,-1 0 0,2 0 0,0-1 0,-1 1 0,0-1 0,0 0 0,0 1 0,0-1 0,0 0 0,0 0 0,0 0 0,0 0 0,0 0 0,0 0 0,-1 0 0,2-2 0,2-4 0,-1 0 0,0 1 0,-1-1 0,3-10 0,2-29 0,-1 0 0,-3 0 0,-3-74 0,-1 60 0,0 9 0,-1 22 0,2 0 0,1-1 0,10-55 0,-10 81 0,0 0 0,0 0 0,0 0 0,1 1 0,-1-1 0,1 0 0,0 1 0,0-1 0,1 1 0,-1 0 0,6-6 0,-7 8 0,1-1 0,0 1 0,-1 0 0,1 0 0,0 0 0,0 1 0,0-1 0,0 0 0,0 1 0,0-1 0,0 1 0,0-1 0,0 1 0,0 0 0,0 0 0,0 0 0,0 0 0,0 0 0,0 1 0,0-1 0,0 1 0,0-1 0,0 1 0,3 1 0,4 2 0,-1 1 0,1 0 0,-1 0 0,0 0 0,0 1 0,0 1 0,-1-1 0,0 1 0,0 1 0,-1-1 0,0 1 0,0 0 0,6 13 0,-7-12 0,0 0 0,-1 0 0,-1 0 0,1 1 0,-1-1 0,-1 1 0,0 0 0,0 0 0,-1 0 0,0 0 0,-1 0 0,0 0 0,-2 12 0,1-15 22,-1-1-1,0 1 0,0 0 1,-1-1-1,0 1 0,0-1 1,-1 0-1,0 0 0,0 0 1,0 0-1,-1-1 0,0 0 1,0 0-1,0 0 0,-6 4 1,0-1-266,-1 0 0,0-1 0,0-1 0,0 0 1,-1 0-1,-22 6 0,-13 0-6582</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25.503"/>
    </inkml:context>
    <inkml:brush xml:id="br0">
      <inkml:brushProperty name="width" value="0.05" units="cm"/>
      <inkml:brushProperty name="height" value="0.05" units="cm"/>
      <inkml:brushProperty name="color" value="#FFC114"/>
    </inkml:brush>
  </inkml:definitions>
  <inkml:trace contextRef="#ctx0" brushRef="#br0">269 231 24575,'13'-61'0,"-12"45"0,0 1 0,0-1 0,-5-29 0,4 41 0,0 0 0,-1 0 0,0 0 0,0 0 0,0 0 0,-1 0 0,1 1 0,-1-1 0,0 0 0,0 1 0,0 0 0,0-1 0,-1 1 0,1 0 0,-1 0 0,0 0 0,0 0 0,0 1 0,0-1 0,-5-2 0,6 4 0,1 1 0,-1-1 0,1 1 0,-1-1 0,0 1 0,1 0 0,-1-1 0,0 1 0,0 0 0,1 0 0,-1 0 0,0 0 0,1 1 0,-1-1 0,0 0 0,0 1 0,-2 1 0,1-1 0,-1 1 0,0 0 0,1 1 0,-1-1 0,1 1 0,0-1 0,-4 4 0,-4 7 0,1 0 0,-16 25 0,22-32 0,-14 22 0,2 1 0,1 0 0,1 1 0,2 0 0,1 1 0,1 0 0,2 1 0,-7 56 0,14-81 0,1 0 0,-1 0 0,2 0 0,-1 0 0,1 0 0,0 0 0,0 0 0,1 0 0,3 7 0,-4-11 0,1 0 0,-1 0 0,1 0 0,0 0 0,1 0 0,-1 0 0,0 0 0,1 0 0,-1-1 0,1 0 0,0 1 0,0-1 0,0 0 0,0 0 0,0-1 0,1 1 0,-1-1 0,7 3 0,4-1 0,-1-1 0,1 0 0,0-1 0,-1 0 0,27-3 0,-24 1 0,0 0 0,-1 2 0,26 2 0,-39-2 0,0-1 0,-1 0 0,1 0 0,0 1 0,0-1 0,-1 1 0,1 0 0,-1-1 0,1 1 0,0 0 0,-1 0 0,1 0 0,-1 0 0,0 0 0,1 0 0,-1 1 0,0-1 0,0 0 0,0 1 0,0-1 0,0 1 0,1 1 0,-1-1 0,-1 0 0,0 0 0,1 0 0,-1 0 0,0 0 0,0 0 0,0 0 0,-1 1 0,1-1 0,0 0 0,-1 0 0,0 0 0,1 0 0,-1 0 0,-2 3 0,-3 5 0,0-1 0,0 1 0,-1-1 0,-1 0 0,-11 10 0,2-4-455,0-1 0,-25 15 0,5-6-6371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26.280"/>
    </inkml:context>
    <inkml:brush xml:id="br0">
      <inkml:brushProperty name="width" value="0.05" units="cm"/>
      <inkml:brushProperty name="height" value="0.05" units="cm"/>
      <inkml:brushProperty name="color" value="#FFC114"/>
    </inkml:brush>
  </inkml:definitions>
  <inkml:trace contextRef="#ctx0" brushRef="#br0">0 117 24575,'27'-31'0,"-18"20"0,0 0 0,0 1 0,1 0 0,1 1 0,21-15 0,-29 22 0,-1 1 0,1 0 0,0-1 0,0 1 0,0 1 0,0-1 0,0 0 0,0 1 0,0-1 0,0 1 0,0 0 0,0 0 0,0 0 0,0 0 0,0 1 0,0-1 0,0 1 0,0 0 0,0 0 0,0 0 0,0 0 0,0 0 0,-1 1 0,1-1 0,0 1 0,-1 0 0,1 0 0,-1 0 0,0 0 0,0 0 0,0 0 0,3 4 0,20 20 0,35 28 0,-57-51 0,0 0 0,0 0 0,0 0 0,-1 1 0,1-1 0,-1 0 0,0 1 0,0 0 0,0-1 0,0 1 0,-1 0 0,1 0 0,-1 0 0,0 0 0,-1 0 0,1 0 0,0 1 0,-1-1 0,0 0 0,0 0 0,-1 0 0,1 0 0,-2 5 0,-2 10 0,-1 1 0,-1-2 0,-15 33 0,6-14 0,15-36 0,-6 14 0,0 1 0,1 1 0,1-1 0,-2 22 0,5-34 0,1 0 0,0 0 0,0 0 0,1 1 0,-1-1 0,1 0 0,0 0 0,0 0 0,0 0 0,2 4 0,-1-6 0,-1 1 0,0-1 0,1 0 0,0 0 0,-1 0 0,1 0 0,0 0 0,0 0 0,0-1 0,0 1 0,0-1 0,1 1 0,-1-1 0,0 0 0,1 0 0,-1 0 0,5 1 0,-1 0 0,1-1 0,-1 0 0,1 0 0,0 0 0,-1-1 0,1 0 0,0-1 0,0 1 0,-1-1 0,1-1 0,-1 1 0,1-1 0,-1 0 0,1-1 0,-1 1 0,0-1 0,0 0 0,0-1 0,-1 0 0,1 1 0,-1-2 0,0 1 0,6-8 0,-2 3 0,-1 0 0,0-1 0,-1 0 0,0-1 0,0 1 0,-1-1 0,-1-1 0,0 1 0,0-1 0,-1 0 0,4-22 0,-6 17 0,0-1 0,-2 1 0,0-1 0,0 0 0,-2 1 0,-6-33 0,5 39 0,0 0 0,0 0 0,-1 0 0,-1 1 0,0 0 0,0 0 0,-1 0 0,0 0 0,0 1 0,-1 0 0,-13-13 0,8 11 0,20 17 0,18 10 0,37 8 0,-50-21 0,-2 1 0,1 0 0,0 1 0,-1 0 0,0 1 0,0 0 0,20 15 0,-29-19 0,0 0 0,-1 1 0,1-1 0,0 1 0,-1-1 0,1 1 0,-1-1 0,0 1 0,0 0 0,0 0 0,0-1 0,-1 1 0,1 0 0,-1 0 0,1 0 0,-1 0 0,0 0 0,0 0 0,-1 4 0,-1 6 0,-1-1 0,0 0 0,-7 16 0,2-3 0,3-7 0,0 1 0,1 0 0,0 0 0,2 0 0,0 27 0,2-40 0,0 0 0,1-1 0,0 1 0,0 0 0,1-1 0,-1 1 0,1-1 0,1 1 0,4 8 0,-5-10 0,1-1 0,0 0 0,-1 0 0,1 0 0,0 0 0,0-1 0,1 1 0,-1-1 0,0 1 0,1-1 0,-1 0 0,1-1 0,0 1 0,0-1 0,6 2 0,-3-1 0,1-1 0,0-1 0,0 1 0,0-1 0,0-1 0,0 0 0,0 0 0,0 0 0,0-1 0,0 0 0,-1 0 0,1-1 0,-1 0 0,0-1 0,9-4 0,0-2 0,0 0 0,0-2 0,-1 1 0,-1-2 0,18-18 0,-23 21 0,-1-1 0,0 0 0,-1 0 0,0-1 0,0 0 0,-1 0 0,-1-1 0,0 1 0,-1-1 0,0 0 0,-1-1 0,-1 1 0,2-18 0,-4 24 0,1 0 0,-2 0 0,1 0 0,-1-1 0,0 1 0,0 1 0,-1-1 0,0 0 0,0 0 0,0 0 0,-1 1 0,0 0 0,-1-1 0,1 1 0,-1 0 0,0 1 0,-1-1 0,1 1 0,-1 0 0,0 0 0,-1 0 0,1 1 0,-1-1 0,0 1 0,0 1 0,0-1 0,-8-2 0,2 1-59,-1 2 0,0-1-1,0 2 1,0 0-1,0 0 1,0 1 0,0 1-1,0 0 1,-1 1 0,1 0-1,0 1 1,0 1 0,0 0-1,1 0 1,-1 2-1,1-1 1,0 2 0,0-1-1,0 2 1,1 0 0,0 0-1,-18 15 1,9 1-6767</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26.766"/>
    </inkml:context>
    <inkml:brush xml:id="br0">
      <inkml:brushProperty name="width" value="0.05" units="cm"/>
      <inkml:brushProperty name="height" value="0.05" units="cm"/>
      <inkml:brushProperty name="color" value="#FFC114"/>
    </inkml:brush>
  </inkml:definitions>
  <inkml:trace contextRef="#ctx0" brushRef="#br0">34 203 24575,'0'-109'0,"1"220"0,-3 122 0,-1-212 0,-2-16 0,-2-12 0,4-1 0,0-1 0,0 1 0,1-1 0,0 0 0,0 0 0,1 0 0,0-12 0,4-65 0,-1 51 0,1 0 0,3 0 0,0 0 0,2 1 0,15-39 0,-21 69 0,0-1 0,0 1 0,0 0 0,1 0 0,0 0 0,-1 0 0,5-3 0,-6 6 0,-1 1 0,1-1 0,-1 1 0,1-1 0,-1 1 0,1 0 0,-1-1 0,1 1 0,0 0 0,-1-1 0,1 1 0,0 0 0,-1 0 0,1 0 0,0 0 0,-1 0 0,1-1 0,0 1 0,-1 0 0,1 1 0,1-1 0,-1 0 0,0 1 0,0-1 0,0 1 0,0 0 0,0 0 0,0-1 0,0 1 0,-1 0 0,1 0 0,0 0 0,0 0 0,-1 0 0,1 0 0,-1 0 0,1 0 0,-1 0 0,1 1 0,5 14 0,-2-1 0,0 1 0,-1-1 0,0 1 0,0 20 0,4 24 0,-4-41 0,5 21 0,-8-37 0,1-1 0,0 1 0,0 0 0,0-1 0,0 0 0,0 1 0,1-1 0,-1 0 0,1 0 0,-1 1 0,4 1 0,-4-3 0,0 0 0,0-1 0,1 1 0,-1-1 0,0 1 0,0-1 0,1 0 0,-1 0 0,1 1 0,-1-1 0,0 0 0,1 0 0,-1 0 0,0-1 0,1 1 0,-1 0 0,0 0 0,1-1 0,-1 1 0,0-1 0,0 1 0,1-1 0,-1 1 0,0-1 0,0 0 0,0 0 0,0 1 0,0-1 0,2-2 0,30-31 0,-31 33 0,44-62 0,-34 44 0,1 1 0,1 1 0,29-29 0,-42 45 12,1 0-1,-1 0 0,0 0 1,1 0-1,-1 0 1,1 0-1,-1 0 0,1 0 1,-1 0-1,1 1 0,-1-1 1,1 1-1,0-1 1,2 1-1,-4 0-5,1 0 0,0 0 0,-1 0 0,1 0 0,-1 1 0,1-1 1,-1 0-1,1 0 0,-1 1 0,1-1 0,-1 0 0,1 1 0,-1-1 0,0 1 0,1-1 0,-1 0 1,0 1-1,1-1 0,-1 1 0,0-1 0,1 1 0,-1-1 0,0 1 0,0-1 0,1 1 0,-1-1 0,0 2 1,1 3-221,-1 0 1,1 1 0,-1-1-1,0 0 1,-1 1 0,1-1-1,-2 6 1,-5 22-6613</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27.590"/>
    </inkml:context>
    <inkml:brush xml:id="br0">
      <inkml:brushProperty name="width" value="0.05" units="cm"/>
      <inkml:brushProperty name="height" value="0.05" units="cm"/>
      <inkml:brushProperty name="color" value="#FFC114"/>
    </inkml:brush>
  </inkml:definitions>
  <inkml:trace contextRef="#ctx0" brushRef="#br0">1 29 24575,'0'-3'0,"0"-3"0,0-5 0,3 4 0,3 5 0,5 9 0,-1 12 0,1 11 0,-1 15 0,1 13 0,-2 13 0,0 7 0,0 5 0,0 3 0,-1-2 0,-3-6 0,2-11 0,-1-17-8191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27.902"/>
    </inkml:context>
    <inkml:brush xml:id="br0">
      <inkml:brushProperty name="width" value="0.05" units="cm"/>
      <inkml:brushProperty name="height" value="0.05" units="cm"/>
      <inkml:brushProperty name="color" value="#FFC114"/>
    </inkml:brush>
  </inkml:definitions>
  <inkml:trace contextRef="#ctx0" brushRef="#br0">163 185 24575,'-11'14'0,"0"1"0,0 0 0,1 1 0,-9 22 0,3-9 0,-68 143 0,196-381 0,-22 66 0,-79 127 0,1 1 0,1 1 0,0 0 0,1 0 0,1 1 0,26-17 0,-38 28 0,0 0 0,0 0 0,0 1 0,0-1 0,0 1 0,1 0 0,-1 0 0,0 0 0,1 0 0,-1 0 0,1 1 0,0 0 0,-1 0 0,1 0 0,-1 0 0,1 0 0,-1 1 0,1-1 0,-1 1 0,1 0 0,5 3 0,-3-1 0,-2 0 0,1 0 0,0 1 0,-1 0 0,1 0 0,-1 0 0,0 0 0,-1 1 0,1-1 0,-1 1 0,0 0 0,5 9 0,3 12-455,-1 0 0,12 48 0,-6-8-6371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28.790"/>
    </inkml:context>
    <inkml:brush xml:id="br0">
      <inkml:brushProperty name="width" value="0.05" units="cm"/>
      <inkml:brushProperty name="height" value="0.05" units="cm"/>
      <inkml:brushProperty name="color" value="#FFC114"/>
    </inkml:brush>
  </inkml:definitions>
  <inkml:trace contextRef="#ctx0" brushRef="#br0">43 277 24575,'1'-29'0,"1"1"0,2 0 0,0 0 0,2 0 0,1 0 0,18-42 0,-24 66 0,0 1 0,1 0 0,-1 0 0,1 0 0,0 1 0,0-1 0,0 0 0,0 1 0,0-1 0,4-2 0,-5 5 0,-1-1 0,1 1 0,0 0 0,-1-1 0,1 1 0,0 0 0,-1 0 0,1-1 0,0 1 0,-1 0 0,1 0 0,0 0 0,0 0 0,-1 0 0,1 0 0,0 0 0,-1 0 0,1 0 0,0 0 0,0 1 0,1 0 0,-1-1 0,0 1 0,0 0 0,1 0 0,-1 0 0,0 0 0,0 0 0,0 0 0,0 0 0,0 0 0,0 0 0,0 1 0,0 1 0,4 6 0,0 1 0,-1 0 0,0 0 0,-1 0 0,0 0 0,0 1 0,0 10 0,4 80 0,-6-97 0,-1 91 0,-5 0 0,-19 117 0,-54 186 0,23-131 0,51-247 0,-2 10 0,1 0 0,1 0 0,1 38 0,3-61 0,0 1 0,1-1 0,0 0 0,0 0 0,1 0 0,-1 0 0,2 0 0,-1 0 0,1-1 0,0 1 0,0-1 0,1 1 0,-1-1 0,1 0 0,1-1 0,-1 1 0,1-1 0,0 1 0,8 5 0,-4-5 0,1-1 0,-1 1 0,1-2 0,0 1 0,0-2 0,1 1 0,-1-1 0,1-1 0,11 2 0,15 0 0,49-1 0,-81-3 0,431-20-1014,-158 3-18,1113 46-1739,-4 116 608,-1108-109 1956,844 84-1166,-1078-116 1661,117 3 1028,-138-8-749,0 0 0,0-1 0,0-2 0,33-9 0,-54 13-418,0-1 1,1 0-1,-1-1 1,0 1 0,0 0-1,0-1 1,-1 0-1,1 1 1,0-1 0,0-1-1,-1 1 1,0 0 0,1 0-1,-1-1 1,0 1-1,0-1 1,2-3 0,-3 2-71,0 1 1,0 0 0,0-1-1,0 1 1,-1 0 0,1-1 0,-1 1-1,0-1 1,0 1 0,-1-1-1,1 1 1,0-1 0,-1 1 0,0 0-1,0-1 1,-2-3 0,-19-56-15,-18-56-40,36 103-28,1-1 0,1 0 0,0 0 1,1 0-1,2-28 0,4 14 3,0-1 0,2 1 0,1 0 0,16-38 0,59-117 0,-45 109 0,-16 30 0,76-180 0,-87 195 0,-1 0 0,-1 0 0,-2-1 0,-2-1 0,3-41 0,-8 65 0,0 0 0,0 0 0,-1 0 0,0-1 0,-1 1 0,0 0 0,-1 1 0,0-1 0,0 0 0,-1 1 0,-1 0 0,1 0 0,-1 0 0,-1 0 0,0 1 0,0 0 0,0 0 0,-1 1 0,-1-1 0,1 1 0,-1 1 0,0 0 0,0 0 0,-1 0 0,0 1 0,0 1 0,-18-8 0,-4 1-71,0 1 1,0 2-1,-1 1 0,-39-4 0,-136 0-604,191 10 629,-793 8-3742,269 3 1683,-519-35 583,2-34 703,-396 11 774,1334 51 1312,31 1-1371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29.117"/>
    </inkml:context>
    <inkml:brush xml:id="br0">
      <inkml:brushProperty name="width" value="0.05" units="cm"/>
      <inkml:brushProperty name="height" value="0.05" units="cm"/>
      <inkml:brushProperty name="color" value="#FFC114"/>
    </inkml:brush>
  </inkml:definitions>
  <inkml:trace contextRef="#ctx0" brushRef="#br0">0 46 24575,'0'-3'0,"0"-3"0,0-5 0,0-2 0,0 3 0,0 7 0,0 9 0,0 10 0,0 7 0,0 9 0,0 4 0,0 6 0,3 2 0,1 4 0,-1-1 0,0-3 0,-1-3 0,-1-8-8191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29.491"/>
    </inkml:context>
    <inkml:brush xml:id="br0">
      <inkml:brushProperty name="width" value="0.05" units="cm"/>
      <inkml:brushProperty name="height" value="0.05" units="cm"/>
      <inkml:brushProperty name="color" value="#FFC114"/>
    </inkml:brush>
  </inkml:definitions>
  <inkml:trace contextRef="#ctx0" brushRef="#br0">83 214 24575,'20'-38'0,"-2"-1"0,22-68 0,-37 84 0,-6 17 0,-6 12 0,-3 7 0,1 1 0,0 1 0,1 0 0,1 0 0,0 1 0,-10 27 0,-30 105 0,47-140 0,-3 11 0,0 0 0,-4 37 0,9-52 0,-1 0 0,1 0 0,0 0 0,0 0 0,1 0 0,-1 0 0,1 0 0,0 0 0,0 0 0,0 0 0,0 0 0,1 0 0,-1-1 0,1 1 0,0 0 0,1-1 0,-1 0 0,0 1 0,1-1 0,4 4 0,-5-5 0,0-1 0,1 0 0,-1 1 0,0-1 0,1 0 0,-1 0 0,1 0 0,-1 0 0,1-1 0,-1 1 0,1-1 0,0 1 0,-1-1 0,1 0 0,3 0 0,-1-1 0,0 0 0,1 0 0,-1 0 0,0-1 0,0 0 0,0 1 0,5-5 0,4-2 0,-1 0 0,-1-1 0,0-1 0,15-14 0,59-73 0,-86 96 0,1 1 0,-1-1 0,1 1 0,0-1 0,-1 0 0,1 1 0,-1-1 0,1 1 0,0 0 0,0-1 0,-1 1 0,1-1 0,0 1 0,0 0 0,0 0 0,-1 0 0,2-1 0,-1 1 0,-1 0 0,0 1 0,0-1 0,1 0 0,-1 0 0,0 0 0,1 1 0,-1-1 0,0 0 0,0 0 0,1 1 0,-1-1 0,0 0 0,0 1 0,1-1 0,-1 0 0,0 0 0,0 1 0,0-1 0,0 0 0,0 1 0,0-1 0,1 1 0,-1-1 0,0 0 0,0 1 0,-2 32 0,2-27 0,-3 17-195,1 1 0,1-1 0,1 0 0,1 1 0,1-1 0,6 30 0,2-20-6631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0.041"/>
    </inkml:context>
    <inkml:brush xml:id="br0">
      <inkml:brushProperty name="width" value="0.05" units="cm"/>
      <inkml:brushProperty name="height" value="0.05" units="cm"/>
      <inkml:brushProperty name="color" value="#FFC114"/>
    </inkml:brush>
  </inkml:definitions>
  <inkml:trace contextRef="#ctx0" brushRef="#br0">1 332 24575,'5'-29'0,"-1"-1"0,1-36 0,-3 33 0,6 299 0,2-42 0,-7-289 0,3 0 0,16-75 0,42-141 0,-56 251 0,-7 24 0,1-4 0,1 1 0,0 0 0,0 0 0,6-11 0,-9 18 0,1 1 0,-1 0 0,1 0 0,-1 0 0,1 0 0,0 0 0,0 0 0,-1 0 0,1 0 0,0 0 0,0 0 0,0 1 0,0-1 0,0 0 0,0 1 0,0-1 0,0 0 0,1 1 0,-1 0 0,0-1 0,0 1 0,0-1 0,0 1 0,1 0 0,-1 0 0,0 0 0,0 0 0,1 0 0,-1 0 0,0 0 0,0 0 0,1 0 0,-1 1 0,0-1 0,0 0 0,0 1 0,0-1 0,0 1 0,1-1 0,-1 1 0,1 1 0,7 4 0,-1 1 0,0 0 0,-1 0 0,0 1 0,0 0 0,-1 0 0,10 16 0,-3-1 0,20 45 0,-31-63 0,0 0 0,0 0 0,-1 0 0,0 0 0,0 0 0,0 0 0,0 0 0,-1 1 0,0-1 0,0 0 0,0 0 0,-1 0 0,-1 10 0,0-11 0,1 0 0,-1 0 0,0-1 0,0 1 0,0-1 0,-1 1 0,1-1 0,-1 0 0,0 0 0,0 0 0,0 0 0,0-1 0,-1 1 0,1-1 0,0 0 0,-1 0 0,0 0 0,-4 1 0,-3 2 0,-1-1 0,0 0 0,0-1 0,0 0 0,-1-1 0,1 0 0,-24-1 0,83 4 0,87 22 0,-109-20 0,0 2 0,0 0 0,-1 1 0,-1 2 0,24 15 0,-41-24 0,-1 1 0,0 0 0,0 0 0,0 0 0,-1 1 0,1 0 0,-1 0 0,0 0 0,6 11 0,-9-14 0,0 0 0,0 0 0,0 0 0,-1 0 0,1 1 0,-1-1 0,1 0 0,-1 0 0,0 0 0,0 1 0,0-1 0,0 0 0,0 0 0,-1 0 0,1 0 0,-1 1 0,1-1 0,-1 0 0,0 0 0,0 0 0,0 0 0,0 0 0,0 0 0,0-1 0,-1 1 0,1 0 0,0 0 0,-1-1 0,0 1 0,1-1 0,-1 1 0,-2 1 0,-4 2 37,-1 0-1,1 0 1,-1-1-1,0 0 1,0 0-1,0-1 1,0 0-1,-14 2 1,-81 7-938,80-10 108,-75 4-6033</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1.005"/>
    </inkml:context>
    <inkml:brush xml:id="br0">
      <inkml:brushProperty name="width" value="0.05" units="cm"/>
      <inkml:brushProperty name="height" value="0.05" units="cm"/>
      <inkml:brushProperty name="color" value="#FFC114"/>
    </inkml:brush>
  </inkml:definitions>
  <inkml:trace contextRef="#ctx0" brushRef="#br0">744 221 24575,'47'-134'0,"-47"134"0,0 0 0,0 0 0,0 0 0,0 0 0,0 0 0,0 0 0,0 0 0,0 0 0,0 0 0,0 0 0,0 0 0,0 0 0,-1 0 0,1 0 0,0 0 0,0 0 0,0-1 0,0 1 0,0 0 0,0 0 0,0 0 0,0 0 0,0 0 0,0 0 0,0 0 0,0 0 0,0 0 0,0 0 0,0 0 0,0 0 0,0 0 0,0 0 0,0-1 0,0 1 0,0 0 0,0 0 0,0 0 0,0 0 0,0 0 0,0 0 0,0 0 0,0 0 0,0 0 0,0 0 0,0 0 0,0-1 0,0 1 0,0 0 0,0 0 0,0 0 0,0 0 0,0 0 0,0 0 0,0 0 0,0 0 0,0 0 0,0 0 0,0 0 0,0 0 0,0 0 0,-6 7 0,-10 16 0,-52 87 0,-100 222 0,138-261 0,4 2 0,3 1 0,3 1 0,-15 114 0,32-162 0,1 2 0,1-1 0,1 0 0,1 0 0,2 0 0,6 28 0,-7-44 0,2-1 0,-1 0 0,1 0 0,1-1 0,0 1 0,1-1 0,0 0 0,0 0 0,1-1 0,0 0 0,1 0 0,-1-1 0,2 0 0,-1 0 0,1 0 0,1-2 0,13 9 0,-1-3 10,0-2-1,0-1 0,2 0 0,40 9 1,102 8-242,318 10-1743,6-27-361,-330-8 1336,2785 114-3524,-1987-77 5661,-793-43 416,-137 2-611,0 0 0,-1-2 0,47-14 0,-65 15-868,0 1 1,0-1-1,0-1 1,-1 0 0,0 0-1,0 0 1,0-1-1,0-1 1,-1 1-1,0-1 1,10-13-1,-9 9 69,0-2-1,-1 1 0,-1-1 0,0 1 0,0-2 0,-1 1 0,3-17 0,1-17 238,-2 1 0,-3-1 0,-2-83 0,-2 111-369,-1-36-11,-8-65 0,5 93 0,-2 1 0,0-1 0,-2 1 0,-16-37 0,10 35-27,0 1 0,-2 0 0,-1 1 0,-1 1 0,-1 1 0,-30-30-1,19 25-55,-2 2-1,0 1 1,-2 2-1,-43-24 1,4 11-39,-2 3 1,-1 3-1,-1 4 1,-110-24-1,-562-77-2278,-11 61 0,-342 1 1241,490 32 681,-244 17 1592,4 40 408,599-14-1394,22 1 645,149-6-4849</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1.472"/>
    </inkml:context>
    <inkml:brush xml:id="br0">
      <inkml:brushProperty name="width" value="0.05" units="cm"/>
      <inkml:brushProperty name="height" value="0.05" units="cm"/>
      <inkml:brushProperty name="color" value="#FFC114"/>
    </inkml:brush>
  </inkml:definitions>
  <inkml:trace contextRef="#ctx0" brushRef="#br0">0 83 24575,'1'-6'0,"-1"-1"0,1 1 0,1 0 0,-1 0 0,1 0 0,0 0 0,1 0 0,-1 0 0,1 1 0,0-1 0,5-6 0,-8 12 0,0-1 0,0 1 0,1 0 0,-1 0 0,0-1 0,0 1 0,0 0 0,0 0 0,1 0 0,-1-1 0,0 1 0,0 0 0,1 0 0,-1 0 0,0 0 0,0-1 0,1 1 0,-1 0 0,0 0 0,0 0 0,1 0 0,-1 0 0,0 0 0,1 0 0,-1 0 0,0 0 0,0 0 0,1 0 0,-1 0 0,0 0 0,1 0 0,-1 0 0,0 0 0,1 0 0,-1 0 0,0 0 0,0 0 0,1 1 0,-1-1 0,0 0 0,7 14 0,-3 20 0,-3 58 127,-17 152-1,0-52-1744,14-147-5208</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1.874"/>
    </inkml:context>
    <inkml:brush xml:id="br0">
      <inkml:brushProperty name="width" value="0.05" units="cm"/>
      <inkml:brushProperty name="height" value="0.05" units="cm"/>
      <inkml:brushProperty name="color" value="#FFC114"/>
    </inkml:brush>
  </inkml:definitions>
  <inkml:trace contextRef="#ctx0" brushRef="#br0">133 108 24575,'9'-9'0,"0"0"0,10-16 0,-16 21 0,0 0 0,-1 0 0,1-1 0,-1 1 0,0-1 0,0 1 0,-1-1 0,2-10 0,-2 15 0,-1 0 0,0-1 0,0 1 0,0-1 0,0 1 0,0-1 0,0 1 0,0-1 0,0 1 0,0-1 0,0 1 0,0-1 0,0 1 0,0-1 0,0 1 0,0 0 0,-1-1 0,1 1 0,0-1 0,0 1 0,0-1 0,-1 1 0,1 0 0,0-1 0,-1 1 0,1 0 0,0-1 0,-1 1 0,1 0 0,0-1 0,-1 1 0,1 0 0,-1 0 0,1-1 0,0 1 0,-1 0 0,1 0 0,-1 0 0,1 0 0,-1 0 0,1-1 0,-1 1 0,1 0 0,-1 0 0,1 0 0,-1 0 0,1 0 0,-1 1 0,1-1 0,0 0 0,-1 0 0,1 0 0,-1 0 0,1 0 0,-1 1 0,1-1 0,0 0 0,-1 0 0,1 1 0,-1-1 0,-27 19 0,14-8 0,0 2 0,2 0 0,0 1 0,0 0 0,1 0 0,1 1 0,-9 18 0,12-21 0,1 1 0,1 0 0,0 0 0,0 0 0,1 0 0,1 1 0,1 0 0,0 0 0,-1 24 0,3-31 0,1-1 0,0 0 0,0 0 0,0 1 0,1-1 0,0 0 0,0 0 0,1-1 0,-1 1 0,1 0 0,0-1 0,1 0 0,-1 1 0,1-1 0,0-1 0,1 1 0,-1-1 0,1 1 0,0-1 0,0-1 0,0 1 0,0-1 0,1 1 0,-1-2 0,1 1 0,8 2 0,-7-2 0,0-2 0,-1 1 0,1-1 0,0 0 0,1 0 0,-1 0 0,0-1 0,0-1 0,0 1 0,0-1 0,0 0 0,0 0 0,0-1 0,-1 0 0,1-1 0,0 1 0,-1-1 0,0 0 0,1-1 0,-1 1 0,0-1 0,-1-1 0,8-5 0,-5 1 0,-1 0 0,1 0 0,-2-1 0,1 0 0,-1 0 0,-1 0 0,7-17 0,20-79 0,-26 85 0,-4 16 0,-1 7 0,1 14 0,-1 25 0,-1-14 24,5 134 286,-3-144-522,0 0 0,2 1-1,0-2 1,1 1-1,0 0 1,2-1-1,8 18 1,3-6-6614</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2.388"/>
    </inkml:context>
    <inkml:brush xml:id="br0">
      <inkml:brushProperty name="width" value="0.05" units="cm"/>
      <inkml:brushProperty name="height" value="0.05" units="cm"/>
      <inkml:brushProperty name="color" value="#FFC114"/>
    </inkml:brush>
  </inkml:definitions>
  <inkml:trace contextRef="#ctx0" brushRef="#br0">40 434 24575,'10'-41'0,"-2"0"0,-2 0 0,3-67 0,-10 103 0,1 0 0,0 0 0,-1 0 0,-2-10 0,2 15 0,1 0 0,0-1 0,0 1 0,0-1 0,0 1 0,0-1 0,-1 1 0,1 0 0,0-1 0,0 1 0,-1 0 0,1-1 0,0 1 0,0 0 0,-1-1 0,1 1 0,-1 0 0,1 0 0,0-1 0,-1 1 0,1 0 0,0 0 0,-1 0 0,0-1 0,0 1 0,0 1 0,1-1 0,-1 0 0,0 1 0,0-1 0,1 1 0,-1-1 0,0 1 0,1-1 0,-1 1 0,1 0 0,-1-1 0,0 1 0,1-1 0,-1 1 0,1 0 0,0 0 0,-1-1 0,1 2 0,-7 11 0,1 1 0,1-1 0,0 1 0,1 0 0,0 0 0,1 1 0,-1 17 0,-2 107 0,6-121 0,-1 22 0,0-22 0,0 0 0,1 0 0,1 0 0,6 28 0,-7-46 0,0 1 0,0-1 0,0 0 0,-1 0 0,1 0 0,0 0 0,0 0 0,0 0 0,0 1 0,0-1 0,0 0 0,0 0 0,0 0 0,0 0 0,0 0 0,0 1 0,0-1 0,1 0 0,-1 0 0,0 0 0,0 0 0,0 0 0,0 0 0,0 1 0,0-1 0,0 0 0,0 0 0,0 0 0,0 0 0,0 0 0,1 0 0,-1 0 0,0 0 0,0 1 0,0-1 0,0 0 0,0 0 0,0 0 0,0 0 0,1 0 0,-1 0 0,0 0 0,0 0 0,0 0 0,0 0 0,0 0 0,1 0 0,-1 0 0,0 0 0,0 0 0,0 0 0,0 0 0,0 0 0,1 0 0,-1 0 0,0 0 0,0 0 0,4-11 0,1-18 0,0-48 0,20-101 0,-18 144 0,1 1 0,2 0 0,1 1 0,2 0 0,25-44 0,-33 67 0,0 1 0,1 0 0,0 0 0,0 1 0,1 0 0,0 0 0,0 0 0,8-6 0,-12 12 0,-1 0 0,0-1 0,0 1 0,0 0 0,1 0 0,-1 0 0,0 0 0,1 0 0,-1 1 0,1-1 0,-1 1 0,1 0 0,-1 0 0,1-1 0,-1 2 0,1-1 0,0 0 0,-1 0 0,1 1 0,-1-1 0,0 1 0,1 0 0,-1 0 0,1 0 0,-1 0 0,0 0 0,0 1 0,0-1 0,0 1 0,0-1 0,0 1 0,0 0 0,0-1 0,0 1 0,1 4 0,3 1 0,-2 0 0,1 1 0,-1-1 0,0 1 0,-1 1 0,1-1 0,-2 0 0,1 1 0,-1-1 0,-1 1 0,1 0 0,-1-1 0,-1 14 0,-1 12 0,-1 0 0,-8 37 0,9-65 0,0-3 0,1 0 0,-1 0 0,1 1 0,0-1 0,0 0 0,0 0 0,1 0 0,-1 0 0,1 0 0,0 1 0,-1-1 0,1 0 0,0 0 0,1-1 0,2 6 0,-1-4 0,1 0 0,-1 0 0,1 0 0,0-1 0,0 1 0,1-1 0,-1 0 0,9 4 0,-9-5 0,22 13 0,30 21 0,-50-31 0,1 0 0,-1 0 0,0 1 0,0 0 0,0 0 0,-1 1 0,0 0 0,0 0 0,5 10 0,-9-15 0,0 0 0,0 0 0,-1 0 0,1 1 0,0-1 0,-1 0 0,1 1 0,-1-1 0,0 1 0,0-1 0,0 0 0,0 1 0,0-1 0,-1 0 0,1 1 0,-1-1 0,1 0 0,-1 1 0,-2 3 0,1-3 0,0 0 0,0 1 0,-1-1 0,1-1 0,-1 1 0,0 0 0,0-1 0,0 1 0,0-1 0,0 0 0,-5 2 0,-4 2 0,0-1 0,-1-1 0,1 0 0,-1-1 0,0 0 0,-16 1 0,2-3-273,0-1 0,1-1 0,-1-2 0,-51-11 0,22 1-6553</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2.776"/>
    </inkml:context>
    <inkml:brush xml:id="br0">
      <inkml:brushProperty name="width" value="0.05" units="cm"/>
      <inkml:brushProperty name="height" value="0.05" units="cm"/>
      <inkml:brushProperty name="color" value="#FFC114"/>
    </inkml:brush>
  </inkml:definitions>
  <inkml:trace contextRef="#ctx0" brushRef="#br0">1 1 24575,'0'6'0,"0"4"0,0 4 0,3-1 0,3-2 0,2-7 0,1-3 0,3-5 0,2-4 0,-2-5 0,-3 1-8191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2.915"/>
    </inkml:context>
    <inkml:brush xml:id="br0">
      <inkml:brushProperty name="width" value="0.05" units="cm"/>
      <inkml:brushProperty name="height" value="0.05" units="cm"/>
      <inkml:brushProperty name="color" value="#FFC114"/>
    </inkml:brush>
  </inkml:definitions>
  <inkml:trace contextRef="#ctx0" brushRef="#br0">1 97 24575,'0'-3'0,"0"-4"0,0-3 0,0-3 0,0-2 0,0-2 0,0 0 0,0 2-8191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3.102"/>
    </inkml:context>
    <inkml:brush xml:id="br0">
      <inkml:brushProperty name="width" value="0.05" units="cm"/>
      <inkml:brushProperty name="height" value="0.05" units="cm"/>
      <inkml:brushProperty name="color" value="#FFC114"/>
    </inkml:brush>
  </inkml:definitions>
  <inkml:trace contextRef="#ctx0" brushRef="#br0">14 113 24575,'-3'-3'0,"-1"-4"0,1-3 0,0-3 0,4-3 0,4 0 0,5 1 0,0 1 0,1 3 0,-1 3-8191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3.224"/>
    </inkml:context>
    <inkml:brush xml:id="br0">
      <inkml:brushProperty name="width" value="0.05" units="cm"/>
      <inkml:brushProperty name="height" value="0.05" units="cm"/>
      <inkml:brushProperty name="color" value="#FFC114"/>
    </inkml:brush>
  </inkml:definitions>
  <inkml:trace contextRef="#ctx0" brushRef="#br0">0 4 24575,'0'-3'0,"0"2"0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5.717"/>
    </inkml:context>
    <inkml:brush xml:id="br0">
      <inkml:brushProperty name="width" value="0.05" units="cm"/>
      <inkml:brushProperty name="height" value="0.05" units="cm"/>
      <inkml:brushProperty name="color" value="#FFC114"/>
    </inkml:brush>
  </inkml:definitions>
  <inkml:trace contextRef="#ctx0" brushRef="#br0">1 321 24575,'0'-2'0,"3"-56"0,-3 54 0,1 0 0,0 0 0,0 0 0,0 0 0,0 0 0,1 0 0,0 0 0,-1 1 0,2-1 0,-1 1 0,4-6 0,-5 8 0,0 0 0,1 0 0,-1 0 0,1 0 0,-1 0 0,1 1 0,-1-1 0,1 0 0,-1 1 0,1-1 0,-1 1 0,1-1 0,0 1 0,-1 0 0,1 0 0,0 0 0,-1 0 0,1 0 0,0 0 0,0 0 0,-1 1 0,1-1 0,-1 0 0,1 1 0,0 0 0,-1-1 0,1 1 0,-1 0 0,1 0 0,0 1 0,7 3 0,0 1 0,-1 0 0,13 12 0,20 23 0,-1 1 0,44 62 0,57 103 0,-124-181 0,82 130 0,92 132 0,-187-282 0,3 4 0,0-1 0,1 0 0,0 0 0,14 11 0,-20-18 0,-1-1 0,1 0 0,-1 0 0,1 0 0,0 0 0,0 0 0,0 0 0,-1 0 0,1 0 0,0-1 0,0 1 0,0-1 0,0 0 0,0 1 0,0-1 0,0 0 0,0 0 0,0 0 0,0 0 0,0-1 0,0 1 0,0 0 0,0-1 0,0 1 0,0-1 0,0 0 0,0 0 0,-1 0 0,1 0 0,0 0 0,0 0 0,-1 0 0,3-3 0,6-6 0,-1-2 0,-1 1 0,0-1 0,0-1 0,-1 1 0,-1-1 0,6-16 0,0 4 0,140-365 0,-30-10 0,-84 247 0,-18 65 0,-32 145-1365,4-16-5461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6.090"/>
    </inkml:context>
    <inkml:brush xml:id="br0">
      <inkml:brushProperty name="width" value="0.05" units="cm"/>
      <inkml:brushProperty name="height" value="0.05" units="cm"/>
      <inkml:brushProperty name="color" value="#FFC114"/>
    </inkml:brush>
  </inkml:definitions>
  <inkml:trace contextRef="#ctx0" brushRef="#br0">476 301 24575,'26'-69'0,"-15"42"0,-1 0 0,-1-1 0,8-41 0,-16 66 0,-1-1 0,0 1 0,0-1 0,0 1 0,0-1 0,0 1 0,0-1 0,-1 1 0,0 0 0,0-1 0,0 1 0,0 0 0,0-1 0,-4-4 0,4 6 0,-1 0 0,0 0 0,1 0 0,-1 0 0,0 1 0,-1-1 0,1 0 0,0 1 0,0 0 0,-1-1 0,1 1 0,0 0 0,-1 0 0,1 1 0,-1-1 0,0 0 0,1 1 0,-1-1 0,-4 1 0,-11 0 0,1 1 0,0 0 0,0 2 0,0 0 0,0 0 0,-23 10 0,-96 43 0,115-47 0,0 2 0,1 0 0,0 1 0,1 1 0,-34 29 0,48-37 0,-1 1 0,2-1 0,-1 1 0,1 0 0,-1 0 0,1 0 0,1 0 0,0 1 0,0-1 0,0 1 0,0 0 0,1 0 0,0 0 0,1 0 0,0 0 0,0 1 0,0-1 0,1 0 0,0 0 0,0 1 0,1-1 0,3 14 0,1-3 0,2 0 0,0-1 0,1 1 0,0-1 0,2-1 0,0 0 0,23 28 0,99 96 0,-115-124 0,48 45 0,34 33 0,-82-76 0,0 2 0,-1 0 0,15 25 0,-29-42 0,0 0 0,0 1 0,-1-1 0,1 0 0,-1 1 0,0-1 0,0 0 0,0 1 0,-1-1 0,1 1 0,-1 0 0,0-1 0,0 1 0,0 5 0,-1-7 0,0 1 0,1-1 0,-1 0 0,0 0 0,0 0 0,0 0 0,-1 0 0,1 0 0,0 0 0,-1 0 0,1-1 0,-1 1 0,0-1 0,1 1 0,-1-1 0,0 1 0,0-1 0,0 0 0,0 0 0,0 0 0,0 0 0,-1 0 0,-2 0 0,-7 3 49,0-1 0,-1-1 0,1 0-1,-1-1 1,0 0 0,-23-3 0,11 0-618,0-2 0,-37-10 0,24 2-6257</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6.913"/>
    </inkml:context>
    <inkml:brush xml:id="br0">
      <inkml:brushProperty name="width" value="0.05" units="cm"/>
      <inkml:brushProperty name="height" value="0.05" units="cm"/>
      <inkml:brushProperty name="color" value="#FFC114"/>
    </inkml:brush>
  </inkml:definitions>
  <inkml:trace contextRef="#ctx0" brushRef="#br0">183 734 24575,'42'-8'0,"-33"7"0,0-1 0,0 1 0,0-1 0,0-1 0,0 0 0,-1 0 0,1-1 0,-1 0 0,0 0 0,14-11 0,-21 15 0,0-1 0,0 0 0,0 1 0,0-1 0,-1 0 0,1 0 0,0 0 0,-1 0 0,1 0 0,-1 1 0,1-1 0,-1 0 0,1 0 0,-1 0 0,0 0 0,1-1 0,-1 1 0,0 0 0,0 0 0,0 0 0,0 0 0,0 0 0,0-2 0,-1 1 0,1 1 0,-1 0 0,0-1 0,1 1 0,-1 0 0,0 0 0,0-1 0,0 1 0,0 0 0,0 0 0,-1 0 0,1 0 0,0 1 0,0-1 0,-2-1 0,-4-1 0,-1-1 0,1 1 0,-1 1 0,0-1 0,-9 0 0,5 1 0,1 1 0,-1 0 0,0 1 0,0 0 0,0 1 0,0 0 0,0 1 0,0 0 0,1 1 0,-1 0 0,1 1 0,0 0 0,-21 12 0,26-12 0,0 0 0,-1 0 0,2 1 0,-1-1 0,0 1 0,1 1 0,0-1 0,0 1 0,1 0 0,-1 0 0,1 0 0,1 1 0,-1-1 0,1 1 0,0 0 0,1 0 0,-1 0 0,1 0 0,1 0 0,-1 1 0,1-1 0,1 1 0,-1 11 0,2-12 0,0 0 0,0 1 0,1-1 0,-1 0 0,2 1 0,-1-1 0,1 0 0,0-1 0,0 1 0,1 0 0,0-1 0,0 0 0,0 0 0,1 0 0,0 0 0,0-1 0,1 0 0,-1 0 0,9 5 0,-3-2 0,2-1 0,-1 0 0,1-1 0,0 0 0,0-1 0,0 0 0,1-1 0,0-1 0,17 3 0,-3-3 0,1-2 0,0 0 0,-1-2 0,1-1 0,-1-1 0,54-13 0,-66 12 0,1-1 0,-1-1 0,0 0 0,-1-1 0,0-1 0,0 0 0,0-1 0,-1-1 0,0 0 0,-1-1 0,0-1 0,20-23 0,-28 28 0,0-1 0,0 0 0,-1-1 0,0 1 0,0-1 0,-1 1 0,0-1 0,0 0 0,-1 0 0,1-15 0,-2 21 0,-1 0 0,0 0 0,0 0 0,0 0 0,0 0 0,0 0 0,-1 0 0,1 0 0,-1 0 0,0 0 0,0 1 0,0-1 0,0 0 0,-1 0 0,1 1 0,0-1 0,-1 1 0,0-1 0,0 1 0,0 0 0,0 0 0,0 0 0,0 0 0,-1 0 0,1 0 0,0 0 0,-1 1 0,0-1 0,1 1 0,-1 0 0,0 0 0,0 0 0,1 0 0,-1 0 0,-6 0 0,2 1 0,0-1 0,0 2 0,0-1 0,0 1 0,0 0 0,0 0 0,0 1 0,0 0 0,0 0 0,0 1 0,1 0 0,0 0 0,-1 0 0,1 1 0,-8 6 0,7-5 0,0 1 0,0-1 0,1 2 0,0-1 0,0 1 0,0 0 0,1 0 0,0 0 0,0 1 0,1 0 0,-7 16 0,10-21 0,0-1 0,0 1 0,0 0 0,1 0 0,-1 0 0,1 0 0,0-1 0,0 1 0,0 0 0,0 0 0,0 0 0,1 0 0,0 0 0,-1-1 0,1 1 0,0 0 0,0 0 0,0-1 0,0 1 0,3 3 0,-1-3 0,0 0 0,0 0 0,0 0 0,0 0 0,1 0 0,-1-1 0,1 0 0,0 0 0,0 0 0,0 0 0,0 0 0,5 1 0,6 0 0,-1 0 0,1 0 0,0-2 0,0 0 0,0 0 0,27-4 0,-36 3 0,0-1 0,0 0 0,1-1 0,-1 1 0,-1-1 0,1 0 0,0-1 0,0 1 0,-1-1 0,0 0 0,1-1 0,5-4 0,-8 5 0,0-1 0,0 1 0,-1 0 0,1-1 0,-1 0 0,0 1 0,0-1 0,0 0 0,0 0 0,-1 0 0,0 0 0,1 0 0,-2-1 0,1 1 0,0 0 0,-1-1 0,0 1 0,0-5 0,1 19 0,0 0 0,1 0 0,0-1 0,1 1 0,-1-1 0,2 1 0,0-1 0,0 0 0,0 0 0,1-1 0,1 1 0,-1-1 0,1 0 0,1-1 0,-1 1 0,13 9 0,-13-12 0,0 0 0,0-1 0,0 1 0,0-2 0,1 1 0,-1-1 0,1 0 0,0 0 0,0 0 0,0-1 0,0-1 0,1 1 0,-1-1 0,1 0 0,-1-1 0,0 1 0,1-2 0,-1 1 0,1-1 0,-1 0 0,0 0 0,1-1 0,-1 0 0,7-3 0,0-1 0,-1-1 0,0-1 0,0 0 0,0 0 0,-1-1 0,0-1 0,19-19 0,-17 12 0,0-1 0,-1 1 0,0-2 0,17-35 0,-13 13 0,0-1 0,-3-1 0,-2 0 0,12-78 0,-16 69 0,0-103 0,-8 128 0,-2 1 0,-1-1 0,-1 1 0,-1 0 0,-16-45 0,19 65 0,-1-1 0,0 0 0,0 1 0,-1-1 0,0 1 0,0 0 0,-1 1 0,-5-7 0,8 11 0,1-1 0,0 1 0,0 0 0,-1 0 0,1 0 0,-1 0 0,1 1 0,-1-1 0,1 0 0,-1 1 0,0-1 0,1 1 0,-1-1 0,1 1 0,-1 0 0,0 0 0,0-1 0,1 1 0,-1 0 0,0 1 0,1-1 0,-1 0 0,0 0 0,1 1 0,-1-1 0,0 1 0,1-1 0,-1 1 0,1 0 0,-1 0 0,1 0 0,-1 0 0,1 0 0,0 0 0,-1 0 0,1 0 0,0 0 0,-2 3 0,-3 4 0,0 0 0,0 1 0,1-1 0,0 1 0,1 0 0,0 1 0,0-1 0,1 1 0,0-1 0,1 1 0,-1 11 0,-2 17 0,-1 60 0,8-21 0,3 0 0,3 0 0,3 0 0,4-1 0,40 121 0,-15-91 0,-34-92 0,1-1 0,0-1 0,0 1 0,1-1 0,16 17 0,-23-28-68,0 1 0,0-1-1,1 0 1,-1 1 0,0-1 0,1 0-1,-1 0 1,1 0 0,0 0 0,-1 0-1,1 0 1,0-1 0,-1 1 0,1 0-1,0-1 1,0 0 0,0 1-1,-1-1 1,4 0 0,7-4-6758</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7.848"/>
    </inkml:context>
    <inkml:brush xml:id="br0">
      <inkml:brushProperty name="width" value="0.05" units="cm"/>
      <inkml:brushProperty name="height" value="0.05" units="cm"/>
      <inkml:brushProperty name="color" value="#FFC114"/>
    </inkml:brush>
  </inkml:definitions>
  <inkml:trace contextRef="#ctx0" brushRef="#br0">1 81 24575,'0'-5'0,"2"-9"0,2-3 0,0-3 0,-4 3 0,-2 9 0,0 16 0,3 16 0,1 20 0,3 22 0,4 19 0,5 22 0,5 18 0,3 13 0,2 10-825,-1 4 825,-4-22-7366</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8.436"/>
    </inkml:context>
    <inkml:brush xml:id="br0">
      <inkml:brushProperty name="width" value="0.05" units="cm"/>
      <inkml:brushProperty name="height" value="0.05" units="cm"/>
      <inkml:brushProperty name="color" value="#FFC114"/>
    </inkml:brush>
  </inkml:definitions>
  <inkml:trace contextRef="#ctx0" brushRef="#br0">293 177 24575,'12'-6'0,"1"-1"0,-1-1 0,0 0 0,15-13 0,-24 18 0,0 0 0,0 0 0,0 0 0,0-1 0,0 1 0,-1 0 0,0-1 0,1 0 0,-1 0 0,-1 1 0,1-1 0,0 0 0,-1 0 0,0-1 0,0 1 0,0 0 0,-1 0 0,1-1 0,-1-3 0,-1 6 0,1-1 0,-1 1 0,1 0 0,-1 0 0,0 0 0,0 0 0,0 0 0,0 0 0,0 0 0,-1 0 0,1 0 0,-1 1 0,1-1 0,-1 0 0,1 1 0,-1-1 0,0 1 0,0 0 0,0 0 0,0-1 0,0 1 0,0 1 0,0-1 0,0 0 0,0 0 0,0 1 0,-1-1 0,-2 0 0,-4 0 0,-1 0 0,1 0 0,-1 0 0,1 2 0,-14 0 0,7 2 0,1 0 0,-1 1 0,1 0 0,0 2 0,0-1 0,0 2 0,1 0 0,0 1 0,-15 10 0,18-9 0,0-1 0,0 2 0,1-1 0,0 1 0,0 1 0,1 0 0,1 0 0,0 1 0,0 0 0,-9 20 0,15-27 0,0 0 0,0 1 0,1-1 0,-1 0 0,1 1 0,0-1 0,1 1 0,-1-1 0,1 1 0,0 0 0,1-1 0,-1 1 0,1-1 0,0 1 0,0-1 0,1 0 0,0 1 0,3 6 0,-1-5 0,0-1 0,0 0 0,1 0 0,0 0 0,0 0 0,0-1 0,1 0 0,0 0 0,0 0 0,0-1 0,0 0 0,1 0 0,7 3 0,4 1 57,0-2 0,1 0 0,-1-1 0,1-1 0,37 4 0,-14-5-911,67-5 1,-33-5-5973</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8.761"/>
    </inkml:context>
    <inkml:brush xml:id="br0">
      <inkml:brushProperty name="width" value="0.05" units="cm"/>
      <inkml:brushProperty name="height" value="0.05" units="cm"/>
      <inkml:brushProperty name="color" value="#FFC114"/>
    </inkml:brush>
  </inkml:definitions>
  <inkml:trace contextRef="#ctx0" brushRef="#br0">34 871 24575,'1'-32'0,"0"20"0,-1 1 0,0-1 0,0 0 0,-1 1 0,-1-1 0,0 1 0,-5-16 0,7 27 0,0-1 0,0 1 0,0-1 0,0 1 0,0-1 0,0 1 0,0-1 0,0 1 0,-1-1 0,1 1 0,0-1 0,0 1 0,0-1 0,-1 1 0,1 0 0,0-1 0,-1 1 0,1-1 0,0 1 0,-1 0 0,1-1 0,-1 1 0,1 0 0,0 0 0,-1-1 0,1 1 0,-1 0 0,1 0 0,-1 0 0,1 0 0,-1-1 0,1 1 0,-2 0 0,2 1 0,-1 0 0,0 0 0,1 0 0,-1 0 0,0 0 0,1 0 0,-1 0 0,1 0 0,-1 0 0,1 0 0,0 0 0,0 0 0,-1 2 0,-4 42 0,7 13 0,2-1 0,3 0 0,19 76 0,-19-114 0,-7-19 0,0 0 0,0-1 0,0 1 0,1 0 0,-1 0 0,0 0 0,0 0 0,0 0 0,0 0 0,1 0 0,-1 0 0,0 0 0,0 0 0,0-1 0,0 1 0,1 0 0,-1 0 0,0 0 0,0 0 0,0-1 0,0 1 0,0 0 0,0 0 0,0 0 0,0 0 0,0-1 0,1 1 0,-1 0 0,0 0 0,0 0 0,0-1 0,0 1 0,0 0 0,0 0 0,0 0 0,0-1 0,0 1 0,0 0 0,0 0 0,-1 0 0,1-1 0,2-39 0,-11-268 0,-1 48 0,21 3 0,5 153 0,-13 92 0,0 1 0,1-1 0,0 1 0,1 0 0,0 0 0,11-16 0,-15 25 0,1-1 0,-1 1 0,1 0 0,-1 0 0,1 0 0,0 0 0,0 1 0,-1-1 0,1 0 0,1 1 0,-1-1 0,0 1 0,0 0 0,0-1 0,1 1 0,-1 0 0,1 1 0,-1-1 0,1 0 0,-1 1 0,1-1 0,-1 1 0,1 0 0,0 0 0,-1 0 0,1 0 0,-1 0 0,1 0 0,-1 1 0,1 0 0,-1-1 0,1 1 0,-1 0 0,1 0 0,-1 0 0,0 0 0,1 1 0,-1-1 0,0 1 0,3 2 0,5 5 0,0 0 0,-1 1 0,0 0 0,0 0 0,-1 1 0,10 18 0,3 12-682,21 55-1,-15-28-6143</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8.899"/>
    </inkml:context>
    <inkml:brush xml:id="br0">
      <inkml:brushProperty name="width" value="0.05" units="cm"/>
      <inkml:brushProperty name="height" value="0.05" units="cm"/>
      <inkml:brushProperty name="color" value="#FFC114"/>
    </inkml:brush>
  </inkml:definitions>
  <inkml:trace contextRef="#ctx0" brushRef="#br0">0 18 24575,'0'-3'0,"3"-1"0,4 0 0,6 1 0,10 1 0,10 1 0,-2 0-8191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9.224"/>
    </inkml:context>
    <inkml:brush xml:id="br0">
      <inkml:brushProperty name="width" value="0.05" units="cm"/>
      <inkml:brushProperty name="height" value="0.05" units="cm"/>
      <inkml:brushProperty name="color" value="#FFC114"/>
    </inkml:brush>
  </inkml:definitions>
  <inkml:trace contextRef="#ctx0" brushRef="#br0">302 118 24575,'1'-1'0,"1"0"0,-1-1 0,0 0 0,0 1 0,1-1 0,-1 0 0,0 1 0,-1-1 0,1 0 0,0 0 0,0 0 0,-1 0 0,1 0 0,-1 0 0,0 0 0,1 0 0,-1 0 0,0 0 0,0 0 0,0 0 0,-1 0 0,1 0 0,0 0 0,-1 0 0,1 0 0,-1 0 0,0 0 0,0 1 0,0-1 0,0 0 0,0 0 0,-2-2 0,0 0 0,0 0 0,-1 0 0,0 1 0,0-1 0,0 1 0,0 0 0,0 0 0,-1 0 0,1 1 0,-1-1 0,-7-2 0,0 2 0,-1 0 0,0 0 0,0 1 0,-1 1 0,1 0 0,0 0 0,0 2 0,-21 2 0,27-2 0,-1 1 0,1 0 0,0 0 0,-1 0 0,1 1 0,0 1 0,-8 4 0,12-6 0,-1 0 0,1 1 0,0 0 0,0 0 0,0 0 0,0 0 0,0 0 0,0 1 0,1-1 0,0 1 0,0-1 0,0 1 0,-3 6 0,4-6 0,0 0 0,0 0 0,0 0 0,1 0 0,0 1 0,-1-1 0,1 0 0,1 0 0,-1 0 0,1 0 0,-1 0 0,1 0 0,2 4 0,-1-1 0,1 1 0,1-1 0,-1 0 0,1 0 0,1-1 0,6 9 0,4 2 0,2 0 0,0-1 0,29 21 0,41 19 0,-59-39 0,45 33 0,-71-49 0,-1 0 0,0 0 0,0 0 0,0 0 0,1 0 0,-1 0 0,0 1 0,0-1 0,0 0 0,-1 0 0,1 1 0,0-1 0,0 1 0,-1-1 0,1 1 0,-1-1 0,1 1 0,-1-1 0,0 1 0,1 1 0,-2-2 0,1 0 0,0 0 0,-1 1 0,1-1 0,-1 0 0,0 0 0,1 0 0,-1 0 0,0 0 0,1-1 0,-1 1 0,0 0 0,0 0 0,0 0 0,0-1 0,0 1 0,0 0 0,0-1 0,0 1 0,-1 0 0,-6 2 0,-1 0 0,1 0 0,-1-1 0,0 0 0,-12 1 0,-68 1-1365,47-3-5461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39.598"/>
    </inkml:context>
    <inkml:brush xml:id="br0">
      <inkml:brushProperty name="width" value="0.05" units="cm"/>
      <inkml:brushProperty name="height" value="0.05" units="cm"/>
      <inkml:brushProperty name="color" value="#FFC114"/>
    </inkml:brush>
  </inkml:definitions>
  <inkml:trace contextRef="#ctx0" brushRef="#br0">322 129 24575,'0'-6'0,"-1"0"0,0 0 0,0 1 0,-1-1 0,1 1 0,-1-1 0,-1 1 0,1-1 0,-1 1 0,0 0 0,0 0 0,0 0 0,-1 1 0,1-1 0,-1 1 0,0 0 0,-1 0 0,1 0 0,-1 0 0,-5-2 0,6 3 0,0 0 0,0 1 0,0 0 0,-1-1 0,1 2 0,-1-1 0,1 0 0,-1 1 0,1 0 0,-1 0 0,0 1 0,0-1 0,0 1 0,1 0 0,-1 0 0,0 0 0,0 1 0,0 0 0,1 0 0,-1 0 0,0 0 0,1 1 0,-1 0 0,-6 3 0,-2 4 0,0 1 0,1 0 0,0 0 0,1 1 0,0 1 0,-17 23 0,23-29 0,1 0 0,0 1 0,0-1 0,1 1 0,0 0 0,0 0 0,1 0 0,0 0 0,0 1 0,0-1 0,1 1 0,0-1 0,1 1 0,0-1 0,0 1 0,1 10 0,1-13 15,-1 0 0,1 0 0,0 0 0,0 0-1,1 0 1,0 0 0,-1-1 0,1 1 0,1-1 0,-1 0-1,1 0 1,0 0 0,0 0 0,0-1 0,0 0 0,0 1 0,1-2-1,-1 1 1,1 0 0,0-1 0,0 0 0,9 3 0,1-1-259,1 0 0,0-1 0,-1-1 0,1 0 1,0-1-1,22-1 0,-23-1-6582</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40.066"/>
    </inkml:context>
    <inkml:brush xml:id="br0">
      <inkml:brushProperty name="width" value="0.05" units="cm"/>
      <inkml:brushProperty name="height" value="0.05" units="cm"/>
      <inkml:brushProperty name="color" value="#FFC114"/>
    </inkml:brush>
  </inkml:definitions>
  <inkml:trace contextRef="#ctx0" brushRef="#br0">305 164 24575,'-1'-5'0,"0"-1"0,-1 1 0,1 0 0,-1-1 0,0 1 0,0 0 0,-6-9 0,0 0 0,4 5 0,-1 0 0,0 0 0,-1 0 0,0 1 0,0 0 0,0 0 0,-13-11 0,17 17 0,-1 0 0,1 0 0,-1 1 0,0-1 0,1 0 0,-1 1 0,0 0 0,0-1 0,0 1 0,0 1 0,0-1 0,0 0 0,-1 1 0,1-1 0,0 1 0,0 0 0,0 0 0,0 0 0,-1 0 0,1 1 0,0 0 0,0-1 0,0 1 0,0 0 0,0 0 0,0 1 0,-5 2 0,-3 3 0,0 0 0,1 1 0,0 0 0,0 0 0,1 1 0,0 1 0,-10 14 0,13-17 0,1 1 0,0-1 0,1 1 0,0 1 0,0-1 0,1 0 0,0 1 0,0 0 0,1-1 0,0 1 0,-1 11 0,3-18 0,0 1 0,0-1 0,0 1 0,0-1 0,1 0 0,-1 1 0,1-1 0,-1 0 0,1 0 0,0 1 0,0-1 0,0 0 0,0 0 0,0 0 0,0 0 0,0 0 0,1 0 0,-1 0 0,4 2 0,-2-1 0,0-1 0,0-1 0,0 1 0,0 0 0,1-1 0,-1 1 0,0-1 0,1 0 0,-1 0 0,1-1 0,6 1 0,2 0 0,0-1 0,0-1 0,0 0 0,0 0 0,0-1 0,20-7 0,-24 6 0,1 0 0,-1-1 0,0 0 0,0 0 0,0-1 0,0-1 0,-1 1 0,0-1 0,0 0 0,0 0 0,-1-1 0,0 0 0,0 0 0,-1-1 0,0 1 0,4-10 0,0 6 0,-4 11 0,-1 21 0,-2-5 0,-1-13 0,0 0 0,0 0 0,0 0 0,1-1 0,-1 1 0,1 0 0,-1-1 0,1 1 0,0-1 0,0 0 0,0 1 0,0-1 0,0 0 0,1 0 0,-1-1 0,1 1 0,-1 0 0,1-1 0,-1 1 0,1-1 0,0 0 0,0 0 0,0 0 0,0 0 0,0-1 0,0 1 0,0-1 0,0 0 0,0 0 0,0 0 0,0 0 0,3-1 0,3 1 0,-1-2 0,1 0 0,0 0 0,-1 0 0,1-1 0,-1 0 0,0-1 0,0 0 0,14-9 0,-5-1-273,1-1 0,-2 0 0,0-2 0,20-26 0,-6 3-6553</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40.191"/>
    </inkml:context>
    <inkml:brush xml:id="br0">
      <inkml:brushProperty name="width" value="0.05" units="cm"/>
      <inkml:brushProperty name="height" value="0.05" units="cm"/>
      <inkml:brushProperty name="color" value="#FFC114"/>
    </inkml:brush>
  </inkml:definitions>
  <inkml:trace contextRef="#ctx0" brushRef="#br0">104 114 24575,'0'-8'0,"0"-9"0,-3-7 0,-4-3 0,-3 4 0,-3 9 0,-2 14 0,-2 17 0,3 14 0,3 12 0,4 14 0,3 9 0,2 7 0,4 5 0,8 2 0,7-2 0,8-6 0,-2-15-8191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40.550"/>
    </inkml:context>
    <inkml:brush xml:id="br0">
      <inkml:brushProperty name="width" value="0.05" units="cm"/>
      <inkml:brushProperty name="height" value="0.05" units="cm"/>
      <inkml:brushProperty name="color" value="#FFC114"/>
    </inkml:brush>
  </inkml:definitions>
  <inkml:trace contextRef="#ctx0" brushRef="#br0">15 216 24575,'-15'-18'0,"18"13"0,10 5 0,7 2 0,1 1 0,0-2 0,0-1 0,0-1 0,41-6 0,-55 5 0,1 0 0,-1 0 0,0-1 0,0 0 0,0 0 0,0-1 0,-1 0 0,11-7 0,-13 7 0,0 1 0,-1-1 0,1 0 0,-1 0 0,0 0 0,0-1 0,0 1 0,0-1 0,-1 0 0,0 1 0,0-1 0,0 0 0,1-10 0,-2 12 0,0 1 0,-1-1 0,0 0 0,1 0 0,-1 0 0,0 0 0,-1 1 0,1-1 0,0 0 0,-1 0 0,1 0 0,-1 1 0,0-1 0,0 0 0,0 1 0,-1-1 0,1 1 0,0-1 0,-1 1 0,0-1 0,1 1 0,-1 0 0,0 0 0,0 0 0,0 0 0,-1 0 0,1 1 0,0-1 0,-1 0 0,1 1 0,-1 0 0,-4-2 0,3 1 0,-1 1 0,1 0 0,-1 0 0,0 0 0,1 1 0,-1-1 0,0 1 0,0 0 0,0 0 0,1 1 0,-1 0 0,0-1 0,1 2 0,-1-1 0,0 0 0,1 1 0,0 0 0,-1 0 0,-4 3 0,2 1 0,0 0 0,0 0 0,0 1 0,0 0 0,1 0 0,0 1 0,1-1 0,0 1 0,0 1 0,0-1 0,1 1 0,1-1 0,-1 1 0,1 0 0,1 1 0,0-1 0,0 0 0,1 1 0,0-1 0,0 1 0,1-1 0,2 18 0,-1-15 0,1 0 0,0-1 0,1 1 0,0-1 0,0 0 0,1 0 0,1 0 0,0 0 0,0-1 0,1 0 0,0 0 0,1 0 0,0-1 0,1 0 0,0 0 0,0-1 0,0 0 0,13 8 0,-10-9-455,0-1 0,18 6 0,20 5-6371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41.281"/>
    </inkml:context>
    <inkml:brush xml:id="br0">
      <inkml:brushProperty name="width" value="0.05" units="cm"/>
      <inkml:brushProperty name="height" value="0.05" units="cm"/>
      <inkml:brushProperty name="color" value="#FFC114"/>
    </inkml:brush>
  </inkml:definitions>
  <inkml:trace contextRef="#ctx0" brushRef="#br0">353 251 24575,'5'-10'0,"0"-1"0,-1 1 0,-1-1 0,0 0 0,0 1 0,-1-1 0,-1 0 0,1-1 0,-2 1 0,0 0 0,-2-19 0,2 25 0,-1 0 0,0 0 0,0 1 0,0-1 0,-1 0 0,0 1 0,0-1 0,0 1 0,0 0 0,-1 0 0,1 0 0,-1 0 0,0 0 0,-1 0 0,1 1 0,0 0 0,-1-1 0,0 1 0,0 0 0,0 1 0,0-1 0,0 1 0,-1 0 0,1 0 0,-1 0 0,1 1 0,-1-1 0,1 1 0,-6-1 0,1 2 0,0-1 0,0 2 0,0-1 0,0 1 0,0 0 0,1 1 0,-1 0 0,0 0 0,1 1 0,-1 0 0,1 1 0,0 0 0,0 0 0,-13 9 0,9-4 0,0 0 0,0 1 0,0 0 0,1 1 0,1 1 0,0-1 0,-15 25 0,19-26 0,1 1 0,0-1 0,1 1 0,0 0 0,1 0 0,0 1 0,1-1 0,0 0 0,1 1 0,0 0 0,1-1 0,1 19 0,0-25 0,-1 0 0,1 0 0,0 0 0,0 0 0,1 0 0,0 0 0,0-1 0,0 1 0,0 0 0,0-1 0,1 0 0,0 0 0,0 0 0,0 0 0,1 0 0,-1 0 0,1-1 0,0 1 0,0-1 0,0 0 0,0-1 0,1 1 0,-1-1 0,1 1 0,0-1 0,-1-1 0,1 1 0,0-1 0,0 0 0,9 1 0,-7-1 0,1-1 0,-1 0 0,1 0 0,0-1 0,-1 0 0,1 0 0,-1-1 0,0 0 0,0 0 0,1-1 0,-1 0 0,-1 0 0,1 0 0,0-1 0,-1 0 0,0-1 0,0 1 0,0-1 0,0 0 0,-1-1 0,8-9 0,5-9 0,-1-1 0,-1-1 0,-1 0 0,11-29 0,-17 37 0,-9 16 0,1 0 0,0 1 0,0-1 0,0 0 0,0 0 0,0 1 0,0-1 0,0 1 0,1-1 0,-1 1 0,3-2 0,-4 3 0,0 0 0,0 0 0,1 0 0,-1 0 0,0 0 0,1 0 0,-1 0 0,0 0 0,1 0 0,-1 1 0,0-1 0,0 0 0,1 0 0,-1 0 0,0 0 0,0 1 0,1-1 0,-1 0 0,0 0 0,0 0 0,0 1 0,1-1 0,-1 0 0,0 0 0,0 1 0,0-1 0,0 0 0,0 1 0,1-1 0,-1 0 0,0 1 0,0-1 0,0 0 0,0 0 0,0 1 0,0-1 0,0 0 0,0 1 0,1 51 0,-1-43 0,0 9-195,1 0 0,0-1 0,1 1 0,1-1 0,1 1 0,9 29 0,1-14-6631</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41.672"/>
    </inkml:context>
    <inkml:brush xml:id="br0">
      <inkml:brushProperty name="width" value="0.05" units="cm"/>
      <inkml:brushProperty name="height" value="0.05" units="cm"/>
      <inkml:brushProperty name="color" value="#FFC114"/>
    </inkml:brush>
  </inkml:definitions>
  <inkml:trace contextRef="#ctx0" brushRef="#br0">47 285 24575,'-1'-15'0,"1"0"0,-1 1 0,-1-1 0,-1 1 0,0-1 0,-1 1 0,-7-19 0,11 33 0,0 0 0,0 0 0,0 0 0,0 0 0,0 0 0,0 0 0,0 0 0,-1-1 0,1 1 0,0 0 0,0 0 0,0 0 0,0 0 0,0 0 0,0 0 0,0 0 0,0 0 0,0-1 0,0 1 0,0 0 0,0 0 0,0 0 0,0 0 0,0 0 0,-1 0 0,1 0 0,0 0 0,0 0 0,0 0 0,0 0 0,0 0 0,0 0 0,0 0 0,0 0 0,-1 0 0,1-1 0,0 1 0,0 0 0,0 0 0,0 0 0,0 0 0,0 0 0,0 1 0,-1-1 0,1 0 0,0 0 0,0 0 0,0 0 0,0 0 0,0 0 0,0 0 0,0 0 0,-3 8 0,1 13 0,11 249 0,0-111 0,-29-256 0,15 58 0,1-1 0,3 1 0,6-78 0,-2 99 0,0 0 0,0 1 0,2-1 0,0 1 0,1 0 0,1 0 0,1 1 0,0 0 0,1 0 0,22-28 0,-27 38 0,1 1 0,0 0 0,0 1 0,0-1 0,0 1 0,1 0 0,0 0 0,0 0 0,0 1 0,0 0 0,0 1 0,1-1 0,-1 1 0,13-2 0,-14 3 0,-1 1 0,1 0 0,0 0 0,-1 0 0,1 1 0,0-1 0,-1 1 0,1 0 0,-1 1 0,1-1 0,-1 1 0,0 0 0,1 0 0,-1 0 0,0 0 0,0 1 0,-1 0 0,1 0 0,0 0 0,-1 0 0,0 0 0,4 6 0,-3-4 0,0 0 0,0 0 0,-1 1 0,0-1 0,0 1 0,-1-1 0,0 1 0,0 0 0,0 0 0,0 0 0,-1 1 0,0-1 0,0 10 0,-1-6 0,-1-1 0,0 0 0,-1 0 0,0 0 0,0-1 0,0 1 0,-1 0 0,-7 13 0,1-7 0,0 0 0,0 0 0,-2-1 0,1-1 0,-2 0 0,0 0 0,0-1 0,-1 0 0,-22 14 0,3-7-1365,5-4-5461</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42.062"/>
    </inkml:context>
    <inkml:brush xml:id="br0">
      <inkml:brushProperty name="width" value="0.05" units="cm"/>
      <inkml:brushProperty name="height" value="0.05" units="cm"/>
      <inkml:brushProperty name="color" value="#FFC114"/>
    </inkml:brush>
  </inkml:definitions>
  <inkml:trace contextRef="#ctx0" brushRef="#br0">0 279 24575,'65'-28'0,"-51"21"0,0 0 0,1 1 0,25-7 0,-39 13 0,0-1 0,0 1 0,1 0 0,-1 0 0,0-1 0,0 1 0,1 0 0,-1 0 0,0 0 0,0 1 0,1-1 0,-1 0 0,0 0 0,0 1 0,1-1 0,-1 0 0,0 1 0,0-1 0,0 1 0,0 0 0,0-1 0,0 1 0,0 0 0,0 0 0,0 0 0,0 0 0,0-1 0,0 1 0,0 0 0,-1 1 0,1-1 0,0 0 0,-1 0 0,1 0 0,-1 0 0,1 2 0,1 5 0,-1-1 0,0 0 0,0 1 0,-1-1 0,-1 10 0,1 0 0,14 147 0,0 35 0,-14-193 0,-1-1 0,1 1 0,-1-1 0,-1 1 0,-3 9 0,5-14 0,0-1 0,0 1 0,0-1 0,-1 1 0,1-1 0,0 1 0,-1-1 0,1 1 0,0-1 0,-1 1 0,1-1 0,0 0 0,-1 1 0,1-1 0,-1 1 0,1-1 0,-1 0 0,1 1 0,-1-1 0,1 0 0,-1 0 0,1 0 0,-1 1 0,0-1 0,0 0 0,0-1 0,0 1 0,0-1 0,0 0 0,0 1 0,0-1 0,0 1 0,1-1 0,-1 0 0,0 0 0,0 0 0,1 1 0,-1-1 0,1 0 0,-1 0 0,1 0 0,-1 0 0,1 0 0,-1-2 0,-6-13 0,1-1 0,1 0 0,0-1 0,-4-28 0,-1-73 0,8 76 0,2-1 0,2 1 0,9-48 0,-7 66 0,1 1 0,2 0 0,0 0 0,2 0 0,0 1 0,24-40 0,-32 60 0,2-1 0,-1 1 0,0 0 0,1 0 0,-1 0 0,1 0 0,0 0 0,0 1 0,0-1 0,0 1 0,1 0 0,-1 0 0,0 0 0,1 0 0,0 1 0,-1-1 0,7-1 0,-6 3 0,0 0 0,-1 0 0,1 0 0,0 0 0,-1 1 0,1 0 0,0-1 0,-1 1 0,1 0 0,-1 1 0,1-1 0,-1 1 0,1 0 0,-1-1 0,0 1 0,0 1 0,0-1 0,4 5 0,1 0 23,0 2 0,-1-1 0,0 1-1,0 0 1,-1 0 0,-1 0 0,1 1-1,-2 0 1,1 0 0,-1 1 0,-1-1-1,0 1 1,0 0 0,1 12 0,-3-16-98,0 0 1,-1 0 0,0 0 0,0 0 0,-1 0-1,1 0 1,-1 0 0,-1 0 0,1 0 0,-1 0-1,-1-1 1,1 1 0,-1-1 0,0 1 0,-1-1-1,1 0 1,-1 0 0,0-1 0,-1 1 0,0-1-1,1 0 1,-12 9 0,-10 3-6752</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42.605"/>
    </inkml:context>
    <inkml:brush xml:id="br0">
      <inkml:brushProperty name="width" value="0.05" units="cm"/>
      <inkml:brushProperty name="height" value="0.05" units="cm"/>
      <inkml:brushProperty name="color" value="#FFC114"/>
    </inkml:brush>
  </inkml:definitions>
  <inkml:trace contextRef="#ctx0" brushRef="#br0">64 19 24575,'-3'0'0,"-4"-3"0,-3-1 0,-3 0 0,-3 1 0,6 1 0,6 1 0,9 0 0,8 1 0,7 0 0,8 0 0,3 0 0,1 0 0,2 0 0,-3 1 0,-3-1 0,-4 0 0,-6 0-8191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43.370"/>
    </inkml:context>
    <inkml:brush xml:id="br0">
      <inkml:brushProperty name="width" value="0.05" units="cm"/>
      <inkml:brushProperty name="height" value="0.05" units="cm"/>
      <inkml:brushProperty name="color" value="#FFC114"/>
    </inkml:brush>
  </inkml:definitions>
  <inkml:trace contextRef="#ctx0" brushRef="#br0">68 62 24575,'-5'-1'0,"1"-1"0,0 1 0,0-1 0,0 0 0,0-1 0,0 1 0,0-1 0,0 1 0,1-1 0,0 0 0,-1-1 0,-4-6 0,-4-3 0,12 11 0,1 4 0,14 27 0,-9-10 0,-2 0 0,0 0 0,-1 1 0,1 25 0,-5 83 0,-1-70 0,4-43 0,4-20 0,6-25 0,-1-9 0,2 0 0,2 2 0,2 0 0,41-68 0,-56 101 0,1 0 0,1 0 0,-1 0 0,1 1 0,-1-1 0,1 1 0,0 0 0,0 0 0,6-3 0,-8 5 0,-1 0 0,1 1 0,0-1 0,0 1 0,-1-1 0,1 1 0,0 0 0,0 0 0,-1-1 0,1 1 0,0 1 0,0-1 0,0 0 0,-1 0 0,1 1 0,0-1 0,-1 0 0,1 1 0,0 0 0,-1-1 0,1 1 0,0 0 0,-1 0 0,1 0 0,-1 0 0,0 0 0,1 1 0,-1-1 0,2 2 0,3 4 0,0 0 0,-1 0 0,0 1 0,0 0 0,-1 0 0,0 0 0,0 1 0,5 16 0,-1 7 0,4 39 0,4 10 0,-10-67 0,-5-14 0,-1 0 0,0 0 0,0 0 0,1 0 0,-1 0 0,0 0 0,0 0 0,1 0 0,-1 0 0,0 0 0,1 0 0,-1 0 0,0 0 0,0 0 0,1 0 0,-1 0 0,0 0 0,0 0 0,1-1 0,-1 1 0,0 0 0,0 0 0,0 0 0,1 0 0,-1 0 0,0-1 0,0 1 0,0 0 0,1 0 0,-1 0 0,0-1 0,15-25 0,-11 16 0,0 3 0,82-139 0,-76 131 0,1 1 0,0 0 0,1 1 0,1 0 0,0 0 0,0 2 0,22-15 0,-31 24 0,0-1 0,1 1 0,-1 0 0,0 0 0,1 1 0,-1-1 0,1 1 0,0 0 0,-1 0 0,1 1 0,0-1 0,8 1 0,-11 1 0,1-1 0,0 1 0,-1 0 0,1-1 0,-1 1 0,1 0 0,-1 0 0,0 1 0,1-1 0,-1 0 0,0 1 0,0 0 0,0-1 0,0 1 0,0 0 0,0 0 0,-1 0 0,1 0 0,0 0 0,-1 0 0,0 1 0,0-1 0,1 1 0,0 2 0,4 15 0,-1 0 0,-1 0 0,0 0 0,1 32 0,-4-32 0,1 1 0,1 0 0,1-1 0,10 30 0,-14-49-33,1 0 0,-1 0-1,0 0 1,1 0 0,-1 0-1,1 0 1,-1 0 0,1 0 0,0 0-1,-1 0 1,1 0 0,0-1-1,0 1 1,-1 0 0,1-1-1,0 1 1,0 0 0,0-1 0,0 1-1,0-1 1,0 1 0,0-1-1,0 0 1,0 1 0,0-1-1,0 0 1,0 0 0,0 0 0,0 1-1,0-1 1,1 0 0,-1-1-1,0 1 1,0 0 0,0 0-1,0 0 1,0-1 0,0 1 0,0 0-1,1-1 1,7-5-6793</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44.632"/>
    </inkml:context>
    <inkml:brush xml:id="br0">
      <inkml:brushProperty name="width" value="0.05" units="cm"/>
      <inkml:brushProperty name="height" value="0.05" units="cm"/>
      <inkml:brushProperty name="color" value="#FFC114"/>
    </inkml:brush>
  </inkml:definitions>
  <inkml:trace contextRef="#ctx0" brushRef="#br0">451 55 24575,'13'-12'0,"0"0"0,19-12 0,-32 24 0,1-1 0,-1 1 0,1-1 0,-1 1 0,1-1 0,-1 1 0,1-1 0,-1 1 0,1 0 0,0-1 0,-1 1 0,1 0 0,0 0 0,-1 0 0,1-1 0,0 1 0,-1 0 0,1 0 0,0 0 0,-1 0 0,1 0 0,0 0 0,-1 0 0,1 0 0,1 1 0,-2-1 0,0 1 0,1 0 0,-1-1 0,0 1 0,0 0 0,0 0 0,0-1 0,1 1 0,-1 0 0,0 0 0,0-1 0,-1 1 0,1 0 0,0-1 0,0 1 0,0 0 0,0 0 0,-1 0 0,-15 38 0,-5-6 0,0-1 0,-2-1 0,-2-1 0,0-1 0,-35 30 0,-157 115 0,173-146 0,32-22 0,0 2 0,1 0 0,-1 0 0,-9 11 0,20-18 0,1-1 0,0 0 0,-1 1 0,1-1 0,-1 1 0,1-1 0,0 0 0,0 1 0,-1-1 0,1 1 0,0-1 0,0 1 0,-1 0 0,1-1 0,0 1 0,0-1 0,0 1 0,0-1 0,0 1 0,0-1 0,0 1 0,0-1 0,0 1 0,0 0 0,0-1 0,0 1 0,1-1 0,-1 1 0,0-1 0,0 1 0,1-1 0,-1 1 0,0-1 0,0 1 0,1-1 0,-1 0 0,0 1 0,1-1 0,-1 1 0,1-1 0,-1 0 0,1 1 0,-1-1 0,1 0 0,-1 0 0,1 1 0,-1-1 0,1 0 0,-1 0 0,1 0 0,-1 1 0,1-1 0,-1 0 0,2 0 0,39 8 0,-32-6 0,276 61-1365,-247-52-5461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45.239"/>
    </inkml:context>
    <inkml:brush xml:id="br0">
      <inkml:brushProperty name="width" value="0.05" units="cm"/>
      <inkml:brushProperty name="height" value="0.05" units="cm"/>
      <inkml:brushProperty name="color" value="#FFC114"/>
    </inkml:brush>
  </inkml:definitions>
  <inkml:trace contextRef="#ctx0" brushRef="#br0">131 349 24575,'1'-6'0,"-1"0"0,0 0 0,-1-1 0,1 1 0,-1 0 0,0 0 0,-1 0 0,0 1 0,0-1 0,0 0 0,0 0 0,-1 1 0,-5-8 0,8 13 0,0-1 0,-1 1 0,1-1 0,-1 1 0,1 0 0,0-1 0,-1 1 0,1 0 0,-1 0 0,1-1 0,-1 1 0,1 0 0,-1 0 0,1 0 0,-1 0 0,1 0 0,-1-1 0,0 1 0,1 0 0,-1 0 0,1 0 0,-1 1 0,1-1 0,-1 0 0,1 0 0,-1 0 0,1 0 0,-1 0 0,1 1 0,-1-1 0,1 0 0,-1 0 0,1 1 0,-1-1 0,1 0 0,0 1 0,-1-1 0,1 0 0,-1 1 0,1-1 0,0 1 0,0-1 0,-1 0 0,1 1 0,0-1 0,-1 1 0,1 0 0,-13 28 0,11-25 0,-47 166 0,35-115 0,13-52 0,-5 21 0,5-23 0,1 0 0,0 0 0,0-1 0,-1 1 0,1 0 0,0 0 0,0 0 0,0 0 0,0 0 0,0 0 0,0 0 0,0-1 0,1 1 0,-1 0 0,0 0 0,0 0 0,1 0 0,-1 0 0,1 1 0,0-3 0,0 1 0,0 0 0,-1-1 0,1 1 0,0 0 0,0-1 0,-1 1 0,1-1 0,0 0 0,-1 1 0,1-1 0,0 1 0,-1-1 0,1 0 0,-1 0 0,1 1 0,-1-1 0,1 0 0,0-1 0,11-20 0,-11 20 0,61-119 0,-28 51 0,3 2 0,85-120 0,-116 181 0,1 0 0,-1 0 0,1 0 0,12-9 0,-18 15 0,0 0 0,0 1 0,0-1 0,0 0 0,0 1 0,0-1 0,0 0 0,0 1 0,0-1 0,0 1 0,0 0 0,0-1 0,0 1 0,1 0 0,-1 0 0,0-1 0,0 1 0,0 0 0,1 0 0,-1 1 0,0-1 0,0 0 0,0 0 0,0 0 0,1 1 0,-1-1 0,0 1 0,0-1 0,0 1 0,0-1 0,0 1 0,0-1 0,0 1 0,0 0 0,0 0 0,0-1 0,-1 1 0,1 0 0,0 0 0,0 0 0,-1 0 0,1 0 0,-1 0 0,1 0 0,-1 0 0,1 0 0,0 2 0,2 6 0,-1 0 0,1 1 0,-2-1 0,1 0 0,0 18 0,-5 53 0,1-39 0,1-14 0,0-18 0,0 0 0,1 0 0,0 0 0,0 0 0,1 0 0,3 12 0,-4-20 0,0-1 0,0 1 0,1-1 0,-1 1 0,0 0 0,1-1 0,-1 1 0,0-1 0,1 1 0,-1-1 0,1 1 0,-1-1 0,1 1 0,-1-1 0,1 0 0,0 1 0,-1-1 0,1 0 0,-1 1 0,1-1 0,0 0 0,-1 0 0,1 0 0,-1 0 0,1 1 0,0-1 0,-1 0 0,1 0 0,0 0 0,-1 0 0,1 0 0,0 0 0,-1-1 0,1 1 0,0 0 0,-1 0 0,1 0 0,0-1 0,-1 1 0,1 0 0,-1-1 0,1 1 0,-1 0 0,1-1 0,27-19 0,0-9 0,-1-1 0,-1-2 0,31-47 0,-29 38 0,51-58 0,-77 96 0,1 1 0,0-1 0,-1 1 0,1-1 0,0 1 0,0 0 0,1 0 0,3-1 0,-6 2 0,0 1 0,-1 0 0,1 0 0,0 0 0,0 0 0,0 0 0,0 0 0,0 0 0,-1 0 0,1 0 0,0 0 0,0 0 0,0 1 0,0-1 0,-1 0 0,1 1 0,0-1 0,0 0 0,0 1 0,-1-1 0,1 1 0,0-1 0,-1 1 0,1 0 0,0-1 0,-1 1 0,1-1 0,-1 1 0,1 0 0,-1 0 0,0-1 0,1 1 0,-1 0 0,1 0 0,-1 0 0,0-1 0,0 1 0,1 2 0,4 18 0,-1 0 0,0 0 0,-2 0 0,0 1 0,-2-1 0,-1 24 0,0-5 0,0 33 197,0-23-978,8 91 0,-3-119-6045</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45.598"/>
    </inkml:context>
    <inkml:brush xml:id="br0">
      <inkml:brushProperty name="width" value="0.05" units="cm"/>
      <inkml:brushProperty name="height" value="0.05" units="cm"/>
      <inkml:brushProperty name="color" value="#FFC114"/>
    </inkml:brush>
  </inkml:definitions>
  <inkml:trace contextRef="#ctx0" brushRef="#br0">0 236 24575,'9'-16'0,"0"0"0,-9 16 0,1 0 0,-1-1 0,1 1 0,-1 0 0,1-1 0,-1 1 0,1 0 0,-1 0 0,1 0 0,-1-1 0,1 1 0,-1 0 0,1 0 0,0 0 0,-1 0 0,1 0 0,-1 0 0,1 0 0,-1 0 0,1 0 0,-1 0 0,1 0 0,0 1 0,-1-1 0,1 0 0,-1 0 0,1 1 0,0-1 0,9 4 0,0-1 0,0 0 0,0-1 0,0 0 0,1-1 0,-1 0 0,1 0 0,-1-1 0,1-1 0,-1 0 0,1 0 0,-1-1 0,0 0 0,0-1 0,0 0 0,17-8 0,-22 8 0,-1 0 0,0 0 0,0-1 0,0 1 0,0-1 0,-1 1 0,0-1 0,0 0 0,0-1 0,0 1 0,0 0 0,-1-1 0,0 0 0,0 1 0,0-1 0,0 0 0,-1 0 0,0 0 0,0 0 0,0 0 0,0-10 0,-1 11 0,0 0 0,0 1 0,-1-1 0,1 0 0,-1 0 0,0 1 0,0-1 0,0 0 0,-1 1 0,1-1 0,-1 1 0,1 0 0,-1-1 0,0 1 0,-1 0 0,1 0 0,-1 0 0,1 0 0,-1 1 0,0-1 0,0 1 0,0-1 0,0 1 0,0 0 0,0 0 0,-1 1 0,1-1 0,-1 1 0,-6-2 0,7 2 0,0 0 0,-1 0 0,1 1 0,-1 0 0,1-1 0,0 1 0,-1 1 0,1-1 0,-1 0 0,1 1 0,0 0 0,-1 0 0,1 0 0,0 0 0,0 0 0,-4 3 0,3-2 0,0 1 0,0 0 0,0 1 0,0-1 0,1 1 0,-1-1 0,1 1 0,0 0 0,0 0 0,-2 5 0,-1 2 0,1 0 0,1 1 0,0-1 0,0 1 0,1 0 0,1 0 0,0 0 0,-1 15 0,3-19 0,0 0 0,0 0 0,1 0 0,0-1 0,1 1 0,0 0 0,0-1 0,0 0 0,1 1 0,0-1 0,0 0 0,1 0 0,0 0 0,0-1 0,1 0 0,-1 1 0,1-1 0,1-1 0,11 10 0,-9-9 0,0 0 0,1-1 0,-1 0 0,1-1 0,0 1 0,1-2 0,-1 0 0,1 0 0,0 0 0,-1-1 0,1-1 0,0 0 0,0 0 0,0-1 0,12-1 0,15-4-1365,-4-3-5461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46.110"/>
    </inkml:context>
    <inkml:brush xml:id="br0">
      <inkml:brushProperty name="width" value="0.05" units="cm"/>
      <inkml:brushProperty name="height" value="0.05" units="cm"/>
      <inkml:brushProperty name="color" value="#FFC114"/>
    </inkml:brush>
  </inkml:definitions>
  <inkml:trace contextRef="#ctx0" brushRef="#br0">0 232 24575,'2'-64'0,"11"-68"0,-6 108 0,-6 23 0,-1 1 0,0 0 0,0 0 0,0 0 0,0-1 0,0 1 0,0 0 0,1 0 0,-1 0 0,0-1 0,0 1 0,0 0 0,1 0 0,-1 0 0,0 0 0,0 0 0,0 0 0,1 0 0,-1-1 0,0 1 0,0 0 0,1 0 0,-1 0 0,0 0 0,0 0 0,1 0 0,-1 0 0,0 0 0,0 0 0,1 0 0,8 11 0,-1 9 0,-1 1 0,-1 0 0,-1 0 0,0 0 0,2 42 0,-4-39 0,4 77 0,-7-101 0,0 0 0,0 0 0,0 0 0,0 0 0,0 0 0,0 1 0,0-1 0,0 0 0,0 0 0,0 0 0,0 0 0,0 0 0,0 0 0,0 0 0,0 0 0,0 0 0,1 0 0,-1 0 0,0 0 0,0 0 0,0 1 0,0-1 0,0 0 0,0 0 0,0 0 0,0 0 0,0 0 0,0 0 0,0 0 0,0 0 0,0 0 0,1 0 0,-1 0 0,0 0 0,0 0 0,0 0 0,0 0 0,0 0 0,0 0 0,0 0 0,0 0 0,0 0 0,0 0 0,0 0 0,1 0 0,-1 0 0,0 0 0,0 0 0,0 0 0,0 0 0,0 0 0,0 0 0,0 0 0,0-1 0,0 1 0,0 0 0,0 0 0,0 0 0,6-6 0,4-10 0,17-38 0,34-59 0,-52 97 0,2 1 0,0 0 0,0 1 0,26-24 0,-33 35 0,-1 0 0,1 1 0,-1-1 0,1 1 0,0 0 0,0 0 0,0 0 0,0 0 0,7-1 0,-10 3 0,0-1 0,0 1 0,1 0 0,-1 0 0,0 0 0,1 0 0,-1 0 0,0 0 0,0 1 0,1-1 0,-1 0 0,0 1 0,0-1 0,0 1 0,1-1 0,-1 1 0,0-1 0,0 1 0,0 0 0,0 0 0,0-1 0,0 1 0,0 0 0,0 0 0,-1 0 0,1 0 0,0 0 0,0 0 0,-1 0 0,1 1 0,-1-1 0,1 0 0,-1 0 0,1 0 0,-1 0 0,0 1 0,1 0 0,1 12 0,0 0 0,-1 0 0,0 0 0,-1 0 0,-2 22 0,0-20 0,1 0 0,1 0 0,4 28 0,-4-42 0,0 1 0,1-1 0,-1 0 0,1 0 0,0 0 0,0 0 0,-1 0 0,1 0 0,1 0 0,-1-1 0,0 1 0,0 0 0,1-1 0,-1 1 0,1 0 0,-1-1 0,1 0 0,-1 1 0,1-1 0,0 0 0,2 1 0,0 0 0,-1-1 0,1 0 0,0-1 0,-1 1 0,1 0 0,0-1 0,0 0 0,-1 0 0,1 0 0,0-1 0,4 0 0,9-3 0,-1 0 0,0-2 0,0 0 0,18-10 0,-8 3 145,-18 8-313,0 1 0,1-1 0,0 1 1,0 1-1,0 0 0,0 0 0,0 0 1,16-1-1,-12 5-6658</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47.200"/>
    </inkml:context>
    <inkml:brush xml:id="br0">
      <inkml:brushProperty name="width" value="0.05" units="cm"/>
      <inkml:brushProperty name="height" value="0.05" units="cm"/>
      <inkml:brushProperty name="color" value="#FFC114"/>
    </inkml:brush>
  </inkml:definitions>
  <inkml:trace contextRef="#ctx0" brushRef="#br0">118 114 24575,'1'-19'0,"0"-19"0,-2 35 0,1 1 0,0 0 0,0 0 0,-1-1 0,1 1 0,-1 0 0,0 0 0,0 0 0,0 0 0,0 0 0,0 0 0,-2-4 0,2 6 0,1 0 0,-1-1 0,1 1 0,-1-1 0,1 1 0,-1 0 0,0 0 0,1-1 0,-1 1 0,1 0 0,-1 0 0,0 0 0,1-1 0,-1 1 0,0 0 0,1 0 0,-1 0 0,0 0 0,1 0 0,-1 0 0,0 1 0,1-1 0,-1 0 0,1 0 0,-1 0 0,0 1 0,1-1 0,-1 0 0,1 0 0,-1 1 0,1-1 0,-1 1 0,1-1 0,-1 0 0,1 1 0,-1-1 0,1 1 0,-1 0 0,-19 24 0,16-19 0,-8 9 0,2 0 0,-14 27 0,21-37 0,1 0 0,0-1 0,0 1 0,0 0 0,1 1 0,0-1 0,0 0 0,0 0 0,1 0 0,-1 1 0,1-1 0,0 0 0,1 0 0,0 6 0,1-8 0,-1 0 0,1 0 0,-1 0 0,1 0 0,0 0 0,0 0 0,0-1 0,1 1 0,-1-1 0,0 0 0,1 0 0,0 0 0,-1 0 0,1 0 0,0 0 0,0-1 0,0 1 0,0-1 0,1 0 0,-1 0 0,0 0 0,5 1 0,-2-1 0,0 0 0,0 0 0,0 0 0,0-1 0,1 0 0,-1 0 0,0-1 0,0 1 0,0-2 0,0 1 0,8-3 0,-10 2 0,-1 0 0,1 0 0,-1-1 0,0 1 0,0-1 0,0 0 0,0 0 0,0 0 0,-1 0 0,0 0 0,1-1 0,-1 1 0,0-1 0,-1 0 0,1 1 0,-1-1 0,1 0 0,-1 0 0,1-5 0,1-10 0,0 0 0,0-33 0,-3 45 0,1-6 0,0 8 0,-1-1 0,1 1 0,-1 0 0,0 0 0,-1 0 0,1-1 0,-1 1 0,0 0 0,0 0 0,-1 0 0,1 0 0,-4-6 0,5 10 0,-1 1 0,1 0 0,0-1 0,0 1 0,0 0 0,-1-1 0,1 1 0,0 0 0,0-1 0,-1 1 0,1 0 0,0 0 0,-1-1 0,1 1 0,0 0 0,-1 0 0,1-1 0,0 1 0,-1 0 0,1 0 0,-1 0 0,1 0 0,0 0 0,-1 0 0,1 0 0,-1 0 0,1 0 0,0 0 0,-1 0 0,1 0 0,-1 0 0,1 0 0,0 0 0,-1 0 0,1 0 0,0 0 0,-1 1 0,1-1 0,-1 0 0,1 0 0,0 0 0,-1 1 0,1-1 0,0 0 0,0 0 0,-1 1 0,1-1 0,0 0 0,0 1 0,-1-1 0,1 0 0,0 1 0,0-1 0,0 0 0,-1 1 0,1-1 0,0 1 0,0-1 0,0 0 0,0 1 0,0-1 0,0 1 0,-1 2 0,0-1 0,1 1 0,-1-1 0,1 1 0,-1-1 0,1 1 0,0 0 0,0 4 0,1-5 0,0 0 0,0 1 0,0-1 0,0 0 0,0 0 0,0 0 0,0 0 0,1 0 0,-1 0 0,1 0 0,-1 0 0,1 0 0,0-1 0,0 1 0,0-1 0,0 1 0,0-1 0,0 0 0,0 0 0,0 0 0,1 0 0,-1 0 0,0 0 0,0-1 0,1 1 0,-1-1 0,5 1 0,6-1 0,1 0 0,-1 0 0,0-1 0,13-3 0,-8 2 0,36-8 0,-40 6 0,0 1 0,1 1 0,-1 0 0,1 1 0,25 2 0,-38-1 0,0 0 0,0 0 0,1 1 0,-1-1 0,0 1 0,0 0 0,0 0 0,0 0 0,0 0 0,0 0 0,0 0 0,0 0 0,0 0 0,0 1 0,0-1 0,-1 1 0,1 0 0,-1-1 0,1 1 0,1 3 0,-2-2 0,0 1 0,0-1 0,0 0 0,0 0 0,-1 0 0,1 0 0,-1 1 0,0-1 0,0 0 0,0 0 0,0 1 0,-2 5 0,-1 3 0,-1 1 0,0-1 0,-1 0 0,-1-1 0,0 1 0,-9 12 0,8-14 0,0 0 0,-1-1 0,-1 0 0,-16 14 0,46-38 0,1 2 0,0 0 0,38-15 0,-33 16 0,197-81 0,-179 64 0,-45 30 0,0-1 0,1 1 0,-1-1 0,0 1 0,0 0 0,0-1 0,0 1 0,1-1 0,-1 1 0,0-1 0,0 1 0,0-1 0,0 1 0,0 0 0,-1-1 0,1 1 0,0-1 0,0 1 0,0-1 0,0 1 0,-1-1 0,1 1 0,0-1 0,0 1 0,-1 0 0,-6 19 0,-9 13 0,6-14 0,0 1 0,2 1 0,0 0 0,1 0 0,-5 29 0,12-48 0,0-1 0,-1 0 0,1 0 0,0 0 0,0 1 0,0-1 0,0 0 0,0 0 0,0 0 0,1 1 0,-1-1 0,0 0 0,1 0 0,-1 0 0,1 0 0,-1 1 0,1-1 0,-1 0 0,1 0 0,0 0 0,-1 0 0,1 0 0,0-1 0,0 1 0,0 0 0,1 1 0,1-1 0,0 0 0,1 0 0,-1 0 0,0 0 0,0 0 0,1-1 0,5 1 0,22 5 0,-30-6 0,1 1 0,-1 0 0,0-1 0,1 1 0,-1 0 0,0 0 0,0 0 0,0 0 0,0 0 0,0 0 0,0 0 0,0 0 0,0 0 0,0 0 0,-1 0 0,1 1 0,0-1 0,-1 0 0,1 1 0,-1 1 0,3 9 0,0 1 0,-2 0 0,0 0 0,0 0 0,-1-1 0,-2 17 0,-15 79 0,14-90 0,-66 277 0,67-289 0,2-3 0,-1 1 0,0 0 0,0-1 0,-1 1 0,1-1 0,-1 1 0,0-1 0,0 0 0,-4 5 0,6-7 0,0-1 0,0 0 0,0 0 0,0 0 0,-1 0 0,1 0 0,0 0 0,0 0 0,0 0 0,-1 1 0,1-1 0,0 0 0,0 0 0,0 0 0,0 0 0,-1 0 0,1 0 0,0 0 0,0 0 0,0 0 0,-1 0 0,1 0 0,0 0 0,0 0 0,0-1 0,-1 1 0,1 0 0,0 0 0,0 0 0,0 0 0,0 0 0,-1 0 0,1 0 0,0 0 0,0-1 0,0 1 0,0 0 0,0 0 0,-1 0 0,1 0 0,0-1 0,0 1 0,0 0 0,0 0 0,0 0 0,0 0 0,0-1 0,0 1 0,0 0 0,0 0 0,0 0 0,0-1 0,-3-12 0,3 0 0,0 0 0,1 0 0,0 0 0,6-25 0,20-53 0,-17 61 0,24-71-1365,-19 59-5461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5:47.419"/>
    </inkml:context>
    <inkml:brush xml:id="br0">
      <inkml:brushProperty name="width" value="0.05" units="cm"/>
      <inkml:brushProperty name="height" value="0.05" units="cm"/>
      <inkml:brushProperty name="color" value="#FFC114"/>
    </inkml:brush>
  </inkml:definitions>
  <inkml:trace contextRef="#ctx0" brushRef="#br0">1 95 24575,'0'-3'0,"0"-6"0,0 0 0,0 0 0,1 0 0,1 0 0,2-12 0,-3 20 0,-1-1 0,1 1 0,-1 0 0,1-1 0,-1 1 0,1 0 0,0 0 0,0-1 0,-1 1 0,1 0 0,0 0 0,0 0 0,0 0 0,0 0 0,0 0 0,1 0 0,-1 1 0,0-1 0,0 0 0,1 1 0,-1-1 0,0 1 0,1-1 0,-1 1 0,0-1 0,1 1 0,-1 0 0,1 0 0,-1 0 0,0 0 0,1 0 0,-1 0 0,1 0 0,-1 0 0,0 1 0,1-1 0,-1 0 0,0 1 0,1-1 0,-1 1 0,0 0 0,1-1 0,1 2 0,4 3 0,1-1 0,-1 1 0,1 0 0,-1 1 0,-1 0 0,1 0 0,-1 1 0,8 10 0,4 8 0,17 30 0,-24-35 57,0 0 0,-2 1 0,0 0 0,-1 0 0,6 31 0,-11-40-200,-1 0 1,-1 1 0,0-1 0,0 1-1,-2-1 1,1 1 0,-2-1 0,1 0 0,-2 1-1,0-1 1,-5 14 0,-14 23-6684</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39:45.240"/>
    </inkml:context>
    <inkml:brush xml:id="br0">
      <inkml:brushProperty name="width" value="0.05" units="cm"/>
      <inkml:brushProperty name="height" value="0.05" units="cm"/>
      <inkml:brushProperty name="color" value="#FFC114"/>
    </inkml:brush>
  </inkml:definitions>
  <inkml:trace contextRef="#ctx0" brushRef="#br0">0 3 24575,'0'-3'0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03.576"/>
    </inkml:context>
    <inkml:brush xml:id="br0">
      <inkml:brushProperty name="width" value="0.05" units="cm"/>
      <inkml:brushProperty name="height" value="0.05" units="cm"/>
      <inkml:brushProperty name="color" value="#FFC114"/>
    </inkml:brush>
  </inkml:definitions>
  <inkml:trace contextRef="#ctx0" brushRef="#br0">121 364 24575,'-20'1'0,"-1"1"0,0 1 0,-28 8 0,39-7 0,21-6 0,22-5 0,558-141 0,-175 45 0,-361 90 0,55-16 0,-93 24 0,0-2 0,0 0 0,29-16 0,-44 22-59,-1 0 0,1 1-1,-1-1 1,1 0-1,-1 0 1,0 0 0,1 0-1,-1 0 1,0 0 0,0-1-1,0 1 1,0 0 0,0-1-1,0 1 1,0 0-1,-1-1 1,1 1 0,0-1-1,-1 1 1,1-1 0,-1 0-1,1-1 1,-5-8-6767</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03.889"/>
    </inkml:context>
    <inkml:brush xml:id="br0">
      <inkml:brushProperty name="width" value="0.05" units="cm"/>
      <inkml:brushProperty name="height" value="0.05" units="cm"/>
      <inkml:brushProperty name="color" value="#FFC114"/>
    </inkml:brush>
  </inkml:definitions>
  <inkml:trace contextRef="#ctx0" brushRef="#br0">104 2 24575,'-12'0'0,"4"-1"0,1 1 0,0 0 0,0 0 0,-1 1 0,1 0 0,0 0 0,0 1 0,0 0 0,-12 5 0,19-7 0,-1 0 0,1 0 0,0 0 0,-1 1 0,1-1 0,-1 0 0,1 0 0,0 0 0,-1 1 0,1-1 0,0 0 0,-1 1 0,1-1 0,0 0 0,0 1 0,-1-1 0,1 0 0,0 1 0,0-1 0,0 1 0,0-1 0,-1 0 0,1 1 0,0-1 0,0 1 0,0-1 0,0 0 0,0 1 0,0 0 0,9 8 0,24 3 0,-29-11 0,147 36 0,-101-27 0,-1 2 0,91 36 0,-131-44 0,0 1 0,0-1 0,0 2 0,-1-1 0,0 2 0,8 6 0,-14-11 0,0 0 0,0 0 0,0 0 0,-1 0 0,1 0 0,-1 0 0,1 1 0,-1-1 0,0 1 0,0-1 0,0 1 0,0 0 0,0-1 0,0 1 0,-1 0 0,1-1 0,-1 1 0,0 0 0,0 0 0,0-1 0,0 1 0,-1 0 0,1 0 0,-1-1 0,1 1 0,-3 4 0,-1 2 34,-1-1 0,0 0 0,0 0 0,-1 0 0,0 0 0,-1-1 0,1 0 0,-1-1 0,-15 12-1,-9 4-709,-37 19-1,60-36 326,-56 30-6475</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04.370"/>
    </inkml:context>
    <inkml:brush xml:id="br0">
      <inkml:brushProperty name="width" value="0.05" units="cm"/>
      <inkml:brushProperty name="height" value="0.05" units="cm"/>
      <inkml:brushProperty name="color" value="#FFC114"/>
    </inkml:brush>
  </inkml:definitions>
  <inkml:trace contextRef="#ctx0" brushRef="#br0">1 38 24575,'124'14'0,"381"-8"0,0-21 0,-471 14 0,36-2 0,38 0 0,112-18 0,-187 14-1365,-13 0-5461</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04.634"/>
    </inkml:context>
    <inkml:brush xml:id="br0">
      <inkml:brushProperty name="width" value="0.05" units="cm"/>
      <inkml:brushProperty name="height" value="0.05" units="cm"/>
      <inkml:brushProperty name="color" value="#FFC114"/>
    </inkml:brush>
  </inkml:definitions>
  <inkml:trace contextRef="#ctx0" brushRef="#br0">0 1 24575,'3'0'0,"4"0"0,3 3 0,3 0 0,5 4 0,5 2 0,5 4 0,3 1 0,-1 5 0,-3 2 0,-3 3 0,-5 3 0,-7 0 0,-7 1 0,-11 1 0,-16-1 0,-3-5-8191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05.057"/>
    </inkml:context>
    <inkml:brush xml:id="br0">
      <inkml:brushProperty name="width" value="0.05" units="cm"/>
      <inkml:brushProperty name="height" value="0.05" units="cm"/>
      <inkml:brushProperty name="color" value="#FFC114"/>
    </inkml:brush>
  </inkml:definitions>
  <inkml:trace contextRef="#ctx0" brushRef="#br0">1 0 24575,'29'27'0,"0"-2"0,64 42 0,75 30 0,-143-84 0,219 119 0,339 197 0,-551-308-455,-1 1 0,29 26 0,-37-26-6371</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05.306"/>
    </inkml:context>
    <inkml:brush xml:id="br0">
      <inkml:brushProperty name="width" value="0.05" units="cm"/>
      <inkml:brushProperty name="height" value="0.05" units="cm"/>
      <inkml:brushProperty name="color" value="#FFC114"/>
    </inkml:brush>
  </inkml:definitions>
  <inkml:trace contextRef="#ctx0" brushRef="#br0">217 0 24575,'0'3'0,"0"4"0,2 3 0,2 6 0,0 3 0,2 1 0,0 3 0,-2 1 0,0 1 0,-5 0 0,-4-2 0,-7-1 0,-8-3 0,-9 0 0,-7-5 0,-10-4 0,-6-3 0,7-4-8191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07.010"/>
    </inkml:context>
    <inkml:brush xml:id="br0">
      <inkml:brushProperty name="width" value="0.05" units="cm"/>
      <inkml:brushProperty name="height" value="0.05" units="cm"/>
      <inkml:brushProperty name="color" value="#FFC114"/>
    </inkml:brush>
  </inkml:definitions>
  <inkml:trace contextRef="#ctx0" brushRef="#br0">120 77 24575,'1'0'0,"0"-1"0,0 1 0,1-1 0,-1 0 0,0 1 0,0-1 0,0 0 0,0 0 0,-1 0 0,1 0 0,0 0 0,0 0 0,0 0 0,-1 0 0,1 0 0,-1 0 0,1 0 0,-1-1 0,1 1 0,0-1 0,8-27 0,-8 27 0,-1 0 0,1 0 0,-1 0 0,0 0 0,0 0 0,0 0 0,0 0 0,0 0 0,0 0 0,-1-3 0,1 5 0,0 0 0,0 0 0,0-1 0,0 1 0,0 0 0,0 0 0,0 0 0,-1 0 0,1 0 0,0 0 0,0-1 0,0 1 0,0 0 0,0 0 0,0 0 0,0 0 0,-1 0 0,1 0 0,0 0 0,0 0 0,0-1 0,0 1 0,0 0 0,-1 0 0,1 0 0,0 0 0,0 0 0,0 0 0,0 0 0,-1 0 0,1 0 0,0 0 0,0 0 0,0 0 0,0 0 0,-1 0 0,1 0 0,0 0 0,0 0 0,0 0 0,0 1 0,-11 10 0,-5 22 0,1 1 0,2 0 0,-16 64 0,24-81 0,-11 42-341,3 0 0,3 0-1,-3 62 1,12-99-6485</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07.212"/>
    </inkml:context>
    <inkml:brush xml:id="br0">
      <inkml:brushProperty name="width" value="0.05" units="cm"/>
      <inkml:brushProperty name="height" value="0.05" units="cm"/>
      <inkml:brushProperty name="color" value="#FFC114"/>
    </inkml:brush>
  </inkml:definitions>
  <inkml:trace contextRef="#ctx0" brushRef="#br0">1 191 24575,'0'-15'0,"0"1"0,1-1 0,0 1 0,1-1 0,7-23 0,-7 34 0,-1 0 0,1 0 0,0-1 0,0 1 0,1 1 0,-1-1 0,1 0 0,0 1 0,0-1 0,0 1 0,1 0 0,-1 0 0,1 0 0,-1 0 0,1 1 0,0 0 0,0-1 0,0 1 0,0 1 0,1-1 0,-1 1 0,6-2 0,2 0-97,1 1-1,-1 0 1,1 1-1,-1 0 1,1 0-1,-1 2 1,1 0-1,-1 0 1,1 1-1,-1 0 1,0 1-1,0 1 0,17 7 1,-10 0-6729</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07.540"/>
    </inkml:context>
    <inkml:brush xml:id="br0">
      <inkml:brushProperty name="width" value="0.05" units="cm"/>
      <inkml:brushProperty name="height" value="0.05" units="cm"/>
      <inkml:brushProperty name="color" value="#FFC114"/>
    </inkml:brush>
  </inkml:definitions>
  <inkml:trace contextRef="#ctx0" brushRef="#br0">0 52 24575,'0'1'0,"1"0"0,-1 0 0,1 0 0,-1-1 0,1 1 0,-1 0 0,1 0 0,-1 0 0,1-1 0,0 1 0,-1 0 0,1-1 0,0 1 0,0-1 0,-1 1 0,1-1 0,0 1 0,0-1 0,0 1 0,0-1 0,0 0 0,0 0 0,0 1 0,0-1 0,0 0 0,-1 0 0,1 0 0,0 0 0,0 0 0,2 0 0,32-2 0,100-27 0,-87 17 0,79-10 0,-125 21 0,1 1 0,-1 0 0,1 0 0,0 0 0,-1 0 0,1 0 0,0 0 0,-1 1 0,1 0 0,-1-1 0,1 1 0,-1 0 0,1 0 0,-1 0 0,5 3 0,-5-2 0,0 1 0,0-1 0,0 1 0,0-1 0,-1 1 0,1 0 0,-1-1 0,1 1 0,-1 0 0,0 0 0,0 0 0,0 0 0,0 4 0,17 109 217,-10-56-1799,-4-34-5244</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08.413"/>
    </inkml:context>
    <inkml:brush xml:id="br0">
      <inkml:brushProperty name="width" value="0.05" units="cm"/>
      <inkml:brushProperty name="height" value="0.05" units="cm"/>
      <inkml:brushProperty name="color" value="#FFC114"/>
    </inkml:brush>
  </inkml:definitions>
  <inkml:trace contextRef="#ctx0" brushRef="#br0">53 23 24575,'-1'6'0,"0"1"0,0 0 0,-1-1 0,0 1 0,0-1 0,-4 8 0,-5 14 0,5-9 0,-11 49 0,16-62 0,0 1 0,0-1 0,1 0 0,0 0 0,0 1 0,0-1 0,1 0 0,2 10 0,-2-14 0,-1 0 0,1 0 0,0-1 0,0 1 0,0 0 0,0 0 0,0-1 0,0 1 0,0-1 0,1 1 0,-1-1 0,0 1 0,1-1 0,-1 0 0,1 0 0,0 0 0,3 2 0,-2-2 0,1 1 0,-1-1 0,1-1 0,0 1 0,-1 0 0,1-1 0,0 1 0,7-2 0,-1 0 0,-1 0 0,1-1 0,-1 0 0,0 0 0,1-1 0,13-7 0,-18 8 0,1-1 0,-1 0 0,0-1 0,0 1 0,0-1 0,0 0 0,-1 0 0,1-1 0,-1 1 0,0-1 0,4-7 0,-6 9 0,0-1 0,-1 1 0,1-1 0,-1 0 0,0 1 0,0-1 0,0 0 0,-1 1 0,1-1 0,-1 0 0,0 0 0,0 0 0,-1 1 0,1-1 0,-1 0 0,1 0 0,-1 1 0,0-1 0,-3-6 0,0 3 0,0 0 0,0 0 0,-9-10 0,9 13 0,1 0 0,0-1 0,0 1 0,0 0 0,1-1 0,-1 0 0,1 1 0,0-1 0,0 0 0,-1-8 0,3 12 0,0 0 0,0 0 0,0 0 0,1 0 0,-1 0 0,0 0 0,1 0 0,-1 0 0,0 0 0,1 0 0,-1 1 0,1-1 0,0 0 0,-1 0 0,1 0 0,0 1 0,-1-1 0,1 0 0,0 1 0,0-1 0,0 1 0,-1-1 0,1 1 0,0-1 0,0 1 0,0-1 0,0 1 0,1 0 0,33-8 0,-28 7 0,7-2 0,1 1 0,-1 1 0,1 0 0,0 1 0,0 0 0,25 5 0,-34-3 0,0-1 0,0 1 0,-1 0 0,1 1 0,-1-1 0,0 1 0,0 0 0,0 0 0,0 1 0,0 0 0,0-1 0,-1 2 0,0-1 0,0 0 0,0 1 0,-1 0 0,1 0 0,-1 0 0,4 8 0,-5-8 0,0 0 0,0 1 0,-1-1 0,0 0 0,0 1 0,0-1 0,0 1 0,-1-1 0,0 1 0,0-1 0,-1 1 0,-1 6 0,2-9 0,-1 0 0,1 0 0,-1 0 0,0 0 0,0 0 0,0-1 0,-1 1 0,1 0 0,-1-1 0,1 1 0,-1-1 0,0 1 0,0-1 0,0 0 0,0 0 0,0 0 0,-1 0 0,1 0 0,-1-1 0,1 1 0,-1-1 0,0 1 0,1-1 0,-4 1 0,5-2 0,1 0 0,-1 1 0,0-1 0,1 0 0,-1 0 0,1 0 0,-1 1 0,0-1 0,1 0 0,-1 0 0,0 0 0,1 0 0,-1 0 0,0 0 0,1-1 0,-1 1 0,0 0 0,1 0 0,-1 0 0,1 0 0,-1-1 0,0 1 0,1 0 0,-1-1 0,1 1 0,-1 0 0,0-2 0,1 1 0,-1 0 0,1 0 0,0 1 0,0-1 0,0 0 0,-1 0 0,1 0 0,0 0 0,0 0 0,1 0 0,-1 0 0,0 0 0,0 0 0,0 0 0,1 0 0,-1-1 0,3-4 0,-1-1 0,1 1 0,1 0 0,3-6 0,9-8 0,0 1 0,1 1 0,1 1 0,1 0 0,0 1 0,32-19 0,-47 32 0,1 0 0,-1 1 0,0-1 0,1 1 0,0 0 0,0 1 0,-1-1 0,1 1 0,0 0 0,0 0 0,10 0 0,-12 1 0,-1 0 0,1 1 0,-1-1 0,1 1 0,-1-1 0,0 1 0,1 0 0,-1 0 0,0 0 0,1 1 0,-1-1 0,0 0 0,0 1 0,0 0 0,0-1 0,0 1 0,-1 0 0,1 0 0,0 0 0,-1 0 0,0 0 0,1 0 0,-1 0 0,0 1 0,1 3 0,4 10-455,-1 0 0,5 26 0,-6-18-6371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08.586"/>
    </inkml:context>
    <inkml:brush xml:id="br0">
      <inkml:brushProperty name="width" value="0.05" units="cm"/>
      <inkml:brushProperty name="height" value="0.05" units="cm"/>
      <inkml:brushProperty name="color" value="#FFC114"/>
    </inkml:brush>
  </inkml:definitions>
  <inkml:trace contextRef="#ctx0" brushRef="#br0">0 0 24575,'0'3'0,"3"4"0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09.302"/>
    </inkml:context>
    <inkml:brush xml:id="br0">
      <inkml:brushProperty name="width" value="0.05" units="cm"/>
      <inkml:brushProperty name="height" value="0.05" units="cm"/>
      <inkml:brushProperty name="color" value="#FFC114"/>
    </inkml:brush>
  </inkml:definitions>
  <inkml:trace contextRef="#ctx0" brushRef="#br0">306 44 24575,'-6'-5'0,"-1"1"0,1-1 0,0 1 0,-1 0 0,0 1 0,0-1 0,0 1 0,-1 1 0,1-1 0,0 1 0,-1 1 0,0 0 0,1 0 0,-15 0 0,13 1 0,1 1 0,0 1 0,-1 0 0,1 0 0,0 1 0,0-1 0,0 2 0,0-1 0,1 1 0,-1 1 0,1-1 0,0 1 0,0 0 0,1 1 0,-1-1 0,1 1 0,0 1 0,1-1 0,0 1 0,0 0 0,-7 14 0,8-14 0,1 0 0,0 0 0,0 0 0,0 0 0,1 1 0,1-1 0,-1 1 0,1-1 0,0 1 0,1 0 0,0 0 0,0-1 0,0 1 0,1 0 0,1-1 0,-1 1 0,1-1 0,0 1 0,1-1 0,0 0 0,0 0 0,0 0 0,1 0 0,7 9 0,-7-11 27,1 0-1,0 0 0,0 0 0,0-1 1,0 0-1,1 0 0,0-1 0,-1 1 1,1-1-1,0 0 0,1-1 0,8 3 1,1-1-454,1 0 0,0-1 1,27 1-1,-5-3-6399</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09.660"/>
    </inkml:context>
    <inkml:brush xml:id="br0">
      <inkml:brushProperty name="width" value="0.05" units="cm"/>
      <inkml:brushProperty name="height" value="0.05" units="cm"/>
      <inkml:brushProperty name="color" value="#FFC114"/>
    </inkml:brush>
  </inkml:definitions>
  <inkml:trace contextRef="#ctx0" brushRef="#br0">67 152 24575,'-2'-1'0,"1"-1"0,0 1 0,0 0 0,-1-1 0,1 1 0,-1 0 0,1 0 0,-1 0 0,0 0 0,1 0 0,-1 1 0,0-1 0,1 0 0,-1 1 0,0-1 0,0 1 0,0 0 0,-3-1 0,4 2 0,0-1 0,0 1 0,0 0 0,0-1 0,0 1 0,0 0 0,0 0 0,0 0 0,0 0 0,0 0 0,0 0 0,0 0 0,1 0 0,-1 0 0,0 0 0,1 0 0,-1 1 0,1-1 0,-1 0 0,1 0 0,0 1 0,-1-1 0,1 0 0,0 0 0,0 1 0,0-1 0,0 3 0,0 64 0,1-51 0,-1-1 0,0 1 0,-3 17 0,-2-21 0,1-23 0,1-26 0,4 16 0,1 0 0,1 1 0,1-1 0,1 1 0,0 0 0,2 0 0,0 0 0,1 1 0,1 0 0,21-32 0,-27 46 0,0 0 0,0 1 0,0-1 0,0 1 0,1 0 0,0 0 0,-1 0 0,1 0 0,0 1 0,0 0 0,1-1 0,-1 2 0,6-3 0,-7 3 0,-1 1 0,1-1 0,0 1 0,-1 0 0,1 0 0,-1 0 0,1 0 0,0 1 0,-1-1 0,1 1 0,-1-1 0,1 1 0,-1 0 0,1 0 0,-1 0 0,0 0 0,1 0 0,-1 1 0,0-1 0,0 1 0,0 0 0,0-1 0,0 1 0,0 0 0,1 2 0,6 8 43,-1 0 0,-1 0-1,0 0 1,0 1 0,-1 0-1,-1 0 1,5 16 0,-3 0-612,0-1 0,3 43 0,-7-41-6257</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10.178"/>
    </inkml:context>
    <inkml:brush xml:id="br0">
      <inkml:brushProperty name="width" value="0.05" units="cm"/>
      <inkml:brushProperty name="height" value="0.05" units="cm"/>
      <inkml:brushProperty name="color" value="#FFC114"/>
    </inkml:brush>
  </inkml:definitions>
  <inkml:trace contextRef="#ctx0" brushRef="#br0">1 271 24575,'0'-3'0,"0"0"0,1 0 0,-1 0 0,1 0 0,0 0 0,0 0 0,0 0 0,0 1 0,1-1 0,-1 0 0,1 0 0,-1 1 0,1-1 0,0 1 0,0 0 0,0 0 0,0-1 0,1 1 0,-1 0 0,0 1 0,1-1 0,0 0 0,-1 1 0,6-3 0,7-2 0,1 0 0,0 1 0,25-5 0,-11 3 0,11-6 0,-26 7 0,0 2 0,0-1 0,0 2 0,26-3 0,-39 6 0,-1 0 0,1 1 0,-1-1 0,1 0 0,-1 1 0,1-1 0,-1 1 0,1 0 0,-1-1 0,1 1 0,-1 0 0,0 0 0,1 0 0,-1 0 0,0 0 0,0 0 0,0 0 0,0 0 0,0 0 0,0 0 0,0 1 0,0-1 0,0 0 0,-1 1 0,1-1 0,-1 1 0,1-1 0,-1 1 0,1-1 0,-1 3 0,3 7 0,-1 0 0,-1 1 0,1 14 0,-1-5 0,8 18 0,-7-32 0,0-1 0,0 1 0,-1 1 0,0-1 0,-1 0 0,1 0 0,-2 8 0,2-15 0,-1 1 0,0-1 0,0 0 0,0 0 0,0 0 0,0 1 0,0-1 0,0 0 0,0 0 0,0 1 0,0-1 0,0 0 0,0 0 0,-1 0 0,1 1 0,0-1 0,0 0 0,0 0 0,0 0 0,0 1 0,0-1 0,0 0 0,-1 0 0,1 0 0,0 1 0,0-1 0,0 0 0,0 0 0,-1 0 0,1 0 0,0 0 0,0 0 0,0 0 0,-1 1 0,1-1 0,0 0 0,0 0 0,0 0 0,-1 0 0,1 0 0,0 0 0,0 0 0,-1 0 0,1 0 0,0 0 0,0 0 0,-1 0 0,-9-11 0,-5-18 0,8 12 0,1 0 0,1 0 0,1-1 0,0 1 0,-2-36 0,6 43 0,-1 1 0,2-1 0,0 0 0,0 0 0,0 0 0,1 0 0,1 1 0,0-1 0,0 1 0,1 0 0,0-1 0,7-10 0,-9 17 0,1-1 0,0 1 0,0 0 0,0 0 0,0 0 0,0 0 0,1 0 0,-1 1 0,1-1 0,0 1 0,-1 0 0,1 0 0,0 1 0,0-1 0,0 1 0,1 0 0,-1 0 0,0 0 0,0 0 0,1 1 0,-1 0 0,0 0 0,1 0 0,-1 0 0,0 1 0,1 0 0,-1 0 0,6 2 0,-4-1 0,0 0 0,0 0 0,0 1 0,0 0 0,-1 0 0,1 0 0,-1 1 0,0 0 0,0 0 0,0 0 0,-1 1 0,0-1 0,1 1 0,-2 0 0,1 0 0,0 1 0,-1-1 0,0 1 0,2 5 0,-4-8 11,-1-1-1,1 0 0,0 0 1,-1 0-1,0 0 0,1 1 1,-1-1-1,0 0 0,0 0 1,0 1-1,-1-1 0,1 0 1,0 0-1,-1 0 0,1 0 1,-1 1-1,0-1 0,0 0 1,0 0-1,0 0 0,0 0 1,0-1-1,-1 1 0,1 0 1,0 0-1,-1-1 1,0 1-1,1-1 0,-1 1 1,0-1-1,0 0 0,-2 2 1,-4 1-255,0 0 0,0-1 0,-1 0 0,1 0 1,-1-1-1,-14 3 0,-13 0-6582</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10.994"/>
    </inkml:context>
    <inkml:brush xml:id="br0">
      <inkml:brushProperty name="width" value="0.05" units="cm"/>
      <inkml:brushProperty name="height" value="0.05" units="cm"/>
      <inkml:brushProperty name="color" value="#FFC114"/>
    </inkml:brush>
  </inkml:definitions>
  <inkml:trace contextRef="#ctx0" brushRef="#br0">5 192 24575,'0'0'0,"0"-1"0,0 1 0,0-1 0,0 1 0,0-1 0,0 1 0,0 0 0,1-1 0,-1 1 0,0-1 0,0 1 0,0 0 0,1-1 0,-1 1 0,0-1 0,0 1 0,1 0 0,-1-1 0,0 1 0,1 0 0,-1 0 0,0-1 0,1 1 0,-1 0 0,0 0 0,1-1 0,-1 1 0,1 0 0,-1 0 0,0 0 0,1 0 0,-1 0 0,1 0 0,-1-1 0,1 1 0,-1 0 0,0 0 0,1 0 0,-1 0 0,1 1 0,-1-1 0,1 0 0,-1 0 0,1 0 0,-1 0 0,0 0 0,1 0 0,-1 1 0,1-1 0,-1 0 0,1 1 0,20 11 0,-16-5 0,1-1 0,-2 1 0,1 0 0,-1 0 0,0 0 0,0 0 0,-1 1 0,0 0 0,0-1 0,-1 1 0,0 0 0,-1 0 0,1 1 0,-2-1 0,1 0 0,-1 0 0,0 0 0,-1 1 0,0-1 0,0 0 0,-4 14 0,4-21 0,1 1 0,0-1 0,-1 1 0,1-1 0,-1 0 0,1 1 0,-1-1 0,0 0 0,0 1 0,0-1 0,0 0 0,1 0 0,-1 0 0,-1 0 0,1 0 0,0 0 0,0 0 0,0 0 0,0 0 0,-1 0 0,1-1 0,0 1 0,-1 0 0,1-1 0,-1 0 0,1 1 0,-1-1 0,1 0 0,-1 1 0,1-1 0,-1 0 0,-2 0 0,2-1 0,0 0 0,0 0 0,0 1 0,0-1 0,1-1 0,-1 1 0,0 0 0,0 0 0,1-1 0,-1 1 0,1-1 0,-1 1 0,1-1 0,0 0 0,0 1 0,-1-1 0,1 0 0,0 0 0,1 0 0,-1 0 0,0 0 0,0-3 0,-4-15 0,2 0 0,1 0 0,0 0 0,1-1 0,1 1 0,1 0 0,1 0 0,9-39 0,-9 51 0,0 0 0,0 1 0,1-1 0,0 0 0,0 1 0,1 0 0,0 0 0,1 0 0,-1 0 0,1 1 0,0-1 0,1 1 0,-1 1 0,1-1 0,1 1 0,-1 0 0,1 0 0,0 1 0,0 0 0,0 0 0,0 0 0,1 1 0,-1 0 0,1 1 0,0 0 0,0 0 0,0 0 0,0 1 0,0 1 0,0-1 0,15 2 0,-19-1 0,0 0 0,0 1 0,0-1 0,0 1 0,0 0 0,0 0 0,0 0 0,0 1 0,0-1 0,-1 1 0,1 0 0,-1 0 0,1 0 0,-1 1 0,0-1 0,0 1 0,0 0 0,0 0 0,0 0 0,-1 0 0,1 0 0,-1 0 0,0 1 0,0-1 0,0 1 0,0 0 0,-1-1 0,0 1 0,1 0 0,-1 0 0,-1 0 0,1 0 0,0 0 0,-1 0 0,0 0 0,0 0 0,0 0 0,-1 0 0,1 0 0,-1 0 0,0 0 0,0 0 0,0 0 0,-1 0 0,1 0 0,-1-1 0,0 1 0,0-1 0,0 1 0,-5 4 0,1 0 0,0-1 0,0-1 0,-1 0 0,0 0 0,0 0 0,-1 0 0,-7 4 0,-4 0 0,-37 13 0,56-23 0,-1 0 0,1 0 0,0 0 0,-1 0 0,1 0 0,-1 1 0,1-1 0,0 0 0,-1 0 0,1 0 0,0 0 0,-1 1 0,1-1 0,0 0 0,-1 0 0,1 1 0,0-1 0,-1 0 0,1 1 0,0-1 0,0 0 0,0 1 0,-1-1 0,1 0 0,0 1 0,0-1 0,0 0 0,0 1 0,0-1 0,-1 1 0,1-1 0,0 0 0,0 1 0,0-1 0,0 1 0,0 0 0,13 11 0,30 9 0,-38-19 0,13 7 76,-1 1 0,0 1 0,26 22 0,21 13-1745,-49-38-5157</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11.367"/>
    </inkml:context>
    <inkml:brush xml:id="br0">
      <inkml:brushProperty name="width" value="0.05" units="cm"/>
      <inkml:brushProperty name="height" value="0.05" units="cm"/>
      <inkml:brushProperty name="color" value="#FFC114"/>
    </inkml:brush>
  </inkml:definitions>
  <inkml:trace contextRef="#ctx0" brushRef="#br0">35 136 24575,'-10'-19'0,"10"17"0,0 0 0,-1 1 0,1-1 0,-1 1 0,1-1 0,-1 1 0,0 0 0,0-1 0,0 1 0,1-1 0,-1 1 0,0 0 0,0 0 0,-1 0 0,1 0 0,0 0 0,-3-2 0,3 4 0,0 0 0,1 0 0,-1 0 0,0 0 0,1 0 0,-1 1 0,1-1 0,-1 0 0,1 0 0,-1 1 0,1-1 0,0 0 0,0 1 0,0-1 0,0 0 0,0 1 0,0-1 0,0 2 0,0-1 0,0 168 0,0-157 0,1-23 0,1-1 0,-1 1 0,2 0 0,0 0 0,3-11 0,1 1 0,1-9 0,2 1 0,13-27 0,-20 47 0,1 1 0,0 0 0,1 0 0,-1 0 0,1 0 0,1 1 0,-1-1 0,1 2 0,0-1 0,1 1 0,-1-1 0,9-4 0,-13 9 0,1 0 0,-1 0 0,0 0 0,0 0 0,0 0 0,0 1 0,1-1 0,-1 1 0,0-1 0,1 1 0,-1 0 0,0 0 0,1 0 0,-1 0 0,0 0 0,1 1 0,-1-1 0,0 1 0,1-1 0,3 3 0,-3-1 0,0 0 0,0 0 0,0 0 0,-1 1 0,1-1 0,-1 1 0,1 0 0,-1-1 0,0 1 0,0 0 0,0 1 0,1 3 0,3 6 0,-1 0 0,-1 1 0,0-1 0,-1 1 0,2 26 0,-2 61-1365,-4-75-5461</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11.836"/>
    </inkml:context>
    <inkml:brush xml:id="br0">
      <inkml:brushProperty name="width" value="0.05" units="cm"/>
      <inkml:brushProperty name="height" value="0.05" units="cm"/>
      <inkml:brushProperty name="color" value="#FFC114"/>
    </inkml:brush>
  </inkml:definitions>
  <inkml:trace contextRef="#ctx0" brushRef="#br0">11 288 24575,'-5'-14'0,"4"13"0,1 1 0,-1-1 0,1 1 0,-1-1 0,1 0 0,0 1 0,-1-1 0,1 0 0,0 0 0,-1 1 0,1-1 0,0 0 0,0 0 0,0 1 0,0-1 0,0 0 0,0 0 0,0 1 0,0-1 0,0 0 0,0 0 0,0 0 0,0 1 0,0-1 0,1 0 0,-1 1 0,0-1 0,1 0 0,-1 0 0,0 1 0,1-1 0,-1 0 0,1 1 0,-1-1 0,2 0 0,1-2 0,0 1 0,1-1 0,0 1 0,0 0 0,-1 0 0,1 0 0,0 1 0,1-1 0,6-1 0,44-6 0,-37 6 0,239-38 0,-255 41 0,0-1 0,0 1 0,0 0 0,0 0 0,0 0 0,0 0 0,0 0 0,0 0 0,0 0 0,0 1 0,0-1 0,0 1 0,0-1 0,0 1 0,0 0 0,0 0 0,0 0 0,-1 0 0,3 1 0,-2 1 0,0 0 0,0 0 0,-1-1 0,1 1 0,-1 0 0,0 0 0,0 0 0,0 1 0,0-1 0,0 0 0,0 5 0,0 0 0,2 3 0,-1 0 0,0 0 0,-1 1 0,0-1 0,-1 0 0,0 0 0,-2 17 0,2-28 0,0 1 0,0-1 0,-1 0 0,1 1 0,0-1 0,0 0 0,0 1 0,0-1 0,0 0 0,0 1 0,0-1 0,0 0 0,-1 1 0,1-1 0,0 0 0,0 0 0,0 1 0,-1-1 0,1 0 0,0 0 0,0 1 0,-1-1 0,1 0 0,0 0 0,0 0 0,-1 1 0,1-1 0,0 0 0,-1 0 0,1 0 0,0 0 0,-1 0 0,1 0 0,0 0 0,-1 0 0,1 0 0,-1 0 0,-9-10 0,-5-20 0,10 15 0,1-1 0,1 1 0,1-1 0,0 0 0,1 1 0,1-23 0,0 26 0,1 0 0,1 1 0,0-1 0,1 1 0,0 0 0,0 0 0,1 0 0,1 0 0,7-14 0,-10 22 0,1-1 0,0 1 0,0 0 0,0 0 0,0 0 0,0 0 0,0 0 0,1 1 0,0-1 0,-1 1 0,1 0 0,0 0 0,0 0 0,0 1 0,0-1 0,0 1 0,0 0 0,1 0 0,-1 1 0,0-1 0,1 1 0,5 0 0,-5 0 0,0 1 0,1 0 0,-1 0 0,0 0 0,0 0 0,0 1 0,0 0 0,-1 0 0,1 0 0,0 0 0,-1 1 0,1 0 0,-1 0 0,0 0 0,0 0 0,0 1 0,-1 0 0,5 5 0,-6-7 9,-1-1-1,0 0 0,0 1 1,-1-1-1,1 1 0,0-1 1,0 1-1,-1 0 0,1-1 1,-1 1-1,1 0 0,-1-1 0,0 1 1,0 0-1,0-1 0,0 1 1,0 0-1,0 0 0,0-1 1,0 1-1,-1 0 0,1-1 1,-1 1-1,1 0 0,-1-1 1,1 1-1,-1-1 0,0 1 1,0-1-1,0 1 0,0-1 1,0 1-1,0-1 0,-1 0 1,1 0-1,0 0 0,-1 0 1,1 0-1,0 0 0,-3 1 1,-4 3-294,0 0 1,0-1-1,-1 0 1,0-1-1,-17 5 1,-19 1-6542</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18.963"/>
    </inkml:context>
    <inkml:brush xml:id="br0">
      <inkml:brushProperty name="width" value="0.05" units="cm"/>
      <inkml:brushProperty name="height" value="0.05" units="cm"/>
      <inkml:brushProperty name="color" value="#FFC114"/>
    </inkml:brush>
  </inkml:definitions>
  <inkml:trace contextRef="#ctx0" brushRef="#br0">84 424 24575,'-2'-3'0,"0"0"0,0 0 0,0 0 0,1 0 0,-1 0 0,1 0 0,0 0 0,0-1 0,0 1 0,1 0 0,-1-1 0,1 1 0,0-4 0,-1-3 0,2 36 0,-1 36 0,-1 8 0,16 195 0,2 20 0,-18-50 0,-36 281 0,29-447 0,3 1 0,6 107 0,0-172 0,0 0 0,-1 0 0,2 0 0,-1-1 0,0 1 0,1 0 0,0 0 0,0-1 0,1 1 0,-1-1 0,1 0 0,0 0 0,0 0 0,0 0 0,0 0 0,1-1 0,0 1 0,0-1 0,0 0 0,0 0 0,0-1 0,0 1 0,1-1 0,-1 0 0,1 0 0,0 0 0,9 2 0,10 1 0,0-1 0,0-1 0,0-2 0,38-1 0,-40 0 0,203 0-79,1541 15-2071,637-7 189,573-17 900,-1820 11 810,-310-21 298,-285-25 2782,-534 41-2715,367-48 2398,-382 49-2512,0-2 0,19-7 0,-22 7 0,-1 1 0,1 0 0,0 1 0,0 0 0,15-2 0,-22 4 0,1 0 0,-1 0 0,0 0 0,1-1 0,-1 1 0,0-1 0,1 1 0,-1-1 0,0 0 0,0 0 0,0 0 0,0 0 0,0 0 0,0 0 0,0-1 0,2-1 0,-3 1 0,0 1 0,0-1 0,0 0 0,0 0 0,0 0 0,-1 1 0,1-1 0,-1 0 0,1 0 0,-1 0 0,0 0 0,0 0 0,0 0 0,0 0 0,0 0 0,0 0 0,0 0 0,-1 0 0,0-3 0,-7-27 0,-21-52 0,-2-7 0,4-24 0,-23-212 0,21-122 0,27 411 0,-1-106 0,4 77 0,-3 0 0,-4 0 0,-17-85 0,11 103 0,0-8 0,-4 1 0,-28-70 0,30 98 0,10 21 0,1 1 0,0-1 0,0 1 0,0-1 0,1 0 0,0-1 0,-2-9 0,4 15 0,0-1 0,0 1 0,-1-1 0,1 1 0,-1 0 0,1-1 0,-1 1 0,0-1 0,0 1 0,0 0 0,-1 0 0,1 0 0,0-1 0,-1 1 0,1 1 0,-4-4 0,2 3 0,0 0 0,0 1 0,0 0 0,0-1 0,0 1 0,-1 0 0,1 0 0,0 1 0,-1-1 0,1 1 0,0 0 0,-5 0 0,-26 0 0,0 2 0,-50 9 0,4 0 0,-606 17 0,655-28 0,-1732 3-411,916-5 276,554 2 135,-1025 10 0,239-4-9,221-4 109,249 25 235,159-4-215,-324-7-120,698-15 0,-209-12 0,251 8 0,1 1 0,-1 1 0,1 2 0,0 2 0,-44 8 0,-22 5 0,-1-5 0,-154-3 0,218-7 0,-64 8 0,-100 16 0,191-24 0,0 1 0,0 1 0,-1 0 0,-14 6 0,19-7 0,1 0 0,0 0 0,0 0 0,0 1 0,1 0 0,-1-1 0,0 1 0,1 0 0,0 1 0,0-1 0,-5 7 0,7-8 0,0 0 0,1 1 0,-1-1 0,1 0 0,-1 1 0,1-1 0,0 1 0,0-1 0,0 1 0,0-1 0,0 1 0,1-1 0,-1 1 0,1-1 0,-1 0 0,1 1 0,2 2 0,22 43 0,-14-29 0,-2-4-170,0 0-1,-2 0 0,0 1 1,0 0-1,-2 1 0,0 0 1,3 22-1,-7-25-6655</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20.439"/>
    </inkml:context>
    <inkml:brush xml:id="br0">
      <inkml:brushProperty name="width" value="0.05" units="cm"/>
      <inkml:brushProperty name="height" value="0.05" units="cm"/>
      <inkml:brushProperty name="color" value="#FFC114"/>
    </inkml:brush>
  </inkml:definitions>
  <inkml:trace contextRef="#ctx0" brushRef="#br0">493 599 24575,'0'-16'0,"0"0"0,-5-24 0,4 33 0,-1 0 0,0 0 0,-1 0 0,0 0 0,0 0 0,-1 0 0,-6-9 0,3 6 0,-1 1 0,0 1 0,0-1 0,-1 1 0,0 1 0,0-1 0,0 1 0,-1 1 0,0 0 0,-1 1 0,1-1 0,-1 2 0,0 0 0,-1 0 0,1 1 0,0 0 0,-1 1 0,0 1 0,1-1 0,-18 2 0,19 0 0,1 1 0,-1 0 0,1 0 0,-1 1 0,1 0 0,-1 1 0,1 0 0,0 0 0,0 1 0,1 0 0,-1 1 0,1 0 0,0 0 0,0 0 0,0 1 0,1 1 0,0-1 0,0 1 0,1 0 0,0 1 0,0 0 0,1 0 0,0 0 0,0 0 0,-4 12 0,3-5 0,1 1 0,1-1 0,1 1 0,0-1 0,1 1 0,0 0 0,1 0 0,1 0 0,1 0 0,0 0 0,1 0 0,7 26 0,-6-33 0,0-1 0,0 1 0,1-1 0,0 0 0,0 0 0,1 0 0,0-1 0,0 0 0,1 0 0,9 9 0,-9-11 0,-1 0 0,1-1 0,1 0 0,-1 0 0,1-1 0,-1 1 0,1-1 0,0-1 0,0 0 0,0 0 0,0 0 0,1-1 0,-1 1 0,8-1 0,-5-1 0,1 0 0,-1 0 0,1-1 0,-1-1 0,0 0 0,1 0 0,-1-1 0,0 0 0,0-1 0,-1 0 0,11-5 0,-8 1 0,0 0 0,0-1 0,0 0 0,-1-1 0,-1 0 0,0 0 0,12-16 0,-7 5 0,-1-1 0,-1 0 0,-1-1 0,-1 0 0,-2 0 0,0-1 0,-1-1 0,8-45 0,-8 21 0,-3-1 0,-2 0 0,-3 1 0,-1-1 0,-3 0 0,-17-84 0,20 128 0,0 0 0,-1 1 0,1-1 0,-1 0 0,-1 1 0,-4-9 0,7 13 0,0 1 0,0 0 0,0 0 0,-1 0 0,1 0 0,0-1 0,0 1 0,0 0 0,0 0 0,0 0 0,0 0 0,0 0 0,-1-1 0,1 1 0,0 0 0,0 0 0,0 0 0,0 0 0,-1 0 0,1 0 0,0 0 0,0 0 0,0 0 0,-1-1 0,1 1 0,0 0 0,0 0 0,0 0 0,-1 0 0,1 0 0,0 0 0,0 0 0,0 0 0,0 0 0,-1 1 0,1-1 0,0 0 0,0 0 0,0 0 0,-1 0 0,-3 9 0,0 16 0,2 37 0,7 82 0,17 65 0,-18-178 0,7 61-455,4-1 0,37 124 0,-41-181-6371</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20.980"/>
    </inkml:context>
    <inkml:brush xml:id="br0">
      <inkml:brushProperty name="width" value="0.05" units="cm"/>
      <inkml:brushProperty name="height" value="0.05" units="cm"/>
      <inkml:brushProperty name="color" value="#FFC114"/>
    </inkml:brush>
  </inkml:definitions>
  <inkml:trace contextRef="#ctx0" brushRef="#br0">238 218 24575,'0'-9'0,"-4"-90"0,3 90 0,-1-1 0,0 1 0,0-1 0,-1 1 0,0 0 0,-1 0 0,0 0 0,-5-9 0,8 17 0,1 0 0,-1 0 0,0 0 0,0 0 0,0 0 0,0 0 0,0 0 0,0 0 0,0 0 0,0 0 0,0 0 0,0 0 0,0 1 0,-1-1 0,1 1 0,0-1 0,0 1 0,-1-1 0,1 1 0,-1-1 0,1 1 0,0 0 0,-1 0 0,1 0 0,0 0 0,-1 0 0,1 0 0,-1 0 0,1 1 0,0-1 0,-1 0 0,1 1 0,0-1 0,-1 1 0,1-1 0,0 1 0,0 0 0,0-1 0,-1 1 0,1 0 0,0 0 0,-1 2 0,-7 4 0,1 1 0,1 0 0,0 0 0,-8 12 0,10-14 0,-11 17 0,0 0 0,-21 43 0,32-53 0,0-1 0,0 1 0,1 0 0,0 0 0,2 0 0,-1 0 0,0 25 0,3-35 0,0 0 0,0 0 0,0 0 0,0 1 0,1-1 0,0 0 0,0 0 0,-1 0 0,2 0 0,-1 0 0,0 0 0,1 0 0,-1 0 0,1-1 0,0 1 0,0 0 0,0-1 0,0 0 0,0 1 0,1-1 0,-1 0 0,1 0 0,-1 0 0,5 2 0,-2-2 0,-1-1 0,0 1 0,1-1 0,-1 0 0,1 0 0,0 0 0,-1-1 0,1 0 0,0 0 0,-1 0 0,1 0 0,-1-1 0,1 0 0,0 0 0,-1 0 0,8-3 0,-5 1 0,1 0 0,-1-1 0,0 0 0,0 0 0,0-1 0,-1 0 0,1 0 0,-1 0 0,-1-1 0,9-10 0,-6 6 0,-1 0 0,-1-1 0,0 1 0,0-2 0,-1 1 0,4-17 0,-2 4 0,-2 0 0,-1-1 0,0 0 0,-2 0 0,-1 0 0,-3-32 0,3 106 0,-2-25 0,2 0 0,6 41 0,-4-48 0,2-1 0,-1 0 0,2 0 0,1 0 0,0-1 0,16 27 0,-19-35 0,1-1 0,0 1 0,0-1 0,1-1 0,0 1 0,0-1 0,0 0 0,0 0 0,1-1 0,0 0 0,0 0 0,0 0 0,0-1 0,0 0 0,1-1 0,12 3 0,9-1-1365,-3-3-5461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21.198"/>
    </inkml:context>
    <inkml:brush xml:id="br0">
      <inkml:brushProperty name="width" value="0.05" units="cm"/>
      <inkml:brushProperty name="height" value="0.05" units="cm"/>
      <inkml:brushProperty name="color" value="#FFC114"/>
    </inkml:brush>
  </inkml:definitions>
  <inkml:trace contextRef="#ctx0" brushRef="#br0">16 70 24575,'-3'-6'0,"1"-1"0,0 1 0,0-1 0,0 0 0,1 1 0,-1-8 0,0-2 0,3 132 0,34 121 237,-13-109-1839,-16-91-5224</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21.755"/>
    </inkml:context>
    <inkml:brush xml:id="br0">
      <inkml:brushProperty name="width" value="0.05" units="cm"/>
      <inkml:brushProperty name="height" value="0.05" units="cm"/>
      <inkml:brushProperty name="color" value="#FFC114"/>
    </inkml:brush>
  </inkml:definitions>
  <inkml:trace contextRef="#ctx0" brushRef="#br0">9 288 24575,'-5'-23'0,"5"22"0,-1 0 0,0 0 0,1 0 0,0-1 0,-1 1 0,1 0 0,0 0 0,-1 0 0,1-1 0,0 1 0,0 0 0,0 0 0,0 0 0,0-1 0,1 1 0,-1 0 0,0 0 0,0 0 0,1-1 0,-1 1 0,1 0 0,-1 0 0,1 0 0,-1 0 0,1 0 0,0 0 0,0 0 0,-1 0 0,1 0 0,0 0 0,0 0 0,0 1 0,0-1 0,0 0 0,0 0 0,0 1 0,0-1 0,0 1 0,2-1 0,11-4 0,0 0 0,0 1 0,0 1 0,0 1 0,0 0 0,1 0 0,26 2 0,5-1 0,-17-1 0,204-21 0,-197 17 0,-1-1 0,0-2 0,-1-1 0,49-22 0,-80 31 0,0-1 0,0 1 0,0-1 0,-1 1 0,1-1 0,-1 0 0,1 0 0,-1 0 0,0 0 0,1-1 0,-1 1 0,0-1 0,-1 1 0,1-1 0,0 0 0,-1 1 0,2-5 0,-3 6 0,0-1 0,1 0 0,-1 0 0,0 0 0,-1 0 0,1 1 0,0-1 0,0 0 0,-1 0 0,1 0 0,-1 1 0,0-1 0,1 0 0,-1 1 0,0-1 0,0 0 0,0 1 0,0-1 0,0 1 0,-1 0 0,1-1 0,0 1 0,-1 0 0,1 0 0,0 0 0,-1 0 0,0 0 0,1 0 0,-1 0 0,-2-1 0,-3-1 0,-1-1 0,0 1 0,0 0 0,-1 1 0,1 0 0,-1 0 0,1 1 0,-1 0 0,1 0 0,-1 1 0,1 0 0,-1 1 0,0 0 0,1 0 0,0 1 0,-1 0 0,1 0 0,-12 6 0,13-5 0,-1 0 0,1 1 0,-1 0 0,1 0 0,0 1 0,1 0 0,-1 0 0,1 1 0,0 0 0,0 0 0,1 0 0,0 1 0,0-1 0,0 1 0,1 0 0,0 1 0,1-1 0,-1 1 0,-2 8 0,4-3 0,-1 0 0,2 1 0,-1-1 0,2 0 0,0 0 0,0 1 0,1-1 0,1 0 0,0 0 0,1 0 0,6 16 0,-7-23 0,0 1 0,1-1 0,-1 0 0,2 0 0,-1 0 0,0-1 0,1 1 0,0-1 0,1 0 0,-1 0 0,1 0 0,0 0 0,0-1 0,0 0 0,1 0 0,-1-1 0,1 1 0,0-1 0,0 0 0,0-1 0,0 1 0,1-1 0,-1-1 0,8 2 0,-10-2 0,-1-1 0,1 0 0,0 0 0,0 0 0,-1-1 0,1 1 0,0-1 0,-1 0 0,1 0 0,-1 0 0,1-1 0,-1 1 0,1-1 0,3-2 0,-1 0 0,-1-1 0,1 1 0,-1-1 0,-1 0 0,1 0 0,-1 0 0,5-8 0,3-7 0,0-2 0,-2 1 0,11-33 0,-20 51 0,7-26 0,-8 24 0,1-1 0,0 1 0,0 0 0,1 0 0,0 0 0,0 0 0,0 1 0,0-1 0,1 0 0,0 1 0,4-6 0,-7 10 0,0 0 0,1 0 0,-1 0 0,1 0 0,-1 0 0,1 0 0,-1 0 0,1 0 0,-1 0 0,1 0 0,-1 0 0,0 0 0,1 0 0,-1 0 0,1 0 0,-1 1 0,1-1 0,-1 0 0,0 0 0,1 0 0,-1 1 0,1-1 0,-1 0 0,0 0 0,1 1 0,-1-1 0,0 0 0,1 1 0,-1-1 0,0 1 0,0-1 0,0 0 0,1 1 0,-1-1 0,0 1 0,0-1 0,0 0 0,0 1 0,1-1 0,-1 1 0,0 0 0,7 22 0,-6-22 0,14 64 121,21 70 53,-31-120-411,1-1 0,1 0-1,0 0 1,0-1 0,1 1 0,18 20 0,-11-18-6589</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22.178"/>
    </inkml:context>
    <inkml:brush xml:id="br0">
      <inkml:brushProperty name="width" value="0.05" units="cm"/>
      <inkml:brushProperty name="height" value="0.05" units="cm"/>
      <inkml:brushProperty name="color" value="#FFC114"/>
    </inkml:brush>
  </inkml:definitions>
  <inkml:trace contextRef="#ctx0" brushRef="#br0">19 130 24575,'-5'-18'0,"1"-1"0,0 0 0,1-1 0,0-27 0,5 40 0,2 12 0,3 12 0,5 28 0,11 85 0,-7 49 0,-10 79 0,-4-281 0,1-1 0,0 1 0,2 0 0,1 0 0,10-26 0,-11 35 0,0 1 0,1 0 0,1 0 0,0 1 0,1 0 0,0 0 0,1 1 0,0 0 0,1 0 0,11-9 0,-18 18 0,0-1 0,1 1 0,-1 0 0,1 0 0,-1 0 0,1 0 0,0 0 0,-1 1 0,1 0 0,0 0 0,0 0 0,0 0 0,0 0 0,0 1 0,0 0 0,0 0 0,0 0 0,0 0 0,0 1 0,0-1 0,0 1 0,0 0 0,4 2 0,-1 0 0,-1 0 0,0 0 0,0 1 0,-1 0 0,1 0 0,-1 1 0,0-1 0,0 1 0,0 0 0,-1 1 0,0-1 0,7 12 0,1 4 0,-2 0 0,0 0 0,-1 1 0,8 32 0,-13-37 0,0 0 0,-1 0 0,-1 0 0,-1 0 0,0 0 0,-4 31 0,3-44 0,-1-1 0,1 0 0,-1 1 0,0-1 0,0 0 0,0 0 0,0 0 0,-1 0 0,1 0 0,-1 0 0,0 0 0,0 0 0,0-1 0,0 1 0,0-1 0,-1 1 0,1-1 0,-1 0 0,1 0 0,-1 0 0,0 0 0,0-1 0,0 1 0,0-1 0,0 1 0,0-1 0,0 0 0,0 0 0,-1-1 0,1 1 0,0-1 0,-1 1 0,1-1 0,0 0 0,-1-1 0,1 1 0,0 0 0,0-1 0,-1 0 0,1 1 0,0-2 0,0 1 0,0 0 0,-4-2 0,-21-14-1365,3-2-5461</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22.674"/>
    </inkml:context>
    <inkml:brush xml:id="br0">
      <inkml:brushProperty name="width" value="0.05" units="cm"/>
      <inkml:brushProperty name="height" value="0.05" units="cm"/>
      <inkml:brushProperty name="color" value="#FFC114"/>
    </inkml:brush>
  </inkml:definitions>
  <inkml:trace contextRef="#ctx0" brushRef="#br0">204 184 24575,'2'0'0,"-1"0"0,0 0 0,0 0 0,1 0 0,-1-1 0,0 1 0,0 0 0,0-1 0,1 1 0,-1-1 0,0 0 0,0 1 0,0-1 0,0 0 0,0 1 0,0-1 0,0 0 0,0 0 0,0 0 0,0 0 0,1-2 0,-1 0 0,1 0 0,-1 0 0,1 0 0,-1 0 0,0 0 0,-1-1 0,1 1 0,0-5 0,0-2 0,-1 0 0,0-1 0,0 1 0,-4-19 0,3 25 0,0 1 0,0-1 0,-1 0 0,1 1 0,-1-1 0,0 0 0,0 1 0,0 0 0,0 0 0,0-1 0,-1 1 0,1 0 0,-1 1 0,0-1 0,-3-2 0,4 3 0,-1 1 0,1 0 0,-1-1 0,1 1 0,-1 0 0,1 0 0,-1 1 0,0-1 0,0 0 0,1 1 0,-1 0 0,0 0 0,0-1 0,1 2 0,-1-1 0,0 0 0,0 0 0,1 1 0,-1 0 0,0-1 0,1 1 0,-4 2 0,-3 1 0,0 1 0,1 0 0,0 1 0,0 0 0,0 0 0,0 1 0,1-1 0,0 2 0,1-1 0,0 1 0,0 0 0,0 0 0,-8 18 0,10-16 0,-1 0 0,1 1 0,1 0 0,0 0 0,0 0 0,1 0 0,0 0 0,1 0 0,1 0 0,0 1 0,0-1 0,2 13 0,-1-20 0,0 0 0,0 0 0,0 0 0,0 0 0,1 0 0,-1 0 0,1-1 0,0 1 0,0 0 0,1-1 0,-1 0 0,1 1 0,0-1 0,-1 0 0,1 0 0,1 0 0,-1-1 0,0 1 0,1-1 0,-1 0 0,1 0 0,0 0 0,4 1 0,-3-1 0,0-1 0,0 0 0,0 0 0,0 0 0,0-1 0,1 0 0,-1 0 0,0 0 0,0-1 0,0 0 0,0 0 0,1 0 0,-1 0 0,-1-1 0,1 0 0,0 0 0,0 0 0,5-4 0,-3 1 0,0 0 0,-1 0 0,1 0 0,-1-1 0,0 0 0,-1-1 0,1 1 0,-1-1 0,6-11 0,1-5 0,15-42 0,4-9 0,-30 74 0,-1-1 0,0 1 0,0-1 0,0 1 0,0 0 0,1-1 0,-1 1 0,0-1 0,0 1 0,1-1 0,-1 1 0,0 0 0,1-1 0,-1 1 0,0 0 0,1-1 0,-1 1 0,1 0 0,-1-1 0,0 1 0,1 0 0,-1 0 0,1 0 0,-1-1 0,1 1 0,-1 0 0,1 0 0,0 0 0,6 12 0,-1 31 0,-6-34 0,3 11 114,0 0 0,9 26 0,-10-40-270,0 0 1,1 1 0,0-1 0,0 0 0,0-1 0,1 1 0,-1 0-1,2-1 1,-1 0 0,10 9 0,4-1-6671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23.033"/>
    </inkml:context>
    <inkml:brush xml:id="br0">
      <inkml:brushProperty name="width" value="0.05" units="cm"/>
      <inkml:brushProperty name="height" value="0.05" units="cm"/>
      <inkml:brushProperty name="color" value="#FFC114"/>
    </inkml:brush>
  </inkml:definitions>
  <inkml:trace contextRef="#ctx0" brushRef="#br0">211 137 24575,'0'-5'0,"1"-1"0,0 1 0,0-1 0,1 1 0,0 0 0,0 0 0,4-9 0,-4 10 0,0 0 0,0 0 0,0 0 0,-1 0 0,1-1 0,-1 1 0,0 0 0,0-1 0,-1 1 0,1 0 0,-1-1 0,-1-6 0,1 10 0,0 0 0,0 0 0,-1 0 0,1 0 0,0 0 0,-1 0 0,1 0 0,-1 0 0,0 0 0,1 0 0,-1 0 0,0 0 0,1 0 0,-1 0 0,0 1 0,0-1 0,0 0 0,0 0 0,1 1 0,-1-1 0,0 1 0,-2-1 0,1 0 0,-1 0 0,1 1 0,0-1 0,-1 1 0,1 0 0,-1 0 0,1 0 0,-1 0 0,-3 1 0,-4 1 0,1 0 0,-1 1 0,-16 8 0,14-6 0,1 1 0,0 1 0,1 0 0,0 0 0,0 1 0,0 0 0,1 1 0,0 0 0,1 0 0,-11 16 0,16-21 0,1 0 0,-1 0 0,1 0 0,0 0 0,0 0 0,1 1 0,-1-1 0,1 1 0,0-1 0,0 1 0,0-1 0,1 1 0,0 0 0,0-1 0,0 1 0,0 0 0,1-1 0,-1 1 0,1 0 0,0-1 0,1 1 0,-1-1 0,1 0 0,0 1 0,0-1 0,0 0 0,1 0 0,0 0 0,-1-1 0,7 7 0,4 3 0,0-2 0,0 0 0,1 0 0,26 14 0,69 30 0,-54-29 0,-5-2 0,-23-12 0,44 26 0,-70-37 0,0 0 0,0-1 0,1 1 0,-1 0 0,0 0 0,0 0 0,0 0 0,0 0 0,0 0 0,-1 0 0,1 0 0,0 0 0,0 1 0,-1-1 0,1 0 0,0 2 0,-1-2 0,0 0 0,0 0 0,0-1 0,0 1 0,0 0 0,0-1 0,-1 1 0,1 0 0,0-1 0,0 1 0,-1 0 0,1-1 0,0 1 0,-1-1 0,1 1 0,0-1 0,-1 1 0,1 0 0,-1-1 0,1 0 0,-1 1 0,1-1 0,-2 1 0,-2 2 0,0-1 0,0 0 0,-1 0 0,1 0 0,-1-1 0,0 1 0,-8 0 0,-3 1 0,0-1 0,-1-1 0,0 0 0,1-1 0,-1-1 0,1-1 0,-1 0 0,1-1 0,0-1 0,0 0 0,-17-8 0,11-2-1365,6-1-5461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23.533"/>
    </inkml:context>
    <inkml:brush xml:id="br0">
      <inkml:brushProperty name="width" value="0.05" units="cm"/>
      <inkml:brushProperty name="height" value="0.05" units="cm"/>
      <inkml:brushProperty name="color" value="#FFC114"/>
    </inkml:brush>
  </inkml:definitions>
  <inkml:trace contextRef="#ctx0" brushRef="#br0">98 200 24575,'-2'2'0,"0"-1"0,0 1 0,0-1 0,0 0 0,-1 0 0,1 1 0,0-2 0,-1 1 0,1 0 0,-1 0 0,-4 0 0,-3 1 0,42-2 0,-24 1 0,1-1 0,-1 0 0,1 0 0,15-3 0,-18 1 0,0 0 0,0-1 0,0 0 0,0 0 0,-1 0 0,0 0 0,1-1 0,-1 0 0,-1 0 0,1-1 0,0 1 0,-1-1 0,0 0 0,0 0 0,-1 0 0,1-1 0,4-10 0,-7 13 0,1-1 0,-1 1 0,0-1 0,0 1 0,0-1 0,-1 0 0,1 1 0,-1-1 0,0 0 0,0 1 0,0-1 0,0 0 0,0 1 0,-1-1 0,0 0 0,0 1 0,0-1 0,0 1 0,-1-1 0,1 1 0,-1 0 0,0-1 0,0 1 0,0 0 0,0 0 0,-1 1 0,1-1 0,-1 0 0,1 1 0,-1-1 0,-5-2 0,4 2 0,-1 0 0,1 1 0,-1-1 0,0 1 0,0 0 0,0 0 0,-1 1 0,1 0 0,0 0 0,0 0 0,-1 0 0,1 1 0,-1 0 0,1 0 0,0 0 0,-1 1 0,1 0 0,0 0 0,0 0 0,-1 1 0,1 0 0,0-1 0,0 2 0,-8 4 0,8-4 0,0 1 0,0-1 0,0 1 0,0 0 0,1 1 0,-1-1 0,1 1 0,0 0 0,1 0 0,-1 0 0,1 0 0,0 1 0,1-1 0,-1 1 0,1 0 0,0 0 0,0 0 0,1 0 0,0 0 0,0 0 0,0 9 0,1-2 0,2-1 0,0 1 0,0-1 0,1 0 0,1 0 0,0 0 0,0 0 0,1 0 0,1-1 0,0 0 0,0 0 0,1-1 0,1 0 0,0 0 0,12 12 0,-10-11 0,1-1 0,-1-1 0,2 0 0,-1-1 0,1 0 0,0-1 0,1 0 0,0 0 0,0-2 0,0 0 0,1 0 0,-1-1 0,21 3 0,-25-7 0,-1 1 0,1-1 0,-1-1 0,0 0 0,1 0 0,-1-1 0,0 0 0,1 0 0,-1-1 0,0 0 0,-1 0 0,13-7 0,-16 7 0,1 0 0,-1 0 0,1 0 0,-1-1 0,0 1 0,0-1 0,-1 0 0,1 0 0,-1-1 0,0 1 0,0-1 0,0 1 0,0-1 0,-1 0 0,0 0 0,0 0 0,0 0 0,-1 0 0,0-1 0,1-8 0,-2 10-124,0 1 0,0-1 0,-1 1 0,1-1 0,-1 1 0,0-1-1,0 1 1,0-1 0,-1 1 0,-1-4 0,-7-10-6702</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28.466"/>
    </inkml:context>
    <inkml:brush xml:id="br0">
      <inkml:brushProperty name="width" value="0.05" units="cm"/>
      <inkml:brushProperty name="height" value="0.05" units="cm"/>
      <inkml:brushProperty name="color" value="#FFC114"/>
    </inkml:brush>
  </inkml:definitions>
  <inkml:trace contextRef="#ctx0" brushRef="#br0">0 206 24575,'14'172'0,"3"22"0,-11-40 0,-22 238 0,16-388 0,-1 21 0,1-25 0,0 1 0,0-1 0,0 1 0,1-1 0,-1 0 0,0 1 0,0-1 0,0 1 0,1-1 0,-1 1 0,0-1 0,1 0 0,-1 1 0,0-1 0,1 0 0,-1 1 0,0-1 0,1 0 0,-1 1 0,0-1 0,1 0 0,-1 0 0,1 1 0,-1-1 0,1 0 0,-1 0 0,1 0 0,-1 0 0,0 0 0,1 0 0,-1 0 0,1 0 0,-1 0 0,1 0 0,-1 0 0,1 0 0,-1 0 0,1 0 0,-1 0 0,1 0 0,-1 0 0,1-1 0,-1 1 0,0 0 0,1-1 0,38-13 0,-8 2 0,1 1 0,1 1 0,38-5 0,-3 8 0,0 2 0,125 10 0,133 34 0,-34-2 0,-280-36 0,28 2 0,69-1 0,-108-2 0,-1 0 0,1 0 0,0 0 0,-1 0 0,1 0 0,0 0 0,0-1 0,-1 1 0,1 0 0,0 0 0,-1 0 0,1-1 0,0 1 0,-1 0 0,1-1 0,0 1 0,-1 0 0,1-1 0,-1 1 0,1-1 0,-1 1 0,1-1 0,-1 0 0,1 1 0,-1-1 0,1 0 0,-1 0 0,0 0 0,0 0 0,0 0 0,0 0 0,0 0 0,-1 0 0,1 0 0,0 1 0,0-1 0,-1 0 0,1 0 0,-1 0 0,1 0 0,-1 0 0,1 1 0,-2-3 0,-4-5 0,-1 1 0,-16-13 0,17 14 0,-5-4 0,0 0 0,1 0 0,0-1 0,0-1 0,2 0 0,-1 0 0,1-1 0,1 0 0,1 0 0,-1 0 0,2-1 0,-6-23 0,0-15 0,2-1 0,2 0 0,1-61 0,15-160 0,5 138 0,1-54 0,-14 188 0,-1 0 0,0 0 0,0 0 0,-1 0 0,1-1 0,0 1 0,0 0 0,-1 0 0,0 0 0,1 1 0,-1-1 0,0 0 0,0 0 0,0 0 0,0 0 0,-1-1 0,0 2 0,0-1 0,0 1 0,1 0 0,-1 0 0,0 0 0,0 0 0,0 0 0,-1 0 0,1 1 0,0-1 0,0 1 0,0 0 0,0-1 0,-5 1 0,-58-1 0,0 3 0,-82 13 0,25-2 0,-71 3 0,-272 25 0,452-40 0,7-1 0,0 1 0,0 0 0,0 0 0,0 0 0,0 0 0,1 1 0,-9 3 0,9 1-1365</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28.822"/>
    </inkml:context>
    <inkml:brush xml:id="br0">
      <inkml:brushProperty name="width" value="0.05" units="cm"/>
      <inkml:brushProperty name="height" value="0.05" units="cm"/>
      <inkml:brushProperty name="color" value="#FFC114"/>
    </inkml:brush>
  </inkml:definitions>
  <inkml:trace contextRef="#ctx0" brushRef="#br0">1 51 24575,'0'0'0,"0"0"0,0 0 0,0 0 0,0 0 0,0 0 0,1 0 0,-1 0 0,0 0 0,0 0 0,0 0 0,0 0 0,0 0 0,0-1 0,0 1 0,1 0 0,-1 0 0,0 0 0,0 0 0,0 0 0,0 0 0,0 0 0,0 0 0,0-1 0,0 1 0,0 0 0,0 0 0,0 0 0,0 0 0,0 0 0,0 0 0,0-1 0,0 1 0,0 0 0,0 0 0,0 0 0,0 0 0,0 0 0,0 0 0,0-1 0,0 1 0,0 0 0,0 0 0,0 0 0,0 0 0,0 0 0,0 0 0,0-1 0,0 1 0,0 0 0,0 0 0,0 0 0,0 0 0,0 0 0,-1 0 0,1 0 0,0 0 0,0 0 0,0 0 0,0-1 0,0 1 0,0 0 0,0 0 0,-1 0 0,1 0 0,10-7 0,2 2 0,1-1 0,0 2 0,0 0 0,0 1 0,0 0 0,14-1 0,85-3 0,-91 7 0,358-2 148,-212 3-1661,-147 0-5313</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29.116"/>
    </inkml:context>
    <inkml:brush xml:id="br0">
      <inkml:brushProperty name="width" value="0.05" units="cm"/>
      <inkml:brushProperty name="height" value="0.05" units="cm"/>
      <inkml:brushProperty name="color" value="#FFC114"/>
    </inkml:brush>
  </inkml:definitions>
  <inkml:trace contextRef="#ctx0" brushRef="#br0">1 0 24575,'108'8'0,"-14"0"0,565-5 157,-363-5-1679,-271 2-5304</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29.412"/>
    </inkml:context>
    <inkml:brush xml:id="br0">
      <inkml:brushProperty name="width" value="0.05" units="cm"/>
      <inkml:brushProperty name="height" value="0.05" units="cm"/>
      <inkml:brushProperty name="color" value="#FFC114"/>
    </inkml:brush>
  </inkml:definitions>
  <inkml:trace contextRef="#ctx0" brushRef="#br0">0 7 24575,'766'0'0,"-721"-3"-1365,-32 0-5461</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29.753"/>
    </inkml:context>
    <inkml:brush xml:id="br0">
      <inkml:brushProperty name="width" value="0.05" units="cm"/>
      <inkml:brushProperty name="height" value="0.05" units="cm"/>
      <inkml:brushProperty name="color" value="#FFC114"/>
    </inkml:brush>
  </inkml:definitions>
  <inkml:trace contextRef="#ctx0" brushRef="#br0">1 0 24575,'34'390'0,"-8"-168"0,-19-141 0,2 29 0,27 129 0,-30-219-1365,0-7-5461</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30.080"/>
    </inkml:context>
    <inkml:brush xml:id="br0">
      <inkml:brushProperty name="width" value="0.05" units="cm"/>
      <inkml:brushProperty name="height" value="0.05" units="cm"/>
      <inkml:brushProperty name="color" value="#FFC114"/>
    </inkml:brush>
  </inkml:definitions>
  <inkml:trace contextRef="#ctx0" brushRef="#br0">0 1 24575,'28'541'0,"10"-186"0,-34-328-1365,1-7-5461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34.300"/>
    </inkml:context>
    <inkml:brush xml:id="br0">
      <inkml:brushProperty name="width" value="0.05" units="cm"/>
      <inkml:brushProperty name="height" value="0.05" units="cm"/>
      <inkml:brushProperty name="color" value="#FFC114"/>
    </inkml:brush>
  </inkml:definitions>
  <inkml:trace contextRef="#ctx0" brushRef="#br0">42 386 24575,'23'1128'0,"-13"-555"0,-10-568 0,0-1 0,0 1 0,1 0 0,-1 0 0,1 0 0,0 0 0,0-1 0,1 1 0,0-1 0,-1 1 0,1-1 0,1 1 0,-1-1 0,1 0 0,-1 0 0,1 0 0,1 0 0,5 5 0,-5-6 0,1 0 0,0 1 0,1-2 0,-1 1 0,1-1 0,-1 0 0,1 0 0,0 0 0,-1-1 0,1 0 0,0 0 0,0 0 0,0-1 0,11 0 0,33-4 0,87-19 0,-31 4 0,533-39-298,3 41-158,-333 12 374,2138-35-1469,-73 35 1551,-1343 7 0,477-30-945,-1342 23 903,236-17 2695,-234 10-1932,-150 12-721,-11 1 0,-1-1 0,1-1 0,-1 1 0,1-1 0,6-1 0,-12 2 0,0-1 0,0 1 0,-1 0 0,1-1 0,0 1 0,0-1 0,0 1 0,0-1 0,0 1 0,-1-1 0,1 0 0,0 1 0,-1-1 0,1 0 0,0 0 0,-1 1 0,1-1 0,-1 0 0,1 0 0,-1 0 0,1 0 0,-1 1 0,0-1 0,0 0 0,1 0 0,-1 0 0,0 0 0,0 0 0,0 0 0,0 0 0,0 0 0,0 0 0,0 0 0,0 0 0,0 0 0,-1 0 0,1 0 0,-1-1 0,-4-13 0,0-1 0,-9-16 0,-10-27 0,-3-41 0,5-2 0,4 0 0,-3-105 0,9-312 0,4 339 0,2 107 0,5-91 0,9 95 0,-4 41 0,1-40 0,-4 32 0,0 25 0,0-1 0,-1 1 0,0 0 0,-1 0 0,0-1 0,-1 1 0,-5-18 0,6 27 0,0 1 0,0-1 0,-1 0 0,1 0 0,-1 0 0,0 1 0,1-1 0,-1 1 0,0 0 0,0-1 0,0 1 0,0 0 0,0 0 0,0 0 0,0 0 0,0 0 0,0 1 0,-1-1 0,1 1 0,0-1 0,0 1 0,-3 0 0,-9-1 0,0 1 0,-22 1 0,15 1 0,-938 1 0,515-5 0,124 3-51,-1323-12-612,430-6 663,-267 11 0,798 24 409,121-1-104,24-1-305,347-9 0,-129 2 0,123 0 0,3 0 0,13-1 0,0 0 0,-78 1 0,-69 17 0,204-11 0,92-9 0,1 0 0,-42 16 0,69-22 0,0 1 0,1 0 0,-1 0 0,1 0 0,0 1 0,-1-1 0,1 0 0,0 1 0,0 0 0,0-1 0,0 1 0,0 0 0,0 0 0,-2 2 0,3-1 0,0-1 0,1 0 0,-1 0 0,0 0 0,1 0 0,-1 1 0,1-1 0,0 0 0,0 0 0,0 1 0,0-1 0,0 0 0,0 0 0,1 1 0,-1-1 0,1 0 0,1 3 0,7 27 0,0 1 0,-2 0 0,-2 1 0,-1-1 0,0 39 0,-5-55-1365,1-3-5461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35.496"/>
    </inkml:context>
    <inkml:brush xml:id="br0">
      <inkml:brushProperty name="width" value="0.05" units="cm"/>
      <inkml:brushProperty name="height" value="0.05" units="cm"/>
      <inkml:brushProperty name="color" value="#FFC114"/>
    </inkml:brush>
  </inkml:definitions>
  <inkml:trace contextRef="#ctx0" brushRef="#br0">271 334 24575,'2'-1'0,"1"1"0,-1-1 0,0 0 0,0 0 0,1 1 0,-1-2 0,0 1 0,0 0 0,0 0 0,0-1 0,0 1 0,-1-1 0,1 1 0,0-1 0,-1 0 0,1 0 0,1-2 0,22-36 0,-21 30 0,0 1 0,-1 0 0,0-1 0,-1 1 0,0-1 0,-1 0 0,1 0 0,-2 0 0,0 0 0,0 0 0,0 0 0,-1 1 0,-1-1 0,0 0 0,-4-12 0,4 15 0,0 1 0,-1-1 0,0 1 0,0 0 0,-1 0 0,0 0 0,0 0 0,0 1 0,-10-10 0,10 11 0,0 1 0,0 0 0,-1 0 0,1 1 0,0-1 0,-1 1 0,0 0 0,1 0 0,-1 1 0,0-1 0,0 1 0,0 0 0,0 0 0,-9 1 0,8 0 0,0 0 0,0 1 0,0-1 0,0 1 0,1 1 0,-1-1 0,0 1 0,1 0 0,-1 0 0,1 1 0,-9 5 0,6-2 0,1 0 0,-1 0 0,1 0 0,1 1 0,-1 0 0,-9 14 0,5-4 0,1 0 0,1 2 0,0-1 0,1 1 0,1 0 0,-5 24 0,6-16 0,0 0 0,3 0 0,0 0 0,1 0 0,4 51 0,0-66 0,0 0 0,0 0 0,1-1 0,1 1 0,0-1 0,10 21 0,-10-26 0,0 1 0,0-1 0,0 0 0,1 0 0,0-1 0,1 0 0,-1 0 0,1 0 0,0 0 0,0-1 0,0 0 0,7 4 0,-6-5 0,-1-1 0,1 1 0,0-1 0,-1 0 0,1-1 0,0 0 0,0 0 0,0 0 0,0-1 0,0 0 0,14-2 0,-11 1 0,1-2 0,-1 0 0,1 0 0,-1-1 0,0 0 0,0 0 0,10-8 0,-3 1 0,-2 0 0,1-1 0,-2-1 0,1 0 0,-2-1 0,0 0 0,0-1 0,13-23 0,-9 9 0,-2-1 0,-1-1 0,-1 0 0,-2-1 0,-1-1 0,-1 1 0,-2-1 0,4-47 0,-11 107 0,1 1 0,1-1 0,1 0 0,14 51 0,-10-50 0,1 0 0,2 0 0,1 0 0,1-2 0,19 31 0,-27-51 0,0-1 0,0 0 0,0 0 0,0 0 0,1 0 0,0-1 0,0 0 0,0 0 0,1 0 0,6 3 0,-10-6 0,1 0 0,-1 0 0,1 0 0,-1 0 0,1-1 0,-1 1 0,1-1 0,-1 0 0,1 1 0,0-1 0,-1 0 0,1-1 0,0 1 0,-1 0 0,1-1 0,-1 1 0,1-1 0,-1 0 0,1 0 0,-1 0 0,1 0 0,-1 0 0,0-1 0,0 1 0,1-1 0,-1 1 0,2-4 0,5-5 0,0 0 0,-1 0 0,-1-1 0,0 0 0,0-1 0,-1 1 0,0-1 0,-1-1 0,-1 1 0,6-22 0,-1-10 0,7-77 0,-18 353 0,3-187 0,16 341 0,-18-416 0,4-255 0,2 214 0,2 1 0,17-72 0,-19 122 0,0 0 0,12-26 0,-15 40 0,1 0 0,0 1 0,0-1 0,0 1 0,1 0 0,0 0 0,0 0 0,0 1 0,0-1 0,1 1 0,0 0 0,5-3 0,-8 5 0,0 1 0,0 0 0,0 0 0,0 1 0,0-1 0,0 0 0,1 1 0,-1-1 0,0 1 0,0 0 0,1-1 0,-1 1 0,0 0 0,0 0 0,1 1 0,-1-1 0,0 0 0,0 1 0,0 0 0,1-1 0,-1 1 0,0 0 0,0 0 0,0 0 0,0 0 0,0 0 0,-1 1 0,1-1 0,0 1 0,0-1 0,-1 1 0,1 0 0,-1-1 0,0 1 0,1 0 0,1 3 0,2 4 0,0 0 0,0 0 0,-1 0 0,-1 1 0,1-1 0,3 18 0,-5-11 0,1 1 0,-2-1 0,-1 0 0,0 1 0,-1-1 0,0 1 0,-7 25 0,6-32 0,0 0 0,-1-1 0,0 1 0,-1-1 0,0 0 0,-1 0 0,0 0 0,0-1 0,-1 1 0,0-1 0,0 0 0,-1-1 0,-11 11 0,17-17 34,-1 0 1,0 0-1,1 0 0,-1 0 0,0 0 0,0 0 0,0-1 0,0 1 0,-3 0 1,5-1-69,0 0 1,-1 0-1,1 0 1,-1 0-1,1 0 1,0 0-1,-1 0 1,1 0-1,0 0 1,-1 0-1,1-1 1,-1 1 0,1 0-1,0 0 1,-1 0-1,1 0 1,0-1-1,0 1 1,-1 0-1,1 0 1,0-1-1,-1 1 1,1 0-1,0-1 1,0 1 0,0 0-1,-1-1 1,1 1-1,0 0 1,0-1-1,0 1 1,0 0-1,0-1 1,-1 1-1,1 0 1,0-1-1,0 1 1,0-1-1,0 1 1,0 0 0,0-1-1,0 1 1,1 0-1,-1-1 1,0 1-1,0-1 1,0 1-1,0 0 1,0-1-1,1 0 1,4-14-6793</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35.899"/>
    </inkml:context>
    <inkml:brush xml:id="br0">
      <inkml:brushProperty name="width" value="0.05" units="cm"/>
      <inkml:brushProperty name="height" value="0.05" units="cm"/>
      <inkml:brushProperty name="color" value="#FFC114"/>
    </inkml:brush>
  </inkml:definitions>
  <inkml:trace contextRef="#ctx0" brushRef="#br0">0 368 24575,'7'-7'0,"1"1"0,-1 0 0,1 0 0,0 1 0,0 0 0,0 1 0,1-1 0,-1 2 0,1-1 0,0 1 0,0 1 0,1-1 0,-1 2 0,0-1 0,13 1 0,-18 1 0,-1 1 0,0-1 0,0 1 0,1 0 0,-1 0 0,0 0 0,0 1 0,0-1 0,0 1 0,0 0 0,-1 0 0,1 0 0,0 0 0,-1 0 0,1 0 0,-1 1 0,0-1 0,0 1 0,0 0 0,0-1 0,-1 1 0,1 0 0,0 0 0,-1 0 0,0 0 0,1 6 0,3 7 0,-1 1 0,0 0 0,1 30 0,-5-43 0,37 383 0,-30-420 0,2-87 0,-8-134 0,6-94 0,-6 339 0,5-37 0,-5 43 0,0 0 0,0 0 0,0 0 0,0 0 0,0 1 0,0-1 0,1 0 0,0 1 0,-1-1 0,1 1 0,0-1 0,3-2 0,-5 5 0,1 0 0,-1-1 0,1 1 0,-1 0 0,1-1 0,-1 1 0,1 0 0,0 0 0,-1-1 0,1 1 0,-1 0 0,1 0 0,0 0 0,-1 0 0,1 0 0,-1 0 0,1 0 0,0 0 0,-1 0 0,1 0 0,0 0 0,-1 0 0,1 0 0,-1 1 0,1-1 0,0 0 0,-1 0 0,1 1 0,-1-1 0,1 0 0,-1 1 0,1-1 0,-1 1 0,1-1 0,-1 1 0,1-1 0,0 1 0,13 22 0,-13-21 0,11 24 0,-2 1 0,-1 0 0,-1 0 0,-1 1 0,-2 0 0,0 0 0,-2 0 0,-1 0 0,-2 1 0,-4 43 0,3-63 0,0-1 0,-1 0 0,0 0 0,0 0 0,-1 0 0,-6 11 0,9-17 0,-1-1 0,0 1 0,0-1 0,1 0 0,-1 1 0,0-1 0,0 0 0,-1 1 0,1-1 0,0 0 0,0 0 0,-1 0 0,1 0 0,0 0 0,-1 0 0,1 0 0,-1-1 0,1 1 0,-1-1 0,1 1 0,-1-1 0,0 1 0,1-1 0,-1 0 0,0 0 0,1 1 0,-1-1 0,0 0 0,1-1 0,-1 1 0,1 0 0,-1 0 0,0-1 0,1 1 0,-1-1 0,1 0 0,-1 1 0,1-1 0,-3-1 0,-13-11-1365,2-3-5461</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36.130"/>
    </inkml:context>
    <inkml:brush xml:id="br0">
      <inkml:brushProperty name="width" value="0.05" units="cm"/>
      <inkml:brushProperty name="height" value="0.05" units="cm"/>
      <inkml:brushProperty name="color" value="#FFC114"/>
    </inkml:brush>
  </inkml:definitions>
  <inkml:trace contextRef="#ctx0" brushRef="#br0">0 49 24575,'18'-15'0,"3"-5"0,-7 7 0,-14 13 0,0 0 0,1 0 0,-1 0 0,0 0 0,1 0 0,-1 0 0,1 0 0,-1 0 0,0 0 0,1 0 0,-1 0 0,1 0 0,-1 0 0,0 0 0,1 0 0,-1 0 0,1 0 0,-1 1 0,0-1 0,1 0 0,-1 0 0,0 0 0,1 1 0,-1-1 0,1 0 0,1 3 0,0 0 0,-1 0 0,1 0 0,0 1 0,-1-1 0,0 0 0,2 6 0,11 38 138,14 92 1,-7 51-334,-6-45-1252,-11-110-5379</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36.300"/>
    </inkml:context>
    <inkml:brush xml:id="br0">
      <inkml:brushProperty name="width" value="0.05" units="cm"/>
      <inkml:brushProperty name="height" value="0.05" units="cm"/>
      <inkml:brushProperty name="color" value="#FFC114"/>
    </inkml:brush>
  </inkml:definitions>
  <inkml:trace contextRef="#ctx0" brushRef="#br0">0 62 24575,'3'-5'0,"1"-6"0,2-3 0,1-2 0,-2 5 0,0 6 0,0 8 0,1 8 0,-2 9 0,2 9 0,3 8 0,-1 4 0,2 3 0,2 1 0,-2-6 0,1-3 0,-1-5 0,-3-8-8191</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36.442"/>
    </inkml:context>
    <inkml:brush xml:id="br0">
      <inkml:brushProperty name="width" value="0.05" units="cm"/>
      <inkml:brushProperty name="height" value="0.05" units="cm"/>
      <inkml:brushProperty name="color" value="#FFC114"/>
    </inkml:brush>
  </inkml:definitions>
  <inkml:trace contextRef="#ctx0" brushRef="#br0">1 27 24575,'0'-5'0,"0"-6"0,0 3 0,0 5 0,0 6 0,0 6 0,0 1-8191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36.722"/>
    </inkml:context>
    <inkml:brush xml:id="br0">
      <inkml:brushProperty name="width" value="0.05" units="cm"/>
      <inkml:brushProperty name="height" value="0.05" units="cm"/>
      <inkml:brushProperty name="color" value="#FFC114"/>
    </inkml:brush>
  </inkml:definitions>
  <inkml:trace contextRef="#ctx0" brushRef="#br0">169 253 24575,'2'-3'0,"0"-1"0,0 0 0,-1 0 0,1 1 0,-1-1 0,0 0 0,0-1 0,0 1 0,0 0 0,-1 0 0,1 0 0,-1-8 0,0 3 0,1-3 0,-1 0 0,-1 0 0,0 0 0,0 0 0,-1 0 0,-4-12 0,4 19 0,1-1 0,-1 0 0,-1 1 0,1 0 0,-1 0 0,0-1 0,0 1 0,0 1 0,-1-1 0,0 1 0,1-1 0,-2 1 0,1 0 0,-7-5 0,9 8 0,0-1 0,0 1 0,0 0 0,0 0 0,0 0 0,0 1 0,-1-1 0,1 0 0,0 1 0,0-1 0,0 1 0,-1 0 0,1 0 0,0 0 0,0 0 0,-1 0 0,1 0 0,0 1 0,0-1 0,-4 2 0,3-1 0,0 1 0,1 0 0,-1 0 0,0 0 0,1 0 0,-1 0 0,1 0 0,-1 1 0,1-1 0,0 1 0,0 0 0,-2 4 0,-2 3 0,1 2 0,0-1 0,1 0 0,0 1 0,1 0 0,-2 18 0,2-12 34,1 0 1,2 0-1,0 0 0,0 0 0,2 0 0,0 0 0,1 0 0,1-1 0,7 21 1,-8-29-121,1-1 1,-1 0 0,2 0-1,-1 0 1,1 0 0,0-1-1,0 0 1,1 0 0,0 0-1,1 0 1,-1-1 0,1 0-1,0-1 1,1 0 0,-1 0-1,1 0 1,0-1 0,0 0-1,18 5 1,10 0-6741</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37.295"/>
    </inkml:context>
    <inkml:brush xml:id="br0">
      <inkml:brushProperty name="width" value="0.05" units="cm"/>
      <inkml:brushProperty name="height" value="0.05" units="cm"/>
      <inkml:brushProperty name="color" value="#FFC114"/>
    </inkml:brush>
  </inkml:definitions>
  <inkml:trace contextRef="#ctx0" brushRef="#br0">250 423 24575,'1'-2'0,"0"0"0,1 1 0,-1-1 0,0 0 0,0 0 0,0 1 0,-1-1 0,1 0 0,0 0 0,-1 0 0,1 0 0,-1 0 0,0 0 0,1 0 0,-1 0 0,0 0 0,0 0 0,-1 0 0,1 0 0,0 0 0,-1 0 0,1 0 0,-1 0 0,0-2 0,-1 0 0,1 0 0,-1 1 0,0-1 0,0 1 0,0 0 0,-1-1 0,1 1 0,-1 0 0,1 0 0,-1 1 0,-5-4 0,-2-1 0,0 1 0,0 1 0,-1 0 0,0 0 0,-14-3 0,18 5 0,0 2 0,0-1 0,0 1 0,-1 0 0,1 0 0,0 1 0,-1 0 0,1 0 0,-12 3 0,16-2 0,0 0 0,0 1 0,-1 0 0,2-1 0,-1 1 0,0 0 0,0 1 0,1-1 0,-1 0 0,1 1 0,-1-1 0,1 1 0,0 0 0,0 0 0,0 0 0,1 0 0,-1 0 0,1 0 0,-1 0 0,1 1 0,0-1 0,0 4 0,-3 10 0,1 0 0,0 0 0,0 17 0,3-26 0,0-1 0,0 1 0,0-1 0,1 1 0,0-1 0,0 0 0,1 1 0,0-1 0,0 0 0,1 0 0,5 11 0,-6-15 0,1 0 0,-1 0 0,1 0 0,-1 0 0,1 0 0,0 0 0,0-1 0,0 1 0,0-1 0,1 0 0,-1 0 0,1 0 0,-1 0 0,1 0 0,0-1 0,0 0 0,-1 0 0,1 0 0,0 0 0,0-1 0,0 1 0,8-1 0,-4-1 0,1 0 0,-1 0 0,1-1 0,-1 0 0,0-1 0,0 0 0,0 0 0,0 0 0,-1-1 0,1-1 0,-1 1 0,0-1 0,0 0 0,-1-1 0,1 1 0,5-8 0,-6 6 0,1 0 0,-1 0 0,-1-1 0,1 0 0,-1 0 0,-1 0 0,1-1 0,-2 0 0,1 0 0,-1 0 0,0 0 0,-1 0 0,0-1 0,0-9 0,-1 18 0,-1-1 0,0 1 0,0-1 0,-1 1 0,1-1 0,0 1 0,0-1 0,-1 1 0,1-1 0,-1 1 0,1 0 0,-1-1 0,0 1 0,1 0 0,-1-1 0,0 1 0,-1-2 0,1 3 0,1 0 0,0 0 0,0-1 0,-1 1 0,1 0 0,0 0 0,0 0 0,-1 0 0,1 0 0,0 0 0,-1 0 0,1 0 0,0 0 0,-1-1 0,1 1 0,0 0 0,-1 1 0,1-1 0,0 0 0,-1 0 0,1 0 0,0 0 0,0 0 0,-1 0 0,1 0 0,0 0 0,-1 0 0,1 1 0,-10 13 0,7-1 0,0 0 0,0 0 0,1 0 0,1 1 0,0-1 0,1 0 0,0 0 0,1 1 0,1-1 0,0 0 0,1 0 0,0 0 0,9 22 0,-10-30 0,1 0 0,-1-1 0,1 1 0,0-1 0,0 0 0,1 1 0,-1-1 0,1-1 0,0 1 0,0 0 0,0-1 0,0 0 0,1 0 0,0 0 0,-1-1 0,1 1 0,0-1 0,0 0 0,0-1 0,0 1 0,0-1 0,1 0 0,-1 0 0,0-1 0,1 1 0,-1-1 0,0-1 0,1 1 0,-1-1 0,8-1 0,-2 0 0,0-1 0,0-1 0,0 1 0,0-2 0,0 0 0,-1 0 0,0 0 0,0-2 0,0 1 0,-1-1 0,0 0 0,0-1 0,9-11 0,-9 7 0,0-1 0,-1 0 0,-1 0 0,0-1 0,0 0 0,-2 0 0,1-1 0,-2 0 0,0 1 0,-1-1 0,-1-1 0,0 1 0,-1 0 0,-1-28 0,-2 15 0,-1 1 0,-1 0 0,-1 1 0,-1-1 0,-2 1 0,-1 0 0,-18-37 0,23 55 0,0 1 0,-1-1 0,0 1 0,-11-12 0,14 18 0,1-1 0,0 1 0,-1 0 0,1 0 0,0 0 0,-1 0 0,0 0 0,1 0 0,-1 0 0,1 1 0,-1-1 0,0 1 0,-2-1 0,3 1 0,0 0 0,0 0 0,0 0 0,0 0 0,0 1 0,0-1 0,0 0 0,0 1 0,1-1 0,-1 0 0,0 1 0,0-1 0,0 1 0,0 0 0,1-1 0,-1 1 0,0 0 0,1-1 0,-1 1 0,0 0 0,1 0 0,-1-1 0,1 1 0,-1 0 0,1 0 0,-1 2 0,-1 2 0,0 0 0,1 0 0,0 0 0,-1 0 0,2 1 0,-1-1 0,1 0 0,-1 1 0,2 10 0,11 53 0,-8-48 0,67 273-1365,-57-249-5461</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37.603"/>
    </inkml:context>
    <inkml:brush xml:id="br0">
      <inkml:brushProperty name="width" value="0.05" units="cm"/>
      <inkml:brushProperty name="height" value="0.05" units="cm"/>
      <inkml:brushProperty name="color" value="#FFC114"/>
    </inkml:brush>
  </inkml:definitions>
  <inkml:trace contextRef="#ctx0" brushRef="#br0">0 104 24575,'0'-1'0,"1"1"0,-1-1 0,0 1 0,0-1 0,1 0 0,-1 1 0,0-1 0,1 1 0,-1-1 0,0 1 0,1-1 0,-1 1 0,1-1 0,-1 1 0,1-1 0,-1 1 0,1 0 0,-1-1 0,1 1 0,-1 0 0,1-1 0,0 1 0,-1 0 0,1 0 0,0-1 0,-1 1 0,1 0 0,0 0 0,23-3 0,-21 3 0,94-2 0,13-1 0,-96 2 0,-1-1 0,1-1 0,-1 0 0,0 0 0,24-11 0,-32 11 0,0 0 0,0 0 0,0-1 0,0 0 0,0 0 0,-1 0 0,0 0 0,0-1 0,0 1 0,0-1 0,3-6 0,-7 11 0,0 0 0,0 0 0,0-1 0,0 1 0,0 0 0,0 0 0,0 0 0,0 0 0,0-1 0,0 1 0,1 0 0,-1 0 0,0 0 0,0 0 0,0 0 0,0-1 0,0 1 0,0 0 0,1 0 0,-1 0 0,0 0 0,0 0 0,0 0 0,0 0 0,1 0 0,-1 0 0,0-1 0,0 1 0,0 0 0,0 0 0,1 0 0,-1 0 0,0 0 0,0 0 0,0 0 0,0 0 0,1 0 0,-1 0 0,0 0 0,0 0 0,0 1 0,0-1 0,1 0 0,-1 0 0,0 0 0,0 0 0,0 0 0,0 0 0,1 0 0,-1 0 0,0 0 0,0 1 0,0-1 0,0 0 0,4 14 0,-2 22 0,-2-35 0,-1 268-1365,1-242-5461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37.760"/>
    </inkml:context>
    <inkml:brush xml:id="br0">
      <inkml:brushProperty name="width" value="0.05" units="cm"/>
      <inkml:brushProperty name="height" value="0.05" units="cm"/>
      <inkml:brushProperty name="color" value="#FFC114"/>
    </inkml:brush>
  </inkml:definitions>
  <inkml:trace contextRef="#ctx0" brushRef="#br0">75 94 24575,'-3'-8'0,"-4"-6"0,0-7 0,-3 1 0,-1 4 0,-3 4 0,1 10 0,4 5-8191</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38.511"/>
    </inkml:context>
    <inkml:brush xml:id="br0">
      <inkml:brushProperty name="width" value="0.05" units="cm"/>
      <inkml:brushProperty name="height" value="0.05" units="cm"/>
      <inkml:brushProperty name="color" value="#FFC114"/>
    </inkml:brush>
  </inkml:definitions>
  <inkml:trace contextRef="#ctx0" brushRef="#br0">25 14 24575,'5'-1'0,"-4"9"0,-5 15 0,4-21 0,-3 11 0,-5 21 0,2 1 0,1 0 0,2 0 0,1 38 0,3-63 0,0 0 0,0 0 0,1 0 0,1 0 0,0 0 0,0-1 0,1 1 0,5 10 0,-5-14 0,0 0 0,0 0 0,0-1 0,1 0 0,0 0 0,-1 0 0,2 0 0,-1-1 0,1 0 0,-1 0 0,1-1 0,0 1 0,9 3 0,-8-4 0,0-1 0,0 0 0,0 0 0,0 0 0,0-1 0,0 0 0,1 0 0,-1 0 0,0-1 0,1-1 0,-1 1 0,0-1 0,0 0 0,0-1 0,1 1 0,-1-1 0,-1-1 0,1 0 0,0 0 0,-1 0 0,1 0 0,-1-1 0,0 0 0,0-1 0,0 1 0,-1-1 0,0 0 0,0-1 0,0 1 0,0-1 0,-1 0 0,0 0 0,0 0 0,-1-1 0,0 1 0,0-1 0,0 0 0,2-11 0,-2 2 0,-1 0 0,0 0 0,-1 0 0,-1 0 0,-1 0 0,0 0 0,-1 0 0,-1 0 0,0 0 0,-1 1 0,-1-1 0,0 1 0,-1 0 0,-1 1 0,0-1 0,-15-21 0,19 33 0,1 0 0,-1 0 0,1 0 0,-1 1 0,0-1 0,0 1 0,0-1 0,0 1 0,0 0 0,-1 0 0,1 0 0,-1 1 0,1-1 0,-1 1 0,0 0 0,-5-2 0,6 3 0,0 0 0,0 0 0,0 1 0,1-1 0,-1 0 0,0 1 0,0 0 0,1 0 0,-1 0 0,0 0 0,1 0 0,-1 0 0,1 0 0,-1 1 0,1 0 0,0-1 0,0 1 0,0 0 0,0 0 0,0 0 0,0 0 0,0 0 0,-2 4 0,-1 2 0,1 0 0,-1 1 0,1 0 0,0 0 0,1 0 0,0 0 0,1 1 0,0-1 0,-1 11 0,1-6 0,1 0 0,1 0 0,1 0 0,0 0 0,4 23 0,-5-35 0,1 0 0,-1 1 0,1-1 0,-1 0 0,1 0 0,0 0 0,0 0 0,0 0 0,0 0 0,0 0 0,0 0 0,1 0 0,-1 0 0,1-1 0,-1 1 0,1 0 0,0-1 0,-1 1 0,1-1 0,0 0 0,0 0 0,0 0 0,0 0 0,0 0 0,5 1 0,-4-1 0,1-1 0,-1 0 0,1 0 0,-1-1 0,1 1 0,-1-1 0,1 1 0,-1-1 0,1 0 0,-1-1 0,0 1 0,1 0 0,-1-1 0,0 0 0,0 0 0,3-2 0,11-10 0,0-1 0,-1-1 0,0 0 0,-2-2 0,17-23 0,-20 24 0,1 2 0,1-1 0,0 2 0,0-1 0,2 2 0,0 0 0,20-14 0,-33 26 0,0 0 0,0 0 0,0 0 0,0 0 0,0 0 0,0 0 0,0 0 0,0 1 0,0-1 0,0 1 0,1 0 0,-1-1 0,0 1 0,0 0 0,0 0 0,1 1 0,-1-1 0,0 0 0,0 1 0,0-1 0,0 1 0,1 0 0,-1 0 0,0-1 0,0 1 0,0 1 0,-1-1 0,1 0 0,0 0 0,0 1 0,-1-1 0,1 1 0,-1-1 0,1 1 0,-1 0 0,0 0 0,1 0 0,-1 0 0,0-1 0,1 4 0,4 7 0,-1 1 0,0 0 0,-1 0 0,5 28 0,15 122 0,-18-139 0,0-19 0,2-14 0,31-84 0,-31 70 0,0 1 0,2 1 0,1-1 0,0 2 0,26-35 0,-35 52 0,0 0 0,1 0 0,0 0 0,0 1 0,0-1 0,0 1 0,0 0 0,0 0 0,0 0 0,1 0 0,-1 1 0,1-1 0,-1 1 0,8-2 0,-8 3 0,-1 0 0,1 0 0,-1 0 0,1 1 0,-1-1 0,1 1 0,-1-1 0,0 1 0,1 0 0,-1 0 0,0 0 0,0 0 0,1 0 0,-1 0 0,0 1 0,0-1 0,0 1 0,-1-1 0,1 1 0,0 0 0,-1 0 0,1 0 0,-1 0 0,2 2 0,4 8 0,0 0 0,-1 0 0,-1 0 0,0 1 0,-1 0 0,0 0 0,2 14 0,10 98 0,-11-78 0,6 34-1365,-7-53-5461</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39.474"/>
    </inkml:context>
    <inkml:brush xml:id="br0">
      <inkml:brushProperty name="width" value="0.05" units="cm"/>
      <inkml:brushProperty name="height" value="0.05" units="cm"/>
      <inkml:brushProperty name="color" value="#FFC114"/>
    </inkml:brush>
  </inkml:definitions>
  <inkml:trace contextRef="#ctx0" brushRef="#br0">170 83 24575,'-1'0'0,"1"0"0,-1-1 0,0 1 0,1 0 0,-1 0 0,1-1 0,-1 1 0,0 0 0,1-1 0,-1 1 0,1-1 0,-1 1 0,1-1 0,0 1 0,-1-1 0,1 1 0,-1-1 0,1 1 0,0-1 0,-1 1 0,1-1 0,0 0 0,0 1 0,0-1 0,-1 0 0,-5-22 0,4 13 0,2 8 0,-1 0 0,0 0 0,1 0 0,-1 0 0,0 0 0,0 0 0,0 0 0,0 1 0,0-1 0,0 0 0,-1 1 0,1-1 0,-1 1 0,1 0 0,-1-1 0,1 1 0,-1 0 0,0 0 0,0 0 0,1 0 0,-1 0 0,0 0 0,0 0 0,0 1 0,0-1 0,0 1 0,0 0 0,0-1 0,0 1 0,-3 0 0,1 1 0,1-1 0,-1 1 0,1 0 0,0 0 0,-1 1 0,1-1 0,0 1 0,0-1 0,-1 1 0,1 0 0,1 0 0,-1 1 0,0-1 0,0 0 0,1 1 0,-4 5 0,0-1 0,1 2 0,0-1 0,0 0 0,1 1 0,0 0 0,0 0 0,1 0 0,1 0 0,-1 1 0,2-1 0,-1 1 0,1 0 0,1-1 0,-1 1 0,2 0 0,-1-1 0,4 15 0,-3-16 0,1 0 0,0 0 0,1-1 0,0 1 0,0 0 0,1-1 0,0 0 0,0 0 0,1 0 0,-1-1 0,2 1 0,-1-1 0,1 0 0,-1 0 0,2-1 0,-1 0 0,1 0 0,-1 0 0,1-1 0,15 6 0,-14-6 0,1-1 0,-1-1 0,1 0 0,0 0 0,0 0 0,0-1 0,0-1 0,1 1 0,-1-2 0,0 1 0,17-4 0,-21 3 0,0 0 0,0-1 0,0 0 0,-1 0 0,1 0 0,0 0 0,-1-1 0,1 0 0,-1 0 0,0 0 0,0 0 0,0-1 0,-1 1 0,1-1 0,-1 0 0,0 0 0,0 0 0,0-1 0,0 1 0,-1-1 0,0 0 0,2-5 0,-1 1 18,-1 0 0,0 0 0,0 0 0,-1 0 0,-1 0 0,1-1 0,-1 1 0,-1 0 0,0 0 0,0-1 0,-1 1 0,0 0 0,-1 0 0,1 0 0,-2 1 0,1-1 0,-1 1 0,-8-12 0,8 14-84,0 0 0,0 1 1,-1 0-1,1 0 0,-1 0 1,0 0-1,-1 1 0,1 0 1,-1 0-1,0 0 1,0 1-1,0 0 0,0 0 1,-1 0-1,1 1 0,-1 0 1,1 0-1,-1 1 0,0 0 1,0 0-1,1 0 1,-1 1-1,0 0 0,0 1 1,-11 1-1,-1 2-6760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45.222"/>
    </inkml:context>
    <inkml:brush xml:id="br0">
      <inkml:brushProperty name="width" value="0.05" units="cm"/>
      <inkml:brushProperty name="height" value="0.05" units="cm"/>
      <inkml:brushProperty name="color" value="#FFC114"/>
    </inkml:brush>
  </inkml:definitions>
  <inkml:trace contextRef="#ctx0" brushRef="#br0">431 299 24575,'0'-2'0,"0"0"0,0 0 0,1 1 0,-1-1 0,1 0 0,-1 0 0,1 1 0,0-1 0,0 0 0,0 1 0,-1-1 0,1 1 0,1-1 0,-1 1 0,0 0 0,0-1 0,1 1 0,-1 0 0,0 0 0,1 0 0,-1 0 0,1 0 0,0 0 0,-1 0 0,1 0 0,0 1 0,1-1 0,8-3 0,-1 1 0,1 1 0,16-2 0,-7 1 0,-10 1 0,2-1 0,0 1 0,-1 0 0,1 1 0,21 0 0,-33 1 0,1 0 0,0 1 0,0-1 0,-1 0 0,1-1 0,0 1 0,0 0 0,-1 0 0,1 0 0,0 0 0,0-1 0,-1 1 0,1 0 0,0-1 0,-1 1 0,1 0 0,0-1 0,-1 1 0,1-1 0,-1 1 0,1-1 0,-1 1 0,1-1 0,0 0 0,0-1 0,0 0 0,-1 1 0,1-1 0,0 0 0,-1 0 0,1 0 0,-1 0 0,1 0 0,-1-2 0,0-6 0,0-1 0,-3-18 0,2 23 0,-6-31 0,4 30 0,2 0 0,-1 0 0,1-1 0,0 1 0,1-12 0,0 17 0,0-1 0,1 0 0,0 1 0,-1-1 0,1 1 0,0-1 0,0 1 0,0 0 0,1-1 0,-1 1 0,1 0 0,-1 0 0,1 0 0,0 0 0,-1 0 0,1 0 0,0 0 0,0 1 0,5-3 0,-5 2 0,1 0 0,-1 1 0,1 0 0,0 0 0,0 0 0,0 0 0,-1 0 0,1 0 0,0 1 0,0-1 0,0 1 0,0 0 0,0 0 0,6 1 0,0 1 0,1 0 0,0 0 0,10 6 0,-11-5 0,0 0 0,-1 0 0,1-1 0,12 2 0,-1-4 0,-14 0 0,-1 0 0,1 0 0,-1 1 0,1-1 0,7 3 0,-12-2 0,1-1 0,-1 1 0,1-1 0,-1 1 0,0 0 0,0 0 0,1 0 0,-1 0 0,0 0 0,0 0 0,0 0 0,0 0 0,0 0 0,0 1 0,0-1 0,0 0 0,-1 0 0,1 1 0,0-1 0,-1 1 0,1-1 0,-1 1 0,1-1 0,-1 3 0,1 4 0,0 1 0,-1-1 0,0 1 0,-1-1 0,0 1 0,0-1 0,0 1 0,-1-1 0,-1 1 0,1-1 0,-2 0 0,1 0 0,-1-1 0,0 1 0,0-1 0,-1 0 0,-9 11 0,14-18 0,0 1 0,-1-1 0,1 0 0,0 0 0,0 0 0,0 0 0,-1 1 0,1-1 0,0 0 0,0 0 0,0 1 0,-1-1 0,1 0 0,0 0 0,0 1 0,0-1 0,0 0 0,0 1 0,0-1 0,0 0 0,0 0 0,0 1 0,0-1 0,-1 0 0,1 1 0,1-1 0,-1 0 0,0 0 0,0 1 0,0-1 0,0 0 0,0 1 0,0-1 0,0 0 0,0 0 0,0 1 0,1-1 0,-1 0 0,0 0 0,0 1 0,0-1 0,0 0 0,1 0 0,-1 1 0,0-1 0,0 0 0,1 0 0,-1 0 0,0 0 0,0 1 0,1-1 0,-1 0 0,0 0 0,1 0 0,-1 0 0,0 0 0,0 0 0,1 0 0,-1 0 0,0 0 0,1 0 0,-1 0 0,0 0 0,1 0 0,27 1 0,-19-1 0,1 1 0,0 0 0,-1 0 0,1 1 0,0 1 0,-1-1 0,1 1 0,-1 1 0,0 0 0,0 0 0,0 1 0,-1 0 0,0 1 0,0 0 0,0 0 0,0 0 0,-1 1 0,0 0 0,-1 1 0,0-1 0,0 1 0,0 1 0,-1-1 0,0 1 0,-1 0 0,0 0 0,5 17 0,-5-10 0,-1 0 0,2 27 0,-2-17 0,-3-25 0,0-1 0,0 1 0,0 0 0,0 0 0,0-1 0,1 1 0,-1 0 0,0 0 0,1-1 0,-1 1 0,0 0 0,1-1 0,-1 1 0,1-1 0,-1 1 0,1 0 0,-1-1 0,1 1 0,0-1 0,-1 1 0,1-1 0,0 0 0,-1 1 0,1-1 0,0 0 0,-1 1 0,1-1 0,0 0 0,0 0 0,-1 0 0,1 1 0,0-1 0,0 0 0,0 0 0,-1 0 0,1 0 0,1-1 0,35-7 0,-13 2 0,-4 5 0,1 0 0,0 2 0,0 0 0,32 7 0,-36-5 0,-4-1 0,-8-2 0,0 1 0,0-1 0,-1 1 0,1 0 0,7 3 0,-11-3 0,0-1 0,0 1 0,0-1 0,0 1 0,0 0 0,0 0 0,0-1 0,-1 1 0,1 0 0,0 0 0,0 0 0,-1 0 0,1 0 0,0 0 0,-1 0 0,1 0 0,-1 0 0,0 0 0,1 0 0,-1 1 0,0-1 0,1 0 0,-1 0 0,0 0 0,0 0 0,0 1 0,0 1 0,-7 44 0,5-37 0,1-1 0,0 1 0,0 0 0,0-1 0,2 1 0,-1 0 0,2 10 0,0-14 0,0 0 0,-1 1 0,0-1 0,-1 0 0,0 1 0,0-1 0,-1 9 0,1-13 0,-1 1 0,0-1 0,0 0 0,0 0 0,0-1 0,0 1 0,0 0 0,0 0 0,-1 0 0,1-1 0,-1 1 0,1-1 0,-1 1 0,1-1 0,-1 0 0,0 1 0,0-1 0,0 0 0,0 0 0,0 0 0,0-1 0,0 1 0,0 0 0,0-1 0,-3 1 0,-10 2 0,1-1 0,-1-1 0,0 0 0,-30-3 0,-22 2 0,65 0 0,1 0 0,-1 0 0,0 1 0,0-1 0,1 1 0,-1 0 0,0-1 0,1 1 0,-1 0 0,1 0 0,-1 0 0,1 0 0,-1 0 0,1 0 0,0 1 0,0-1 0,-1 0 0,1 1 0,0-1 0,0 1 0,0-1 0,0 1 0,1-1 0,-1 1 0,0 0 0,1-1 0,-1 1 0,1 0 0,-1 0 0,1-1 0,0 4 0,-1 7 0,0 0 0,1 0 0,3 22 0,-1-10 0,-2-20 0,1 1 0,-1 0 0,-1 0 0,1 0 0,-1 0 0,0 0 0,0 0 0,0 0 0,-1-1 0,1 1 0,-1-1 0,0 1 0,-1-1 0,1 1 0,-1-1 0,0 0 0,0 0 0,0-1 0,0 1 0,-1 0 0,1-1 0,-1 0 0,0 0 0,0 0 0,0-1 0,-8 5 0,-3 1 0,0-1 0,0 0 0,0-1 0,-1 0 0,0-1 0,-1-1 0,1-1 0,0 0 0,-29 0 0,38-4 0,1 0 0,-1 0 0,1-1 0,0 0 0,-1-1 0,1 1 0,0-1 0,-7-5 0,-17-7 0,29 15 0,1 0 0,-1-1 0,0 1 0,0 0 0,1 0 0,-1 0 0,0 0 0,0-1 0,0 1 0,0 0 0,1 0 0,-1 1 0,0-1 0,0 0 0,0 0 0,1 0 0,-1 0 0,0 1 0,0-1 0,0 0 0,1 1 0,-1-1 0,0 1 0,0 0 0,0 0 0,-1 0 0,1 1 0,0-1 0,0 1 0,0 0 0,0-1 0,0 1 0,0 0 0,0 0 0,0 1 0,-2 5 0,1 0 0,1 0 0,-2 15 0,3 115 0,0-137 0,-1 1 0,1-1 0,0 0 0,-1 0 0,1 0 0,-1 0 0,1 0 0,-1 0 0,0 0 0,1 0 0,-1 0 0,0 0 0,0 0 0,0 0 0,0 0 0,0 0 0,0-1 0,0 1 0,0 0 0,0-1 0,0 1 0,0-1 0,0 1 0,0-1 0,-1 0 0,1 1 0,0-1 0,0 0 0,0 0 0,-1 0 0,-1 0 0,-8 1 0,1-2 0,0 1 0,-11-2 0,4 0 0,8 1 0,0 1 0,-1-1 0,1-1 0,-16-4 0,22 5 0,0 0 0,1 0 0,0 0 0,-1-1 0,1 1 0,0-1 0,0 1 0,-1-1 0,1 0 0,0 1 0,1-1 0,-1 0 0,0 0 0,1-1 0,-1 1 0,1 0 0,-1-1 0,1 1 0,0 0 0,-2-6 0,-7-25 0,6 25 0,2 1 0,-1 0 0,1-1 0,0 0 0,1 1 0,0-1 0,0 0 0,0 0 0,1 1 0,1-13 0,0 19 0,-1 0 0,1-1 0,-1 1 0,0-1 0,0 1 0,0-1 0,0 1 0,0 0 0,0-1 0,0 1 0,0-1 0,0 1 0,-1-1 0,1 1 0,0 0 0,-1-1 0,1 1 0,-1 0 0,0-1 0,1 1 0,-2-2 0,0 2 0,0 0 0,0 0 0,1 0 0,-1 0 0,0 0 0,0 0 0,0 1 0,0-1 0,0 1 0,0-1 0,0 1 0,-1 0 0,1 0 0,-3 0 0,-51 2 0,46-1 0,0 1 0,-1-2 0,1 0 0,0 0 0,-1-1 0,1 0 0,0-1 0,-16-4 0,23 4 0,0 0 0,0 0 0,0 0 0,1 0 0,0 0 0,-1-1 0,1 1 0,0-1 0,0 0 0,0 0 0,0 1 0,1-1 0,-1 0 0,-1-7 0,-15-49 0,16 52 0,-4-18 0,1 0 0,1 0 0,1-1 0,1-26 0,2 50 0,1 0 0,-1 0 0,0 0 0,0 0 0,-1 0 0,1-1 0,0 1 0,-1 0 0,1 0 0,-1 0 0,0 1 0,0-1 0,1 0 0,-1 0 0,0 0 0,-1 0 0,1 1 0,0-1 0,0 1 0,-1-1 0,-1-1 0,0 1 0,-1 1 0,1-1 0,0 1 0,-1 0 0,1 0 0,-1 0 0,1 1 0,-1-1 0,1 1 0,-1 0 0,-6 0 0,-194 4 0,203-4 0,1 0 0,0 0 0,-1 0 0,1 0 0,0 0 0,-1 0 0,1 0 0,-1 0 0,1 0 0,0 0 0,-1-1 0,1 1 0,0 0 0,-1 0 0,1 0 0,0 0 0,0 0 0,-1-1 0,1 1 0,0 0 0,-1 0 0,1 0 0,0-1 0,0 1 0,-1 0 0,1 0 0,0-1 0,0 1 0,0 0 0,0-1 0,-1 1 0,1-1 0,4-12 0,22-21 0,-15 20 0,-8 10 0,-1 0 0,1-1 0,-1 1 0,-1-1 0,1 1 0,-1-1 0,0 0 0,0 0 0,0 0 0,0 0 0,-1 1 0,0-8 0,0 5 0,0 0 0,1 1 0,0-1 0,0 0 0,2-7 0,-2 12 0,0 0 0,0 1 0,0-1 0,0 1 0,1-1 0,-1 1 0,0 0 0,1-1 0,-1 1 0,0 0 0,1 0 0,0 0 0,-1 0 0,1 0 0,0 0 0,-1 0 0,1 1 0,0-1 0,0 1 0,-1-1 0,1 1 0,0 0 0,4-1 0,6 1 0,-1-1 0,22 3 0,-16 0 0,-4-2 0,-7 1 0,0-1 0,0 0 0,0 0 0,0 0 0,9-3 0,-13 3 0,0-1 0,-1 0 0,1 1 0,0-1 0,0 0 0,0-1 0,-1 1 0,1 0 0,-1 0 0,1-1 0,-1 1 0,1-1 0,-1 1 0,0-1 0,1 1 0,-1-1 0,0 0 0,0 0 0,0 0 0,0-2 0,4-10 0,-1 0 0,-1 0 0,-1-1 0,2-21 0,4-23 0,-6 52 0,0 0 0,0 0 0,0 0 0,1 1 0,0-1 0,0 1 0,0-1 0,1 1 0,0 1 0,0-1 0,1 0 0,-1 1 0,1 0 0,1 0 0,-1 0 0,1 1 0,-1 0 0,1 0 0,0 0 0,1 1 0,-1 0 0,1 0 0,-1 1 0,1-1 0,0 1 0,0 1 0,0-1 0,13 0 0,-19 2-37,0 0 0,0 0 1,1 0-1,-1 0 0,0 0 0,0 1 0,1-1 0,-1 0 0,0 1 0,0-1 0,0 0 0,1 1 1,-1 0-1,0-1 0,0 1 0,0 0 0,0-1 0,0 1 0,0 0 0,0 0 0,0 0 0,-1 0 1,1 0-1,0 0 0,0 0 0,-1 0 0,1 0 0,0 0 0,-1 0 0,0 0 0,1 1 0,-1-1 1,0 0-1,1 0 0,-1 1 0,0 1 0,-2 6-6789</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0:59.930"/>
    </inkml:context>
    <inkml:brush xml:id="br0">
      <inkml:brushProperty name="width" value="0.05" units="cm"/>
      <inkml:brushProperty name="height" value="0.05" units="cm"/>
      <inkml:brushProperty name="color" value="#FFC114"/>
    </inkml:brush>
  </inkml:definitions>
  <inkml:trace contextRef="#ctx0" brushRef="#br0">65 310 24575,'13'-35'0,"-14"9"0,-2 20 0,-2 17 0,1 27 0,1 1 0,4 72 0,1-69 0,14 276 0,2 54 0,-18-361 0,2 160 0,-24 216 0,13-312 0,3 0 0,7 122 0,0-186 0,0-1 0,1 1 0,5 19 0,-7-28 0,1 0 0,-1-1 0,1 1 0,0 0 0,0 0 0,-1-1 0,1 1 0,0 0 0,1-1 0,-1 1 0,0-1 0,0 1 0,1-1 0,-1 0 0,0 1 0,1-1 0,-1 0 0,1 0 0,0 0 0,-1 0 0,1 0 0,0-1 0,0 1 0,0 0 0,-1-1 0,1 0 0,0 1 0,0-1 0,2 0 0,117-12 0,14-1 0,727 17-864,-496 4 630,-299-7 110,1666 19-2023,2158 94-1512,-2554-54 4558,-1144-49 563,158 5 3119,-312-15-4553,1-2 1,64-9 0,-51 3-29,0 3 0,87 5 0,20-1 0,69-14 0,-226 14 0,-1-1 0,1 0 0,0 1 0,0-1 0,0 0 0,0 0 0,-1 0 0,1-1 0,0 1 0,-1-1 0,1 1 0,-1-1 0,0 0 0,1 0 0,-1 0 0,0 0 0,0-1 0,0 1 0,-1 0 0,1-1 0,0 1 0,-1-1 0,0 0 0,0 1 0,0-1 0,0 0 0,0 0 0,0 0 0,0-3 0,2-11 0,-1-1 0,-1 1 0,-1 0 0,-1-18 0,0 8 0,11-416 0,-3 217 0,-29-324 0,11 415 0,4 35 0,-27-136 0,-11-71 0,45 306 0,-1-1 0,1 0 0,-1 1 0,1-1 0,-1 0 0,1 1 0,-1-1 0,0 1 0,0-1 0,0 1 0,0 0 0,0-1 0,0 1 0,0 0 0,0-1 0,-1 1 0,1 0 0,0 0 0,-1 0 0,1 0 0,-1 1 0,1-1 0,-1 0 0,1 0 0,-1 1 0,0-1 0,1 1 0,-1 0 0,-3-1 0,-6 0 0,0 0 0,1 0 0,-20 3 0,11-1 0,-1744-42-690,-488-44-389,1746 71 974,-1166 26-412,651 51 2908,-178-11-2391,538-21 0,449-6 0,167-19 0,-6-1 0,-97-5 0,62-2 0,77 2 0,-1 0 0,1 0 0,0 1 0,-1 0 0,1 0 0,0 1 0,0 0 0,0 0 0,0 1 0,0 0 0,0 1 0,1 0 0,-1 0 0,-7 6 0,-12 8 0,18-13 0,0 1 0,0 0 0,1 0 0,0 1 0,0 0 0,0 1 0,-6 8 0,10-7-1365</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00.613"/>
    </inkml:context>
    <inkml:brush xml:id="br0">
      <inkml:brushProperty name="width" value="0.05" units="cm"/>
      <inkml:brushProperty name="height" value="0.05" units="cm"/>
      <inkml:brushProperty name="color" value="#FFC114"/>
    </inkml:brush>
  </inkml:definitions>
  <inkml:trace contextRef="#ctx0" brushRef="#br0">49 204 24575,'-4'-28'0,"4"27"0,0 1 0,0 0 0,0 0 0,0-1 0,0 1 0,0 0 0,0 0 0,-1-1 0,1 1 0,0 0 0,0 0 0,0 0 0,0-1 0,0 1 0,-1 0 0,1 0 0,0 0 0,0 0 0,-1-1 0,1 1 0,0 0 0,0 0 0,0 0 0,-1 0 0,1 0 0,0 0 0,0 0 0,-1 0 0,1 0 0,0-1 0,-1 1 0,-9 12 0,5-1 0,0 0 0,1 1 0,0 0 0,1-1 0,0 1 0,1 0 0,0 1 0,1-1 0,1 18 0,1-2 0,1 0 0,2 0 0,7 28 0,-8-40 0,2-1 0,-1 1 0,2-1 0,0-1 0,1 1 0,1-1 0,0-1 0,0 1 0,2-1 0,13 15 0,-15-20 0,0-1 0,0 0 0,0 0 0,1-1 0,0-1 0,0 1 0,1-1 0,-1-1 0,1 0 0,0 0 0,0-1 0,1 0 0,-1-1 0,1 0 0,-1 0 0,16-1 0,-8-2 0,1 0 0,0-2 0,0 0 0,-1-1 0,1 0 0,-1-2 0,0 0 0,-1-2 0,1 1 0,-2-2 0,1 0 0,-1-2 0,0 1 0,-1-2 0,-1 0 0,18-18 0,-15 13 0,-1-1 0,0-1 0,-1-1 0,-1 0 0,-1-1 0,-1 0 0,-1-1 0,-1-1 0,0 1 0,-2-2 0,-1 1 0,5-28 0,-9 33 0,-2 0 0,0 1 0,-1-1 0,0 0 0,-2 0 0,-5-25 0,5 34 0,0 0 0,-1 0 0,-1 1 0,1-1 0,-1 1 0,-7-10 0,8 14 0,0 0 0,0 0 0,0 0 0,-1 0 0,0 0 0,0 1 0,0 0 0,0 0 0,0 0 0,-1 0 0,-8-3 0,11 5-36,-1 0 0,1 0 0,-1 1 1,1 0-1,0-1 0,-1 1 0,1 0 0,-1 0 0,1 0 0,-1 0 0,1 1 0,-1-1 0,1 1 0,-1-1 0,1 1 0,0 0 0,0 0 1,-1 0-1,1 0 0,0 0 0,0 1 0,0-1 0,0 1 0,0-1 0,0 1 0,0 0 0,1-1 0,-1 1 0,1 0 0,-1 0 0,1 0 1,0 1-1,0-1 0,0 0 0,0 0 0,0 1 0,-1 2 0,-2 10-6790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00.895"/>
    </inkml:context>
    <inkml:brush xml:id="br0">
      <inkml:brushProperty name="width" value="0.05" units="cm"/>
      <inkml:brushProperty name="height" value="0.05" units="cm"/>
      <inkml:brushProperty name="color" value="#FFC114"/>
    </inkml:brush>
  </inkml:definitions>
  <inkml:trace contextRef="#ctx0" brushRef="#br0">14 46 24575,'0'-5'0,"-1"0"0,0 1 0,0-1 0,0 0 0,-1 0 0,0 1 0,-3-8 0,7 50 0,26 415-1365,-28-410-5461</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01.720"/>
    </inkml:context>
    <inkml:brush xml:id="br0">
      <inkml:brushProperty name="width" value="0.05" units="cm"/>
      <inkml:brushProperty name="height" value="0.05" units="cm"/>
      <inkml:brushProperty name="color" value="#FFC114"/>
    </inkml:brush>
  </inkml:definitions>
  <inkml:trace contextRef="#ctx0" brushRef="#br0">287 94 24575,'0'-5'0,"1"0"0,0 0 0,0 0 0,1 1 0,-1-1 0,1 0 0,3-6 0,-3 8 0,0 0 0,0-1 0,-1 1 0,0-1 0,0 0 0,0 1 0,0-1 0,0 0 0,-1 1 0,0-1 0,1-4 0,-1 8 0,-1 0 0,1 0 0,0 0 0,0-1 0,0 1 0,0 0 0,0 0 0,0 0 0,-1 0 0,1 0 0,0 0 0,0 0 0,0 0 0,0-1 0,0 1 0,-1 0 0,1 0 0,0 0 0,0 0 0,0 0 0,0 0 0,-1 0 0,1 0 0,0 0 0,0 0 0,0 0 0,0 0 0,-1 0 0,1 0 0,0 0 0,0 1 0,0-1 0,0 0 0,-1 0 0,1 0 0,0 0 0,0 0 0,0 0 0,0 0 0,0 0 0,0 0 0,-1 1 0,1-1 0,0 0 0,0 0 0,0 0 0,0 0 0,0 0 0,0 1 0,0-1 0,0 0 0,0 0 0,-9 9 0,-14 25 0,2 0 0,2 1 0,0 1 0,-12 38 0,18-44 0,-23 56 0,3 2 0,4 1 0,4 1 0,-16 119 0,37-180-682,1 50-1,5-43-6143</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02.079"/>
    </inkml:context>
    <inkml:brush xml:id="br0">
      <inkml:brushProperty name="width" value="0.05" units="cm"/>
      <inkml:brushProperty name="height" value="0.05" units="cm"/>
      <inkml:brushProperty name="color" value="#FFC114"/>
    </inkml:brush>
  </inkml:definitions>
  <inkml:trace contextRef="#ctx0" brushRef="#br0">1 142 24575,'0'-22'0,"0"18"0,0 15 0,0 16 0,2 0 0,0 0 0,2-1 0,1 1 0,1-1 0,11 32 0,-12-46 0,0 0 0,0 0 0,1 0 0,1-1 0,0 0 0,0-1 0,1 1 0,1-1 0,0-1 0,0 0 0,0 0 0,1 0 0,1-2 0,-1 1 0,14 6 0,-19-11 0,-1-1 0,1 0 0,-1-1 0,1 1 0,0-1 0,-1 0 0,1 0 0,0 0 0,0-1 0,0 0 0,0 0 0,0 0 0,-1 0 0,1-1 0,9-2 0,-8 1 0,0 0 0,0-1 0,0 0 0,0-1 0,0 1 0,-1-1 0,0 0 0,1 0 0,-2-1 0,8-6 0,0-4 0,-1-1 0,0 0 0,-1 0 0,-1-1 0,0-1 0,-1 1 0,5-20 0,2-10 0,-3 1 0,-2-2 0,6-71 0,-15 116 0,-1-31 0,1 32 0,-1 1 0,0 0 0,0 0 0,0 0 0,-1 0 0,1 0 0,0-1 0,0 1 0,-1 0 0,1 0 0,0 0 0,-1 0 0,1 0 0,-1 0 0,1 0 0,-1 0 0,0 0 0,1 0 0,-1 0 0,0 1 0,0-1 0,0 0 0,0 0 0,-1 0 0,-7 3-1365,0 6-5461</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02.313"/>
    </inkml:context>
    <inkml:brush xml:id="br0">
      <inkml:brushProperty name="width" value="0.05" units="cm"/>
      <inkml:brushProperty name="height" value="0.05" units="cm"/>
      <inkml:brushProperty name="color" value="#FFC114"/>
    </inkml:brush>
  </inkml:definitions>
  <inkml:trace contextRef="#ctx0" brushRef="#br0">14 64 24575,'0'-2'0,"0"-8"0,0-4 0,-3 0 0,-3 0 0,1 5 0,5 9 0,9 11 0,4 9 0,7 10 0,5 8 0,5 7 0,2 3 0,-1 3 0,-3-1 0,-1-5 0,-1-6 0,-6-9-8191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02.467"/>
    </inkml:context>
    <inkml:brush xml:id="br0">
      <inkml:brushProperty name="width" value="0.05" units="cm"/>
      <inkml:brushProperty name="height" value="0.05" units="cm"/>
      <inkml:brushProperty name="color" value="#FFC114"/>
    </inkml:brush>
  </inkml:definitions>
  <inkml:trace contextRef="#ctx0" brushRef="#br0">246 68 24575,'0'-6'0,"-3"-7"0,-1-5 0,-2 1 0,-1 6 0,-2 8 0,-2 10 0,-5 13 0,-2 11 0,-5 9 0,-3 9 0,-3 10 0,-3 8 0,-1 2 0,4-9-8191</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04.920"/>
    </inkml:context>
    <inkml:brush xml:id="br0">
      <inkml:brushProperty name="width" value="0.05" units="cm"/>
      <inkml:brushProperty name="height" value="0.05" units="cm"/>
      <inkml:brushProperty name="color" value="#FFC114"/>
    </inkml:brush>
  </inkml:definitions>
  <inkml:trace contextRef="#ctx0" brushRef="#br0">35 356 24575,'-1'-5'0,"1"1"0,-1-1 0,1 1 0,-1-1 0,-1 1 0,1 0 0,0 0 0,-1 0 0,0 0 0,0 0 0,-5-8 0,7 12 0,0 0 0,0 0 0,0 0 0,-1 0 0,1-1 0,0 1 0,0 0 0,0 0 0,0 0 0,0 0 0,-1-1 0,1 1 0,0 0 0,0 0 0,0 0 0,0 0 0,-1 0 0,1 0 0,0 0 0,0-1 0,0 1 0,0 0 0,-1 0 0,1 0 0,0 0 0,0 0 0,-1 0 0,1 0 0,0 0 0,0 0 0,0 0 0,-1 0 0,1 0 0,0 0 0,0 0 0,0 1 0,-1-1 0,1 0 0,0 0 0,0 0 0,0 0 0,-5 10 0,3 16 0,2-25 0,16 529 0,1-202 0,-17-251 0,-1-28 0,6 50 0,-4-96 0,-1 0 0,0 0 0,1 0 0,-1 0 0,1 0 0,0-1 0,0 1 0,0 0 0,1 0 0,-1-1 0,1 1 0,-1-1 0,4 4 0,-3-4 0,0-1 0,0 1 0,1-1 0,-1 1 0,1-1 0,-1 0 0,0 0 0,1 0 0,0-1 0,-1 1 0,1-1 0,-1 1 0,1-1 0,0 0 0,3 0 0,72-1 0,95-14 0,-81 6 0,237-12-320,366 23 0,-633 1 320,712 16 0,-763-19-1,30 0 37,0-2 0,68-12-1,-105 13 15,-1 0 0,1 0-1,0 0 1,0 0-1,-1-1 1,6-3-1,-8 5-44,0-1-1,-1 1 0,1-1 1,-1 1-1,1-1 0,-1 1 1,1-1-1,-1 1 1,0-1-1,1 1 0,-1-1 1,0 0-1,1 1 0,-1-1 1,0 0-1,0 1 0,1-1 1,-1 0-1,0 1 0,0-1 1,0 0-1,0 1 0,0-1 1,0 0-1,0 0 0,0 1 1,0-1-1,-1 0 0,1 1 1,0-1-1,0 0 0,0 1 1,-1-1-1,1 0 0,0 1 1,-1-1-1,1 1 0,-1-1 1,1 1-1,-1-1 1,1 1-1,-2-2 0,-9-12-4,0-1 0,1-1 0,0 0 0,2 0 0,-1-1 0,2 0 0,1-1 0,0 1 0,1-1 0,-4-25 0,-21-150 0,-5-237 0,30 55 0,5 268 0,0 104 0,0 0 0,-1 1 0,1-1 0,-1 0 0,1 1 0,-1-1 0,0 1 0,0-1 0,0 1 0,0-1 0,-1 1 0,1 0 0,-1 0 0,1-1 0,-1 1 0,0 0 0,0 0 0,1 1 0,-2-1 0,1 0 0,0 1 0,0-1 0,0 1 0,-1 0 0,1-1 0,-1 1 0,1 0 0,-4 0 0,-8-3 0,0 0 0,0 1 0,0 1 0,-16 0 0,19 1 0,-105-6 0,-177 13 0,-116 35 0,248-23 0,-461 59 0,316-38 0,261-34 0,20-3 0,0 1 0,1 1 0,-27 8 0,49-11 0,0 0 0,0 0 0,0 0 0,0 0 0,0 0 0,0 0 0,0 0 0,0 1 0,1-1 0,-1 1 0,1-1 0,-1 1 0,1-1 0,0 1 0,-1 0 0,1 0 0,0 0 0,0 0 0,0 0 0,1 0 0,-1 0 0,0 0 0,1 0 0,-1 0 0,1 0 0,0 1 0,0 3 0,0 6 0,1 0 0,0 0 0,1 0 0,4 14 0,2 16 0,-8-33 85,0 0 0,-1 0 0,-3 15 0,3-15-511,-1 0 0,1 0-1,1 11 1,1-9-6400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05.513"/>
    </inkml:context>
    <inkml:brush xml:id="br0">
      <inkml:brushProperty name="width" value="0.05" units="cm"/>
      <inkml:brushProperty name="height" value="0.05" units="cm"/>
      <inkml:brushProperty name="color" value="#FFC114"/>
    </inkml:brush>
  </inkml:definitions>
  <inkml:trace contextRef="#ctx0" brushRef="#br0">62 4 24575,'-2'1'0,"0"0"0,-1 0 0,1 1 0,0 0 0,0-1 0,0 1 0,0 0 0,0 0 0,0 0 0,1 0 0,-1 0 0,1 1 0,-2 3 0,0-2 0,-1 1 0,0 1 0,1-1 0,0 1 0,0 0 0,0 0 0,1 0 0,0 0 0,0 0 0,1 1 0,-2 12 0,3-16 0,0 0 0,0-1 0,1 1 0,-1 0 0,1 0 0,-1 0 0,1-1 0,0 1 0,0 0 0,0-1 0,1 1 0,-1-1 0,0 1 0,1-1 0,0 0 0,0 1 0,-1-1 0,1 0 0,1 0 0,-1 0 0,0 0 0,0-1 0,1 1 0,-1-1 0,1 1 0,-1-1 0,5 1 0,1 1 0,1 0 0,-1-1 0,1 0 0,0-1 0,0 0 0,0-1 0,-1 1 0,1-2 0,0 1 0,0-1 0,0 0 0,0-1 0,-1 0 0,1-1 0,14-6 0,-17 6 0,0 0 0,0 0 0,0 0 0,0-1 0,-1 0 0,1-1 0,-1 1 0,0-1 0,6-7 0,-8 8 0,-1 0 0,1 0 0,-1 0 0,0 0 0,0 0 0,0-1 0,-1 1 0,1-1 0,-1 1 0,0-1 0,0 1 0,-1-1 0,1 0 0,-1-7 0,0 11 0,-1-1 0,1 0 0,0 0 0,-1 0 0,1 1 0,-1-1 0,1 0 0,-1 0 0,0 1 0,0-1 0,0 0 0,0 1 0,0-1 0,0 1 0,0 0 0,-1-1 0,1 1 0,-2-2 0,0 1 0,-1 0 0,1 0 0,-1 0 0,1 0 0,-1 1 0,0-1 0,0 1 0,-4-1 0,-3 0 0,-1 0 0,0 1 0,0 0 0,-21 2 0,29-1-85,0 1 0,0-1-1,0 1 1,0-1 0,0 1-1,0 0 1,0 1 0,1-1-1,-1 1 1,0 0 0,1 0-1,-1 0 1,1 0 0,-1 0-1,-2 4 1,-2 4-6741</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05.982"/>
    </inkml:context>
    <inkml:brush xml:id="br0">
      <inkml:brushProperty name="width" value="0.05" units="cm"/>
      <inkml:brushProperty name="height" value="0.05" units="cm"/>
      <inkml:brushProperty name="color" value="#FFC114"/>
    </inkml:brush>
  </inkml:definitions>
  <inkml:trace contextRef="#ctx0" brushRef="#br0">152 38 24575,'-10'-1'0,"0"2"0,0-1 0,0 2 0,0-1 0,0 1 0,-15 6 0,20-6 0,1 0 0,0 0 0,0 0 0,0 1 0,0-1 0,0 1 0,1 0 0,-1 0 0,1 0 0,0 1 0,0-1 0,0 1 0,0 0 0,0 0 0,1 0 0,-3 7 0,4-10 0,0 1 0,1-1 0,-1 1 0,0-1 0,1 1 0,-1-1 0,1 1 0,0 0 0,0-1 0,0 1 0,0 0 0,0-1 0,0 1 0,0 0 0,0-1 0,0 1 0,1-1 0,-1 1 0,1 0 0,-1-1 0,1 1 0,1 2 0,0-2 0,-1-1 0,1 1 0,0-1 0,0 1 0,0-1 0,0 1 0,0-1 0,0 0 0,0 0 0,0 0 0,0 0 0,1-1 0,-1 1 0,3 0 0,5 1 0,0-1 0,0 0 0,0-1 0,1 0 0,-1-1 0,13-2 0,-10 1 0,0-1 0,0-1 0,-1 0 0,1 0 0,-1-2 0,0 1 0,0-1 0,-1-1 0,0 0 0,0-1 0,15-13 0,-25 19 0,0 1 0,1 0 0,-1-1 0,0 1 0,1-1 0,-1 1 0,0-1 0,0 1 0,0-1 0,-1 0 0,1 0 0,0 1 0,-1-1 0,1 0 0,-1 0 0,1 0 0,-1 0 0,0 0 0,0 0 0,0 0 0,0-2 0,-1 2 0,0 0 0,0 0 0,0 1 0,0-1 0,0 0 0,0 1 0,0-1 0,0 1 0,-1-1 0,1 1 0,-1-1 0,1 1 0,-1 0 0,0 0 0,1 0 0,-5-2 0,-3-1 0,-1 0 0,0 1 0,0 0 0,0 1 0,-1 0 0,-15-1 0,22 3 13,-7-1-243,0 0 1,0 1-1,0 1 0,0 0 1,-13 2-1,12 2-6596</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06.403"/>
    </inkml:context>
    <inkml:brush xml:id="br0">
      <inkml:brushProperty name="width" value="0.05" units="cm"/>
      <inkml:brushProperty name="height" value="0.05" units="cm"/>
      <inkml:brushProperty name="color" value="#FFC114"/>
    </inkml:brush>
  </inkml:definitions>
  <inkml:trace contextRef="#ctx0" brushRef="#br0">97 35 24575,'0'0'0,"0"-1"0,-1 0 0,1 0 0,0 1 0,-1-1 0,1 0 0,-1 0 0,1 1 0,-1-1 0,1 1 0,-1-1 0,0 1 0,1-1 0,-1 0 0,0 1 0,1 0 0,-1-1 0,0 1 0,0 0 0,1-1 0,-1 1 0,0 0 0,0 0 0,0-1 0,1 1 0,-1 0 0,0 0 0,0 0 0,0 0 0,0 0 0,-27 0 0,25 1 0,1-1 0,-1 0 0,1 1 0,0-1 0,-1 1 0,1 0 0,0 0 0,0 0 0,0 0 0,0 0 0,0 1 0,0-1 0,0 0 0,0 1 0,0 0 0,0-1 0,1 1 0,-1 0 0,1 0 0,-3 3 0,4-3 0,-1 0 0,0 0 0,1 0 0,-1 0 0,1 0 0,0 0 0,0 0 0,0 1 0,0-1 0,0 0 0,0 0 0,1 0 0,-1 0 0,1 0 0,-1 0 0,1 0 0,0 0 0,0 0 0,-1 0 0,2 0 0,-1 0 0,0-1 0,2 4 0,2 0 0,-1-1 0,1 1 0,-1-1 0,1 0 0,1 0 0,-1 0 0,0 0 0,1-1 0,0 0 0,0-1 0,0 1 0,0-1 0,0 0 0,0-1 0,1 1 0,-1-1 0,0 0 0,1-1 0,-1 0 0,13-1 0,-8 1 0,-1-2 0,1 1 0,-1-1 0,0-1 0,0 0 0,0 0 0,0-1 0,-1-1 0,1 1 0,-1-1 0,0-1 0,10-8 0,-18 13 0,1 0 0,-1 0 0,1 0 0,-1 0 0,1-1 0,-1 1 0,0 0 0,0-1 0,0 1 0,0-1 0,0 1 0,0-1 0,0 0 0,0 1 0,-1-1 0,1 0 0,-1 0 0,1 1 0,-1-1 0,0 0 0,1 0 0,-1 0 0,0 0 0,0 1 0,-1-1 0,1 0 0,0 0 0,-1-3 0,-1 3 0,1-1 0,-1 1 0,0-1 0,0 1 0,0-1 0,0 1 0,-1 0 0,1 0 0,-1 0 0,1 1 0,-1-1 0,0 0 0,1 1 0,-1 0 0,0-1 0,-4 0 0,-10-3-170,-1 1-1,1 1 0,-1 0 1,1 1-1,-1 1 0,0 0 1,-27 4-1,16 1-6655</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07.510"/>
    </inkml:context>
    <inkml:brush xml:id="br0">
      <inkml:brushProperty name="width" value="0.05" units="cm"/>
      <inkml:brushProperty name="height" value="0.05" units="cm"/>
      <inkml:brushProperty name="color" value="#FFC114"/>
    </inkml:brush>
  </inkml:definitions>
  <inkml:trace contextRef="#ctx0" brushRef="#br0">18 120 24575,'0'-2'0,"0"-1"0,0 1 0,1 0 0,-1 0 0,0 0 0,1 0 0,0 0 0,-1-1 0,1 1 0,0 0 0,0 1 0,0-1 0,2-3 0,-3 5 0,0 0 0,0 0 0,1 0 0,-1 0 0,0 0 0,0 0 0,0 0 0,0-1 0,0 1 0,0 0 0,1 0 0,-1 0 0,0 0 0,0 0 0,0 0 0,0 1 0,0-1 0,0 0 0,1 0 0,-1 0 0,0 0 0,0 0 0,0 0 0,0 0 0,0 0 0,0 0 0,0 0 0,1 0 0,-1 0 0,0 0 0,0 0 0,0 1 0,0-1 0,0 0 0,0 0 0,0 0 0,0 0 0,0 0 0,0 0 0,0 0 0,0 1 0,0-1 0,0 0 0,1 0 0,-1 0 0,0 0 0,0 0 0,0 0 0,0 1 0,0-1 0,-1 0 0,1 0 0,0 0 0,0 0 0,0 0 0,0 1 0,0-1 0,0 0 0,0 0 0,0 0 0,0 0 0,0 0 0,0 0 0,-1 11 0,-9 44 0,3-25 0,2 0 0,1 0 0,1 0 0,2 1 0,3 44 0,-2-72 0,1 0 0,-1 0 0,1 0 0,0 0 0,0 1 0,0-1 0,0 0 0,1-1 0,-1 1 0,1 0 0,-1 0 0,1-1 0,0 1 0,3 2 0,-3-3 0,0-1 0,1 1 0,-1-1 0,0 0 0,0 0 0,1 0 0,-1 0 0,1-1 0,-1 1 0,1 0 0,-1-1 0,1 0 0,-1 0 0,1 0 0,-1 0 0,1 0 0,-1 0 0,5-1 0,96-21 0,-64 12 0,69-7 0,310 11 0,-254 8 0,361-1 0,-523-1 0,4 0 0,-1 0 0,1 0 0,-1-1 0,1 0 0,8-2 0,-13 3 0,0-1 0,0 1 0,0-1 0,0 1 0,0-1 0,0 1 0,0-1 0,0 0 0,0 0 0,0 1 0,0-1 0,-1 0 0,1 0 0,0 0 0,-1 0 0,1 0 0,0 0 0,-1 0 0,1 0 0,-1 0 0,0 0 0,1 0 0,-1-1 0,0 1 0,0 0 0,1 0 0,-1 0 0,0 0 0,0 0 0,0-1 0,0 1 0,-1-1 0,-11-284 0,12 283 0,0 1 0,0-1 0,0 1 0,0-1 0,-1 1 0,1-1 0,-1 1 0,0-1 0,1 1 0,-1-1 0,0 1 0,-1 0 0,1 0 0,0 0 0,-1-1 0,1 1 0,-1 0 0,-2-2 0,1 1 0,-1 1 0,1 0 0,0 1 0,-1-1 0,1 0 0,-1 1 0,0 0 0,1 0 0,-1 0 0,0 0 0,-7 0 0,-23 0 0,0 1 0,0 2 0,-60 11 0,14-2 0,-338 19 0,-184 27 0,597-56 40,0 0-216,0 0 1,1 0-1,-1-1 1,0 0-1,0 0 0,0 0 1,-6-1-1,1-2-6650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07.883"/>
    </inkml:context>
    <inkml:brush xml:id="br0">
      <inkml:brushProperty name="width" value="0.05" units="cm"/>
      <inkml:brushProperty name="height" value="0.05" units="cm"/>
      <inkml:brushProperty name="color" value="#FFC114"/>
    </inkml:brush>
  </inkml:definitions>
  <inkml:trace contextRef="#ctx0" brushRef="#br0">1 50 24575,'0'0'0,"0"-1"0,0 1 0,0-1 0,1 0 0,-1 1 0,0-1 0,1 1 0,-1-1 0,0 1 0,1-1 0,-1 1 0,1-1 0,-1 1 0,0 0 0,1-1 0,-1 1 0,1 0 0,0-1 0,-1 1 0,1 0 0,-1-1 0,1 1 0,-1 0 0,2 0 0,17-6 0,-13 5 0,17-5 0,0 1 0,1 2 0,31-2 0,75 6 0,-57 0 0,42-1 0,635-12 0,-683 9-1365,-46 2-5461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12.616"/>
    </inkml:context>
    <inkml:brush xml:id="br0">
      <inkml:brushProperty name="width" value="0.05" units="cm"/>
      <inkml:brushProperty name="height" value="0.05" units="cm"/>
      <inkml:brushProperty name="color" value="#FFC114"/>
    </inkml:brush>
  </inkml:definitions>
  <inkml:trace contextRef="#ctx0" brushRef="#br0">260 65 24575,'0'-4'0,"0"0"0,0-1 0,0 0 0,-1 1 0,1-1 0,-1 1 0,-2-8 0,3 11 0,-1 1 0,1-1 0,-1 0 0,1 0 0,-1 1 0,1-1 0,-1 0 0,0 1 0,1-1 0,-1 1 0,0-1 0,1 0 0,-1 1 0,0 0 0,0-1 0,0 1 0,1-1 0,-1 1 0,0 0 0,0 0 0,0 0 0,0-1 0,0 1 0,0 0 0,1 0 0,-1 0 0,0 0 0,0 0 0,0 0 0,0 1 0,0-1 0,0 0 0,1 0 0,-1 1 0,0-1 0,0 0 0,0 1 0,1-1 0,-1 1 0,-1 0 0,-8 5 0,0-1 0,0 2 0,1-1 0,0 1 0,-16 16 0,-38 47 0,40-42 0,12-14 0,1-2 0,-1-1 0,-12 12 0,17-19 0,4-5 0,6-12 0,13-18 0,-4 12 0,1 0 0,1 1 0,1 0 0,1 2 0,25-21 0,-34 30 0,1 1 0,0 0 0,0 0 0,1 1 0,0 0 0,0 0 0,0 1 0,0 1 0,1 0 0,-1 0 0,1 1 0,0 0 0,20 0 0,-24 3 20,0 0 0,0 0 0,0 1 1,0 0-1,0 0 0,0 0 0,0 1 0,-1 0 0,1 1 0,-1 0 0,0 0 0,0 0 0,0 0 0,-1 1 0,1 0 0,7 9 1,-1 1-363,0 1 1,-1 0 0,-1 1-1,16 34 1,-21-39-6485</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12.928"/>
    </inkml:context>
    <inkml:brush xml:id="br0">
      <inkml:brushProperty name="width" value="0.05" units="cm"/>
      <inkml:brushProperty name="height" value="0.05" units="cm"/>
      <inkml:brushProperty name="color" value="#FFC114"/>
    </inkml:brush>
  </inkml:definitions>
  <inkml:trace contextRef="#ctx0" brushRef="#br0">17 11 24575,'0'0'0,"0"0"0,0-1 0,0 1 0,0-1 0,0 1 0,0 0 0,0-1 0,0 1 0,0-1 0,0 1 0,0-1 0,0 1 0,-1 0 0,1-1 0,0 1 0,0-1 0,0 1 0,-1 0 0,1-1 0,0 1 0,0 0 0,-1-1 0,1 1 0,0 0 0,-1 0 0,1-1 0,0 1 0,-1 0 0,1-1 0,-1 2 0,1-1 0,-1 0 0,1 0 0,0 0 0,-1 0 0,1 1 0,-1-1 0,1 0 0,0 1 0,-1-1 0,1 0 0,0 0 0,-1 1 0,1-1 0,0 1 0,0-1 0,-1 0 0,1 1 0,0-1 0,0 0 0,0 1 0,0-1 0,-1 1 0,1-1 0,0 1 0,0-1 0,0 1 0,0-1 0,0 1 0,-2 24 0,1 0 0,1 0 0,0 0 0,3 0 0,6 34 0,0 4 0,76 490 0,-82-532 269,-3-16-474,1-1 1,-1 0 0,1 0 0,0 1 0,0-1-1,0 0 1,3 5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13.191"/>
    </inkml:context>
    <inkml:brush xml:id="br0">
      <inkml:brushProperty name="width" value="0.05" units="cm"/>
      <inkml:brushProperty name="height" value="0.05" units="cm"/>
      <inkml:brushProperty name="color" value="#FFC114"/>
    </inkml:brush>
  </inkml:definitions>
  <inkml:trace contextRef="#ctx0" brushRef="#br0">1 1 24575,'2'0'0,"0"1"0,1-1 0,-1 1 0,0 0 0,0 0 0,0-1 0,0 2 0,0-1 0,0 0 0,0 0 0,0 1 0,0-1 0,-1 0 0,1 1 0,2 2 0,20 29 0,31 67 0,-37-63 0,26 40 0,-42-74 43,1 0 0,-1 0-1,0 0 1,1 0 0,0 0-1,0-1 1,5 4 0,-6-5-133,-1 0 0,1 0 0,-1-1 0,1 1 0,-1 0 1,1-1-1,0 1 0,0-1 0,-1 0 0,1 0 1,0 1-1,0-1 0,-1 0 0,1-1 0,0 1 0,0 0 1,-1 0-1,4-2 0,9-3-6736</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13.316"/>
    </inkml:context>
    <inkml:brush xml:id="br0">
      <inkml:brushProperty name="width" value="0.05" units="cm"/>
      <inkml:brushProperty name="height" value="0.05" units="cm"/>
      <inkml:brushProperty name="color" value="#FFC114"/>
    </inkml:brush>
  </inkml:definitions>
  <inkml:trace contextRef="#ctx0" brushRef="#br0">90 224 24575,'12'-26'0,"16"-53"0,-8 17 0,-17 56 0,7-21 0,-10 26 0,1 0 0,-1-1 0,0 1 0,1 0 0,-1 0 0,0 0 0,0 0 0,0 0 0,0 0 0,0 0 0,0 0 0,0 0 0,0 0 0,-1-1 0,1 1 0,0 0 0,-1 0 0,1 0 0,-1-1 0,1 2 0,-1 0 0,1 0 0,0 0 0,0 0 0,-1 0 0,1 0 0,0 0 0,-1 0 0,1 0 0,0-1 0,-1 1 0,1 1 0,0-1 0,-1 0 0,1 0 0,0 0 0,0 0 0,-1 0 0,1 0 0,0 0 0,-1 0 0,1 0 0,0 1 0,0-1 0,-1 0 0,1 0 0,0 0 0,0 1 0,-1-1 0,1 0 0,0 0 0,0 0 0,-1 1 0,-8 10 0,9-11 0,-62 94 341,2-2-2047,39-65-5120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14.217"/>
    </inkml:context>
    <inkml:brush xml:id="br0">
      <inkml:brushProperty name="width" value="0.05" units="cm"/>
      <inkml:brushProperty name="height" value="0.05" units="cm"/>
      <inkml:brushProperty name="color" value="#FFC114"/>
    </inkml:brush>
  </inkml:definitions>
  <inkml:trace contextRef="#ctx0" brushRef="#br0">226 5 24575,'-1'0'0,"1"0"0,0-1 0,0 1 0,-1 0 0,1-1 0,0 1 0,0 0 0,-1 0 0,1-1 0,0 1 0,-1 0 0,1 0 0,0-1 0,-1 1 0,1 0 0,-1 0 0,1 0 0,0 0 0,-1 0 0,1 0 0,-1 0 0,1 0 0,0 0 0,-1 0 0,1 0 0,-1 0 0,1 0 0,0 0 0,-1 0 0,1 0 0,-1 0 0,1 0 0,0 0 0,-1 1 0,1-1 0,0 0 0,-1 0 0,1 0 0,0 1 0,-1-1 0,1 1 0,-19 8 0,-7 14 0,1 1 0,1 0 0,1 2 0,2 1 0,-29 45 0,49-71 0,-3 5 0,0 1 0,-1 0 0,-3 12 0,9-13 0,7-8 0,8-7 0,10-10 0,41-41 0,-49 42 0,1 1 0,1 1 0,0 1 0,29-17 0,-46 30 0,-1 1 0,1 0 0,0 0 0,0 0 0,1 0 0,-1 0 0,0 1 0,0 0 0,0-1 0,0 1 0,1 0 0,-1 1 0,0-1 0,0 0 0,0 1 0,0 0 0,0 0 0,1 0 0,-2 0 0,1 0 0,5 3 0,3 3 0,0 1 0,0 0 0,18 19 0,10 6 0,19 6-1365,-42-31-5461</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14.685"/>
    </inkml:context>
    <inkml:brush xml:id="br0">
      <inkml:brushProperty name="width" value="0.05" units="cm"/>
      <inkml:brushProperty name="height" value="0.05" units="cm"/>
      <inkml:brushProperty name="color" value="#FFC114"/>
    </inkml:brush>
  </inkml:definitions>
  <inkml:trace contextRef="#ctx0" brushRef="#br0">51 21 24575,'-5'-6'0,"-12"-8"0,16 14 0,1 0 0,-1 0 0,0 0 0,1 0 0,-1 0 0,0 0 0,1 0 0,-1 0 0,1 0 0,-1 0 0,0 0 0,1 0 0,-1 1 0,0-1 0,1 0 0,-1 0 0,1 1 0,-1-1 0,1 1 0,-1-1 0,1 0 0,-1 1 0,1-1 0,-1 1 0,1-1 0,0 1 0,-1-1 0,1 1 0,0-1 0,-1 1 0,1-1 0,0 1 0,-1 0 0,1 0 0,-2 4 0,0-1 0,1 1 0,-1 0 0,1 0 0,0 0 0,1 0 0,-1 0 0,1 0 0,0 0 0,0 0 0,0 1 0,1-1 0,0 0 0,0 0 0,2 5 0,4 12 0,1-1 0,11 22 0,-12-27 0,14 35 0,-2 2 0,-2 0 0,-3 1 0,-2 0 0,8 86 0,-12-66 0,30 120 0,-35-177 0,0 0 0,1 29 0,2 15 0,-6-59 1,3 19 169,2 29 0,-4-46-301,-1 1 0,0-1 0,0 1-1,-1 0 1,1-1 0,-1 1 0,0-1-1,-1 1 1,1-1 0,-1 0-1,0 1 1,-4 6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15.060"/>
    </inkml:context>
    <inkml:brush xml:id="br0">
      <inkml:brushProperty name="width" value="0.05" units="cm"/>
      <inkml:brushProperty name="height" value="0.05" units="cm"/>
      <inkml:brushProperty name="color" value="#FFC114"/>
    </inkml:brush>
  </inkml:definitions>
  <inkml:trace contextRef="#ctx0" brushRef="#br0">3 1 24575,'0'0'0,"0"0"0,0 0 0,0 0 0,-1 0 0,1 0 0,0 0 0,0 0 0,0 0 0,0 0 0,0 0 0,0 0 0,0 0 0,0 0 0,-1 0 0,1 0 0,0 0 0,0 1 0,0-1 0,0 0 0,0 0 0,0 0 0,0 0 0,0 0 0,0 0 0,0 0 0,0 0 0,0 0 0,0 1 0,0-1 0,0 0 0,0 0 0,0 0 0,0 0 0,-1 0 0,1 0 0,0 0 0,1 1 0,-1-1 0,0 0 0,0 0 0,0 0 0,0 0 0,0 0 0,0 0 0,0 0 0,0 0 0,0 1 0,0-1 0,0 0 0,0 0 0,5 10 0,9 9 0,-13-19 0,42 58 0,-29-36 0,2-2 0,0 0 0,1 0 0,28 23 0,-43-41 0,0 0 0,0 0 0,1-1 0,-1 1 0,0-1 0,1 0 0,-1 1 0,1-1 0,-1 0 0,1 0 0,0-1 0,0 1 0,-1-1 0,1 1 0,0-1 0,0 0 0,-1 0 0,1 0 0,0 0 0,0-1 0,4 0 0,-4-1 0,1 0 0,0 0 0,-1 0 0,1 0 0,-1-1 0,0 1 0,0-1 0,0 0 0,0 0 0,0 0 0,-1-1 0,0 1 0,5-7 0,64-128 0,-83 159 67,5-6-246,-1-1 0,-1 0 0,0-1 0,0 0 0,-2 0 0,1-1 0,-19 16 0,7-13-6647</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15.902"/>
    </inkml:context>
    <inkml:brush xml:id="br0">
      <inkml:brushProperty name="width" value="0.05" units="cm"/>
      <inkml:brushProperty name="height" value="0.05" units="cm"/>
      <inkml:brushProperty name="color" value="#FFC114"/>
    </inkml:brush>
  </inkml:definitions>
  <inkml:trace contextRef="#ctx0" brushRef="#br0">3 6 24575,'0'0'0,"0"0"0,0 0 0,0 0 0,0 0 0,0 0 0,0 0 0,0 0 0,-1 0 0,1 0 0,0 0 0,0 0 0,0 0 0,0 0 0,0 0 0,0-1 0,0 1 0,0 0 0,0 0 0,-1 0 0,1 0 0,0 0 0,0 0 0,0 0 0,0 0 0,0 0 0,0 0 0,0-1 0,0 1 0,0 0 0,0 0 0,0 0 0,0 0 0,0 0 0,0 0 0,0 0 0,0-1 0,0 1 0,0 0 0,0 0 0,0 0 0,0 0 0,0 0 0,0 0 0,0 0 0,0 0 0,0-1 0,0 1 0,0 0 0,0 0 0,0 0 0,0 0 0,0 0 0,0 0 0,1 0 0,-1 0 0,0 0 0,0-1 0,0 1 0,0 0 0,0 0 0,0 0 0,0 0 0,0 0 0,0 0 0,1 0 0,-1 0 0,0 0 0,12 2 0,15 8 0,-4 2 0,-1 1 0,0 1 0,37 33 0,49 62 0,-79-80-1365,-18-22-5461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19.897"/>
    </inkml:context>
    <inkml:brush xml:id="br0">
      <inkml:brushProperty name="width" value="0.05" units="cm"/>
      <inkml:brushProperty name="height" value="0.05" units="cm"/>
      <inkml:brushProperty name="color" value="#FFC114"/>
    </inkml:brush>
  </inkml:definitions>
  <inkml:trace contextRef="#ctx0" brushRef="#br0">1 1 24575,'0'150'0,"11"382"0,-10-503 198,0-9-980,6 32 1,-2-34-6045</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0.439"/>
    </inkml:context>
    <inkml:brush xml:id="br0">
      <inkml:brushProperty name="width" value="0.05" units="cm"/>
      <inkml:brushProperty name="height" value="0.05" units="cm"/>
      <inkml:brushProperty name="color" value="#FFC114"/>
    </inkml:brush>
  </inkml:definitions>
  <inkml:trace contextRef="#ctx0" brushRef="#br0">180 1 24575,'0'5'0,"-1"0"0,0-1 0,0 1 0,0 0 0,0-1 0,-1 1 0,0-1 0,0 1 0,-4 5 0,-27 40 0,17-29 0,-5 10 0,7-9 0,0-1 0,-2 0 0,-32 33 0,61-69 0,0 0 0,16-23 0,-2 2 0,-14 21 0,56-67 0,-59 72 0,-1 1 0,2 0 0,-1 1 0,1 0 0,21-11 0,-29 17 0,0 1 0,0 0 0,0 0 0,0 0 0,1 0 0,-1 1 0,0-1 0,1 1 0,-1 0 0,0 0 0,1 0 0,-1 0 0,0 1 0,1-1 0,-1 1 0,0 0 0,0 0 0,0 0 0,1 0 0,-1 1 0,0-1 0,-1 1 0,1 0 0,0 0 0,4 4 0,5 5 0,-1 0 0,0 1 0,0 1 0,9 15 0,-6-9 0,66 93-1365,-56-79-5461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2.387"/>
    </inkml:context>
    <inkml:brush xml:id="br0">
      <inkml:brushProperty name="width" value="0.05" units="cm"/>
      <inkml:brushProperty name="height" value="0.05" units="cm"/>
      <inkml:brushProperty name="color" value="#FFC114"/>
    </inkml:brush>
  </inkml:definitions>
  <inkml:trace contextRef="#ctx0" brushRef="#br0">98 137 24575,'-7'-12'0,"1"0"0,4 12 0,0 4 0,-2 151 0,1-20 0,-60 789 0,58-846 0,-1 1 0,9 152 0,-3-223 0,1-1 0,0 1 0,1 0 0,0-1 0,0 1 0,4 7 0,-5-13 0,0 0 0,0 0 0,0-1 0,0 1 0,1 0 0,-1-1 0,0 1 0,1-1 0,0 1 0,-1-1 0,1 0 0,0 0 0,0 0 0,-1 0 0,1 0 0,0 0 0,0 0 0,0-1 0,0 1 0,0-1 0,0 1 0,0-1 0,1 0 0,-1 0 0,0 0 0,0 0 0,3 0 0,106-18 0,-32 4 0,101-2-343,214 8-1,-285 8 170,1430 27-2721,153-2-146,-968-57 5203,-715 31-1933,4-1 296,0 1-1,0-2 1,20-5 0,-32 8-507,-1 0 0,1 0 0,-1 0 0,1 0 0,-1-1 0,1 1 0,-1 0 0,1 0 0,-1 0 0,1-1 0,-1 1 0,1 0 0,-1-1 0,0 1 0,1 0 0,-1-1 0,1 1 0,-1 0 0,0-1 0,1 1 0,-1-1 0,0 1 0,1-1 0,-1 1 0,0-1 0,0 1 0,0-1 0,1 1 0,-1-1 0,0 1 0,0-2 0,0 2 30,-1-1 1,0 0 0,1 0 0,-1 0-1,0 0 1,1 1 0,-1-1-1,0 0 1,0 1 0,0-1-1,0 1 1,1-1 0,-1 1 0,-2-2-1,-39-12 943,40 14-981,0-1-10,-14-3 0,-1-1 0,1-1 0,-32-15 0,44 19 0,0-1 0,0 0 0,0 0 0,0 0 0,0 0 0,1 0 0,-1-1 0,1 0 0,0 0 0,0 0 0,0 0 0,1 0 0,-1-1 0,1 1 0,0-1 0,1 1 0,-1-1 0,-1-8 0,-1-15 0,1 1 0,2 0 0,2-31 0,12-85 0,-8 97 0,-3 29 0,108-825 0,-75 691 0,7-46 0,-41 195 0,-1-1 0,1 1 0,-1 0 0,0-1 0,0 1 0,0 0 0,0-1 0,0 1 0,-1 0 0,1-1 0,-1 1 0,1 0 0,-1 0 0,0 0 0,0-1 0,0 1 0,0 0 0,0 0 0,-1 0 0,1 0 0,0 1 0,-3-3 0,1 2 0,0 0 0,0 1 0,-1-1 0,1 1 0,-1-1 0,1 1 0,-1 0 0,0 1 0,1-1 0,-1 1 0,0-1 0,0 1 0,-4 0 0,-266 20 0,160-8 0,-716 28-1160,-4-38-574,472-4 1465,215 2 473,-699 2-834,1 25 725,817-27 320,16 0 58,1 1 0,0-1 0,-17 5 0,25-5-403,0 1 0,0 0 0,-1 1 0,2-1-1,-1 0 1,0 1 0,0 0 0,0-1 0,1 1 0,-1 0-1,1 0 1,-1 1 0,1-1 0,0 1 0,0-1-1,-3 5 1,5-7-127,0 1 0,-1-1 1,1 1-1,0-1 0,0 1 0,0-1 0,-1 1 0,1-1 0,0 1 0,0-1 0,0 1 1,0-1-1,0 1 0,0-1 0,0 1 0,0 0 0,0-1 0,0 1 0,0-1 1,1 1-1,-1-1 0,0 1 0,1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3.093"/>
    </inkml:context>
    <inkml:brush xml:id="br0">
      <inkml:brushProperty name="width" value="0.05" units="cm"/>
      <inkml:brushProperty name="height" value="0.05" units="cm"/>
      <inkml:brushProperty name="color" value="#FFC114"/>
    </inkml:brush>
  </inkml:definitions>
  <inkml:trace contextRef="#ctx0" brushRef="#br0">84 376 24575,'-17'-11'0,"12"7"0,0 1 0,-1-1 0,1 1 0,-1 0 0,-8-3 0,13 6 0,1 0 0,-1 0 0,0-1 0,0 1 0,0 0 0,1 0 0,-1 0 0,0 0 0,0 0 0,0 0 0,1 1 0,-1-1 0,0 0 0,0 0 0,0 0 0,1 1 0,-1-1 0,0 1 0,0-1 0,0 1 0,0 0 0,0 0 0,0 0 0,1 0 0,-1 1 0,0-1 0,1 0 0,-1 0 0,1 0 0,-1 0 0,1 1 0,0-1 0,-1 0 0,1 0 0,0 1 0,0 0 0,-1 13 0,2 0 0,-1-1 0,6 28 0,0 4 0,13 97 0,-17-158 0,0 1 0,1 0 0,6-20 0,-3 11 0,63-216 0,-55 203 0,1 1 0,1 0 0,2 1 0,31-46 0,-42 71 0,0 0 0,1 0 0,0 1 0,0 0 0,1 1 0,14-11 0,-21 17 0,0 0 0,0-1 0,0 1 0,0 0 0,0 0 0,1 0 0,-1 0 0,0 0 0,1 1 0,-1-1 0,0 1 0,1-1 0,-1 1 0,1 0 0,-1 0 0,0 0 0,1 0 0,-1 0 0,1 1 0,-1-1 0,0 1 0,1 0 0,-1-1 0,0 1 0,1 0 0,-1 0 0,0 1 0,0-1 0,0 0 0,0 1 0,0-1 0,0 1 0,-1 0 0,1-1 0,0 1 0,1 3 0,2 3 0,0 0 0,-1 0 0,0 1 0,0-1 0,-1 1 0,0 0 0,-1 0 0,0 0 0,0 0 0,-1 0 0,0 1 0,-1-1 0,0 0 0,0 1 0,-1-1 0,0 0 0,-1 0 0,-3 11 0,1-5 0,-1-1 0,0 0 0,-1 0 0,0-1 0,-1 1 0,-1-1 0,0-1 0,0 0 0,-2 0 0,-15 16 0,24-27 0,0 0 0,0-1 0,0 1 0,0 0 0,1-1 0,-1 1 0,0 0 0,1 0 0,-1-1 0,0 1 0,1 0 0,-1 0 0,1 0 0,-1 0 0,1 0 0,0 0 0,-1 0 0,1 0 0,0 0 0,0 0 0,0 0 0,0 0 0,0 0 0,0 0 0,0 2 0,1-2 0,0 1 0,0-1 0,0 0 0,0 0 0,0 0 0,1 0 0,-1 0 0,0 0 0,1-1 0,-1 1 0,1 0 0,-1-1 0,0 1 0,1-1 0,-1 1 0,1-1 0,1 1 0,30 6 0,-6-1 0,-1 2 0,30 11 0,-49-16 0,0 0 0,0 0 0,-1 1 0,0 0 0,0 0 0,0 0 0,0 1 0,0 0 0,-1 0 0,0 1 0,0 0 0,7 11 0,-10-14 0,-1-1 0,0 1 0,0-1 0,0 1 0,0-1 0,0 1 0,0 0 0,-1-1 0,0 1 0,1 0 0,-1 0 0,0 0 0,0-1 0,0 1 0,-1 0 0,1 0 0,-1-1 0,-1 6 0,0-4 0,0 1 0,-1-1 0,1 0 0,-1 0 0,0 0 0,0 0 0,0 0 0,-1-1 0,1 1 0,-5 2 0,-2 2 0,-1-1 0,0-1 0,0 1 0,0-2 0,-1 0 0,0 0 0,-19 5 0,15-7-273,-1 0 0,0-1 0,1-1 0,-32-2 0,16-2-6553</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3.651"/>
    </inkml:context>
    <inkml:brush xml:id="br0">
      <inkml:brushProperty name="width" value="0.05" units="cm"/>
      <inkml:brushProperty name="height" value="0.05" units="cm"/>
      <inkml:brushProperty name="color" value="#FFC114"/>
    </inkml:brush>
  </inkml:definitions>
  <inkml:trace contextRef="#ctx0" brushRef="#br0">32 50 24575,'-1'11'0,"0"1"0,-1-2 0,0 1 0,-6 15 0,-4 25 0,9-26 0,1 0 0,2 0 0,0 0 0,6 40 0,-4-52 0,1 1 0,0-1 0,1 0 0,0 0 0,1 0 0,0-1 0,1 1 0,0-1 0,1-1 0,10 13 0,-14-20 0,1 0 0,-1 0 0,1 0 0,0 0 0,0-1 0,1 0 0,-1 1 0,1-2 0,0 1 0,-1 0 0,1-1 0,0 0 0,9 2 0,-10-3 0,0-1 0,0 0 0,0 0 0,-1 0 0,1 0 0,0-1 0,0 0 0,-1 1 0,1-1 0,0-1 0,-1 1 0,1 0 0,-1-1 0,1 0 0,-1 0 0,0 0 0,0 0 0,0 0 0,0-1 0,4-3 0,4-6 0,0 0 0,-1 0 0,0-1 0,-1-1 0,0 0 0,-1 0 0,-1 0 0,10-26 0,-3-4 0,15-79 0,-29 130 0,1 1 0,0 0 0,0-1 0,0 0 0,1 1 0,0-1 0,1 0 0,0 0 0,0 0 0,6 11 0,1 0 0,0-1 0,1 0 0,22 26 0,-28-37 0,1-1 0,-1 0 0,1 0 0,0 0 0,0-1 0,1 0 0,-1 0 0,1-1 0,0 0 0,0 0 0,0 0 0,0-1 0,1 0 0,8 1 0,-10-3 0,-1 1 0,0-1 0,0 0 0,0-1 0,0 1 0,0-1 0,0 0 0,0 0 0,0-1 0,0 0 0,0 1 0,-1-2 0,1 1 0,-1 0 0,1-1 0,-1 0 0,0 0 0,0 0 0,0-1 0,0 1 0,-1-1 0,4-4 0,0-2 0,-1 0 0,0 0 0,-1-1 0,0 0 0,-1 0 0,0 0 0,0 0 0,-1 0 0,-1-1 0,0 0 0,1-23 0,-2 19 0,-2 1 0,1-1 0,-2 1 0,0-1 0,-1 1 0,-1 0 0,0 0 0,-10-23 0,10 30 0,-1 0 0,1 0 0,-1 1 0,-1 0 0,1 0 0,-12-10 0,15 16 0,1-1 0,-1 1 0,1 0 0,-1 0 0,1 0 0,-1 0 0,1 1 0,-1-1 0,0 0 0,1 1 0,-1-1 0,0 1 0,0-1 0,0 1 0,1 0 0,-4 0 0,4 0 0,-1 1 0,1-1 0,-1 1 0,1 0 0,0-1 0,-1 1 0,1 0 0,0 0 0,0 0 0,0 0 0,0 0 0,0 0 0,0 0 0,0 0 0,0 1 0,0-1 0,0 0 0,0 1 0,1-1 0,-1 0 0,1 1 0,-1-1 0,0 3 0,-4 14-1365,3 2-5461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4.012"/>
    </inkml:context>
    <inkml:brush xml:id="br0">
      <inkml:brushProperty name="width" value="0.05" units="cm"/>
      <inkml:brushProperty name="height" value="0.05" units="cm"/>
      <inkml:brushProperty name="color" value="#FFC114"/>
    </inkml:brush>
  </inkml:definitions>
  <inkml:trace contextRef="#ctx0" brushRef="#br0">121 140 24575,'-100'-93'0,"97"91"0,1 0 0,-1-1 0,1 1 0,0-1 0,-1 1 0,-1-5 0,4 6 0,-1 1 0,1-1 0,0 1 0,0-1 0,0 1 0,0-1 0,0 1 0,-1-1 0,1 1 0,0-1 0,0 0 0,0 1 0,1-1 0,-1 1 0,0-1 0,0 1 0,0-1 0,0 1 0,0-1 0,1 1 0,-1-1 0,0 1 0,0-1 0,1 1 0,-1 0 0,0-1 0,1 1 0,-1-1 0,0 1 0,1 0 0,-1-1 0,1 1 0,-1 0 0,1-1 0,-1 1 0,1 0 0,-1 0 0,1-1 0,-1 1 0,1 0 0,-1 0 0,1 0 0,-1 0 0,1 0 0,-1 0 0,1 0 0,-1 0 0,2 0 0,21-4 0,1 2 0,0 1 0,0 0 0,0 2 0,34 5 0,-22-2 0,-7-2 0,-8-1 0,1 1 0,-1 1 0,-1 0 0,1 2 0,0 0 0,20 9 0,-39-13 0,0 0 0,0 0 0,1 0 0,-2 0 0,1 1 0,0-1 0,0 1 0,0-1 0,-1 1 0,1 0 0,0 0 0,-1 0 0,0 0 0,1 0 0,-1 0 0,0 0 0,0 0 0,0 0 0,-1 0 0,1 1 0,0-1 0,-1 0 0,1 1 0,-1-1 0,0 0 0,0 1 0,0-1 0,0 1 0,0-1 0,-1 0 0,1 1 0,-1-1 0,0 3 0,-4 8 0,0 0 0,-1 0 0,0 0 0,-14 19 0,2 1 0,11-19 0,1 0 0,0 1 0,2 0 0,0 0 0,0 0 0,1 1 0,1-1 0,1 1 0,0-1 0,2 23 0,-1-31 0,1-1 0,0 0 0,0 1 0,1-1 0,0 0 0,0 0 0,0 0 0,0 0 0,1 0 0,0-1 0,1 1 0,-1-1 0,1 0 0,0 0 0,0 0 0,0 0 0,1-1 0,0 1 0,0-1 0,0 0 0,0-1 0,1 0 0,-1 1 0,1-2 0,0 1 0,0-1 0,11 4 0,18 0-1365,-2-3-5461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4.183"/>
    </inkml:context>
    <inkml:brush xml:id="br0">
      <inkml:brushProperty name="width" value="0.05" units="cm"/>
      <inkml:brushProperty name="height" value="0.05" units="cm"/>
      <inkml:brushProperty name="color" value="#FFC114"/>
    </inkml:brush>
  </inkml:definitions>
  <inkml:trace contextRef="#ctx0" brushRef="#br0">140 45 24575,'-8'-3'0,"-9"-4"0,-8 0 0,-4-3 0,0 2 0,7 1 0,13 5 0,17 2 0,15 5 0,16 1 0,9 0 0,9-2 0,2-1 0,1-3 0,-5-3 0,-12 0-8191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4.791"/>
    </inkml:context>
    <inkml:brush xml:id="br0">
      <inkml:brushProperty name="width" value="0.05" units="cm"/>
      <inkml:brushProperty name="height" value="0.05" units="cm"/>
      <inkml:brushProperty name="color" value="#FFC114"/>
    </inkml:brush>
  </inkml:definitions>
  <inkml:trace contextRef="#ctx0" brushRef="#br0">0 45 24575,'6'0'0,"8"0"0,9-3 0,13-1 0,12 1 0,11 0 0,11 1 0,7-3 0,6 1 0,-1 0 0,-3-2 0,-5 0 0,-17 2-8191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5.584"/>
    </inkml:context>
    <inkml:brush xml:id="br0">
      <inkml:brushProperty name="width" value="0.05" units="cm"/>
      <inkml:brushProperty name="height" value="0.05" units="cm"/>
      <inkml:brushProperty name="color" value="#FFC114"/>
    </inkml:brush>
  </inkml:definitions>
  <inkml:trace contextRef="#ctx0" brushRef="#br0">635 107 24575,'-43'-21'0,"-36"-16"0,68 33 0,-19-7 0,-1 0 0,-41-7 0,62 16 0,1 1 0,-1 0 0,0 1 0,1-1 0,-1 2 0,0 0 0,1 0 0,-1 0 0,1 2 0,-1-1 0,1 1 0,-11 5 0,4 0 0,1 1 0,0 1 0,1 1 0,0 0 0,0 0 0,2 2 0,-1-1 0,2 2 0,-1 0 0,2 0 0,0 1 0,1 0 0,0 0 0,-9 26 0,9-21 0,2 0 0,1 0 0,0 0 0,2 1 0,0 0 0,2 0 0,0 0 0,1 0 0,1 0 0,1 0 0,7 39 0,-5-46 0,1 0 0,1 0 0,0 0 0,1-1 0,0 1 0,1-1 0,0-1 0,2 0 0,-1 0 0,1 0 0,1-1 0,0 0 0,15 12 0,-12-13 0,1 0 0,0-1 0,0-1 0,1 0 0,0-1 0,0-1 0,1 0 0,0-1 0,0-1 0,0 0 0,26 2 0,-21-4 0,1-1 0,-1-1 0,0-1 0,0-1 0,0-1 0,0-1 0,0-1 0,-1 0 0,0-2 0,0 0 0,30-16 0,-37 15 0,-1 1 0,1-1 0,-1-1 0,-1 0 0,0-1 0,0 0 0,-1-1 0,-1 0 0,1 0 0,-2-1 0,0 0 0,0-1 0,-1 0 0,0 0 0,-2-1 0,1 1 0,4-22 0,-6 16 0,-1 1 0,-1-1 0,0 1 0,-2-1 0,0 0 0,-1 0 0,-1 1 0,-1-1 0,-5-18 0,5 26 0,0 1 0,-1-1 0,0 1 0,-1 0 0,-1 1 0,1-1 0,-10-11 0,10 16 0,0-1 0,0 1 0,-1 0 0,0 0 0,0 0 0,0 1 0,0 0 0,-1 0 0,1 0 0,-1 1 0,-11-3 0,11 4-136,0 0-1,1 1 1,-2 0-1,1 0 1,0 1-1,0 0 1,0 0-1,0 1 0,-11 2 1,-19 6-6690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6.128"/>
    </inkml:context>
    <inkml:brush xml:id="br0">
      <inkml:brushProperty name="width" value="0.05" units="cm"/>
      <inkml:brushProperty name="height" value="0.05" units="cm"/>
      <inkml:brushProperty name="color" value="#FFC114"/>
    </inkml:brush>
  </inkml:definitions>
  <inkml:trace contextRef="#ctx0" brushRef="#br0">220 0 24575,'-1'3'0,"-1"0"0,1 0 0,0-1 0,-1 1 0,0-1 0,0 1 0,0-1 0,0 0 0,-2 2 0,-4 5 0,-41 49 0,18-21 0,-28 41 0,52-67 0,0 1 0,0 1 0,1-1 0,0 1 0,1 0 0,1 1 0,0-1 0,-2 16 0,5-24 0,1 0 0,0 0 0,0 0 0,0 0 0,0 0 0,1 0 0,0 0 0,0 0 0,0 0 0,1-1 0,0 1 0,-1 0 0,2-1 0,2 6 0,0-3 0,0 0 0,0-1 0,1 0 0,0 0 0,0 0 0,0-1 0,14 9 0,0-2 0,1-2 0,0 0 0,0-1 0,1-2 0,30 8 0,-22-8 0,1-2 0,-1-1 0,1-1 0,-1-1 0,1-2 0,34-4 0,-50 2 0,1 0 0,-1-1 0,1-1 0,-1-1 0,0 0 0,0 0 0,-1-2 0,1 0 0,-2 0 0,1-1 0,-1-1 0,0 0 0,19-19 0,-28 24 0,0 0 0,0-1 0,-1 0 0,1 0 0,-1 0 0,0 0 0,-1 0 0,1-1 0,-1 0 0,0 1 0,0-1 0,-1 0 0,0 0 0,1-6 0,-2 4 0,0-1 0,0 1 0,-1-1 0,0 1 0,-1-1 0,0 1 0,0 0 0,-7-15 0,-2-1 0,-2 2 0,0 0 0,-1 0 0,-2 2 0,-26-30 0,10 17-1365,25 25-5461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6.624"/>
    </inkml:context>
    <inkml:brush xml:id="br0">
      <inkml:brushProperty name="width" value="0.05" units="cm"/>
      <inkml:brushProperty name="height" value="0.05" units="cm"/>
      <inkml:brushProperty name="color" value="#FFC114"/>
    </inkml:brush>
  </inkml:definitions>
  <inkml:trace contextRef="#ctx0" brushRef="#br0">11 71 24575,'-5'-15'0,"4"14"0,0 0 0,1 0 0,-1 0 0,1-1 0,-1 1 0,1 0 0,-1 0 0,1-1 0,0 1 0,0 0 0,0 0 0,0-1 0,0 1 0,0-2 0,0 1 0,0 1 0,0-1 0,1 0 0,-1 1 0,0-1 0,1 1 0,-1-1 0,1 1 0,0-1 0,-1 1 0,1-1 0,0 1 0,0 0 0,0 0 0,0-1 0,0 1 0,0 0 0,0 0 0,1 0 0,-1 0 0,0 0 0,1 0 0,-1 0 0,1 0 0,-1 1 0,1-1 0,1 0 0,-1 1 0,-1 0 0,1 0 0,0 1 0,-1-1 0,1 1 0,-1-1 0,1 1 0,-1-1 0,1 1 0,-1 0 0,1 0 0,-1 0 0,0-1 0,1 2 0,-1-1 0,0 0 0,0 0 0,0 0 0,1 0 0,-1 1 0,-1-1 0,1 0 0,0 1 0,0-1 0,0 1 0,0 2 0,10 27 0,-1-1 0,-1 2 0,-2-1 0,4 46 0,1-4 0,41 171 342,-36-185-911,2 0 0,29 58 0,-39-100-6257</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7.001"/>
    </inkml:context>
    <inkml:brush xml:id="br0">
      <inkml:brushProperty name="width" value="0.05" units="cm"/>
      <inkml:brushProperty name="height" value="0.05" units="cm"/>
      <inkml:brushProperty name="color" value="#FFC114"/>
    </inkml:brush>
  </inkml:definitions>
  <inkml:trace contextRef="#ctx0" brushRef="#br0">19 28 24575,'-3'-3'0,"1"0"0,0 1 0,-1-1 0,1 0 0,0 0 0,-2-5 0,4 8 0,0 0 0,0 0 0,0 0 0,0 0 0,0 0 0,0 0 0,1 0 0,-1 0 0,0 0 0,0 0 0,0 0 0,0 0 0,0 0 0,0 0 0,0 0 0,0 0 0,0 0 0,0 0 0,1 0 0,-1 0 0,0 0 0,0 0 0,0 0 0,0 0 0,0 0 0,0 0 0,0 0 0,0 0 0,0 0 0,0 0 0,0 0 0,0 0 0,0 0 0,1 0 0,-1 0 0,0 0 0,0-1 0,0 1 0,0 0 0,0 0 0,0 0 0,0 0 0,0 0 0,0 0 0,0 0 0,0 0 0,0 0 0,0 0 0,0 0 0,0-1 0,0 1 0,0 0 0,0 0 0,0 0 0,0 0 0,0 0 0,0 0 0,0 0 0,0 0 0,0 0 0,0 0 0,0 0 0,0-1 0,0 1 0,0 0 0,0 0 0,0 0 0,-1 0 0,16 11 0,24 26 0,-18-16 0,41 32 0,-55-48 0,0 0 0,0-1 0,1 0 0,0 0 0,-1-1 0,1 0 0,1 0 0,-1 0 0,0-1 0,14 1 0,-19-3 0,-1 0 0,1 0 0,0-1 0,-1 1 0,1-1 0,0 1 0,-1-1 0,1 0 0,-1 0 0,1 0 0,-1 0 0,0-1 0,1 1 0,-1-1 0,0 1 0,0-1 0,0 0 0,0 0 0,0 0 0,0 0 0,-1 0 0,1 0 0,-1-1 0,1 1 0,-1 0 0,0-1 0,0 1 0,1-6 0,0 3 0,0-1 0,0 1 0,-1-1 0,0 1 0,0-1 0,-1 0 0,0 1 0,0-1 0,0 0 0,-1 0 0,1 1 0,-4-11 0,4 16 0,0 0 0,0 0 0,0-1 0,0 1 0,0 0 0,0 0 0,0 0 0,0 0 0,0-1 0,0 1 0,0 0 0,0 0 0,0 0 0,0 0 0,0-1 0,0 1 0,0 0 0,0 0 0,0 0 0,0 0 0,0-1 0,0 1 0,0 0 0,-1 0 0,1 0 0,0 0 0,0 0 0,0 0 0,0-1 0,0 1 0,0 0 0,-1 0 0,1 0 0,0 0 0,0 0 0,0 0 0,0 0 0,-1 0 0,1 0 0,0 0 0,0 0 0,0 0 0,0 0 0,-1 0 0,1 0 0,0 0 0,0 0 0,0 0 0,-1 0 0,1 0 0,0 0 0,0 0 0,0 0 0,0 0 0,-1 0 0,-4 14 0,0 18 0,-3 13-1365,5-26-5461</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7.454"/>
    </inkml:context>
    <inkml:brush xml:id="br0">
      <inkml:brushProperty name="width" value="0.05" units="cm"/>
      <inkml:brushProperty name="height" value="0.05" units="cm"/>
      <inkml:brushProperty name="color" value="#FFC114"/>
    </inkml:brush>
  </inkml:definitions>
  <inkml:trace contextRef="#ctx0" brushRef="#br0">1 13 24575,'-1'-1'0,"1"1"0,0-1 0,0 1 0,0-1 0,0 0 0,0 1 0,0-1 0,0 1 0,1-1 0,-1 1 0,0-1 0,0 1 0,0-1 0,1 0 0,-1 1 0,0-1 0,0 1 0,1-1 0,-1 1 0,0 0 0,1-1 0,0 0 0,8 4 0,11 19 0,-8-1 0,0 1 0,-1 0 0,-2 0 0,11 35 0,19 101 0,-23-86 0,127 495-1365,-137-542-5461</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7.780"/>
    </inkml:context>
    <inkml:brush xml:id="br0">
      <inkml:brushProperty name="width" value="0.05" units="cm"/>
      <inkml:brushProperty name="height" value="0.05" units="cm"/>
      <inkml:brushProperty name="color" value="#FFC114"/>
    </inkml:brush>
  </inkml:definitions>
  <inkml:trace contextRef="#ctx0" brushRef="#br0">7 66 24575,'0'0'0,"1"0"0,-1-1 0,0 1 0,0 0 0,0 0 0,0 0 0,0 0 0,0-1 0,0 1 0,0 0 0,0 0 0,0 0 0,0 0 0,0-1 0,0 1 0,0 0 0,0 0 0,0 0 0,0 0 0,0 0 0,0-1 0,0 1 0,-1 0 0,1 0 0,0 0 0,0 0 0,0 0 0,0-1 0,0 1 0,0 0 0,0 0 0,0 0 0,-1 0 0,1 0 0,0 0 0,0 0 0,0 0 0,0-1 0,0 1 0,-1 0 0,1 0 0,0 0 0,0 0 0,0 0 0,0 0 0,-1 0 0,1 0 0,0 0 0,0 0 0,0 0 0,-1 0 0,1 1 0,0-1 0,0 0 0,-1 1 0,1-1 0,0 1 0,0-1 0,-1 0 0,1 1 0,0-1 0,0 1 0,0-1 0,0 1 0,0-1 0,0 0 0,0 1 0,0-1 0,0 1 0,0-1 0,0 1 0,0-1 0,0 1 0,0-1 0,0 0 0,1 1 0,1 5 0,0-1 0,0 1 0,1-1 0,0 0 0,0 0 0,0 0 0,1-1 0,0 1 0,6 5 0,-1-2 0,-1 0 0,1-1 0,20 12 0,-24-15 0,1-1 0,0 0 0,-1 0 0,1-1 0,0 0 0,0 0 0,0 0 0,1-1 0,-1 0 0,0 0 0,1 0 0,-1-1 0,0 0 0,1 0 0,-1-1 0,0 0 0,1 0 0,-1 0 0,0-1 0,0 0 0,0 0 0,0 0 0,0-1 0,0 0 0,-1 0 0,0-1 0,1 1 0,8-9 0,-8 7-76,0-1 1,0 0-1,0 0 0,-1 0 0,0-1 0,0 0 0,0 0 0,-1 0 1,0-1-1,-1 1 0,0-1 0,0 0 0,0 0 0,-1 0 1,0 0-1,-1 0 0,1-9 0,-1 1-6750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8.029"/>
    </inkml:context>
    <inkml:brush xml:id="br0">
      <inkml:brushProperty name="width" value="0.05" units="cm"/>
      <inkml:brushProperty name="height" value="0.05" units="cm"/>
      <inkml:brushProperty name="color" value="#FFC114"/>
    </inkml:brush>
  </inkml:definitions>
  <inkml:trace contextRef="#ctx0" brushRef="#br0">29 62 24575,'1'-3'0,"-1"-1"0,0 1 0,0 0 0,-1-1 0,1 1 0,-1-1 0,1 1 0,-1-1 0,0 1 0,0 0 0,-1 0 0,1-1 0,-1 1 0,1 0 0,-1 0 0,-3-3 0,5 6 0,0 0 0,0-1 0,0 1 0,0 0 0,-1 0 0,1 0 0,0 0 0,0 0 0,0 0 0,0-1 0,-1 1 0,1 0 0,0 0 0,0 0 0,0 0 0,-1 0 0,1 0 0,0 0 0,0 0 0,0 0 0,0 0 0,-1 0 0,1 0 0,0 0 0,0 0 0,0 0 0,-1 0 0,1 0 0,0 0 0,0 0 0,0 0 0,-1 0 0,1 0 0,0 1 0,0-1 0,0 0 0,0 0 0,0 0 0,-1 0 0,-2 10 0,1 13 0,7 49 0,16 80 0,-10-84 0,15 89 184,-4-28-959,8 186 1,-29-283-6052</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28.356"/>
    </inkml:context>
    <inkml:brush xml:id="br0">
      <inkml:brushProperty name="width" value="0.05" units="cm"/>
      <inkml:brushProperty name="height" value="0.05" units="cm"/>
      <inkml:brushProperty name="color" value="#FFC114"/>
    </inkml:brush>
  </inkml:definitions>
  <inkml:trace contextRef="#ctx0" brushRef="#br0">17 0 24575,'-1'1'0,"1"-1"0,-1 1 0,0-1 0,0 0 0,0 1 0,1-1 0,-1 1 0,0 0 0,1-1 0,-1 1 0,0-1 0,1 1 0,-1 0 0,1 0 0,-1-1 0,1 1 0,-1 0 0,1 0 0,0 0 0,-1 0 0,1-1 0,0 1 0,0 0 0,-1 0 0,1 0 0,0 0 0,0 1 0,-2 26 0,3-24 0,-1 0 0,1-1 0,0 1 0,1 0 0,-1 0 0,1 0 0,-1-1 0,1 1 0,0-1 0,0 1 0,1-1 0,-1 0 0,1 0 0,0 0 0,0 0 0,0 0 0,0-1 0,0 1 0,0-1 0,8 4 0,2 1 0,0-1 0,1 1 0,0-2 0,19 5 0,-22-7 0,1 0 0,-1-1 0,1-1 0,0 0 0,-1 0 0,1-1 0,23-3 0,-29 2 0,-1 0 0,1-1 0,-1 1 0,0-1 0,0 0 0,1 0 0,-1-1 0,-1 0 0,1 0 0,0 0 0,-1 0 0,1-1 0,-1 1 0,0-1 0,0 0 0,-1-1 0,1 1 0,5-9 0,-8 11 0,3-5 0,0 1 0,-1-1 0,1 0 0,-1 0 0,-1-1 0,1 1 0,-1-1 0,1-8 0,-3 16 0,0-1 0,0 1 0,0 0 0,0-1 0,-1 1 0,1 0 0,0 0 0,0-1 0,0 1 0,0 0 0,-1-1 0,1 1 0,0 0 0,0 0 0,-1 0 0,1-1 0,0 1 0,0 0 0,-1 0 0,1 0 0,0 0 0,-1-1 0,1 1 0,0 0 0,0 0 0,-1 0 0,1 0 0,0 0 0,-1 0 0,1 0 0,0 0 0,-1 0 0,1 0 0,0 0 0,-1 0 0,1 0 0,0 0 0,-1 0 0,1 0 0,0 1 0,-1-1 0,1 0 0,0 0 0,0 0 0,-1 0 0,1 1 0,0-1 0,0 0 0,-1 0 0,1 0 0,0 1 0,-1-1 0,-16 12 0,-4 7-1365,0 3-5461</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32.466"/>
    </inkml:context>
    <inkml:brush xml:id="br0">
      <inkml:brushProperty name="width" value="0.05" units="cm"/>
      <inkml:brushProperty name="height" value="0.05" units="cm"/>
      <inkml:brushProperty name="color" value="#FFC114"/>
    </inkml:brush>
  </inkml:definitions>
  <inkml:trace contextRef="#ctx0" brushRef="#br0">1646 129 24575,'6'-28'0,"-5"25"0,0 0 0,0 0 0,0 0 0,-1 0 0,1 0 0,-1-1 0,0 1 0,1 0 0,-2-6 0,0 6 0,1 0 0,-1 0 0,0 1 0,0-1 0,0 0 0,0 1 0,0-1 0,-1 0 0,1 1 0,-1 0 0,0-1 0,0 1 0,0 0 0,0 0 0,0 0 0,0 0 0,-1 0 0,-2-1 0,0 0 0,0 0 0,-1 1 0,1 0 0,-1 1 0,1-1 0,-1 1 0,1 0 0,-12-1 0,-1 2 0,0 1 0,0 1 0,0 0 0,-34 9 0,27-4 0,-1 2 0,1 1 0,0 1 0,1 1 0,0 1 0,1 1 0,1 1 0,0 1 0,1 0 0,1 2 0,1 1 0,0 0 0,1 2 0,-19 27 0,17-16 0,1 0 0,1 1 0,2 1 0,1 1 0,2 0 0,2 1 0,1 0 0,1 1 0,-6 65 0,11-25-185,3 0 0,4 0 1,3 0-1,3-1 0,35 139 0,151 359-925,-51-219 878,95 253-719,-198-480 755,-5 1-1,36 249 0,-62-279 197,-4 1 0,-5 0 0,-4-1 0,-5 1 0,-4-1 0,-4 0 0,-4-2 0,-5 0 0,-4-1 0,-51 114 0,21-87-78,-6-2-1,-4-3 1,-149 190 0,102-169-116,-5-6 0,-188 161 0,72-106 31,171-142 857,-123 66 0,187-112-687,-7 6 240,-1-1-1,-1-1 1,1 1-1,-1-2 0,1 0 1,-14 3-1,23-6-226,1 0 0,-1 0 0,1 0 0,-1 1 0,1-1 0,-1 0 0,1 0 0,-1 0 0,1 0 0,-1 0 0,1 0 0,-1 0 0,1 0 0,-1 0 0,1-1 0,0 1 0,-1 0 0,1 0 0,-1 0 0,1 0 0,-1-1 0,1 1 0,-1 0 0,1-1 0,0 1 0,-1 0 0,1-1 0,0 1-1,-1 0 1,1-1 0,0 1 0,-1 0 0,1-1 0,0 1 0,0-1 0,-1 1 0,1-1 0,0 1 0,0-1 0,0 1 0,0-1 0,0 1 0,0-1 0,0 1 0,0-1 0,0 1 0,0-1 0,0 1 0,0-1 0,0 1 0,0-1 0,0 1 0,0 0 0,1-1 0,-1 1 0,0-1 0,0 1 0,0-1 0,1 1 0,-1 0 0,0-1-1,1 1 1,0-1 0,20-28 373,-2 13-376,0 0 0,0 2 0,2 0 0,-1 1 0,2 1-1,0 1 1,0 1 0,1 1 0,28-8 0,-17 8-4,0 2 0,0 1-1,0 1 1,0 2 0,1 2 0,36 2 0,-36 3-23,-1 1 0,1 1 0,-1 2 0,-1 1-1,1 2 1,-2 1 0,63 33 0,-57-22-26,-1 1 1,-1 2-1,-1 2 0,-1 1 0,51 58 1,-39-31-46,-3 1-1,-3 3 1,-2 1 0,-3 2 0,-3 1 0,-2 2 0,35 119 0,-35-72-98,-5 1-1,-6 1 1,7 153 0,-19 355-273,-9-534 443,-1 83-9,6 332-178,2-426 142,4-1-1,3 0 1,4-1 0,35 105 0,-39-150 35,1 1 0,2-2 0,1 0 0,1-1 0,1 0 0,2-1 0,35 37 0,-39-48 68,1-1 0,1 0 0,1-2 0,0 0-1,1-1 1,0-1 0,1 0 0,0-2-1,1-1 1,0 0 0,35 8 0,-30-12-507,31 2 1,16-3-4646</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33.105"/>
    </inkml:context>
    <inkml:brush xml:id="br0">
      <inkml:brushProperty name="width" value="0.05" units="cm"/>
      <inkml:brushProperty name="height" value="0.05" units="cm"/>
      <inkml:brushProperty name="color" value="#FFC114"/>
    </inkml:brush>
  </inkml:definitions>
  <inkml:trace contextRef="#ctx0" brushRef="#br0">217 1579 24575,'0'0'0,"1"-1"0,0 1 0,0 0 0,-1 0 0,1-1 0,0 1 0,0-1 0,-1 1 0,1-1 0,0 1 0,-1-1 0,1 1 0,-1-1 0,1 1 0,0-1 0,-1 0 0,0 1 0,1-1 0,-1 0 0,1 0 0,-1 1 0,0-1 0,1 0 0,-1 0 0,0 1 0,0-1 0,0 0 0,0-1 0,5-28 0,-5 24 0,18-114 0,45-163 0,10-51 0,-44 53 0,-26 212 0,-4 0 0,-10-74 0,8 116 0,-2 0 0,-14-46 0,18 67 0,-1 0 0,-1 0 0,1 0 0,-1 0 0,0 1 0,0-1 0,-1 1 0,1 0 0,-1 0 0,-1 0 0,1 1 0,0-1 0,-1 1 0,0 0 0,0 1 0,0-1 0,-11-5 0,11 8 0,1 0 0,0 0 0,-1 0 0,1 1 0,0-1 0,-1 1 0,1 0 0,-1 0 0,1 1 0,-1-1 0,1 1 0,0 0 0,-1 0 0,1 1 0,0-1 0,0 1 0,0 0 0,0 0 0,0 0 0,0 1 0,1-1 0,-1 1 0,-4 4 0,-3 4 0,1 0 0,0 0 0,0 0 0,1 1 0,-14 26 0,4 0-79,2 1 0,2 1 0,1 0 1,2 1-1,-13 83 0,12-19-158,1 131 0,27 241-264,27 1-352,-10-134 566,9 167-1102,-33-433-2825</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34.058"/>
    </inkml:context>
    <inkml:brush xml:id="br0">
      <inkml:brushProperty name="width" value="0.05" units="cm"/>
      <inkml:brushProperty name="height" value="0.05" units="cm"/>
      <inkml:brushProperty name="color" value="#FFC114"/>
    </inkml:brush>
  </inkml:definitions>
  <inkml:trace contextRef="#ctx0" brushRef="#br0">13 1286 24575,'-6'-41'0,"4"33"0,0 0 0,1 1 0,0-1 0,0-8 0,1 14 0,1-1 0,-1 1 0,0 0 0,1 0 0,-1-1 0,1 1 0,0 0 0,0 0 0,0 0 0,0-1 0,0 1 0,0 0 0,0 1 0,1-1 0,-1 0 0,1 0 0,3-2 0,4-3 0,0 0 0,1 1 0,-1 0 0,2 1 0,-1 0 0,12-4 0,70-17 0,-53 16 0,-19 4 0,109-33 0,-108 32 0,-1-2 0,0 0 0,-1-1 0,20-14 0,-24 12 0,-6 6 0,-13 26 0,-5 14 0,1 0 0,-7 71 0,14-95 0,1 0 0,0 0 0,0 0 0,1 0 0,0 0 0,1 0 0,0 0 0,1 0 0,0 0 0,0-1 0,1 1 0,0-1 0,1 0 0,0 0 0,7 9 0,-10-15 0,0-1 0,1 1 0,-1-1 0,0 0 0,1 0 0,-1 0 0,1 0 0,0 0 0,-1 0 0,1-1 0,0 1 0,0-1 0,0 0 0,0 0 0,0 0 0,1 0 0,-1-1 0,4 1 0,-3-1 0,0-1 0,0 1 0,0-1 0,0 0 0,-1 0 0,1 0 0,0 0 0,-1-1 0,1 0 0,-1 1 0,1-1 0,-1-1 0,4-2 0,2-3 0,0 0 0,-1-1 0,1 0 0,-2 0 0,1-1 0,-1 0 0,-1-1 0,8-17 0,-6 9 0,-1-1 0,-1 1 0,-1-1 0,-1-1 0,2-24 0,-3 9 0,-2 0 0,-4-40 0,3 73 0,0 1 0,-1 0 0,1 0 0,0 0 0,-1-1 0,0 1 0,1 0 0,-1 0 0,-2-3 0,3 4 0,0 1 0,0 0 0,0 0 0,0 0 0,0 0 0,0 0 0,0 0 0,-1 0 0,1 0 0,0 0 0,0 0 0,0 0 0,0 0 0,0 0 0,0 0 0,0 0 0,0 0 0,-1 0 0,1 0 0,0 0 0,0 0 0,0 0 0,0 0 0,0 0 0,0 0 0,0 0 0,-1 0 0,1 0 0,0 0 0,0 0 0,0 0 0,0 0 0,0 0 0,0 0 0,0 0 0,0 0 0,-1 0 0,1 0 0,0 0 0,0 1 0,0-1 0,0 0 0,0 0 0,0 0 0,0 0 0,0 0 0,0 0 0,0 0 0,0 0 0,0 1 0,0-1 0,-4 15 0,3 2 0,0 1 0,1-1 0,1 0 0,1 0 0,0 0 0,1 0 0,1 0 0,9 24 0,-8-29 0,-1-1 0,1 1 0,1-1 0,0 0 0,1 0 0,0-1 0,0 0 0,1 0 0,1-1 0,-1 0 0,1 0 0,16 10 0,-20-15 0,0-1 0,1 0 0,-1-1 0,1 0 0,0 1 0,0-2 0,-1 1 0,1-1 0,0 0 0,1 0 0,-1 0 0,0-1 0,0 0 0,0 0 0,0-1 0,0 0 0,0 0 0,0 0 0,0 0 0,0-1 0,0 0 0,-1-1 0,1 1 0,-1-1 0,1 0 0,-1 0 0,5-5 0,2-1 0,-1-1 0,0 0 0,-1-1 0,0 0 0,-1-1 0,0 0 0,-1 0 0,0-1 0,-1 0 0,8-17 0,-4-1 0,-2 0 0,0 0 0,-2 0 0,-2-1 0,3-55 0,-6 22 0,-13-119 0,2 119 0,-17-65 0,17 96 0,-1 0 0,-2 0 0,-24-47 0,32 75 0,1 0 0,-1 0 0,0 0 0,-6-6 0,9 11 0,1 0 0,-1 1 0,1-1 0,-1 0 0,1 1 0,-1-1 0,0 1 0,1-1 0,-1 1 0,0-1 0,1 1 0,-1-1 0,0 1 0,0-1 0,0 1 0,1 0 0,-1 0 0,0-1 0,0 1 0,0 0 0,1 0 0,-1 0 0,0 0 0,0 0 0,0 0 0,0 0 0,0 0 0,1 0 0,-1 1 0,0-1 0,0 0 0,0 0 0,1 1 0,-1-1 0,0 1 0,0-1 0,1 0 0,-1 1 0,0 0 0,1-1 0,-1 1 0,0-1 0,1 1 0,-1 0 0,0 0 0,-1 3 0,-1 1 0,1-1 0,0 1 0,0 0 0,0-1 0,1 1 0,0 0 0,0 0 0,-1 8 0,1 51 0,1-49 0,2 48 0,3 0 0,3-1 0,20 82 0,-16-100 0,1-1 0,2 0 0,3-1 0,1-1 0,33 53 0,-43-80 0,0-1 0,1 0 0,0-1 0,2 0 0,-1 0 0,1-1 0,1-1 0,27 18 0,-33-24 0,0-1 0,0 1 0,0-1 0,1-1 0,-1 1 0,1-1 0,0-1 0,-1 1 0,1-1 0,0-1 0,0 1 0,0-1 0,0-1 0,0 0 0,0 0 0,0 0 0,-1-1 0,1 0 0,-1 0 0,11-5 0,-4-1 0,-1 0 0,0 0 0,-1-2 0,1 1 0,-2-2 0,1 1 0,-2-1 0,1-1 0,-1 0 0,-1-1 0,-1 0 0,1 0 0,7-19 0,0-2 0,-2-1 0,-2 0 0,-1 0 0,10-55 0,-12 35 0,-3 1 0,-2-1 0,-3 0 0,-2 0 0,-2 0 0,-3 0 0,-2 1 0,-17-59 0,23 106 0,-21-65 0,21 67 0,0 0 0,-1 0 0,1 0 0,-1 0 0,0 0 0,-1 1 0,1-1 0,-1 1 0,0 0 0,-7-6 0,10 10 0,0-1 0,0 1 0,0-1 0,0 1 0,0-1 0,0 1 0,0-1 0,0 1 0,0 0 0,0 0 0,0-1 0,0 1 0,0 0 0,-1 0 0,1 0 0,0 0 0,0 0 0,0 1 0,0-1 0,0 0 0,0 0 0,0 1 0,-1-1 0,1 1 0,0-1 0,0 1 0,0-1 0,1 1 0,-1 0 0,0-1 0,0 1 0,0 0 0,0 0 0,1 0 0,-1-1 0,0 1 0,0 2 0,-3 3 0,0-1 0,1 1 0,0 0 0,0 0 0,-1 7 0,-4 13 0,2 0 0,0 0 0,2 0 0,1 0 0,0 48 0,6-13 0,14 86 0,1-53-341,4-1 0,4-1-1,66 156 1,-67-194-6485</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34.493"/>
    </inkml:context>
    <inkml:brush xml:id="br0">
      <inkml:brushProperty name="width" value="0.05" units="cm"/>
      <inkml:brushProperty name="height" value="0.05" units="cm"/>
      <inkml:brushProperty name="color" value="#FFC114"/>
    </inkml:brush>
  </inkml:definitions>
  <inkml:trace contextRef="#ctx0" brushRef="#br0">412 589 24575,'1'-70'0,"-6"-149"0,2 192 0,0 1 0,-2 0 0,-1 0 0,-1 0 0,-1 1 0,-13-26 0,19 45 0,-1 0 0,0 1 0,0-1 0,0 1 0,-1 0 0,0 0 0,0 0 0,0 0 0,-1 1 0,0-1 0,1 1 0,-1 0 0,-1 1 0,1-1 0,-1 1 0,1 0 0,-1 0 0,0 1 0,0 0 0,0 0 0,0 0 0,0 1 0,-1 0 0,1 0 0,0 0 0,-1 1 0,1 0 0,0 0 0,-1 1 0,1 0 0,0 0 0,-1 0 0,1 1 0,-10 4 0,5-2 0,1 0 0,0 1 0,0 0 0,0 1 0,1 0 0,-1 0 0,2 1 0,-1 1 0,1-1 0,0 1 0,0 1 0,1-1 0,-6 11 0,8-13 0,2 0 0,-1 0 0,1 1 0,0 0 0,0-1 0,1 1 0,0 0 0,0 0 0,1 1 0,0-1 0,0 0 0,0 0 0,1 1 0,0-1 0,1 0 0,0 0 0,0 1 0,0-1 0,1 0 0,0 0 0,3 7 0,3 1 0,-1-1 0,2 0 0,0-1 0,1 0 0,0 0 0,1-1 0,23 21 0,98 66 0,-106-81 0,25 16 0,-20-15 0,-1 3 0,0 0 0,32 33 0,-60-53 0,0 0 0,0 0 0,-1 0 0,1 0 0,-1 0 0,1 0 0,-1 1 0,0-1 0,0 1 0,0-1 0,0 1 0,1 3 0,-2-5 0,0 1 0,-1-1 0,1 0 0,0 0 0,0 0 0,-1 0 0,1 1 0,0-1 0,-1 0 0,1 0 0,-1 0 0,1 0 0,-1 0 0,0 0 0,1 0 0,-1 0 0,0 0 0,0-1 0,0 1 0,0 0 0,1 0 0,-1-1 0,0 1 0,0 0 0,-1-1 0,1 1 0,0-1 0,0 1 0,-1-1 0,-6 3 29,1-1-1,-1 0 1,1 0-1,-1-1 0,1 0 1,-1-1-1,0 1 1,1-2-1,-1 1 1,0-1-1,-13-3 1,10 2-243,0-2 1,1 1 0,-1-1-1,1-1 1,0 0 0,0 0-1,-12-10 1,-8-8-6613</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35.978"/>
    </inkml:context>
    <inkml:brush xml:id="br0">
      <inkml:brushProperty name="width" value="0.05" units="cm"/>
      <inkml:brushProperty name="height" value="0.05" units="cm"/>
      <inkml:brushProperty name="color" value="#FFC114"/>
    </inkml:brush>
  </inkml:definitions>
  <inkml:trace contextRef="#ctx0" brushRef="#br0">1 570 24575,'25'-18'0,"24"-24"0,-33 27 0,1 1 0,0 1 0,36-22 0,-52 34 0,1 0 0,0 1 0,-1-1 0,1 0 0,0 0 0,0 1 0,0 0 0,0-1 0,0 1 0,0 0 0,-1 0 0,1 0 0,0 0 0,3 0 0,-4 0 0,0 1 0,0-1 0,0 1 0,0 0 0,-1-1 0,1 1 0,0 0 0,0-1 0,0 1 0,-1 0 0,1 0 0,0-1 0,-1 1 0,1 0 0,-1 0 0,1 0 0,-1 0 0,1 0 0,-1 0 0,0 0 0,1 0 0,-1 0 0,0 0 0,0 0 0,0 0 0,0 2 0,4 105 0,0 3 0,5-53 0,2 0 0,3 0 0,2-1 0,3-1 0,3-1 0,39 74 0,-56-120 0,15 35 0,-19-44 0,-1 0 0,0 0 0,0 1 0,0-1 0,1 0 0,-1 0 0,0 1 0,0-1 0,0 0 0,0 0 0,0 1 0,0-1 0,0 0 0,0 1 0,0-1 0,0 0 0,0 0 0,0 1 0,0-1 0,0 0 0,0 1 0,0-1 0,0 0 0,0 0 0,0 1 0,0-1 0,0 0 0,0 0 0,0 1 0,-1-1 0,1 0 0,0 0 0,0 1 0,0-1 0,0 0 0,-1 0 0,1 0 0,0 1 0,-1-1 0,-10-6 0,-12-18 0,4 0 0,1 0 0,-26-46 0,38 57 0,-1 0 0,2-1 0,-1 1 0,2-1 0,0 0 0,1 0 0,-3-27 0,5 38 0,1 0 0,1 0 0,-1 0 0,0 0 0,1 0 0,-1 0 0,1 0 0,0 0 0,0 0 0,0 0 0,0 1 0,1-1 0,-1 0 0,1 1 0,-1-1 0,1 1 0,0 0 0,0-1 0,0 1 0,0 0 0,1 0 0,-1 0 0,0 1 0,1-1 0,4-2 0,5-1 0,0 0 0,0 1 0,1 0 0,21-3 0,-17 3 0,16-3 0,129-32 0,-133 31 0,-1-2 0,0-1 0,38-22 0,-61 30 0,1 0 0,-1-1 0,0 1 0,-1-1 0,1-1 0,0 1 0,-1-1 0,0 1 0,0-1 0,-1 0 0,1-1 0,-1 1 0,0-1 0,-1 1 0,1-1 0,-1 0 0,2-8 0,-3 9 0,0 0 0,-1 0 0,0 0 0,0 0 0,0 0 0,-1 0 0,1 0 0,-1 0 0,0 0 0,-1 0 0,1 0 0,-1 0 0,0 1 0,0-1 0,0 1 0,-1-1 0,0 1 0,0 0 0,0 0 0,0 0 0,-6-5 0,6 5 0,-1 1 0,1 0 0,-1 0 0,0 0 0,0 0 0,-1 1 0,1-1 0,0 1 0,-1 0 0,1 1 0,-1-1 0,0 1 0,1 0 0,-1 0 0,0 0 0,0 0 0,0 1 0,-6 0 0,6 1 0,-1 0 0,1 0 0,0 1 0,0-1 0,0 1 0,0 0 0,0 1 0,0-1 0,1 1 0,-1 0 0,1 0 0,0 1 0,0-1 0,0 1 0,0 0 0,-5 7 0,1 0 0,0 1 0,1 0 0,1 1 0,0 0 0,0 0 0,1 0 0,1 1 0,1-1 0,-4 24 0,4-21 0,2 1 0,0-1 0,1 1 0,0-1 0,2 0 0,0 1 0,0-1 0,6 17 0,-6-27 0,0 0 0,1 0 0,-1 0 0,1-1 0,0 1 0,1-1 0,-1 1 0,1-1 0,1 0 0,-1 0 0,0-1 0,1 0 0,0 1 0,0-1 0,0-1 0,9 6 0,-9-7 0,0 0 0,1 0 0,-1-1 0,0 1 0,1-1 0,-1 0 0,1 0 0,-1-1 0,1 0 0,-1 0 0,1 0 0,-1 0 0,1-1 0,-1 0 0,1 0 0,-1-1 0,0 0 0,0 0 0,8-3 0,-6 1 0,1 0 0,-1-1 0,-1 1 0,1-2 0,-1 1 0,0 0 0,0-1 0,0 0 0,-1-1 0,8-10 0,-7 6 0,0 0 0,0-1 0,-1 0 0,-1 0 0,0 0 0,3-15 0,-1-7 0,-2-1 0,-2 0 0,-3-70 0,1 235 0,2-115 0,0 0 0,1-1 0,0 0 0,1 0 0,1 0 0,12 24 0,-15-33 0,0-1 0,1 0 0,0 0 0,0 0 0,0 0 0,0 0 0,1-1 0,-1 1 0,1-1 0,0 0 0,0 0 0,0 0 0,0-1 0,1 0 0,-1 1 0,1-2 0,-1 1 0,1 0 0,0-1 0,0 0 0,-1 0 0,1 0 0,10 0 0,-5-2 0,-1-1 0,1 1 0,0-2 0,-1 1 0,1-1 0,-1-1 0,0 1 0,0-2 0,0 1 0,0-1 0,-1-1 0,0 1 0,0-1 0,-1-1 0,1 1 0,-1-1 0,6-9 0,1 0 0,-2-1 0,1 0 0,-2-1 0,0 0 0,-2 0 0,0-2 0,7-20 0,-10 21 0,0 0 0,-2 0 0,4-34 0,-8 45 0,1-1 0,-1 1 0,-1 0 0,1 0 0,-1 0 0,-1 0 0,1-1 0,-1 2 0,-1-1 0,0 0 0,-5-11 0,6 16 0,1 1 0,0-1 0,-1 1 0,0 0 0,1-1 0,-1 1 0,0 0 0,0 0 0,0 0 0,-1 0 0,1 1 0,0-1 0,-1 0 0,1 1 0,-1 0 0,0 0 0,1 0 0,-1 0 0,0 0 0,1 0 0,-1 1 0,0-1 0,0 1 0,0 0 0,0-1 0,0 2 0,1-1 0,-1 0 0,0 0 0,0 1 0,0 0 0,1-1 0,-1 1 0,0 0 0,1 0 0,-5 3 0,0 0 0,0 0 0,-1 1 0,2 0 0,-1 1 0,0-1 0,1 1 0,0 0 0,1 1 0,-1-1 0,1 1 0,-5 9 0,3-2 0,1 1 0,0 0 0,1 1 0,0-1 0,1 1 0,1 0 0,1 0 0,0 0 0,1 0 0,1 0 0,2 28 0,-1-34 0,1-1 0,0 1 0,1-1 0,0 1 0,0-1 0,1 0 0,0 0 0,1 0 0,5 8 0,-6-11 0,0-1 0,1 0 0,0 0 0,0 0 0,0 0 0,0-1 0,1 0 0,0 0 0,0 0 0,0-1 0,0 0 0,0 0 0,13 3 0,-12-4 0,0 0 0,0-1 0,0 0 0,0-1 0,0 1 0,0-1 0,0-1 0,0 1 0,0-1 0,0 0 0,-1-1 0,10-3 0,-6 1 0,0 0 0,0-1 0,0 0 0,-1-1 0,0 0 0,0-1 0,10-10 0,-4 2 0,-1 0 0,0-1 0,-2-1 0,0-1 0,0 1 0,-2-2 0,15-35 0,-14 23 0,-2 0 0,-1-1 0,-1 0 0,-2-1 0,-1 1 0,-1-42 0,-3 33 0,-2 1 0,-2 1 0,-2-1 0,-19-68 0,24 106 0,-1-7 0,-1 0 0,0 0 0,-1 0 0,0 0 0,-5-8 0,9 17 0,-1-1 0,1 1 0,0-1 0,-1 1 0,1-1 0,-1 1 0,1-1 0,-1 1 0,1-1 0,-1 1 0,1-1 0,-1 1 0,1 0 0,-1-1 0,0 1 0,1 0 0,-2-1 0,-5 7 0,1 18 0,6 14 0,1 0 0,3-1 0,1 0 0,11 44 0,-9-45 0,1 5 0,7 34 0,27 85 0,-41-156 0,1 1 0,-1-1 0,1-1 0,0 1 0,0 0 0,0 0 0,5 5 0,-6-9 0,-1 1 0,1 0 0,0-1 0,0 1 0,0-1 0,-1 1 0,1-1 0,0 0 0,0 1 0,0-1 0,0 0 0,0 1 0,0-1 0,0 0 0,-1 0 0,1 0 0,0 0 0,0 0 0,0 0 0,0 0 0,0 0 0,0 0 0,0 0 0,0-1 0,0 1 0,0 0 0,0-1 0,0 1 0,-1 0 0,1-1 0,0 1 0,0-1 0,0 0 0,-1 1 0,1-1 0,0 0 0,-1 1 0,2-2 0,12-14 0,0 0 0,-1-1 0,-1-1 0,17-30 0,-1 2 0,31-42 0,-111 144 0,-3-2 0,-101 77 0,170-140 0,1 0 0,-1 0 0,2 2 0,23-10 0,-26 13 0,-1 0 0,0 1 0,1 0 0,0 1 0,-1 0 0,1 1 0,0 1 0,20 1 0,-25 0 0,0 0 0,0 1 0,0 0 0,0 1 0,0 0 0,0 0 0,-1 0 0,0 1 0,0 0 0,0 1 0,0-1 0,9 9 0,-8-4 0,0 0 0,0 0 0,-1 0 0,0 1 0,-1 0 0,0 1 0,8 20 0,-14-30 0,15 25 0,-15-25 0,1-1 0,-1 1 0,1-1 0,-1 1 0,0-1 0,1 0 0,-1 1 0,1-1 0,-1 0 0,1 1 0,-1-1 0,1 0 0,-1 0 0,1 1 0,-1-1 0,1 0 0,-1 0 0,1 0 0,0 0 0,-1 0 0,1 0 0,-1 0 0,1 0 0,-1 0 0,1 0 0,0 0 0,-1 0 0,1 0 0,-1 0 0,1-1 0,-1 1 0,1 0 0,-1 0 0,1-1 0,-1 1 0,1 0 0,-1-1 0,1 1 0,-1 0 0,1-1 0,-1 1 0,0-1 0,1 1 0,-1-1 0,0 1 0,1-1 0,-1 0 0,13-17 0,-2-1 0,15-32 0,1-3 0,-15 33 0,5-7 0,15-37 0,-31 58 334,-8 12-1391,6-4 415</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37.786"/>
    </inkml:context>
    <inkml:brush xml:id="br0">
      <inkml:brushProperty name="width" value="0.05" units="cm"/>
      <inkml:brushProperty name="height" value="0.05" units="cm"/>
      <inkml:brushProperty name="color" value="#FFC114"/>
    </inkml:brush>
  </inkml:definitions>
  <inkml:trace contextRef="#ctx0" brushRef="#br0">483 121 24575,'1'-5'0,"0"0"0,0 0 0,0 0 0,1 1 0,3-9 0,-3 7 0,0 1 0,0 0 0,-1-1 0,1 1 0,0-8 0,-2 11 0,0 1 0,0 0 0,0-1 0,0 1 0,-1 0 0,1 0 0,0-1 0,-1 1 0,1 0 0,-1 0 0,1 0 0,-1-1 0,1 1 0,-1 0 0,0 0 0,0 0 0,1 0 0,-1 0 0,0 0 0,0 0 0,0 0 0,0 1 0,0-1 0,0 0 0,-1 1 0,1-1 0,-2 0 0,-4-2 0,-1 0 0,0 1 0,0 0 0,0 1 0,0 0 0,0 0 0,0 0 0,0 1 0,0 1 0,-15 1 0,2 2 0,1 0 0,0 2 0,-21 8 0,19-6 0,0 2 0,0 1 0,1 0 0,0 2 0,1 0 0,1 1 0,0 1 0,-29 31 0,40-37 0,1 0 0,0 0 0,1 1 0,0 0 0,0 0 0,1 1 0,0 0 0,-5 18 0,8-20 0,0 1 0,1-1 0,0 0 0,1 0 0,0 1 0,0-1 0,1 0 0,0 0 0,0 1 0,1-1 0,1 0 0,3 9 0,0-3 0,2 0 0,0-1 0,0 0 0,1 0 0,1-1 0,0 0 0,1-1 0,0 0 0,1-1 0,0 0 0,1-1 0,0-1 0,1 1 0,22 10 0,-5-5 0,-1-1 0,2-2 0,0-1 0,0-1 0,1-2 0,35 4 0,-29-8-455,1-1 0,53-4 0,-20-5-6371</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38.192"/>
    </inkml:context>
    <inkml:brush xml:id="br0">
      <inkml:brushProperty name="width" value="0.05" units="cm"/>
      <inkml:brushProperty name="height" value="0.05" units="cm"/>
      <inkml:brushProperty name="color" value="#FFC114"/>
    </inkml:brush>
  </inkml:definitions>
  <inkml:trace contextRef="#ctx0" brushRef="#br0">11 284 24575,'-5'-11'0,"5"11"0,0 0 0,0 0 0,0 0 0,0 0 0,0 0 0,0 0 0,0 1 0,0-1 0,0 0 0,0 0 0,0 0 0,0 0 0,0 0 0,0 1 0,0-1 0,0 0 0,0 0 0,0 0 0,0 0 0,0 0 0,0 1 0,-1-1 0,1 0 0,0 0 0,0 0 0,0 0 0,0 0 0,0 0 0,0 0 0,0 1 0,0-1 0,0 0 0,-1 0 0,1 0 0,0 0 0,0 0 0,0 0 0,0 0 0,0 0 0,0 0 0,-1 0 0,1 0 0,0 0 0,0 0 0,0 0 0,0 0 0,0 0 0,-1 0 0,1 0 0,0 0 0,0 0 0,0 0 0,0 0 0,0 0 0,-1 0 0,1 0 0,0 0 0,4 31 0,10 33 0,3 23 0,-10-21 0,-3 1 0,-6 85 0,2-149 0,-1 1 0,1-1 0,-1 1 0,0-1 0,0 0 0,-2 6 0,3-9 0,0 0 0,0 1 0,0-1 0,0 0 0,0 0 0,0 0 0,0 0 0,-1 1 0,1-1 0,0 0 0,0 0 0,0 0 0,0 0 0,0 0 0,0 0 0,-1 1 0,1-1 0,0 0 0,0 0 0,0 0 0,0 0 0,-1 0 0,1 0 0,0 0 0,0 0 0,0 0 0,0 0 0,-1 0 0,1 0 0,0 0 0,0 0 0,0 0 0,-1 0 0,1 0 0,0 0 0,0 0 0,0 0 0,0 0 0,-1 0 0,1 0 0,-7-15 0,2-6 0,1 1 0,1-1 0,0-29 0,5-66 0,-1 97 0,15-199 0,-11 183 0,2 1 0,1-1 0,1 1 0,16-37 0,-22 64 0,1 0 0,-1 1 0,1-1 0,0 1 0,0 0 0,1 0 0,0 0 0,0 0 0,0 1 0,10-8 0,-13 12 0,1-1 0,-1 1 0,1 0 0,0-1 0,-1 1 0,1 0 0,0 1 0,-1-1 0,1 0 0,0 1 0,0-1 0,0 1 0,0 0 0,-1 0 0,1 0 0,0 1 0,0-1 0,0 1 0,0-1 0,-1 1 0,1 0 0,0 0 0,-1 0 0,1 0 0,-1 1 0,1-1 0,-1 1 0,1-1 0,-1 1 0,3 3 0,5 5 0,0 0 0,-1 0 0,0 1 0,-1 0 0,-1 0 0,7 13 0,35 78 0,-43-88 0,33 77-455,-5 0 0,41 172 0,-70-240-6371</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38.783"/>
    </inkml:context>
    <inkml:brush xml:id="br0">
      <inkml:brushProperty name="width" value="0.05" units="cm"/>
      <inkml:brushProperty name="height" value="0.05" units="cm"/>
      <inkml:brushProperty name="color" value="#FFC114"/>
    </inkml:brush>
  </inkml:definitions>
  <inkml:trace contextRef="#ctx0" brushRef="#br0">18 469 24575,'-2'-2'0,"0"1"0,0-1 0,1 0 0,-1 0 0,1 0 0,-1 0 0,1 0 0,0 0 0,-2-4 0,3 5 0,0 1 0,0-1 0,0 1 0,0-1 0,0 1 0,0-1 0,0 1 0,0-1 0,0 1 0,0 0 0,0-1 0,0 1 0,0-1 0,1 1 0,-1-1 0,0 1 0,0 0 0,1-1 0,-1 1 0,0 0 0,1-1 0,-1 0 0,18-7 0,26-1 0,1 1 0,-1 3 0,47 0 0,-9 0 0,-28 1 0,-12 2 0,0-2 0,-1-2 0,42-11 0,-81 17 0,1-1 0,-1 1 0,0-1 0,0 0 0,0 0 0,0 0 0,0 0 0,-1 0 0,1 0 0,0 0 0,0-1 0,-1 1 0,1-1 0,-1 1 0,1-1 0,-1 0 0,1 1 0,-1-1 0,0 0 0,0 0 0,0 0 0,0 0 0,0 0 0,0-3 0,-4 33 0,2 0 0,0 0 0,2 1 0,5 30 0,1 22 0,-5-48 0,-1-8 0,0-1 0,-3 35 0,2-59 0,0 0 0,0 0 0,0 1 0,0-1 0,0 0 0,0 0 0,0 0 0,0 1 0,0-1 0,0 0 0,0 0 0,0 0 0,0 0 0,0 1 0,0-1 0,0 0 0,0 0 0,0 0 0,0 1 0,0-1 0,0 0 0,-1 0 0,1 0 0,0 0 0,0 0 0,0 1 0,0-1 0,0 0 0,0 0 0,-1 0 0,1 0 0,0 0 0,0 0 0,0 0 0,0 1 0,-1-1 0,1 0 0,0 0 0,0 0 0,0 0 0,0 0 0,-1 0 0,1 0 0,0 0 0,0 0 0,-7-9 0,-3-15 0,-8-47 0,3 0 0,2-1 0,-4-133 0,16 95 0,2 94 0,1 0 0,0 1 0,1-1 0,9-26 0,-11 38 0,0 1 0,0 0 0,1 0 0,-1-1 0,1 1 0,0 0 0,0 0 0,0 1 0,0-1 0,1 0 0,-1 1 0,1-1 0,-1 1 0,1 0 0,0 0 0,0 0 0,0 0 0,0 0 0,1 1 0,4-2 0,-4 2 0,0 0 0,0 1 0,1 0 0,-1 0 0,0 0 0,0 0 0,0 1 0,0-1 0,0 1 0,0 0 0,0 0 0,0 1 0,0-1 0,0 1 0,-1 0 0,1 0 0,3 3 0,7 4 0,-1 1 0,0 1 0,-1 0 0,0 1 0,-1 0 0,16 23 0,-21-27 0,0 2 0,0-1 0,-1 1 0,0 0 0,-1 0 0,0 0 0,0 1 0,-1-1 0,-1 1 0,3 21 0,-5-26 17,-1-1 0,1 1 0,-1-1 1,0 1-1,0-1 0,-1 1 0,1-1 0,-1 1 0,0-1 0,-1 0 0,1 0 0,-1 0 0,0-1 0,-1 1 0,1 0 0,-1-1 0,1 0 0,-1 0 1,-7 5-1,1-1-261,-2-1 0,1 1 0,-1-2 0,0 1 1,0-2-1,-25 8 0,11-5-6582</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39.549"/>
    </inkml:context>
    <inkml:brush xml:id="br0">
      <inkml:brushProperty name="width" value="0.05" units="cm"/>
      <inkml:brushProperty name="height" value="0.05" units="cm"/>
      <inkml:brushProperty name="color" value="#FFC114"/>
    </inkml:brush>
  </inkml:definitions>
  <inkml:trace contextRef="#ctx0" brushRef="#br0">0 450 24575,'1'-10'0,"0"1"0,0 0 0,1 0 0,0 0 0,1 0 0,0 1 0,0-1 0,1 1 0,0-1 0,8-11 0,-12 19 0,0 1 0,0 0 0,1 0 0,-1 0 0,0-1 0,0 1 0,0 0 0,0 0 0,0 0 0,0 0 0,0 0 0,1-1 0,-1 1 0,0 0 0,0 0 0,0 0 0,0 0 0,1 0 0,-1 0 0,0 0 0,0-1 0,0 1 0,1 0 0,-1 0 0,0 0 0,0 0 0,0 0 0,1 0 0,-1 0 0,0 0 0,0 0 0,0 0 0,1 0 0,-1 0 0,0 0 0,0 0 0,0 1 0,0-1 0,1 0 0,-1 0 0,0 0 0,0 0 0,0 0 0,1 0 0,-1 0 0,0 0 0,0 1 0,0-1 0,5 13 0,-3 19 0,-11 123 0,3-88 0,3 89 0,9-134 0,-6-22 0,0 1 0,0-1 0,0 0 0,0 0 0,0 0 0,0 0 0,0 0 0,0 0 0,0 0 0,0 0 0,1 0 0,-1 0 0,0 0 0,0 1 0,0-1 0,0 0 0,0 0 0,0 0 0,0 0 0,0 0 0,0 0 0,1 0 0,-1 0 0,0 0 0,0 0 0,0 0 0,0 0 0,0 0 0,0 0 0,0 0 0,0 0 0,0 0 0,1 0 0,-1 0 0,0 0 0,0 0 0,0 0 0,0 0 0,0 0 0,0-1 0,0 1 0,0 0 0,0 0 0,1 0 0,-1 0 0,0 0 0,0 0 0,0 0 0,0 0 0,0 0 0,4-13 0,-1-27 0,0-40 0,-2 5 0,5-71 0,16-160 0,-20 292 0,0 0 0,1 1 0,1-1 0,7-17 0,-11 29 0,1 0 0,0 0 0,0-1 0,0 1 0,0 0 0,1 0 0,-1 0 0,0 0 0,1 1 0,0-1 0,-1 0 0,1 1 0,0-1 0,0 1 0,0-1 0,0 1 0,0 0 0,0 0 0,0 0 0,0 0 0,0 0 0,1 0 0,-1 1 0,0-1 0,1 1 0,-1 0 0,0-1 0,1 1 0,-1 0 0,0 0 0,1 1 0,-1-1 0,5 1 0,3 3 0,-1 0 0,1 1 0,0 0 0,-1 0 0,0 1 0,-1 0 0,1 0 0,-1 1 0,9 10 0,10 12 0,25 34 0,-28-32 0,-2 0 0,24 45 0,-41-65 0,0-1 0,0 1 0,-1 0 0,0 0 0,-1 0 0,0 1 0,-1-1 0,0 1 0,-1-1 0,0 1 0,-1 0 0,-2 12 0,2-20 0,-1 0 0,0-1 0,-1 1 0,1 0 0,0-1 0,-1 1 0,0-1 0,0 1 0,0-1 0,0 0 0,-1 0 0,1 0 0,-1 0 0,0-1 0,0 1 0,0-1 0,0 1 0,0-1 0,-1 0 0,1 0 0,0 0 0,-1-1 0,0 1 0,1-1 0,-1 0 0,0 0 0,-4 0 0,5 0 0,0-1 0,-1 1 0,1-1 0,0 0 0,0 0 0,0-1 0,-1 1 0,1-1 0,0 1 0,0-1 0,0 0 0,0 0 0,0-1 0,0 1 0,0-1 0,0 1 0,1-1 0,-1 0 0,1 0 0,-1 0 0,1 0 0,-1 0 0,1-1 0,0 1 0,0-1 0,1 1 0,-1-1 0,0 0 0,1 0 0,-1 0 0,1 0 0,0 0 0,-1-4 0,1-1 0,-1 0 0,2 0 0,-1 0 0,1-1 0,0 1 0,1 0 0,0 0 0,0 0 0,1 0 0,0 0 0,0 0 0,5-12 0,0 5 0,0 0 0,1 0 0,1 0 0,0 1 0,14-15 0,-16 20 0,1 0 0,0 1 0,1 0 0,0 0 0,1 1 0,-1 1 0,1-1 0,0 1 0,1 1 0,-1 0 0,21-6 0,-22 9 0,0 0 0,0 0 0,-1 1 0,1 1 0,0-1 0,0 2 0,0-1 0,0 1 0,-1 0 0,1 1 0,0 0 0,-1 0 0,1 1 0,-1 0 0,0 1 0,10 5 0,-4 0 0,-1 0 0,-1 0 0,1 1 0,-2 1 0,1 0 0,-1 0 0,-1 1 0,0 1 0,-1 0 0,0 0 0,-1 1 0,-1 0 0,0 0 0,7 22 0,-10-25 0,0 1 0,-1 0 0,-1 0 0,0 0 0,-1 0 0,0 0 0,0 0 0,-1 0 0,-1 1 0,0-1 0,-1 0 0,0 0 0,-1 0 0,0-1 0,-1 1 0,0-1 0,-1 1 0,0-2 0,-9 14 0,5-11-195,-1-1 0,-1 1 0,0-2 0,-1 1 0,-1-2 0,-24 18 0,3-6-6631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39.970"/>
    </inkml:context>
    <inkml:brush xml:id="br0">
      <inkml:brushProperty name="width" value="0.05" units="cm"/>
      <inkml:brushProperty name="height" value="0.05" units="cm"/>
      <inkml:brushProperty name="color" value="#FFC114"/>
    </inkml:brush>
  </inkml:definitions>
  <inkml:trace contextRef="#ctx0" brushRef="#br0">278 1 24575,'-7'0'0,"1"1"0,0 0 0,0 0 0,1 1 0,-1 0 0,0 0 0,0 0 0,1 1 0,-1-1 0,1 1 0,0 1 0,0-1 0,0 1 0,1 0 0,-1 0 0,-6 7 0,-4 7 0,0 0 0,-22 39 0,20-27 0,1 0 0,2 1 0,1 1 0,2 1 0,0-1 0,3 2 0,1-1 0,1 1 0,2 0 0,1 0 0,2 1 0,1-1 0,2 0 0,1 1 0,2-1 0,1-1 0,2 1 0,1-1 0,1 0 0,2-1 0,2-1 0,0 0 0,3 0 0,0-2 0,2 0 0,0-1 0,33 35 0,-19-31-14,0-2 0,2-2 0,1 0 1,1-3-1,2-1 0,47 22 0,-18-15-634,2-3 1,135 34-1,-63-29-5503</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40.341"/>
    </inkml:context>
    <inkml:brush xml:id="br0">
      <inkml:brushProperty name="width" value="0.05" units="cm"/>
      <inkml:brushProperty name="height" value="0.05" units="cm"/>
      <inkml:brushProperty name="color" value="#FFC114"/>
    </inkml:brush>
  </inkml:definitions>
  <inkml:trace contextRef="#ctx0" brushRef="#br0">11 35 24575,'0'0'0,"-1"-1"0,1 1 0,-1 0 0,1 0 0,-1 0 0,1-1 0,-1 1 0,1 0 0,-1 0 0,1-1 0,-1 1 0,1-1 0,0 1 0,-1 0 0,1-1 0,0 1 0,-1-1 0,1 1 0,0 0 0,-1-1 0,1 1 0,0-1 0,0 1 0,0-1 0,-1 0 0,1 1 0,0-1 0,0 1 0,0-1 0,0 1 0,0-1 0,0 1 0,0-1 0,0 1 0,0-1 0,0 1 0,0-1 0,1 0 0,-1 1 0,0-1 0,0 1 0,0-1 0,1 1 0,-1-1 0,0 1 0,1 0 0,-1-1 0,0 1 0,1-1 0,-1 1 0,0 0 0,1-1 0,0 0 0,4-1 0,-1 1 0,1-1 0,-1 0 0,1 1 0,0 0 0,0 0 0,0 1 0,0-1 0,9 1 0,47 7 0,-37-1 0,0 0 0,-1 1 0,0 2 0,0 0 0,-1 2 0,0 0 0,-1 2 0,0 0 0,-1 1 0,31 29 0,-23-17 0,-2 1 0,-1 2 0,-1 0 0,-2 1 0,-1 2 0,23 44 0,-30-47 0,-1 0 0,-2 1 0,-1 0 0,-1 1 0,7 42 0,-13-53 0,-1 1 0,-1 0 0,-1-1 0,-1 1 0,0-1 0,-2 1 0,0-1 0,-1 0 0,-10 28 0,5-26-455,-1 0 0,-24 38 0,-29 28-6371</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41.759"/>
    </inkml:context>
    <inkml:brush xml:id="br0">
      <inkml:brushProperty name="width" value="0.05" units="cm"/>
      <inkml:brushProperty name="height" value="0.05" units="cm"/>
      <inkml:brushProperty name="color" value="#FFC114"/>
    </inkml:brush>
  </inkml:definitions>
  <inkml:trace contextRef="#ctx0" brushRef="#br0">157 235 24575,'1'-16'0,"6"-32"0,0-5 0,-6 36 0,1-32 0,-3 45 0,1 0 0,0 0 0,-1 1 0,1-1 0,-1 0 0,0 0 0,-1 1 0,1-1 0,-3-5 0,3 8 0,1 0 0,-1 1 0,1-1 0,0 1 0,-1-1 0,1 1 0,-1-1 0,1 1 0,-1-1 0,0 1 0,1 0 0,-1-1 0,1 1 0,-1 0 0,0-1 0,1 1 0,-1 0 0,0 0 0,1-1 0,-1 1 0,0 0 0,0 0 0,1 0 0,-1 0 0,0 0 0,1 0 0,-1 0 0,0 0 0,1 0 0,-1 1 0,0-1 0,1 0 0,-1 0 0,0 1 0,1-1 0,-1 0 0,0 1 0,1-1 0,-1 0 0,1 1 0,-2 0 0,-1 2 0,0 0 0,0 0 0,0 1 0,0-1 0,-4 7 0,-4 9 0,1 0 0,0 0 0,2 1 0,-9 32 0,-16 88 0,24-90 57,1 0 0,3 1 0,2-1 0,2 1 0,11 92 0,-5-115-126,1 0 1,1-1 0,1 0 0,23 50-1,-21-58-101,0-1-1,1 0 0,2 0 1,-1-1-1,2-1 0,0 0 1,21 17-1,24 13-6655</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42.039"/>
    </inkml:context>
    <inkml:brush xml:id="br0">
      <inkml:brushProperty name="width" value="0.05" units="cm"/>
      <inkml:brushProperty name="height" value="0.05" units="cm"/>
      <inkml:brushProperty name="color" value="#FFC114"/>
    </inkml:brush>
  </inkml:definitions>
  <inkml:trace contextRef="#ctx0" brushRef="#br0">149 117 24575,'1'-11'0,"-2"0"0,1 1 0,-2-1 0,1 0 0,-2 1 0,1-1 0,-1 1 0,-8-18 0,11 28 0,0 0 0,-1 0 0,1-1 0,0 1 0,0 0 0,0 0 0,-1-1 0,1 1 0,0 0 0,-1 0 0,1 0 0,0-1 0,-1 1 0,1 0 0,0 0 0,-1 0 0,1 0 0,0 0 0,-1 0 0,1 0 0,0 0 0,-1 0 0,1 0 0,0 0 0,-1 0 0,1 0 0,0 0 0,-1 0 0,1 0 0,0 0 0,-1 0 0,1 0 0,0 1 0,-1-1 0,1 0 0,0 0 0,-1 0 0,1 1 0,0-1 0,0 0 0,-1 0 0,1 0 0,0 1 0,0-1 0,0 0 0,-1 1 0,1-1 0,0 0 0,0 1 0,0-1 0,0 0 0,0 1 0,-1-1 0,1 0 0,0 1 0,0-1 0,0 1 0,-8 23 0,-10 58 0,4 0 0,-5 122 0,15-152 0,-13 288 321,-11 120-2007,25-432-5140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42.303"/>
    </inkml:context>
    <inkml:brush xml:id="br0">
      <inkml:brushProperty name="width" value="0.05" units="cm"/>
      <inkml:brushProperty name="height" value="0.05" units="cm"/>
      <inkml:brushProperty name="color" value="#FFC114"/>
    </inkml:brush>
  </inkml:definitions>
  <inkml:trace contextRef="#ctx0" brushRef="#br0">1 71 24575,'8'-7'0,"0"0"0,0 1 0,1 0 0,0 0 0,0 1 0,0 0 0,1 1 0,-1 0 0,1 1 0,0-1 0,0 2 0,17-3 0,10 1 0,0 2 0,45 2 0,-45 1 0,-23-1 0,0 0 0,0 0 0,-1 0 0,1 1 0,-1 1 0,1 0 0,-1 1 0,21 7 0,-33-9 0,1 0 0,-1 1 0,1-1 0,-1 0 0,1 0 0,-1 1 0,0-1 0,1 1 0,-1-1 0,0 1 0,0-1 0,0 1 0,0 0 0,0 0 0,-1-1 0,1 1 0,-1 0 0,1 0 0,-1 0 0,1 3 0,0 4 0,-1 1 0,0-1 0,-1 11 0,-1 3 0,3-5-341,0 0 0,2 0-1,8 36 1,-6-35-6485</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42.444"/>
    </inkml:context>
    <inkml:brush xml:id="br0">
      <inkml:brushProperty name="width" value="0.05" units="cm"/>
      <inkml:brushProperty name="height" value="0.05" units="cm"/>
      <inkml:brushProperty name="color" value="#FFC114"/>
    </inkml:brush>
  </inkml:definitions>
  <inkml:trace contextRef="#ctx0" brushRef="#br0">78 87 24575,'-2'-6'0,"-5"-7"0,-3-5 0,-1-2 0,0 3 0,1 7 0,-1 7 0,2 11 0,2 4-8191</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43.131"/>
    </inkml:context>
    <inkml:brush xml:id="br0">
      <inkml:brushProperty name="width" value="0.05" units="cm"/>
      <inkml:brushProperty name="height" value="0.05" units="cm"/>
      <inkml:brushProperty name="color" value="#FFC114"/>
    </inkml:brush>
  </inkml:definitions>
  <inkml:trace contextRef="#ctx0" brushRef="#br0">42 115 24575,'0'0'0,"0"0"0,0 0 0,0 0 0,0-1 0,0 1 0,0 0 0,0 0 0,0 0 0,0-1 0,0 1 0,0 0 0,0 0 0,0-1 0,0 1 0,0 0 0,0 0 0,0 0 0,0-1 0,0 1 0,0 0 0,0 0 0,-1 0 0,1-1 0,0 1 0,0 0 0,0 0 0,0 0 0,0 0 0,-1 0 0,1-1 0,0 1 0,0 0 0,0 0 0,0 0 0,-1 0 0,1 0 0,0 0 0,0 0 0,-1 0 0,-7 5 0,-6 14 0,11-9 0,0-1 0,0 1 0,1 0 0,0 0 0,1 0 0,0 0 0,0 0 0,1 0 0,1 0 0,-1 0 0,2 0 0,-1 0 0,1 0 0,1-1 0,0 1 0,5 11 0,-6-15 0,1 0 0,0 1 0,1-1 0,0 0 0,-1-1 0,2 1 0,-1-1 0,1 1 0,-1-1 0,2-1 0,-1 1 0,0-1 0,1 0 0,0 0 0,0 0 0,0-1 0,0 0 0,1 0 0,-1-1 0,1 1 0,-1-1 0,1-1 0,0 1 0,8-1 0,-10-1 0,0 0 0,0 0 0,0-1 0,0 1 0,0-1 0,0 0 0,-1-1 0,1 1 0,0-1 0,-1 0 0,0 0 0,1-1 0,-1 1 0,0-1 0,0 0 0,0 0 0,0 0 0,3-5 0,-4 5 0,-1 0 0,0 0 0,1 0 0,-2 0 0,1-1 0,0 1 0,-1 0 0,1-1 0,-1 1 0,0-1 0,0 1 0,0-1 0,-1 0 0,1 0 0,-1 1 0,0-1 0,0 0 0,0 1 0,-1-1 0,1 0 0,-1 1 0,0-1 0,0 0 0,-2-5 0,-1 0 0,-1 0 0,0 0 0,0 1 0,-1 0 0,0 0 0,-11-11 0,-47-37 0,44 40 0,-31-31 0,50 45 0,-1 1 0,1 0 0,0 0 0,0 0 0,0-1 0,0 1 0,0-1 0,0 1 0,1-1 0,-1 1 0,0-1 0,1 1 0,-1-1 0,1 1 0,-1-1 0,1 0 0,0 1 0,0-1 0,0 0 0,0 1 0,0-1 0,0-2 0,1 3 0,0-1 0,0 1 0,0-1 0,0 1 0,1-1 0,-1 1 0,0-1 0,1 1 0,-1 0 0,0 0 0,1 0 0,0 0 0,-1 0 0,1 0 0,0 0 0,-1 0 0,1 1 0,0-1 0,3 0 0,35-9 0,0 1 0,1 2 0,0 2 0,1 2 0,-1 1 0,58 6 0,-86-3 0,0 1 0,0 1 0,0-1 0,0 2 0,0 0 0,-1 1 0,18 8 0,-24-10 0,-1 0 0,0 0 0,-1 1 0,1 0 0,0-1 0,-1 2 0,0-1 0,0 0 0,0 1 0,-1 0 0,1 0 0,-1 0 0,0 0 0,-1 0 0,1 1 0,-1-1 0,0 1 0,2 10 0,-2-4 0,0 1 0,-1 0 0,0 0 0,-1-1 0,0 1 0,-1 0 0,-1 0 0,0-1 0,0 1 0,-9 23 0,11-36 0,0 0 0,0 0 0,0 0 0,0 0 0,0 0 0,0 0 0,0 0 0,0 0 0,0 1 0,0-1 0,0 0 0,0 0 0,0 0 0,0 0 0,0 0 0,0 0 0,0 0 0,-1 0 0,1 0 0,0 0 0,0 1 0,0-1 0,0 0 0,0 0 0,0 0 0,0 0 0,0 0 0,0 0 0,0 0 0,0 0 0,0 0 0,0 0 0,-1 0 0,1 0 0,0 0 0,0 0 0,0 0 0,0 0 0,0 0 0,0 0 0,0 0 0,0 0 0,0 0 0,-1 0 0,1 0 0,0 0 0,0 0 0,0 0 0,0 0 0,0 0 0,0 0 0,0 0 0,0 0 0,0 0 0,0 0 0,-1 0 0,1 0 0,0 0 0,0 0 0,0 0 0,-2-9 0,3-11 0,3 1 0,2 1 0,0-1 0,1 2 0,1-1 0,13-22 0,-16 30 0,1 2 0,0-1 0,0 1 0,1 0 0,0 0 0,1 0 0,-1 1 0,1 1 0,1-1 0,-1 1 0,15-7 0,-20 11 9,0 1 0,1-1 0,-1 1 0,1 0 0,-1 0 0,1 0 0,0 1 0,-1-1 0,1 1 0,0 0 0,-1 0 0,1 0 0,0 1 0,-1-1 0,1 1 0,0 0 0,-1 0 0,5 2 0,-3-1 5,-1 1 0,0 0 1,1 0-1,-1 0 0,0 0 0,-1 1 0,1 0 1,-1 0-1,1 0 0,-1 0 0,4 7 1,3 9-357,-1 0 1,-1 1 0,-1 0-1,9 38 1,-10-32-6485</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43.284"/>
    </inkml:context>
    <inkml:brush xml:id="br0">
      <inkml:brushProperty name="width" value="0.05" units="cm"/>
      <inkml:brushProperty name="height" value="0.05" units="cm"/>
      <inkml:brushProperty name="color" value="#FFC114"/>
    </inkml:brush>
  </inkml:definitions>
  <inkml:trace contextRef="#ctx0" brushRef="#br0">16 58 24575,'0'-6'0,"-3"-7"0,-1-5 0,1 4 0,0 7 0,1 8 0,3 6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48.943"/>
    </inkml:context>
    <inkml:brush xml:id="br0">
      <inkml:brushProperty name="width" value="0.05" units="cm"/>
      <inkml:brushProperty name="height" value="0.05" units="cm"/>
      <inkml:brushProperty name="color" value="#FFC114"/>
    </inkml:brush>
  </inkml:definitions>
  <inkml:trace contextRef="#ctx0" brushRef="#br0">76 128 24575,'-30'-19'0,"27"18"0,0 0 0,0-1 0,1 1 0,-1 0 0,0-1 0,1 0 0,-1 0 0,1 0 0,-1 0 0,1 0 0,0 0 0,0 0 0,0-1 0,0 1 0,0-1 0,1 0 0,-1 1 0,1-1 0,-1-3 0,2 5 0,0 1 0,0-1 0,0 0 0,0 1 0,0-1 0,0 0 0,0 1 0,0-1 0,0 0 0,1 1 0,-1-1 0,0 1 0,0-1 0,1 0 0,-1 1 0,0-1 0,1 1 0,-1-1 0,1 1 0,-1-1 0,1 1 0,-1 0 0,1-1 0,-1 1 0,1-1 0,-1 1 0,1 0 0,-1-1 0,2 1 0,19-7 0,-17 6 0,72-12 0,1 3 0,89 0 0,-78 5 0,115 3 0,-179 3 0,1 2 0,-1 1 0,1 1 0,-1 1 0,-1 1 0,27 11 0,-41-14 0,-1 1 0,0 0 0,-1 0 0,1 0 0,-1 1 0,0 1 0,0-1 0,-1 1 0,0 0 0,0 0 0,-1 1 0,0 0 0,0 0 0,0 0 0,-1 0 0,-1 1 0,1 0 0,2 11 0,2 15 0,-1 0 0,-2 1 0,1 50 0,-5-58 0,17 184-45,83 377-1,-70-454-21,81 377-194,-44 10 132,-58-92 308,-3-83 66,22-1-121,45 39-124,21-7 0,-37-154 0,2 41 0,-48-194 0,4 127 0,-15-194 0,-1-1 0,0 0 0,0 0 0,0-1 0,0 1 0,0 0 0,-1 0 0,1 0 0,-1-1 0,-1 6 0,1-8 0,0 1 0,0 0 0,0 0 0,0-1 0,0 1 0,0 0 0,0-1 0,0 1 0,0-1 0,0 0 0,0 1 0,-1-1 0,1 0 0,0 1 0,0-1 0,0 0 0,0 0 0,-1 0 0,1 0 0,0 0 0,0 0 0,0-1 0,0 1 0,-1 0 0,1-1 0,-2 0 0,-27-5 0,0 1 0,-1 1 0,0 1 0,0 2 0,-36 4 0,-123 23-808,175-23 251,-28 4-6269</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0.269"/>
    </inkml:context>
    <inkml:brush xml:id="br0">
      <inkml:brushProperty name="width" value="0.05" units="cm"/>
      <inkml:brushProperty name="height" value="0.05" units="cm"/>
      <inkml:brushProperty name="color" value="#FFC114"/>
    </inkml:brush>
  </inkml:definitions>
  <inkml:trace contextRef="#ctx0" brushRef="#br0">54 37 24575,'-18'-7'0,"14"6"0,1 0 0,0 0 0,0 0 0,0 0 0,0-1 0,1 1 0,-1-1 0,0 0 0,0 0 0,-2-2 0,5 4 0,0-1 0,0 1 0,0 0 0,0 0 0,0 0 0,0-1 0,0 1 0,0 0 0,0 0 0,0 0 0,0 0 0,0-1 0,0 1 0,0 0 0,0 0 0,0 0 0,0 0 0,0-1 0,0 1 0,0 0 0,0 0 0,1 0 0,-1 0 0,0 0 0,0-1 0,0 1 0,0 0 0,0 0 0,0 0 0,1 0 0,-1 0 0,0 0 0,0 0 0,0 0 0,0 0 0,1 0 0,-1 0 0,0 0 0,0-1 0,0 1 0,1 0 0,-1 0 0,0 0 0,0 1 0,11-3 0,43-2 0,66 4 0,-51 1 0,360 16 0,-418-16 0,2-1 0,1 1 0,-1 1 0,19 4 0,-30-5 0,1 0 0,-1-1 0,1 1 0,0 0 0,-1 0 0,0 1 0,1-1 0,-1 0 0,0 1 0,0 0 0,0-1 0,0 1 0,0 0 0,0 0 0,0 0 0,0 0 0,-1 0 0,1 1 0,-1-1 0,0 0 0,0 1 0,0-1 0,1 4 0,0 10 0,-1 1 0,0-1 0,-2 1 0,0-1 0,0 1 0,-9 31 0,2-4 0,1 20 0,3 1 0,2 0 0,4 0 0,2 0 0,3-1 0,16 68 0,11 49 0,-7 2 0,2 239 0,-31 336 0,3-751 0,0 0 0,0 0 0,0 1 0,1-1 0,0 0 0,6 12 0,-5-11 0,0-1 0,0 1 0,-1-1 0,2 16 0,-4-21 0,0-1 0,0 1 0,0-1 0,0 0 0,-1 1 0,1-1 0,0 1 0,-1-1 0,0 0 0,1 1 0,-1-1 0,1 0 0,-1 0 0,0 1 0,0-1 0,0 0 0,0 0 0,0 0 0,0 0 0,0 0 0,0 0 0,0 0 0,-1-1 0,1 1 0,0 0 0,0-1 0,-1 1 0,1 0 0,0-1 0,-1 0 0,1 1 0,-1-1 0,1 0 0,-3 0 0,-8 2 0,0-1 0,0 0 0,-16-2 0,12 0 0,-300-16 303,100 2-1971,139 12-5158</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43.843"/>
    </inkml:context>
    <inkml:brush xml:id="br0">
      <inkml:brushProperty name="width" value="0.05" units="cm"/>
      <inkml:brushProperty name="height" value="0.05" units="cm"/>
      <inkml:brushProperty name="color" value="#FFC114"/>
    </inkml:brush>
  </inkml:definitions>
  <inkml:trace contextRef="#ctx0" brushRef="#br0">208 296 24575,'37'-36'0,"-13"14"0,33-39 0,-51 53 0,0 0 0,-1 0 0,0 0 0,-1 0 0,1-1 0,-2 0 0,1 0 0,-1 0 0,3-18 0,-5 25 0,-1-1 0,1 1 0,-1-1 0,0 1 0,0-1 0,0 1 0,0-1 0,0 1 0,-1-1 0,1 1 0,-1-1 0,0 1 0,1-1 0,-1 1 0,0 0 0,0-1 0,-1 1 0,1 0 0,0 0 0,-1 0 0,0 0 0,1 0 0,-1 0 0,0 0 0,0 0 0,0 1 0,0-1 0,0 1 0,0 0 0,0-1 0,-1 1 0,1 0 0,0 0 0,-1 1 0,1-1 0,-1 0 0,1 1 0,-1-1 0,1 1 0,-4 0 0,-4-1 0,1 1 0,-1 0 0,1 1 0,-1 0 0,1 0 0,0 1 0,0 0 0,-1 1 0,-14 6 0,9-1 0,1 1 0,1-1 0,0 2 0,0 0 0,1 1 0,0 0 0,0 1 0,2 0 0,-1 0 0,2 1 0,0 1 0,0 0 0,-11 25 0,14-25 0,0 0 0,1 0 0,1 0 0,0 0 0,1 1 0,0 0 0,1 0 0,1-1 0,1 1 0,0 0 0,0 0 0,2 0 0,0 0 0,1 0 0,4 16 0,-3-22 0,0 0 0,1 0 0,0-1 0,0 1 0,1-1 0,0 0 0,0-1 0,1 1 0,0-1 0,0-1 0,1 1 0,-1-1 0,1 0 0,1-1 0,-1 0 0,1 0 0,0-1 0,16 5 0,-13-5 0,0 0 0,0-1 0,0-1 0,0 0 0,0-1 0,0 0 0,1 0 0,-1-2 0,0 1 0,0-2 0,1 0 0,-1 0 0,0-1 0,20-8 0,-28 10 0,0-1 0,0 0 0,0-1 0,-1 1 0,1-1 0,-1 0 0,1 0 0,3-4 0,-6 7 0,-1-1 0,1 0 0,0 0 0,-1 0 0,1 0 0,-1 0 0,1 0 0,-1 0 0,1 0 0,-1 0 0,0 0 0,1 0 0,-1 0 0,0-1 0,0 1 0,0 0 0,0 0 0,0 0 0,0 0 0,0 0 0,0 0 0,0-1 0,-1 1 0,1 0 0,0 0 0,-1 0 0,1 0 0,-1 0 0,1 0 0,-1 0 0,0 0 0,1 0 0,-1 0 0,0 1 0,0-1 0,0-1 0,-4-2 0,0 0 0,0 1 0,0-1 0,-1 1 0,1 0 0,-1 1 0,1-1 0,-1 1 0,0 0 0,0 1 0,0-1 0,0 1 0,0 1 0,-12-1 0,7 0 0,-1 2 0,1 0 0,0 0 0,-1 1 0,1 0 0,0 1 0,-13 4 0,17-4 0,1 1 0,-1-1 0,0 1 0,1 0 0,0 0 0,0 1 0,0 0 0,0 0 0,1 0 0,-6 8 0,9-11 0,0 1 0,1-1 0,-1 0 0,1 1 0,0 0 0,-1-1 0,1 1 0,0 0 0,0-1 0,1 1 0,-1 0 0,1 0 0,-1 0 0,1 0 0,0-1 0,0 1 0,0 0 0,1 0 0,-1 0 0,1 0 0,-1 0 0,1-1 0,0 1 0,0 0 0,0 0 0,0-1 0,1 1 0,-1-1 0,4 4 0,0 0 27,0-1-1,0 1 0,1-1 0,0-1 1,0 1-1,0-1 0,1 0 0,-1-1 1,1 1-1,0-1 0,0 0 0,10 2 1,1-1-454,0 0 0,0-1 1,34 2-1,-3-5-6399</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44.030"/>
    </inkml:context>
    <inkml:brush xml:id="br0">
      <inkml:brushProperty name="width" value="0.05" units="cm"/>
      <inkml:brushProperty name="height" value="0.05" units="cm"/>
      <inkml:brushProperty name="color" value="#FFC114"/>
    </inkml:brush>
  </inkml:definitions>
  <inkml:trace contextRef="#ctx0" brushRef="#br0">89 312 24575,'-2'-25'0,"-1"0"0,-1 1 0,-1-1 0,-12-35 0,3 11 0,9 33 0,3 6 0,0-1 0,-1 1 0,-1 0 0,0 0 0,0 0 0,-10-14 0,14 23 0,0 1 0,0 0 0,0 0 0,0 0 0,0 0 0,0 0 0,0 0 0,0 0 0,0 0 0,0 0 0,0-1 0,0 1 0,0 0 0,0 0 0,0 0 0,0 0 0,-1 0 0,1 0 0,0 0 0,0 0 0,0 0 0,0 0 0,0 0 0,0 0 0,0 0 0,0 0 0,-1 0 0,1 0 0,0 0 0,0 0 0,0 0 0,0 0 0,0 0 0,0 0 0,0 0 0,-1 0 0,1 0 0,0 0 0,0 0 0,0 0 0,0 0 0,0 0 0,0 0 0,0 0 0,0 0 0,0 0 0,-1 0 0,1 0 0,0 0 0,0 1 0,0-1 0,0 0 0,0 0 0,0 0 0,0 0 0,0 0 0,0 0 0,0 0 0,0 0 0,0 0 0,0 1 0,0-1 0,0 0 0,0 0 0,0 0 0,0 0 0,0 0 0,0 0 0,-2 15 0,4 17 0,85 452-1365,-78-442-5461</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44.359"/>
    </inkml:context>
    <inkml:brush xml:id="br0">
      <inkml:brushProperty name="width" value="0.05" units="cm"/>
      <inkml:brushProperty name="height" value="0.05" units="cm"/>
      <inkml:brushProperty name="color" value="#FFC114"/>
    </inkml:brush>
  </inkml:definitions>
  <inkml:trace contextRef="#ctx0" brushRef="#br0">1 299 24575,'-1'-2'0,"1"1"0,0-1 0,0 1 0,1-1 0,-1 1 0,0-1 0,0 0 0,1 1 0,-1-1 0,1 1 0,0-1 0,-1 1 0,1 0 0,0-1 0,0 1 0,-1 0 0,3-2 0,-2 2 0,0 1 0,0-1 0,0 1 0,0-1 0,0 1 0,0-1 0,0 1 0,1 0 0,-1 0 0,0-1 0,0 1 0,0 0 0,0 0 0,1 0 0,-1 0 0,0 0 0,0 1 0,0-1 0,0 0 0,1 1 0,-1-1 0,0 0 0,1 2 0,12 3 0,-1-1 0,1 0 0,0-1 0,0 0 0,1-1 0,-1-1 0,0 0 0,1-1 0,-1-1 0,0 0 0,1 0 0,-1-2 0,0 0 0,0 0 0,-1-2 0,18-6 0,-22 6 0,1 0 0,-1 0 0,-1 0 0,1-1 0,-1-1 0,0 1 0,0-1 0,0-1 0,-1 1 0,-1-1 0,1 0 0,5-11 0,-9 15 0,-1 0 0,0-1 0,0 1 0,0-1 0,-1 1 0,1-1 0,-1 1 0,0-1 0,-1 0 0,1 0 0,-1 1 0,0-1 0,0 0 0,0 0 0,-1 0 0,1 1 0,-1-1 0,-1 0 0,1 1 0,-1-1 0,1 1 0,-1-1 0,0 1 0,-1 0 0,1-1 0,-1 1 0,0 1 0,-4-6 0,5 7 0,0-1 0,0 0 0,-1 1 0,1-1 0,-1 1 0,0 0 0,1 0 0,-1 0 0,0 0 0,0 0 0,0 1 0,-1-1 0,1 1 0,0 0 0,0 0 0,-1 0 0,1 0 0,-1 1 0,1-1 0,-1 1 0,1 0 0,-1 0 0,1 0 0,-1 1 0,1-1 0,0 1 0,-1 0 0,1 0 0,0 0 0,-1 0 0,1 1 0,0-1 0,0 1 0,0 0 0,0-1 0,0 1 0,1 1 0,-5 3 0,-1 1 0,1 1 0,0-1 0,0 2 0,1-1 0,0 1 0,1-1 0,0 1 0,0 1 0,1-1 0,0 1 0,1 0 0,-3 10 0,4-10-54,1-1-1,0 0 0,1 0 1,0 1-1,0-1 1,1 0-1,0 0 0,1 1 1,-1-1-1,2 0 1,0 0-1,0-1 0,0 1 1,1 0-1,0-1 0,1 0 1,0 0-1,0 0 1,1-1-1,0 0 0,0 0 1,0 0-1,1-1 1,10 7-1,12 7-6771</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45.659"/>
    </inkml:context>
    <inkml:brush xml:id="br0">
      <inkml:brushProperty name="width" value="0.05" units="cm"/>
      <inkml:brushProperty name="height" value="0.05" units="cm"/>
      <inkml:brushProperty name="color" value="#FFC114"/>
    </inkml:brush>
  </inkml:definitions>
  <inkml:trace contextRef="#ctx0" brushRef="#br0">61 622 24575,'-16'-45'0,"14"38"0,1 1 0,-1 0 0,0 0 0,-1 0 0,1 0 0,-1 0 0,-1 1 0,1-1 0,-1 1 0,-6-8 0,10 13 0,-1-1 0,1 1 0,0 0 0,0 0 0,0 0 0,0 0 0,0 0 0,0-1 0,0 1 0,-1 0 0,1 0 0,0 0 0,0 0 0,0 0 0,0 0 0,-1 0 0,1 0 0,0-1 0,0 1 0,0 0 0,0 0 0,-1 0 0,1 0 0,0 0 0,0 0 0,0 0 0,-1 0 0,1 0 0,0 0 0,0 0 0,0 0 0,-1 0 0,1 0 0,0 0 0,0 1 0,0-1 0,0 0 0,-1 0 0,1 0 0,0 0 0,0 0 0,0 0 0,0 0 0,0 0 0,-1 1 0,0 10 0,6 15 0,-5-25 0,18 70 0,-4-17 0,11 81 0,-25-147 0,0 0 0,1 0 0,0 0 0,1 0 0,4-17 0,22-64 0,-25 86 0,0-4 0,0 1 0,1-1 0,0 0 0,1 1 0,0 0 0,1 0 0,0 1 0,0 0 0,10-11 0,-15 19 0,-1 1 0,1-1 0,0 0 0,0 0 0,0 1 0,0-1 0,0 1 0,0-1 0,0 1 0,0-1 0,0 1 0,0-1 0,0 1 0,0 0 0,0 0 0,0-1 0,0 1 0,0 0 0,0 0 0,0 0 0,0 0 0,0 0 0,1 1 0,0-1 0,0 1 0,-1 0 0,0 0 0,1 0 0,-1 0 0,1 0 0,-1 0 0,0 0 0,0 1 0,0-1 0,0 0 0,0 1 0,0-1 0,2 4 0,1 4 0,-1 1 0,1-1 0,3 20 0,-7-28 0,9 52 0,-8-39 0,1 0 0,0 0 0,1 0 0,1-1 0,0 1 0,8 15 0,-12-28 0,0 0 0,0-1 0,1 1 0,-1 0 0,0 0 0,1-1 0,-1 1 0,1 0 0,-1-1 0,1 1 0,-1-1 0,1 1 0,-1-1 0,1 1 0,0-1 0,-1 1 0,1-1 0,0 1 0,-1-1 0,1 0 0,0 1 0,0-1 0,-1 0 0,1 0 0,0 0 0,0 0 0,-1 1 0,2-1 0,-1-1 0,0 1 0,0-1 0,0 0 0,0 1 0,0-1 0,0 0 0,0 0 0,-1 1 0,1-1 0,0 0 0,0 0 0,-1 0 0,1 0 0,0 0 0,-1 0 0,1-2 0,3-4 0,-1-1 0,-1 0 0,4-17 0,-1-11 0,5-33 0,-9 64 0,1 0 0,-1-1 0,1 1 0,0 0 0,1 0 0,-1 0 0,1 0 0,0 0 0,6-6 0,-9 10 0,1 0 0,0 0 0,0 1 0,0-1 0,-1 0 0,1 0 0,0 0 0,0 1 0,0-1 0,0 1 0,0-1 0,1 1 0,-1-1 0,0 1 0,0 0 0,0-1 0,0 1 0,0 0 0,1 0 0,-1 0 0,0 0 0,0 0 0,0 0 0,2 0 0,-1 1 0,0 0 0,-1 0 0,1-1 0,0 1 0,-1 1 0,1-1 0,-1 0 0,1 0 0,-1 1 0,1-1 0,-1 1 0,0-1 0,2 3 0,2 5 0,0 0 0,0 1 0,0 0 0,2 11 0,9 37 0,-11-39 0,0 0 0,1-1 0,14 32 0,-17-45 0,-1-1 0,1 1 0,0-1 0,0 0 0,1 0 0,0 0 0,-1 0 0,1 0 0,0-1 0,1 1 0,-1-1 0,0-1 0,1 1 0,0 0 0,0-1 0,0 0 0,0 0 0,7 1 0,-4-1 0,0 0 0,0-1 0,1-1 0,-1 1 0,0-1 0,1 0 0,-1-1 0,0 0 0,0-1 0,1 1 0,-1-2 0,0 1 0,-1-1 0,1 0 0,0-1 0,-1 1 0,0-2 0,0 1 0,11-9 0,-7 3 0,-1 0 0,-1 0 0,1-1 0,-2-1 0,1 1 0,-2-1 0,1-1 0,-2 0 0,0 0 0,8-23 0,-10 25 0,20-68 0,-22 69 0,0 1 0,0-1 0,-1 0 0,0 0 0,-1-18 0,0 27 0,0 0 0,0 1 0,0-1 0,0 0 0,0 1 0,0-1 0,0 1 0,-1-1 0,1 0 0,0 1 0,0-1 0,0 1 0,-1-1 0,1 1 0,0-1 0,0 0 0,-1 1 0,1-1 0,-1 1 0,1-1 0,0 1 0,-1 0 0,1-1 0,-1 1 0,1-1 0,-1 1 0,1 0 0,-1-1 0,1 1 0,-1 0 0,0 0 0,0-1 0,0 1 0,-1 1 0,1-1 0,0 1 0,-1-1 0,1 1 0,0-1 0,0 1 0,-1 0 0,1-1 0,0 1 0,0 0 0,0 0 0,-2 2 0,-3 4 0,-1 0 0,1 0 0,-6 10 0,1 3 0,0 1 0,-14 35 0,21-44 0,0 0 0,1 0 0,0 1 0,1-1 0,0 0 0,1 21 0,1-29 0,0 1 0,1-1 0,-1 0 0,1 1 0,0-1 0,0 0 0,1 0 0,-1 0 0,1 0 0,0 0 0,0 0 0,0 0 0,1-1 0,-1 1 0,1-1 0,0 0 0,5 5 0,-3-4 0,0-1 0,0 1 0,1-1 0,-1 0 0,1-1 0,0 1 0,0-1 0,0 0 0,0 0 0,0-1 0,7 1 0,-1-1 0,0 0 0,-1-1 0,1 0 0,0-1 0,0 0 0,0-1 0,-1 0 0,1-1 0,-1-1 0,0 1 0,0-2 0,16-7 0,-20 6 0,1 1 0,-1-1 0,0-1 0,-1 1 0,1-1 0,-1 0 0,-1-1 0,1 1 0,-1-1 0,-1 0 0,1 0 0,-1-1 0,-1 1 0,0-1 0,0 0 0,3-17 0,-4 17 0,-1-1 0,0 1 0,0 0 0,-1 0 0,0-1 0,-1 1 0,0 0 0,-1 0 0,0 0 0,0 0 0,-1 0 0,0 0 0,0 0 0,-1 1 0,0 0 0,-10-16 0,14 24 0,0 1 0,0-1 0,0 0 0,0 1 0,0-1 0,0 0 0,0 1 0,-1-1 0,1 0 0,0 1 0,0-1 0,0 0 0,0 0 0,0 1 0,0-1 0,-1 0 0,1 1 0,0-1 0,0 0 0,0 0 0,-1 0 0,1 1 0,0-1 0,0 0 0,-1 0 0,1 0 0,0 1 0,0-1 0,-1 0 0,1 0 0,0 0 0,-1 0 0,1 0 0,0 0 0,0 0 0,-1 0 0,1 0 0,0 0 0,-1 0 0,1 0 0,0 0 0,-1 0 0,1 0 0,0 0 0,-1 0 0,1 0 0,0 0 0,-1 0 0,1 0 0,0 0 0,0-1 0,-1 1 0,1 0 0,0 0 0,0 0 0,-1-1 0,1 1 0,0 0 0,0 0 0,0-1 0,-1 1 0,1 0 0,0 0 0,0-1 0,0 1 0,0 0 0,-1-1 0,0 27 0,2-18 0,0-1 0,0 1 0,1 0 0,0-1 0,5 15 0,-6-20 0,0 0 0,1 0 0,-1 0 0,0 0 0,0-1 0,1 1 0,-1-1 0,1 1 0,-1-1 0,1 1 0,0-1 0,0 0 0,0 0 0,-1 0 0,1 0 0,0 0 0,0 0 0,1 0 0,-1-1 0,0 1 0,0-1 0,0 1 0,0-1 0,0 0 0,0 0 0,3 0 0,18-2 0,-19 2 0,-1-1 0,1 0 0,0 1 0,-1 0 0,1 0 0,0 0 0,0 0 0,-1 1 0,1-1 0,0 1 0,-1 0 0,1 0 0,-1 0 0,1 1 0,-1-1 0,0 1 0,1 0 0,-1 0 0,0 0 0,0 0 0,3 3 0,2 5 0,0 1 0,-1-1 0,0 1 0,-1 1 0,8 18 0,-10-18 0,1-1 0,1-1 0,0 1 0,0-1 0,1 0 0,13 15 0,-18-24 0,-1 1 0,1 0 0,0-1 0,0 0 0,-1 1 0,1-1 0,0 0 0,0 0 0,0 0 0,0 0 0,0 0 0,1 0 0,-1-1 0,0 1 0,0-1 0,0 0 0,1 1 0,-1-1 0,0 0 0,0 0 0,1 0 0,-1-1 0,0 1 0,0 0 0,0-1 0,1 0 0,-1 1 0,0-1 0,0 0 0,0 0 0,0 0 0,0 0 0,0-1 0,-1 1 0,1 0 0,0-1 0,-1 1 0,3-3 0,3-4 0,-1 0 0,0 0 0,0 0 0,-1 0 0,0-1 0,-1 0 0,6-14 0,-1-7 0,0-1 0,-2 0 0,-1-1 0,-2 1 0,0-58 0,-18-160 0,-7 53 0,46 410 229,-11-74-1026,49 205 0,-56-319-6029</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45.798"/>
    </inkml:context>
    <inkml:brush xml:id="br0">
      <inkml:brushProperty name="width" value="0.05" units="cm"/>
      <inkml:brushProperty name="height" value="0.05" units="cm"/>
      <inkml:brushProperty name="color" value="#FFC114"/>
    </inkml:brush>
  </inkml:definitions>
  <inkml:trace contextRef="#ctx0" brushRef="#br0">51 110 24575,'-3'-6'0,"-4"-4"0,-3-4 0,0-2 0,-2-1 0,5 1 0,6 5 0,6 3 0,5 4 0,7 2 0,3 1 0,4 2 0,3-3 0,-2-1-8191</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46.048"/>
    </inkml:context>
    <inkml:brush xml:id="br0">
      <inkml:brushProperty name="width" value="0.05" units="cm"/>
      <inkml:brushProperty name="height" value="0.05" units="cm"/>
      <inkml:brushProperty name="color" value="#FFC114"/>
    </inkml:brush>
  </inkml:definitions>
  <inkml:trace contextRef="#ctx0" brushRef="#br0">91 134 24575,'1'-114'0,"-1"113"0,0 0 0,0 0 0,0 0 0,0 0 0,0 0 0,0 0 0,0-1 0,1 1 0,-1 0 0,0 0 0,1 0 0,-1 0 0,1 0 0,-1 0 0,1 1 0,-1-1 0,1 0 0,0-1 0,0 2 0,-1 0 0,1 0 0,-1 0 0,1 0 0,-1 0 0,1 0 0,-1 0 0,1 0 0,-1 1 0,1-1 0,-1 0 0,0 0 0,1 0 0,-1 1 0,1-1 0,-1 0 0,0 0 0,1 1 0,-1-1 0,1 0 0,-1 1 0,0-1 0,0 0 0,1 1 0,-1-1 0,1 1 0,3 5 0,-1 0 0,1 1 0,-1-1 0,3 8 0,26 77 0,37 171 0,-59-206 0,-3 1 0,-2-1 0,-2 2 0,-7 80 0,3-121 0,-1-1 0,-1 1 0,-1-1 0,0 0 0,-1 0 0,-11 23 0,13-33 0,0 0 0,-1 0 0,0 0 0,0 0 0,-1-1 0,1 0 0,-1 0 0,0 0 0,-1 0 0,1-1 0,-1 0 0,0 0 0,0 0 0,0-1 0,0 0 0,-1 0 0,1-1 0,-8 3 0,-43 3-1365,2-7-5461</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2.495"/>
    </inkml:context>
    <inkml:brush xml:id="br0">
      <inkml:brushProperty name="width" value="0.05" units="cm"/>
      <inkml:brushProperty name="height" value="0.05" units="cm"/>
      <inkml:brushProperty name="color" value="#FFC114"/>
    </inkml:brush>
  </inkml:definitions>
  <inkml:trace contextRef="#ctx0" brushRef="#br0">29 0 24575,'-2'0'0,"-5"0"0,0 3 0,0 7 0,2 7 0,5 9 0,4 12 0,6 11 0,3 9 0,2 5 0,2 7 0,1 2 0,0 1 0,-1-3 0,1-5 0,-3-9 0,-5-13-8191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2.682"/>
    </inkml:context>
    <inkml:brush xml:id="br0">
      <inkml:brushProperty name="width" value="0.05" units="cm"/>
      <inkml:brushProperty name="height" value="0.05" units="cm"/>
      <inkml:brushProperty name="color" value="#FFC114"/>
    </inkml:brush>
  </inkml:definitions>
  <inkml:trace contextRef="#ctx0" brushRef="#br0">11 193 24575,'-3'-9'0,"-1"-11"0,1-8 0,3-5 0,7 1 0,12 2 0,10 6 0,13 11 0,12 10 0,13 8 0,8 7 0,6 6 0,0 4 0,-1 0 0,-15-3-8191</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2.853"/>
    </inkml:context>
    <inkml:brush xml:id="br0">
      <inkml:brushProperty name="width" value="0.05" units="cm"/>
      <inkml:brushProperty name="height" value="0.05" units="cm"/>
      <inkml:brushProperty name="color" value="#FFC114"/>
    </inkml:brush>
  </inkml:definitions>
  <inkml:trace contextRef="#ctx0" brushRef="#br0">25 1 24575,'-6'2'0,"-5"5"0,3 3 0,8 1 0,13-3 0,13-1 0,10-3 0,10-2 0,13-1 0,9-1 0,6-3 0,-11-1-8191</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3.309"/>
    </inkml:context>
    <inkml:brush xml:id="br0">
      <inkml:brushProperty name="width" value="0.05" units="cm"/>
      <inkml:brushProperty name="height" value="0.05" units="cm"/>
      <inkml:brushProperty name="color" value="#FFC114"/>
    </inkml:brush>
  </inkml:definitions>
  <inkml:trace contextRef="#ctx0" brushRef="#br0">482 76 24575,'1'-1'0,"0"-1"0,0 0 0,0 1 0,0-1 0,0 0 0,0 1 0,0-1 0,0 0 0,-1 0 0,1 0 0,-1 0 0,1 0 0,-1 0 0,0 0 0,1 0 0,-1 0 0,0 0 0,-1 0 0,1 0 0,0 1 0,0-1 0,-1 0 0,0 0 0,1 0 0,-1 0 0,0 0 0,0 0 0,1 1 0,-2-1 0,1 0 0,0 1 0,0-1 0,0 1 0,-1-1 0,1 1 0,-1 0 0,1-1 0,-1 1 0,1 0 0,-1 0 0,0 0 0,0 0 0,1 0 0,-1 1 0,0-1 0,0 0 0,-2 1 0,-5 0 0,1 0 0,-1 1 0,1 0 0,-1 0 0,1 1 0,-1 0 0,1 0 0,0 1 0,-11 6 0,-11 6 0,-28 19 0,48-27 0,-32 20 0,-41 34 0,64-45 0,0 2 0,1 0 0,-31 39 0,45-51 0,0 0 0,1-1 0,0 1 0,-1 0 0,2 1 0,-1-1 0,1 1 0,0-1 0,0 1 0,1-1 0,-1 13 0,2-15 0,0 0 0,0 0 0,1 0 0,0 0 0,0 0 0,0 0 0,0 0 0,1-1 0,-1 1 0,1 0 0,0-1 0,0 1 0,1-1 0,-1 1 0,0-1 0,1 0 0,0 0 0,0 0 0,0-1 0,6 5 0,4 2 0,0-2 0,1 0 0,-1 0 0,1-1 0,1-1 0,-1 0 0,29 4 0,109 9 0,-132-16 0,94 9 0,-114-11 0,0 0 0,0 0 0,0 0 0,0 1 0,0-1 0,0 0 0,0 0 0,0 0 0,0 0 0,0 0 0,0 0 0,0 0 0,0 0 0,0 0 0,0 1 0,0-1 0,0 0 0,0 0 0,0 0 0,0 0 0,0 0 0,0 0 0,0 0 0,0 0 0,0 1 0,0-1 0,0 0 0,0 0 0,0 0 0,0 0 0,0 0 0,0 0 0,0 0 0,0 0 0,0 0 0,0 0 0,1 0 0,-1 1 0,0-1 0,0 0 0,0 0 0,0 0 0,0 0 0,0 0 0,0 0 0,0 0 0,0 0 0,1 0 0,-1 0 0,0 0 0,0 0 0,0 0 0,0 0 0,0 0 0,0 0 0,0 0 0,0 0 0,1 0 0,-16 5 0,-22 4 0,-28 4 0,-64 15 0,115-23 0,0-1 0,0 2 0,1 0 0,0 0 0,0 1 0,-20 15 0,30-20 0,1 0 0,-1 1 0,0-1 0,1 0 0,0 1 0,0 0 0,-1-1 0,1 1 0,1 0 0,-1 0 0,0 0 0,1 0 0,0 1 0,0-1 0,0 0 0,0 1 0,0-1 0,0 0 0,1 1 0,0-1 0,0 1 0,0-1 0,0 1 0,1 5 0,1-3 0,0 0 0,0 0 0,1 0 0,0 0 0,0-1 0,0 1 0,0-1 0,1 0 0,0 0 0,0 0 0,1-1 0,8 8 0,3 1 43,0-2 0,1 0-1,1 0 1,0-2 0,0 0-1,1-1 1,34 10 0,-23-10-385,0-2 1,1-1 0,0-1-1,42-1 1,-21-4-6485</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6.190"/>
    </inkml:context>
    <inkml:brush xml:id="br0">
      <inkml:brushProperty name="width" value="0.05" units="cm"/>
      <inkml:brushProperty name="height" value="0.05" units="cm"/>
      <inkml:brushProperty name="color" value="#FFC114"/>
    </inkml:brush>
  </inkml:definitions>
  <inkml:trace contextRef="#ctx0" brushRef="#br0">0 277 24575,'56'-102'0,"33"-72"0,-115 285 0,-26 163 0,48-234 0,2 0 0,1 0 0,2 1 0,12 76 0,-9-97-273,1 0 0,1-1 0,1 0 0,16 32 0,6-3-6553</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6.782"/>
    </inkml:context>
    <inkml:brush xml:id="br0">
      <inkml:brushProperty name="width" value="0.05" units="cm"/>
      <inkml:brushProperty name="height" value="0.05" units="cm"/>
      <inkml:brushProperty name="color" value="#FFC114"/>
    </inkml:brush>
  </inkml:definitions>
  <inkml:trace contextRef="#ctx0" brushRef="#br0">99 553 24575,'-7'-15'0,"-1"1"0,-11-16 0,16 25 0,-1 0 0,0 1 0,0-1 0,0 1 0,0 0 0,-1 0 0,0 0 0,-9-5 0,13 8 0,1 1 0,0 0 0,-1 0 0,1 0 0,-1-1 0,1 1 0,0 0 0,-1 0 0,1 0 0,-1 0 0,1 0 0,-1 0 0,1 0 0,-1 0 0,1 0 0,0 0 0,-1 0 0,1 0 0,-1 0 0,1 0 0,-1 0 0,1 0 0,-1 0 0,1 1 0,0-1 0,-1 0 0,1 0 0,0 1 0,-1-1 0,0 1 0,-2 13 0,8 20 0,41 97 0,-13-44 0,-28-64 0,-8-19 0,-5-13 0,0-3 0,2 1 0,0-1 0,0 0 0,1-1 0,1 1 0,0-1 0,-3-19 0,2 4 0,2 0 0,0-44 0,4 43 0,1 0 0,2 0 0,1 0 0,1 0 0,1 1 0,22-54 0,-21 64 0,0 0 0,2 1 0,0 0 0,0 0 0,2 1 0,0 1 0,1 0 0,0 1 0,1 0 0,1 1 0,21-15 0,-29 23 0,1 1 0,0 0 0,-1 0 0,1 1 0,1 0 0,-1 1 0,0 0 0,1 0 0,-1 0 0,1 1 0,-1 1 0,1-1 0,0 2 0,-1-1 0,1 1 0,-1 0 0,1 1 0,10 3 0,-13-3 0,1 0 0,-1 1 0,0 0 0,0 1 0,0-1 0,0 1 0,0 0 0,-1 1 0,0-1 0,0 1 0,0 0 0,0 0 0,-1 1 0,0-1 0,0 1 0,0 0 0,-1 0 0,0 0 0,0 1 0,-1-1 0,0 1 0,0-1 0,1 8 0,-1-5 0,-1 0 0,0 0 0,-1 0 0,0 0 0,0 0 0,-1 1 0,0-1 0,-1 0 0,0-1 0,-5 14 0,2-9 0,-1 0 0,-1 0 0,0-1 0,0 0 0,-2 0 0,-8 11 0,-12 6 0,0 0 0,-2-2 0,-52 37 0,92-69 0,1 1 0,0 1 0,1-1 0,-1 2 0,16-3 0,70-8 0,-81 12 0,0 1 0,1 1 0,-1 0 0,0 1 0,0 0 0,-1 1 0,1 1 0,18 7 0,-28-8 0,0-1 0,0 1 0,0-1 0,0 1 0,-1 1 0,1-1 0,-1 1 0,0-1 0,0 1 0,0 1 0,3 4 0,-5-5 0,0-1 0,0 1 0,0 0 0,-1 0 0,0 0 0,1 0 0,-2 0 0,1 0 0,0 0 0,-1 1 0,0-1 0,1 0 0,-2 0 0,1 0 0,0 0 0,-3 7 0,1-3 0,-1 0 0,0 0 0,0 0 0,-1 0 0,0-1 0,-1 1 0,0-1 0,0-1 0,0 1 0,-1-1 0,0 1 0,0-2 0,0 1 0,-1-1 0,0 0 0,0 0 0,0-1 0,-1 1 0,0-2 0,1 1 0,-10 2 0,8-3 0,0 0 0,-1 0 0,1-1 0,-1 0 0,1-1 0,-1 0 0,0 0 0,0-1 0,0 0 0,1-1 0,-1 0 0,0-1 0,1 0 0,-1 0 0,1-1 0,0 0 0,-1-1 0,-8-5 0,-5-9-1365,7-1-5461</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7.236"/>
    </inkml:context>
    <inkml:brush xml:id="br0">
      <inkml:brushProperty name="width" value="0.05" units="cm"/>
      <inkml:brushProperty name="height" value="0.05" units="cm"/>
      <inkml:brushProperty name="color" value="#FFC114"/>
    </inkml:brush>
  </inkml:definitions>
  <inkml:trace contextRef="#ctx0" brushRef="#br0">155 210 24575,'0'0'0,"0"0"0,0 0 0,1 0 0,-1 0 0,0 0 0,1 0 0,-1 0 0,0 0 0,0 0 0,1 0 0,-1 0 0,0 0 0,0 0 0,1-1 0,-1 1 0,0 0 0,0 0 0,0 0 0,1 0 0,-1-1 0,0 1 0,0 0 0,0 0 0,0 0 0,1-1 0,-1 1 0,0 0 0,0 0 0,0-1 0,0 1 0,0 0 0,0 0 0,0-1 0,0 1 0,-1-14 0,-10-11 0,6 16 0,1-1 0,-1 1 0,0 0 0,0 0 0,-1 0 0,-1 1 0,1 0 0,-1 0 0,-10-8 0,16 15 0,1 1 0,-1-1 0,0 1 0,0-1 0,0 1 0,0-1 0,0 1 0,0 0 0,0 0 0,0-1 0,0 1 0,1 0 0,-1 0 0,0 0 0,0 0 0,0 0 0,0 0 0,0 0 0,0 0 0,0 1 0,0-1 0,0 0 0,-2 1 0,2 0 0,-1 0 0,1 0 0,-1 1 0,1-1 0,0 0 0,-1 1 0,1-1 0,0 1 0,0-1 0,0 1 0,-1 2 0,-2 6 0,0 0 0,0-1 0,-2 18 0,5-23 0,-7 32 0,2 1 0,-2 54 0,7-71 0,2 0 0,0 1 0,1-1 0,1 0 0,1 0 0,7 22 0,-10-38 0,1 1 0,0-1 0,0 1 0,0-1 0,0 0 0,1 0 0,0 0 0,0 0 0,0 0 0,0-1 0,0 1 0,1-1 0,0 0 0,0 0 0,4 3 0,-5-5 0,0 0 0,0 0 0,0 0 0,0 0 0,0 0 0,0 0 0,1-1 0,-1 0 0,0 0 0,0 0 0,0 0 0,1 0 0,-1 0 0,0-1 0,0 0 0,0 1 0,0-1 0,0-1 0,0 1 0,0 0 0,0-1 0,0 1 0,4-4 0,1-1 0,0-1 0,0 0 0,-1 0 0,0-1 0,0 0 0,-1 0 0,0-1 0,0 1 0,-1-1 0,0-1 0,-1 1 0,0-1 0,0 1 0,-1-1 0,0 0 0,-1 0 0,2-13 0,-1-4 0,-1-1 0,-1 1 0,-2 0 0,0-1 0,-7-36 0,6 53 0,-2-17 0,-2 0 0,0 1 0,-11-27 0,9 42 0,7 12 0,1 0 0,0 0 0,0 0 0,-1 0 0,1 0 0,0 0 0,0 0 0,-1 0 0,1 0 0,0 0 0,0 0 0,0 0 0,-1 1 0,1-1 0,0 0 0,0 0 0,0 0 0,-1 0 0,1 1 0,0-1 0,0 0 0,0 0 0,0 0 0,0 0 0,-1 1 0,1-1 0,0 0 0,0 0 0,0 1 0,0-1 0,0 0 0,0 1 0,-5 27 0,4 2 0,2 1 0,1 0 0,1-1 0,2 0 0,1 0 0,1 0 0,2 0 0,18 41 0,-24-63-85,1 0 0,0 0-1,1-1 1,0 1 0,0-1-1,0 0 1,1 0 0,0-1-1,0 0 1,1 0 0,0 0-1,0-1 1,0 0 0,1 0-1,14 6 1,6-2-6741</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7.423"/>
    </inkml:context>
    <inkml:brush xml:id="br0">
      <inkml:brushProperty name="width" value="0.05" units="cm"/>
      <inkml:brushProperty name="height" value="0.05" units="cm"/>
      <inkml:brushProperty name="color" value="#FFC114"/>
    </inkml:brush>
  </inkml:definitions>
  <inkml:trace contextRef="#ctx0" brushRef="#br0">37 446 24575,'1'-100'0,"-9"-192"0,7 283 0,1 5 0,0 1 0,0-1 0,-1 1 0,0-1 0,1 1 0,-1-1 0,0 1 0,-1-1 0,1 1 0,-4-6 0,5 9 0,0 0 0,0 0 0,0 0 0,0 0 0,-1 0 0,1 0 0,0 0 0,0 0 0,0 0 0,0 0 0,-1 0 0,1 0 0,0 0 0,0 0 0,0 0 0,0 0 0,0 0 0,-1 0 0,1 0 0,0 0 0,0 0 0,0 0 0,0 0 0,-1 0 0,1 0 0,0 0 0,0 1 0,0-1 0,0 0 0,0 0 0,0 0 0,-1 0 0,1 0 0,0 0 0,0 1 0,0-1 0,0 0 0,0 0 0,0 0 0,0 0 0,0 0 0,0 1 0,0-1 0,0 0 0,0 0 0,0 0 0,0 0 0,0 1 0,0-1 0,0 0 0,0 0 0,-4 19 0,1-1 0,1 0 0,1 1 0,0-1 0,1 1 0,3 18 0,-1-8 0,14 181 0,-9-159 0,2-1 0,17 55 0,-24-98-227,1 0-1,-1 0 1,2 0-1,-1 0 1,9 12-1,0-5-6598</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7.611"/>
    </inkml:context>
    <inkml:brush xml:id="br0">
      <inkml:brushProperty name="width" value="0.05" units="cm"/>
      <inkml:brushProperty name="height" value="0.05" units="cm"/>
      <inkml:brushProperty name="color" value="#FFC114"/>
    </inkml:brush>
  </inkml:definitions>
  <inkml:trace contextRef="#ctx0" brushRef="#br0">0 203 24575,'0'-202'0,"20"311"0,9 255-1365,-27-322-5461</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7.910"/>
    </inkml:context>
    <inkml:brush xml:id="br0">
      <inkml:brushProperty name="width" value="0.05" units="cm"/>
      <inkml:brushProperty name="height" value="0.05" units="cm"/>
      <inkml:brushProperty name="color" value="#FFC114"/>
    </inkml:brush>
  </inkml:definitions>
  <inkml:trace contextRef="#ctx0" brushRef="#br0">32 118 24575,'-5'-2'0,"-19"-13"0,24 14 0,0 1 0,0 0 0,0 0 0,-1-1 0,1 1 0,0 0 0,0-1 0,0 1 0,0 0 0,-1-1 0,1 1 0,0 0 0,0-1 0,0 1 0,0 0 0,0-1 0,0 1 0,0 0 0,0-1 0,0 1 0,0 0 0,0-1 0,0 1 0,0 0 0,0-1 0,1 0 0,12-8 0,5 4 0,0 0 0,1 2 0,-1 0 0,34-1 0,-21 2 0,95-6 0,-34 4 0,138-26 0,-176 12 0,-53 18 0,-1 0 0,0 0 0,1 0 0,-1 0 0,0 0 0,1 1 0,-1-1 0,0 0 0,0 0 0,1 0 0,-1 0 0,0 0 0,0 1 0,1-1 0,-1 0 0,0 0 0,0 0 0,1 1 0,-1-1 0,0 0 0,0 0 0,0 1 0,0-1 0,1 0 0,-1 0 0,0 1 0,0-1 0,0 0 0,0 1 0,0-1 0,0 0 0,0 0 0,0 1 0,0-1 0,0 0 0,0 1 0,0-1 0,0 0 0,0 1 0,0-1 0,-1 20 0,0-14 0,4 70-444,24 136 0,-24-193-33,2 13-6349</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8.051"/>
    </inkml:context>
    <inkml:brush xml:id="br0">
      <inkml:brushProperty name="width" value="0.05" units="cm"/>
      <inkml:brushProperty name="height" value="0.05" units="cm"/>
      <inkml:brushProperty name="color" value="#FFC114"/>
    </inkml:brush>
  </inkml:definitions>
  <inkml:trace contextRef="#ctx0" brushRef="#br0">26 90 24575,'-3'-9'0,"0"-8"0,-4-4 0,0-2 0,1 4-8191</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8.678"/>
    </inkml:context>
    <inkml:brush xml:id="br0">
      <inkml:brushProperty name="width" value="0.05" units="cm"/>
      <inkml:brushProperty name="height" value="0.05" units="cm"/>
      <inkml:brushProperty name="color" value="#FFC114"/>
    </inkml:brush>
  </inkml:definitions>
  <inkml:trace contextRef="#ctx0" brushRef="#br0">1 1 24575,'5'0'0,"0"0"0,0 1 0,0-1 0,0 1 0,0 1 0,0-1 0,0 1 0,-1-1 0,1 1 0,-1 1 0,1-1 0,-1 1 0,0 0 0,1 0 0,-2 0 0,1 0 0,0 1 0,-1-1 0,1 1 0,-1 0 0,4 6 0,3 8 0,0 0 0,-1 0 0,-1 1 0,5 21 0,3 1 0,-16-39 0,1-1 0,-1 0 0,1 1 0,0-1 0,0 0 0,0 0 0,0 1 0,0-1 0,0 0 0,0 0 0,0 0 0,0 0 0,1 0 0,-1-1 0,0 1 0,1 0 0,-1-1 0,0 1 0,1 0 0,-1-1 0,1 0 0,-1 1 0,1-1 0,-1 0 0,1 0 0,-1 0 0,1 0 0,-1 0 0,1 0 0,-1 0 0,1 0 0,-1-1 0,3 0 0,6-2 0,0 0 0,0-1 0,18-10 0,-13 7 0,9-5 0,-18 8 0,0 0 0,1 0 0,0 1 0,0 0 0,0 1 0,0 0 0,0 0 0,0 0 0,12-1 0,-18 4 0,1-1 0,-1 0 0,1 1 0,-1-1 0,1 0 0,-1 1 0,1 0 0,-1-1 0,0 1 0,1 0 0,-1 0 0,0 0 0,0 0 0,0 0 0,1 0 0,-1 0 0,2 2 0,14 27 0,-2-3 0,-12-23 0,-1-1 0,1 0 0,0 0 0,0-1 0,1 1 0,-1-1 0,0 1 0,1-1 0,-1 0 0,1 0 0,0-1 0,0 1 0,0-1 0,0 1 0,0-1 0,7 0 0,-6 0 0,1-1 0,-1-1 0,1 1 0,-1-1 0,1 0 0,-1 0 0,0-1 0,0 1 0,0-1 0,0 0 0,8-5 0,-6 3 0,0 0 0,0-1 0,-1 0 0,1 0 0,-1-1 0,0 0 0,-1 0 0,0 0 0,0-1 0,0 1 0,-1-1 0,1 0 0,-2 0 0,1-1 0,-1 1 0,4-16 0,-6 16 0,0 1 0,-1-1 0,0 0 0,0 0 0,0 0 0,-1 0 0,0 1 0,-1-1 0,-2-8 0,4 13 0,-1 0 0,0 0 0,0 0 0,1 0 0,-1 0 0,0 0 0,0 0 0,-1 1 0,1-1 0,0 0 0,-1 1 0,1-1 0,-1 1 0,1 0 0,-1-1 0,0 1 0,1 0 0,-1 0 0,0 0 0,0 0 0,0 0 0,0 1 0,0-1 0,0 0 0,0 1 0,0 0 0,0-1 0,0 1 0,0 0 0,0 0 0,0 0 0,0 0 0,0 0 0,-4 2 0,3-1 0,-1 0 0,1 1 0,0-1 0,-1 1 0,1 0 0,0 0 0,0 0 0,0 1 0,0-1 0,1 1 0,-1-1 0,1 1 0,-1 0 0,1 0 0,0 0 0,0 1 0,0-1 0,1 0 0,-1 1 0,1-1 0,0 1 0,0-1 0,-1 7 0,-1 4 0,0 1 0,1-1 0,1 1 0,1 24 0,3 0 0,2-1 0,1 1 0,14 44 0,43 113 0,-23-81 0,-29-81 0,0-3 0,-1 1 0,-2 0 0,-1 1 0,4 44 0,-10-74 0,-1 0 0,0 0 0,-1-1 0,1 1 0,0 0 0,-1 0 0,0-1 0,1 1 0,-1 0 0,0-1 0,0 1 0,-3 3 0,4-5 0,-1-1 0,1 1 0,-1-1 0,1 1 0,-1-1 0,1 0 0,-1 1 0,1-1 0,-1 0 0,1 1 0,-1-1 0,1 0 0,-1 0 0,1 1 0,-1-1 0,0 0 0,1 0 0,-1 0 0,1 0 0,-1 0 0,0 0 0,0 0 0,0 0 0,-1-1 0,1 1 0,0-1 0,-1 1 0,1-1 0,0 0 0,0 1 0,0-1 0,-1 0 0,1 0 0,0 0 0,0 0 0,-1-2 0,-15-20-1365,1-3-5461</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8.912"/>
    </inkml:context>
    <inkml:brush xml:id="br0">
      <inkml:brushProperty name="width" value="0.05" units="cm"/>
      <inkml:brushProperty name="height" value="0.05" units="cm"/>
      <inkml:brushProperty name="color" value="#FFC114"/>
    </inkml:brush>
  </inkml:definitions>
  <inkml:trace contextRef="#ctx0" brushRef="#br0">87 1 24575,'0'0'0,"0"0"0,1 0 0,-1 0 0,0 0 0,0 0 0,1 0 0,-1 0 0,0 0 0,0 0 0,1-1 0,-1 1 0,0 1 0,1-1 0,-1 0 0,0 0 0,0 0 0,1 0 0,-1 0 0,0 0 0,0 0 0,1 0 0,-1 0 0,0 0 0,0 1 0,1-1 0,-1 0 0,0 0 0,0 0 0,1 0 0,-1 1 0,0-1 0,0 0 0,0 0 0,0 1 0,1-1 0,-1 0 0,0 0 0,0 1 0,0-1 0,0 0 0,0 0 0,0 1 0,0-1 0,0 0 0,0 0 0,0 1 0,0-1 0,0 0 0,0 1 0,0-1 0,0 0 0,0 1 0,4 20 0,-3-19 0,60 292 0,5 35 0,-63-307 0,0 1 0,-2-1 0,-1 0 0,-1 1 0,-1-1 0,0 0 0,-7 24 0,6-36 0,0 1 0,-1-1 0,0 0 0,-1 0 0,0 0 0,-1-1 0,0 0 0,0 0 0,-1 0 0,0-1 0,-1 0 0,0 0 0,0-1 0,0 0 0,-1 0 0,-12 7 0,-32 11-1365,3-8-5461</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4.400"/>
    </inkml:context>
    <inkml:brush xml:id="br0">
      <inkml:brushProperty name="width" value="0.05" units="cm"/>
      <inkml:brushProperty name="height" value="0.05" units="cm"/>
      <inkml:brushProperty name="color" value="#FFC114"/>
    </inkml:brush>
  </inkml:definitions>
  <inkml:trace contextRef="#ctx0" brushRef="#br0">31 260 24575,'-3'-3'0,"0"-1"0,0 0 0,0 0 0,1 0 0,0 0 0,0-1 0,-3-8 0,-2-3 0,22 102 0,-11-66 0,72 411 0,-76-429 0,1 5 0,0-1 0,1 0 0,-1 0 0,4 8 0,-3-14 0,-2-9 0,-1-12 0,-9-46 0,-23-209 0,30 236 0,3-1 0,1 0 0,2 1 0,15-71 0,-16 102 0,0 0 0,1 1 0,0 0 0,0-1 0,1 1 0,0 0 0,1 1 0,-1-1 0,1 1 0,10-10 0,-11 13 0,0 0 0,0 1 0,1-1 0,0 1 0,0 1 0,0-1 0,0 1 0,0-1 0,0 1 0,0 1 0,1-1 0,-1 1 0,1 0 0,0 0 0,-1 1 0,1-1 0,8 2 0,-1 0 0,0 1 0,1 0 0,-2 1 0,1 1 0,0 0 0,-1 0 0,1 1 0,-1 1 0,-1 0 0,1 1 0,-1 0 0,18 16 0,-20-16 0,-1 0 0,-1 1 0,1 0 0,-1 0 0,0 0 0,-1 1 0,0 0 0,0 1 0,-1 0 0,0-1 0,-1 1 0,0 1 0,-1-1 0,0 1 0,3 19 0,-6-25 0,0 0 0,0 1 0,0-1 0,-1 0 0,0 0 0,0 0 0,0 0 0,0 0 0,-1 0 0,0 0 0,0 0 0,0 0 0,-4 4 0,2-2 0,-1-1 0,-1 1 0,1-1 0,-1 0 0,0-1 0,0 0 0,-12 8 0,2-4 0,0 0 0,-1-1 0,0 0 0,0-2 0,-1 0 0,-30 6 0,27-8 0,37-4 0,7-1 0,8 1 0,-1 1 0,1 1 0,0 2 0,-1 1 0,0 2 0,0 0 0,-1 2 0,42 19 0,-65-25 0,0 0 0,0 0 0,-1 0 0,1 1 0,-1 0 0,0 0 0,0 1 0,7 8 0,-10-12 0,-1 1 0,0 0 0,1 0 0,-1 0 0,0 0 0,0 1 0,-1-1 0,1 0 0,0 0 0,-1 0 0,1 1 0,-1-1 0,0 0 0,0 1 0,0-1 0,0 0 0,0 1 0,0-1 0,-1 0 0,1 0 0,-1 1 0,0-1 0,1 0 0,-1 0 0,0 0 0,0 0 0,0 0 0,-2 2 0,-2 3 0,0-1 0,-1 0 0,1 0 0,-1-1 0,-1 0 0,1 0 0,-1 0 0,1-1 0,-1 0 0,0 0 0,-1-1 0,-10 4 0,-1 0 0,-1-1 0,0-1 0,-35 3 0,48-6-105,0-2 0,0 1 0,0-1 0,0 0 0,0-1 0,0 0 0,0 0 0,0 0 0,0-1 0,1 0 0,-1 0 0,-11-6 0,-1-6-6721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4.692"/>
    </inkml:context>
    <inkml:brush xml:id="br0">
      <inkml:brushProperty name="width" value="0.05" units="cm"/>
      <inkml:brushProperty name="height" value="0.05" units="cm"/>
      <inkml:brushProperty name="color" value="#FFC114"/>
    </inkml:brush>
  </inkml:definitions>
  <inkml:trace contextRef="#ctx0" brushRef="#br0">146 129 24575,'14'-7'0,"2"0"0,0-1 0,-1-1 0,0 0 0,-1-1 0,26-23 0,-38 32 0,-1 0 0,0-1 0,0 1 0,0 0 0,0 0 0,0 0 0,-1-1 0,1 1 0,0-1 0,0 1 0,-1-1 0,1 1 0,-1-1 0,0 1 0,1-1 0,-1 1 0,0-1 0,0 1 0,0-1 0,0 1 0,0-1 0,0-1 0,-1 2 0,0 0 0,0 0 0,1 0 0,-1 0 0,0 1 0,0-1 0,0 0 0,0 1 0,0-1 0,0 1 0,0-1 0,0 1 0,0-1 0,0 1 0,0 0 0,0-1 0,0 1 0,-1 0 0,1 0 0,0 0 0,0 0 0,0 0 0,0 0 0,0 0 0,-1 0 0,1 0 0,0 1 0,0-1 0,0 0 0,0 1 0,-1 0 0,-9 3 0,0 0 0,1 0 0,-1 1 0,1 1 0,0 0 0,1 0 0,-1 1 0,1 0 0,0 1 0,1-1 0,-15 19 0,8-6 0,0 0 0,1 1 0,1 1 0,-15 33 0,20-38 0,2 0 0,0 0 0,1 1 0,1 0 0,1-1 0,0 1 0,1 0 0,1 1 0,1-1 0,2 21 0,-1-29 0,1 1 0,0-1 0,0 0 0,1 0 0,1 0 0,0-1 0,0 1 0,1-1 0,0 0 0,0 0 0,1 0 0,0-1 0,1 0 0,0 0 0,0-1 0,1 1 0,-1-2 0,2 1 0,9 5 0,-8-6 29,1 0-1,0-1 1,0-1-1,0 0 0,0 0 1,1-1-1,-1 0 1,1-1-1,0-1 1,0 0-1,12 0 1,-8-2-243,-1 0 1,1-2 0,-1 1-1,0-2 1,0 0 0,0 0-1,26-13 1,0-5-6613</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4.848"/>
    </inkml:context>
    <inkml:brush xml:id="br0">
      <inkml:brushProperty name="width" value="0.05" units="cm"/>
      <inkml:brushProperty name="height" value="0.05" units="cm"/>
      <inkml:brushProperty name="color" value="#FFC114"/>
    </inkml:brush>
  </inkml:definitions>
  <inkml:trace contextRef="#ctx0" brushRef="#br0">83 1 24575,'-6'0'0,"-10"0"0,-6 0 0,2 2 0,6 2 0,9 0 0,11-2 0,13 0 0,12 0 0,9-2 0,6 1 0,5-1 0,-2-1 0,-3 1 0,-6 0 0,-10 0-8191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1:59.788"/>
    </inkml:context>
    <inkml:brush xml:id="br0">
      <inkml:brushProperty name="width" value="0.05" units="cm"/>
      <inkml:brushProperty name="height" value="0.05" units="cm"/>
      <inkml:brushProperty name="color" value="#FFC114"/>
    </inkml:brush>
  </inkml:definitions>
  <inkml:trace contextRef="#ctx0" brushRef="#br0">52 259 24575,'0'-259'0,"-23"371"0,10-16 0,-2 107 0,14-153 0,3 0 0,2 0 0,20 97 0,-18-122 43,2-1 0,0 0-1,2-1 1,0 0 0,1-1-1,2 0 1,19 27 0,-23-38-157,0-1 0,0 1 0,1-2 0,0 1 1,0-1-1,1-1 0,0 0 0,1 0 1,0-1-1,0-1 0,1 0 0,-1 0 1,1-1-1,23 5 0,9-4-6712</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02.918"/>
    </inkml:context>
    <inkml:brush xml:id="br0">
      <inkml:brushProperty name="width" value="0.05" units="cm"/>
      <inkml:brushProperty name="height" value="0.05" units="cm"/>
      <inkml:brushProperty name="color" value="#FFC114"/>
    </inkml:brush>
  </inkml:definitions>
  <inkml:trace contextRef="#ctx0" brushRef="#br0">1 28 24575,'0'-3'0,"0"-4"0,3-1 0,0-1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04.055"/>
    </inkml:context>
    <inkml:brush xml:id="br0">
      <inkml:brushProperty name="width" value="0.05" units="cm"/>
      <inkml:brushProperty name="height" value="0.05" units="cm"/>
      <inkml:brushProperty name="color" value="#FFC114"/>
    </inkml:brush>
  </inkml:definitions>
  <inkml:trace contextRef="#ctx0" brushRef="#br0">15 391 24575,'1'46'0,"3"0"0,2 0 0,18 69 0,-22-106 0,3 10 0,-10-31 0,-7-26 0,1 0 0,2-1 0,2 0 0,1 0 0,2 0 0,2-1 0,2 0 0,5-50 0,-2 71 0,0 1 0,1 0 0,1 0 0,1 0 0,0 1 0,1 0 0,1 0 0,18-28 0,-23 40 0,1 0 0,0-1 0,1 1 0,-1 1 0,1-1 0,0 1 0,0-1 0,1 1 0,-1 1 0,1-1 0,-1 1 0,1 0 0,0 0 0,1 1 0,-1 0 0,0 0 0,1 0 0,-1 1 0,1 0 0,-1 0 0,1 1 0,-1-1 0,1 1 0,0 1 0,-1 0 0,1-1 0,10 4 0,-7 0 0,-1-1 0,0 1 0,0 0 0,0 1 0,0 0 0,-1 1 0,1 0 0,-1 0 0,-1 0 0,1 1 0,-1 0 0,-1 1 0,1 0 0,-1 0 0,0 0 0,-1 1 0,0-1 0,-1 1 0,6 13 0,-6-11 0,0 0 0,-1 0 0,0 0 0,0 1 0,-2-1 0,1 1 0,-1-1 0,-1 1 0,0 0 0,0-1 0,-2 1 0,1-1 0,-1 1 0,-1-1 0,0 0 0,-7 16 0,4-15 0,-1-1 0,-1 0 0,0-1 0,0 1 0,-1-2 0,0 1 0,-1-1 0,0-1 0,-13 10 0,-10 9 0,33-27 0,-1 0 0,1 0 0,0 0 0,-1 1 0,1-1 0,0 0 0,-1 0 0,1 1 0,0-1 0,0 0 0,0 0 0,-1 1 0,1-1 0,0 0 0,0 1 0,0-1 0,-1 0 0,1 1 0,0-1 0,0 0 0,0 1 0,0-1 0,0 0 0,0 1 0,0-1 0,0 0 0,0 1 0,0 0 0,10 1 0,27-5 0,-24 1 0,-7 1 0,23-1 0,0 0 0,40 4 0,-62-2 0,0 1 0,0 0 0,0 0 0,0 1 0,-1 0 0,1 0 0,-1 0 0,1 1 0,-1 0 0,0 0 0,0 1 0,0-1 0,-1 1 0,1 1 0,-1-1 0,5 6 0,-8-8 0,-1 1 0,1-1 0,-1 0 0,1 0 0,-1 1 0,0-1 0,0 0 0,0 1 0,0 0 0,-1-1 0,1 1 0,-1-1 0,1 1 0,-1 0 0,0-1 0,0 1 0,0 3 0,-1-2 0,0 0 0,0 0 0,-1-1 0,1 1 0,-1 0 0,1 0 0,-1-1 0,0 1 0,-1-1 0,-3 4 0,-2 2 0,0 0 0,-1-1 0,0 0 0,0-1 0,-1 0 0,-18 10 0,6-7 0,0 0 0,0-1 0,-1-1 0,-26 5 0,35-10 0,1-1 0,-1 0 0,0 0 0,1-2 0,-1 0 0,0 0 0,0-2 0,-22-4 0,32 5-114,0 0 1,0-1-1,-1 0 0,1 1 0,0-2 1,1 1-1,-1 0 0,0-1 0,1 0 1,-1 1-1,-3-6 0,-6-9-6712</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05.299"/>
    </inkml:context>
    <inkml:brush xml:id="br0">
      <inkml:brushProperty name="width" value="0.05" units="cm"/>
      <inkml:brushProperty name="height" value="0.05" units="cm"/>
      <inkml:brushProperty name="color" value="#FFC114"/>
    </inkml:brush>
  </inkml:definitions>
  <inkml:trace contextRef="#ctx0" brushRef="#br0">0 221 24575,'10'-5'0,"1"1"0,0 1 0,13-3 0,-11 2 0,-11 4 0,-1 0 0,0-1 0,0 1 0,0 0 0,0 0 0,0 0 0,0 0 0,1 0 0,-1 0 0,0 0 0,0 0 0,0 0 0,0 0 0,0 1 0,2-1 0,-3 1 0,1-1 0,-1 0 0,0 1 0,1-1 0,-1 1 0,1-1 0,-1 0 0,0 1 0,0-1 0,1 1 0,-1-1 0,0 1 0,0-1 0,1 1 0,-1-1 0,0 1 0,0-1 0,0 1 0,0 0 0,0-1 0,0 1 0,0 0 0,0 4 0,-1 0 0,0 1 0,-1-1 0,1 0 0,-4 7 0,-1 6 0,3-3 0,1-1 0,0 1 0,1-1 0,1 1 0,0 0 0,1-1 0,1 1 0,0 0 0,6 19 0,-7-27 0,1-1 0,1 1 0,-1 0 0,1-1 0,0 0 0,0 1 0,1-1 0,0-1 0,0 1 0,1 0 0,-1-1 0,1 0 0,0 0 0,1 0 0,-1-1 0,1 0 0,0 0 0,0 0 0,0-1 0,0 0 0,11 4 0,-13-6 0,0 0 0,0 0 0,1-1 0,-1 1 0,0-1 0,0 0 0,1 0 0,-1-1 0,0 1 0,0-1 0,0 0 0,0 0 0,0 0 0,0-1 0,0 1 0,0-1 0,0 0 0,0 0 0,-1-1 0,1 1 0,-1-1 0,0 1 0,0-1 0,5-5 0,-5 4 0,0 0 0,0 0 0,-1 0 0,1 0 0,-1 0 0,0-1 0,0 1 0,-1-1 0,1 1 0,-1-1 0,0 0 0,0 1 0,0-1 0,-1 0 0,0 0 0,0 0 0,0 1 0,0-1 0,-1 0 0,0 0 0,-2-7 0,-1 3 0,0 0 0,0 0 0,-1 0 0,-1 1 0,1 0 0,-1 0 0,-1 0 0,-13-12 0,15 14 0,-1 1 0,0 0 0,0 1 0,-1-1 0,1 1 0,-1 0 0,0 1 0,0 0 0,0 0 0,-1 0 0,-12-2 0,7 6 0,16 7 0,17 8 0,-5-9 0,0-1 0,1 0 0,-1-1 0,1-1 0,0 0 0,0-1 0,23 1 0,-26-3 0,-1-1 0,1 0 0,-1-1 0,0 0 0,0-1 0,1 0 0,-1-1 0,-1-1 0,1 0 0,16-8 0,-27 12 0,1-1 0,0-1 0,1 1 0,-1 0 0,1 0 0,-1 0 0,1 0 0,5-1 0,-8 2 0,1 1 0,0-1 0,-1 0 0,1 0 0,0 0 0,-1 1 0,1-1 0,0 0 0,-1 1 0,1-1 0,-1 0 0,1 1 0,-1-1 0,1 1 0,-1-1 0,1 1 0,-1-1 0,1 1 0,-1 0 0,1-1 0,-1 1 0,0-1 0,0 1 0,1 0 0,-1-1 0,0 1 0,0 0 0,0-1 0,1 1 0,-1 0 0,0-1 0,0 1 0,0 0 0,0 0 0,0-1 0,-1 2 0,2 14 0,1 1 0,0-1 0,1 0 0,0 0 0,2 0 0,0 0 0,0-1 0,2 0 0,12 22 0,-18-35 0,0-1 0,0 1 0,0-1 0,1 1 0,-1-1 0,0 0 0,1 1 0,-1-1 0,1 0 0,0 0 0,-1 0 0,1 0 0,0 0 0,0-1 0,-1 1 0,1-1 0,0 1 0,0-1 0,4 1 0,-3-1 0,1 0 0,0-1 0,-1 1 0,1-1 0,0 0 0,-1 0 0,1 0 0,-1 0 0,7-4 0,0 0 0,-1-1 0,1-1 0,-1 0 0,-1 0 0,16-16 0,-14 11 0,0 0 0,13-22 0,-20 29 0,0-1 0,0 1 0,-1-1 0,0 1 0,0-1 0,0 0 0,-1 0 0,0 0 0,1-10 0,-3 12 0,-2 11 0,-2 11 0,5-10 0,0 0 0,1-1 0,0 1 0,0 0 0,0-1 0,1 1 0,0-1 0,0 0 0,1 1 0,0-1 0,0-1 0,1 1 0,0 0 0,0-1 0,1 0 0,-1 1 0,1-2 0,1 1 0,-1-1 0,1 0 0,0 0 0,0 0 0,0-1 0,1 0 0,0 0 0,-1-1 0,1 1 0,1-2 0,-1 1 0,0-1 0,1 0 0,-1 0 0,1-1 0,-1 0 0,1-1 0,0 0 0,-1 0 0,1 0 0,0-1 0,-1 0 0,1 0 0,-1-1 0,1 0 0,-1-1 0,9-3 0,-8 2 0,-1-1 0,-1 1 0,1-1 0,-1-1 0,0 1 0,0-1 0,0 0 0,-1 0 0,0-1 0,0 1 0,0-1 0,-1 0 0,0-1 0,-1 1 0,1-1 0,2-11 0,-3 12 0,-1-1 0,-1 0 0,1 1 0,-1-1 0,0 0 0,-1 0 0,0 0 0,0 0 0,-1 0 0,0 0 0,0 1 0,-1-1 0,0 0 0,0 0 0,-1 1 0,0 0 0,-4-9 0,6 14 0,-1 0 0,1 0 0,0 0 0,-1 0 0,0 0 0,1 0 0,-1 1 0,0-1 0,0 1 0,0-1 0,0 1 0,0 0 0,-2-2 0,2 3 0,1 0 0,0-1 0,-1 1 0,1 0 0,-1-1 0,1 1 0,0 0 0,-1 0 0,1 0 0,-1 0 0,1 1 0,0-1 0,-1 0 0,1 1 0,0-1 0,-1 0 0,-1 2 0,1-1 0,-1 1 0,1 0 0,0 0 0,0-1 0,0 1 0,0 1 0,0-1 0,0 0 0,1 0 0,-1 1 0,1-1 0,0 1 0,-1-1 0,1 1 0,0 0 0,0-1 0,1 1 0,-1 0 0,1 0 0,-1-1 0,1 4 0,0-1 0,-1 0 0,1 1 0,1-1 0,-1 0 0,1 0 0,0 0 0,0 0 0,0-1 0,1 1 0,0 0 0,0 0 0,0-1 0,0 1 0,1-1 0,0 0 0,-1 1 0,2-1 0,-1-1 0,0 1 0,1 0 0,0-1 0,0 0 0,0 0 0,0 0 0,0 0 0,1-1 0,-1 1 0,1-1 0,0 0 0,-1-1 0,1 1 0,0-1 0,0 0 0,0 0 0,0 0 0,0-1 0,0 0 0,0 0 0,0 0 0,9-2 0,-1-1 0,0-1 0,-1-1 0,0 0 0,0-1 0,0 0 0,0-1 0,-1 0 0,0 0 0,-1-2 0,0 1 0,0-1 0,-1-1 0,0 1 0,0-2 0,-1 1 0,7-13 0,-8 12 0,-1 1 0,-1-1 0,0 0 0,0 0 0,-1-1 0,0 1 0,-1-1 0,-1 0 0,1 0 0,-2 0 0,0 0 0,0 0 0,-1 0 0,-1 0 0,0 0 0,-1 0 0,-5-22 0,-4 8 0,11 25 0,0 0 0,-1 0 0,1 0 0,-1 0 0,1 0 0,-1 0 0,1 0 0,-1 0 0,0 0 0,0 0 0,1 0 0,-1 0 0,0 1 0,0-1 0,0 0 0,0 0 0,0 1 0,0-1 0,-2 0 0,3 2 0,-1 0 0,1 0 0,0 0 0,-1 0 0,1 0 0,0 0 0,0 0 0,0 1 0,-1-1 0,1 0 0,0 0 0,1 0 0,-1 0 0,0 0 0,0 0 0,0 0 0,1 1 0,0 0 0,-1-1 0,8 26 0,1-1 0,1 0 0,13 26 0,6 12 0,1 13 0,26 104 0,-54-174 0,-2-4 0,1 0 0,-1 0 0,1 1 0,0-1 0,0 0 0,0 0 0,1 0 0,-1 0 0,1 0 0,-1 0 0,1 0 0,0-1 0,0 1 0,4 3 0,-6-6 0,1 0 0,-1 0 0,1 0 0,-1 0 0,1 0 0,-1-1 0,1 1 0,0 0 0,-1 0 0,1 0 0,-1-1 0,1 1 0,-1 0 0,1 0 0,-1-1 0,0 1 0,1-1 0,-1 1 0,1 0 0,-1-1 0,0 1 0,1-1 0,-1 1 0,0-1 0,1 1 0,-1-1 0,0 1 0,0-1 0,0 1 0,1-1 0,-1 1 0,0-2 0,7-18 0,8-69 0,-10 58 0,10-42 0,-15 72 0,1-1 0,-1 0 0,1 1 0,0-1 0,-1 0 0,1 1 0,0-1 0,0 1 0,0-1 0,0 1 0,2-3 0,-3 4 0,1 0 0,-1 0 0,1 0 0,-1-1 0,0 1 0,1 0 0,-1 0 0,1 0 0,-1 0 0,0 0 0,1 0 0,-1 0 0,1 0 0,-1 0 0,0 0 0,1 0 0,-1 0 0,1 0 0,-1 0 0,0 0 0,1 0 0,-1 0 0,1 1 0,-1-1 0,0 0 0,1 0 0,-1 0 0,0 1 0,1-1 0,3 4 0,-1 0 0,0 0 0,1 0 0,-2 1 0,1-1 0,2 5 0,1 3 0,27 42-1365,-23-38-5461</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05.440"/>
    </inkml:context>
    <inkml:brush xml:id="br0">
      <inkml:brushProperty name="width" value="0.05" units="cm"/>
      <inkml:brushProperty name="height" value="0.05" units="cm"/>
      <inkml:brushProperty name="color" value="#FFC114"/>
    </inkml:brush>
  </inkml:definitions>
  <inkml:trace contextRef="#ctx0" brushRef="#br0">34 102 24575,'0'-5'0,"-3"-9"0,-1-6 0,0-4 0,-2 3 0,1 7 0,0 10 0,1 11 0,2 4-8191</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05.985"/>
    </inkml:context>
    <inkml:brush xml:id="br0">
      <inkml:brushProperty name="width" value="0.05" units="cm"/>
      <inkml:brushProperty name="height" value="0.05" units="cm"/>
      <inkml:brushProperty name="color" value="#FFC114"/>
    </inkml:brush>
  </inkml:definitions>
  <inkml:trace contextRef="#ctx0" brushRef="#br0">1 46 24575,'18'-3'0,"-17"3"0,0-1 0,0 1 0,0 0 0,-1-1 0,1 1 0,0 0 0,0 0 0,0-1 0,0 1 0,0 0 0,0 0 0,0 0 0,-1 0 0,1 0 0,0 0 0,0 1 0,0-1 0,0 0 0,0 0 0,0 1 0,-1-1 0,1 0 0,0 1 0,0-1 0,0 1 0,-1-1 0,1 1 0,0-1 0,-1 1 0,1 0 0,0-1 0,-1 1 0,1 0 0,-1 0 0,1-1 0,-1 1 0,1 0 0,-1 0 0,0 0 0,1-1 0,-1 1 0,0 0 0,0 0 0,0 0 0,1 0 0,-1 0 0,0 0 0,0 1 0,1 10 0,0-6 0,0 1 0,1 0 0,-1-1 0,1 1 0,3 6 0,-4-12 0,-1 1 0,1-1 0,-1 0 0,1 0 0,0 0 0,0 0 0,0 0 0,-1 0 0,1 0 0,0 0 0,0-1 0,0 1 0,0 0 0,0-1 0,1 1 0,-1 0 0,0-1 0,0 1 0,0-1 0,1 0 0,-1 1 0,0-1 0,0 0 0,1 0 0,-1 0 0,0 1 0,0-2 0,1 1 0,-1 0 0,0 0 0,0 0 0,1 0 0,0-1 0,5-2 0,-1 0 0,1 0 0,-1 0 0,0-1 0,0 0 0,0 0 0,0 0 0,9-11 0,-11 11 0,1-1 0,0 1 0,0 0 0,0 0 0,0 1 0,0 0 0,1-1 0,-1 2 0,1-1 0,11-3 0,-14 6 0,0 0 0,0 0 0,0 1 0,0-1 0,0 1 0,0-1 0,0 1 0,0 0 0,0 0 0,-1 1 0,6 2 0,17 6 0,-13-8 0,0-1 0,0 0 0,0 0 0,0-1 0,0-1 0,0 0 0,12-3 0,-16 3 0,0-1 0,-1 0 0,1 0 0,-1-1 0,1 0 0,-1 0 0,0 0 0,0-1 0,0-1 0,-1 1 0,10-9 0,-15 12 0,-1 1 0,1 0 0,0-1 0,-1 1 0,1-1 0,-1 1 0,1 0 0,-1-1 0,0 1 0,1-1 0,-1 1 0,0-1 0,1 0 0,-1 1 0,0-1 0,1 1 0,-1-1 0,0 0 0,0 1 0,0-1 0,0 1 0,1-1 0,-1 0 0,0 1 0,0-1 0,0 0 0,0 1 0,-1-1 0,1 0 0,0 1 0,0-1 0,0 0 0,0 1 0,-1-1 0,1 1 0,0-1 0,-1 1 0,1-1 0,0 0 0,-1 1 0,1-1 0,-1 0 0,-1 1 0,1-1 0,0 1 0,0-1 0,-1 1 0,1 0 0,0-1 0,-1 1 0,1 0 0,0 0 0,-1 0 0,1 0 0,0 0 0,0 0 0,-1 1 0,1-1 0,0 0 0,-1 1 0,1-1 0,0 1 0,-2 0 0,-1 1 0,1 0 0,0 0 0,0 1 0,0-1 0,0 0 0,0 1 0,1 0 0,-1 0 0,1 0 0,0 0 0,0 0 0,0 0 0,0 0 0,-1 5 0,0-1 0,1 0 0,0 0 0,0 1 0,1-1 0,0 1 0,0 12 0,2 3 0,1 0 0,1 0 0,9 37 0,53 167 0,6 30 0,-69-248 0,5 25 0,-7-32 0,1-1 0,-1 1 0,0-1 0,0 0 0,0 1 0,0-1 0,0 1 0,-1-1 0,1 1 0,0-1 0,-1 0 0,1 1 0,-1-1 0,1 0 0,-1 1 0,1-1 0,-1 0 0,-1 2 0,1-3 11,0 1-1,1-1 1,-1 0-1,0 0 1,1 1-1,-1-1 1,0 0-1,1 0 1,-1 0-1,0 0 1,0 0-1,1 0 1,-1 0-1,0 0 1,1-1-1,-1 1 1,0 0 0,1 0-1,-1-1 1,0 1-1,1 0 1,-1-1-1,1 1 1,-1 0-1,1-1 1,-1 1-1,0-1 1,1 1-1,0-1 1,-1 1-1,0-2 1,-16-18-1194,16 18 664,-14-19-6307</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06.203"/>
    </inkml:context>
    <inkml:brush xml:id="br0">
      <inkml:brushProperty name="width" value="0.05" units="cm"/>
      <inkml:brushProperty name="height" value="0.05" units="cm"/>
      <inkml:brushProperty name="color" value="#FFC114"/>
    </inkml:brush>
  </inkml:definitions>
  <inkml:trace contextRef="#ctx0" brushRef="#br0">1 92 24575,'5'-8'0,"0"1"0,1-1 0,0 1 0,0 1 0,1-1 0,-1 1 0,2 0 0,-1 1 0,0 0 0,1 0 0,0 0 0,9-3 0,-11 6 0,-1 1 0,0-1 0,1 1 0,-1 0 0,1 0 0,0 1 0,-1 0 0,1 0 0,-1 0 0,1 0 0,0 1 0,-1 0 0,1 0 0,-1 1 0,0-1 0,1 1 0,-1 0 0,0 1 0,0-1 0,8 7 0,7 5 0,-1 2 0,0 0 0,-1 1 0,-1 1 0,25 35 0,-14-13 0,44 84 0,-60-100 0,-2 0 0,0 1 0,-2 0 0,0 0 0,-2 1 0,4 27 0,-9-40 0,0 0 0,0 0 0,-2 0 0,1 1 0,-2-1 0,1 0 0,-2 0 0,0 0 0,0-1 0,-1 1 0,-1-1 0,0 0 0,-14 23 0,9-21-682,-22 25-1,-12 4-6143</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1.016"/>
    </inkml:context>
    <inkml:brush xml:id="br0">
      <inkml:brushProperty name="width" value="0.05" units="cm"/>
      <inkml:brushProperty name="height" value="0.05" units="cm"/>
      <inkml:brushProperty name="color" value="#FFC114"/>
    </inkml:brush>
  </inkml:definitions>
  <inkml:trace contextRef="#ctx0" brushRef="#br0">43 100 24575,'-3'0'0,"-4"0"0,-3 0 0,-3 0 0,3 0 0,13 0 0,13-3 0,14-1 0,15-2 0,12-4 0,10 1 0,5-2 0,3 1 0,-1 0 0,-5-1 0,-7-3 0,-15 3-8191</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1.234"/>
    </inkml:context>
    <inkml:brush xml:id="br0">
      <inkml:brushProperty name="width" value="0.05" units="cm"/>
      <inkml:brushProperty name="height" value="0.05" units="cm"/>
      <inkml:brushProperty name="color" value="#FFC114"/>
    </inkml:brush>
  </inkml:definitions>
  <inkml:trace contextRef="#ctx0" brushRef="#br0">7 4 24575,'0'0'0,"0"0"0,0 0 0,0 0 0,0-1 0,0 1 0,0 0 0,0 0 0,0 0 0,0 0 0,0-1 0,0 1 0,0 0 0,0 0 0,-1 0 0,1 0 0,0 0 0,0-1 0,0 1 0,0 0 0,0 0 0,-1 0 0,1 0 0,0 0 0,0 0 0,0 0 0,0 0 0,-1 0 0,1 0 0,0 0 0,0 0 0,0 0 0,0 0 0,-1 0 0,1 0 0,0 0 0,0 0 0,0 0 0,-1 0 0,1 0 0,0 0 0,0 0 0,0 0 0,0 0 0,-1 0 0,1 0 0,0 0 0,0 0 0,0 0 0,0 1 0,0-1 0,-1 0 0,1 0 0,1 15 0,11 40 0,-3-21 0,-3 10 0,-1 0 0,-1 45 0,-9 88 0,2 66 0,8-194-1365,2-9-5461</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1.672"/>
    </inkml:context>
    <inkml:brush xml:id="br0">
      <inkml:brushProperty name="width" value="0.05" units="cm"/>
      <inkml:brushProperty name="height" value="0.05" units="cm"/>
      <inkml:brushProperty name="color" value="#FFC114"/>
    </inkml:brush>
  </inkml:definitions>
  <inkml:trace contextRef="#ctx0" brushRef="#br0">87 558 24575,'-2'0'0,"1"1"0,0-1 0,-1 0 0,1 1 0,0-1 0,-1 1 0,1 0 0,0-1 0,0 1 0,0 0 0,-1 0 0,1 0 0,0 0 0,0 0 0,0 0 0,0 0 0,1 0 0,-1 0 0,0 0 0,0 1 0,1-1 0,-1 0 0,1 1 0,-1-1 0,1 0 0,-1 1 0,1-1 0,0 2 0,-7 43 0,7-45 0,-18 283 0,11-252 0,0-19 0,7-13 0,-1 0 0,1 0 0,0 0 0,0 0 0,-1 0 0,1 0 0,0 0 0,0 0 0,-1 0 0,1 0 0,0 0 0,-1 0 0,1 0 0,0 0 0,0 0 0,-1 0 0,1-1 0,0 1 0,0 0 0,0 0 0,-1 0 0,1 0 0,0 0 0,0-1 0,0 1 0,-1 0 0,1 0 0,0 0 0,0-1 0,0 1 0,0 0 0,-1 0 0,1 0 0,0-1 0,0 1 0,0 0 0,0 0 0,0-1 0,0 1 0,0 0 0,0 0 0,0-1 0,0 1 0,-4-14 0,1 1 0,1 0 0,0-1 0,1 1 0,0-1 0,2-23 0,0 3 0,10-304 0,-3 265 0,2 2 0,34-117 0,-40 172 0,1 0 0,1 0 0,1 1 0,0 0 0,11-17 0,-16 30 0,-1 0 0,0 0 0,1 0 0,-1 1 0,1-1 0,-1 1 0,1-1 0,0 1 0,0-1 0,0 1 0,-1 0 0,1 0 0,0 0 0,1 0 0,-1 0 0,0 1 0,2-2 0,-2 2 0,0 0 0,0 0 0,0 1 0,0-1 0,0 0 0,0 1 0,0-1 0,-1 1 0,1-1 0,0 1 0,0 0 0,0 0 0,-1 0 0,1 0 0,-1 0 0,3 1 0,2 5 0,1 0 0,-1 0 0,0 0 0,0 1 0,-1-1 0,9 18 0,12 28 0,29 86 0,8 66 0,-39-124 0,-15-50 27,94 300-1419,-83-273-5434</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1.825"/>
    </inkml:context>
    <inkml:brush xml:id="br0">
      <inkml:brushProperty name="width" value="0.05" units="cm"/>
      <inkml:brushProperty name="height" value="0.05" units="cm"/>
      <inkml:brushProperty name="color" value="#FFC114"/>
    </inkml:brush>
  </inkml:definitions>
  <inkml:trace contextRef="#ctx0" brushRef="#br0">8 54 24575,'-3'-6'0,"0"-5"0,2 0 0,7 2 0,9 2 0,8 2 0,7 2 0,11 2 0,7 1 0,7 0 0,-6 1-8191</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2.025"/>
    </inkml:context>
    <inkml:brush xml:id="br0">
      <inkml:brushProperty name="width" value="0.05" units="cm"/>
      <inkml:brushProperty name="height" value="0.05" units="cm"/>
      <inkml:brushProperty name="color" value="#FFC114"/>
    </inkml:brush>
  </inkml:definitions>
  <inkml:trace contextRef="#ctx0" brushRef="#br0">68 198 24575,'-2'-18'0,"-1"-1"0,-1 1 0,0 0 0,-1 0 0,-1 0 0,-12-23 0,8 16 0,10 25 0,-9-18 0,5 13 0,2 12 0,2 20 0,2-1 0,7 41 0,-2-19 0,13 91-682,60 215-1,-71-323-6143</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2.227"/>
    </inkml:context>
    <inkml:brush xml:id="br0">
      <inkml:brushProperty name="width" value="0.05" units="cm"/>
      <inkml:brushProperty name="height" value="0.05" units="cm"/>
      <inkml:brushProperty name="color" value="#FFC114"/>
    </inkml:brush>
  </inkml:definitions>
  <inkml:trace contextRef="#ctx0" brushRef="#br0">1 80 24575,'0'-8'0,"0"-9"0,0-7 0,0 3 0,3 11 0,1 16 0,2 16 0,4 15 0,2 15 0,3 14 0,1 10 0,0 5 0,2 2 0,-1-3 0,-2-3 0,-2-9 0,-2-7 0,-3-15-8191</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2.839"/>
    </inkml:context>
    <inkml:brush xml:id="br0">
      <inkml:brushProperty name="width" value="0.05" units="cm"/>
      <inkml:brushProperty name="height" value="0.05" units="cm"/>
      <inkml:brushProperty name="color" value="#FFC114"/>
    </inkml:brush>
  </inkml:definitions>
  <inkml:trace contextRef="#ctx0" brushRef="#br0">119 696 24575,'1'0'0,"0"0"0,0 1 0,0-1 0,0 1 0,0-1 0,0 1 0,0 0 0,0-1 0,-1 1 0,1 0 0,0 0 0,0-1 0,-1 1 0,1 0 0,0 0 0,-1 0 0,1 0 0,-1 0 0,1 0 0,-1 0 0,0 0 0,1 2 0,7 25 0,-3 1 0,-2 0 0,0 1 0,-2-1 0,-2 1 0,-1 0 0,0-1 0,-10 36 0,3-36 0,9-28 0,0-1 0,0 0 0,0 1 0,0-1 0,-1 0 0,1 1 0,0-1 0,0 0 0,-1 1 0,1-1 0,0 0 0,-1 1 0,1-1 0,0 0 0,-1 0 0,1 1 0,0-1 0,-1 0 0,1 0 0,-1 0 0,1 0 0,0 1 0,-1-1 0,0-1 0,0 1 0,1 0 0,-1 0 0,0-1 0,1 1 0,-1-1 0,1 1 0,-1-1 0,1 1 0,-1-1 0,1 1 0,-1-1 0,1 1 0,0-1 0,-1 1 0,1-1 0,0 0 0,-1 1 0,1-2 0,-20-46 0,2-1 0,3 0 0,2-1 0,-11-80 0,14 65 0,3 0 0,2-1 0,4 0 0,3 1 0,15-107 0,-14 157 0,0 1 0,1 0 0,0 0 0,1 0 0,1 1 0,0 0 0,1 0 0,0 0 0,15-18 0,-18 25 0,1 1 0,0 0 0,0 1 0,1-1 0,-1 1 0,1 0 0,0 0 0,0 1 0,0 0 0,0 0 0,1 0 0,-1 1 0,1 0 0,0 0 0,0 0 0,-1 1 0,1 0 0,0 1 0,0-1 0,0 1 0,0 1 0,7 0 0,-1 2 0,1 0 0,-1 1 0,-1 0 0,1 1 0,-1 0 0,0 1 0,0 0 0,0 1 0,-1 1 0,0-1 0,12 13 0,-3-1 0,0 0 0,-2 1 0,0 1 0,23 38 0,-28-37 0,0 0 0,-2 1 0,0 1 0,-2 0 0,-1 1 0,-1-1 0,0 1 0,-2 1 0,-1-1 0,-2 1 0,0 0 0,-2 36 0,-2-44 0,0 0 0,-1 0 0,0-1 0,-2 1 0,0-1 0,-1 0 0,-1-1 0,0 1 0,-1-1 0,-1-1 0,0 1 0,-1-1 0,-1-1 0,0 0 0,-1-1 0,-1 0 0,0-1 0,-24 18 0,22-20 0,-1 0 0,0-1 0,-29 12 0,38-18 0,1-1 0,-1 0 0,1 0 0,-1-1 0,0 1 0,0-2 0,0 1 0,0-1 0,0 0 0,0 0 0,0-1 0,-13-2 0,19 2 0,-1 1 0,1 0 0,-1-1 0,1 0 0,0 1 0,-1-1 0,1 0 0,0 1 0,-1-1 0,1 0 0,0 0 0,0 0 0,0 0 0,0 0 0,0-1 0,0 1 0,0 0 0,0 0 0,1-1 0,-1 1 0,0 0 0,1-1 0,-1 1 0,1-1 0,-1 1 0,1-1 0,0 1 0,-1-1 0,1 1 0,0-1 0,0 1 0,0-1 0,0 1 0,1-1 0,-1 1 0,0-1 0,1 1 0,-1-1 0,0 1 0,1 0 0,1-3 0,1-3 0,0 0 0,1 0 0,0 1 0,1-1 0,0 1 0,8-10 0,-5 8 0,0 1 0,1-1 0,0 1 0,0 1 0,0 0 0,1 0 0,0 1 0,0 0 0,0 1 0,1 0 0,14-4 0,-18 7 0,0 0 0,-1 0 0,1 0 0,0 1 0,0 0 0,0 0 0,-1 1 0,1 0 0,0 0 0,0 1 0,-1 0 0,1 0 0,-1 0 0,0 1 0,0 0 0,0 0 0,0 0 0,0 1 0,9 8 0,-5-3 0,-1 1 0,0 0 0,-1 0 0,0 1 0,-1 0 0,0 0 0,-1 1 0,0 0 0,5 13 0,4 20 0,13 56 0,-7-19 0,-11-52-1365,-1-7-5461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4.304"/>
    </inkml:context>
    <inkml:brush xml:id="br0">
      <inkml:brushProperty name="width" value="0.05" units="cm"/>
      <inkml:brushProperty name="height" value="0.05" units="cm"/>
      <inkml:brushProperty name="color" value="#FFC114"/>
    </inkml:brush>
  </inkml:definitions>
  <inkml:trace contextRef="#ctx0" brushRef="#br0">72 601 24575,'-1'-13'0,"1"-1"0,-5-19 0,5 29 0,-1 0 0,0 1 0,0-1 0,0 0 0,-1 1 0,1-1 0,-1 1 0,0-1 0,0 1 0,0 0 0,-1-1 0,-4-4 0,7 8 0,-1-1 0,1 1 0,-1 0 0,1 0 0,0-1 0,-1 1 0,1 0 0,-1 0 0,1 0 0,-1-1 0,1 1 0,-1 0 0,1 0 0,-1 0 0,1 0 0,-1 0 0,1 0 0,-1 0 0,1 0 0,-1 0 0,1 0 0,-1 1 0,1-1 0,-1 0 0,1 0 0,-1 0 0,1 1 0,-1-1 0,1 0 0,-1 0 0,1 1 0,0-1 0,-1 0 0,1 1 0,-1-1 0,1 0 0,0 1 0,0-1 0,-1 1 0,1-1 0,0 1 0,-1-1 0,1 1 0,0-1 0,0 0 0,0 2 0,-9 24 0,3 12 0,2 0 0,2 0 0,1 0 0,3 0 0,6 48 0,-6-67 0,1 0 0,10 35 0,-12-50 0,0 0 0,1 0 0,-1-1 0,1 1 0,0-1 0,-1 1 0,1-1 0,1 1 0,-1-1 0,0 0 0,1 0 0,0 0 0,0-1 0,0 1 0,0 0 0,0-1 0,0 0 0,1 0 0,-1 0 0,1 0 0,4 1 0,-5-2 0,-1-1 0,1 0 0,0 0 0,0 0 0,-1 0 0,1-1 0,0 1 0,0-1 0,-1 1 0,1-1 0,0 0 0,-1 0 0,1 0 0,-1-1 0,1 1 0,-1 0 0,0-1 0,1 0 0,-1 1 0,0-1 0,0 0 0,0 0 0,-1 0 0,1 0 0,0-1 0,-1 1 0,1 0 0,-1-1 0,2-3 0,2-4 0,0-1 0,-1 0 0,0 0 0,-1 0 0,3-20 0,-4 14 0,0 0 0,-1 0 0,-1-1 0,-1 1 0,-1 0 0,0 0 0,-6-21 0,5 26 0,0 1 0,-1 0 0,-1 0 0,1 0 0,-2 1 0,1-1 0,-2 1 0,1 1 0,-1-1 0,-1 1 0,-12-13 0,17 20 0,1 1 0,0-1 0,-1 0 0,1 0 0,-1 1 0,0 0 0,1-1 0,-1 1 0,0 0 0,0 1 0,0-1 0,0 0 0,0 1 0,-3-1 0,5 1 0,-1 0 0,1 1 0,0-1 0,-1 0 0,1 1 0,0-1 0,0 0 0,0 1 0,-1 0 0,1-1 0,0 1 0,0 0 0,0-1 0,0 1 0,0 0 0,0 0 0,0 0 0,1 0 0,-1 0 0,0 0 0,0 0 0,1 0 0,-1 0 0,0 0 0,1 1 0,-1-1 0,1 0 0,0 0 0,-1 1 0,1-1 0,0 0 0,0 0 0,0 1 0,0 1 0,0 4 0,0 0 0,1 0 0,0 1 0,0-1 0,1 0 0,-1-1 0,2 1 0,-1 0 0,1-1 0,0 1 0,0-1 0,1 0 0,-1 0 0,2 0 0,-1 0 0,1-1 0,-1 1 0,1-1 0,1-1 0,-1 1 0,9 5 0,-8-6 0,0 0 0,0 0 0,1-1 0,-1 0 0,1-1 0,-1 1 0,1-1 0,0 0 0,13 1 0,-16-3 0,1 1 0,0-1 0,0-1 0,0 1 0,0-1 0,0 0 0,0 0 0,-1 0 0,1 0 0,0-1 0,-1 0 0,1 0 0,-1 0 0,8-6 0,-8 4 0,0 0 0,1 0 0,-1 0 0,-1-1 0,1 0 0,-1 1 0,1-2 0,-1 1 0,-1 0 0,1 0 0,-1-1 0,0 0 0,0 1 0,-1-1 0,2-10 0,-1-2 0,0 0 0,-1-1 0,-3-29 0,4 82 0,7 73 0,-4-73 0,11 66 0,-13-88 0,0-1 0,1 1 0,0-1 0,1 1 0,0-1 0,7 10 0,-11-19 0,1 0 0,-1 0 0,0 0 0,1 0 0,-1 0 0,1-1 0,0 1 0,-1 0 0,1-1 0,0 1 0,0-1 0,0 0 0,0 0 0,0 0 0,1 0 0,-1 0 0,0 0 0,0 0 0,1-1 0,-1 1 0,0-1 0,0 0 0,1 0 0,-1 0 0,1 0 0,4 0 0,-4-1 0,0-1 0,1 1 0,-1 0 0,0-1 0,0 0 0,0 0 0,0 0 0,0 0 0,-1 0 0,1 0 0,-1-1 0,1 1 0,-1-1 0,0 0 0,0 0 0,0 0 0,2-5 0,4-7 0,-2-1 0,0 0 0,-1 0 0,-1-1 0,0 1 0,-1-1 0,-1 0 0,1-19 0,-3 8 0,-1 1 0,-1 0 0,-2-1 0,-8-34 0,11 58 0,-7-26 0,8 29 0,-1 0 0,1-1 0,0 1 0,-1 0 0,1 0 0,-1 0 0,0 0 0,1-1 0,-1 1 0,0 0 0,0 0 0,0 0 0,1 0 0,-1 1 0,0-1 0,0 0 0,-3-1 0,4 3 0,-1-1 0,0 1 0,1-1 0,-1 1 0,1 0 0,-1 0 0,1-1 0,-1 1 0,1 0 0,-1 0 0,1 0 0,0 0 0,-1 0 0,1-1 0,0 1 0,0 0 0,0 0 0,-1 0 0,1 0 0,0 0 0,0 0 0,1 1 0,-1-1 0,-1 39 0,1-1 0,3 1 0,14 72 0,-10-67 0,14 70 0,-5-242 0,-13 110 0,17-89 0,-16 89 0,1 1 0,0 0 0,1 0 0,10-18 0,-15 32 0,-1 1 0,1 0 0,-1 0 0,1 0 0,0 0 0,-1 0 0,1 0 0,0 0 0,0 1 0,-1-1 0,1 0 0,0 0 0,0 0 0,0 1 0,0-1 0,0 1 0,0-1 0,2 0 0,-3 1 0,1 0 0,0 0 0,-1 1 0,1-1 0,-1 0 0,1 0 0,-1 1 0,1-1 0,-1 0 0,1 1 0,-1-1 0,0 0 0,1 1 0,-1-1 0,1 1 0,-1-1 0,0 1 0,1-1 0,-1 1 0,0-1 0,0 1 0,1-1 0,-1 1 0,0-1 0,0 2 0,3 7 0,-1 0 0,0 0 0,1 13 0,-2-14 0,3 40 0,-2-25 0,0 1 0,8 29 0,-9-47 0,1 0 0,0 0 0,0 0 0,1 0 0,0 0 0,0-1 0,0 1 0,1-1 0,-1 0 0,1 0 0,1 0 0,-1-1 0,7 7 0,5 1 0,-9-6 0,1 0 0,0 0 0,0-1 0,13 7 0,-19-11 0,1-1 0,-1 1 0,0 0 0,1 0 0,-1-1 0,1 0 0,-1 1 0,1-1 0,-1 0 0,1 0 0,-1 0 0,1-1 0,-1 1 0,0 0 0,1-1 0,-1 0 0,1 1 0,-1-1 0,0 0 0,0 0 0,1-1 0,1-1 0,8-4 0,0-2 0,-1 1 0,0-2 0,-1 1 0,0-1 0,0-1 0,-1 0 0,-1 0 0,0-1 0,0 0 0,-1 0 0,-1-1 0,0 0 0,-1 0 0,0 0 0,-1-1 0,0 0 0,-1 0 0,1-19 0,-3 24 0,0-5 0,0-1 0,-1 1 0,-2-16 0,2 28 0,0-1 0,0 1 0,-1-1 0,1 0 0,-1 1 0,0 0 0,1-1 0,-1 1 0,0-1 0,-1 1 0,1 0 0,0 0 0,-1 0 0,1 0 0,-1 0 0,1 0 0,-1 0 0,0 0 0,0 0 0,0 1 0,0-1 0,0 1 0,0 0 0,-4-2 0,4 2 0,0 1 0,0 0 0,0 0 0,1 0 0,-1 0 0,0 0 0,0 0 0,1 1 0,-1-1 0,0 1 0,0-1 0,1 1 0,-1-1 0,0 1 0,1 0 0,-1 0 0,1 0 0,-1 0 0,1 0 0,0 0 0,-1 0 0,1 1 0,0-1 0,0 0 0,0 1 0,0-1 0,0 1 0,-2 2 0,-1 4 0,-1 0 0,1 0 0,1 1 0,-4 10 0,1 3 0,1 1 0,1 1 0,1-1 0,1 1 0,1-1 0,1 1 0,1 0 0,7 44 0,-7-64 0,0 0 0,0 0 0,1 1 0,-1-1 0,1 0 0,0 0 0,0 0 0,0 0 0,0 0 0,1-1 0,-1 1 0,1-1 0,0 0 0,0 0 0,4 4 0,-4-6 0,-1 1 0,1-1 0,0 0 0,0 1 0,-1-1 0,1 0 0,0-1 0,0 1 0,0 0 0,0-1 0,0 0 0,0 0 0,0 0 0,0 0 0,1 0 0,-1 0 0,0-1 0,0 0 0,-1 1 0,1-1 0,0 0 0,4-3 0,3-1 0,-1 0 0,0-1 0,0 0 0,0-1 0,-1 0 0,0 0 0,0-1 0,0 0 0,-1 0 0,-1 0 0,12-20 0,-6 7 0,-1-2 0,0 1 0,-2-2 0,7-27 0,-3-3 0,-2-1 0,-3 0 0,-2 0 0,-3-1 0,-2 0 0,-3 1 0,-17-110 0,19 162 0,-1-3 0,0 0 0,0 0 0,-1 0 0,1 0 0,-1 0 0,0 1 0,-1-1 0,-4-8 0,7 14 0,-1-1 0,1 1 0,0 0 0,0 0 0,0-1 0,0 1 0,0 0 0,-1 0 0,1 0 0,0-1 0,0 1 0,-1 0 0,1 0 0,0 0 0,0 0 0,-1-1 0,1 1 0,0 0 0,0 0 0,-1 0 0,1 0 0,0 0 0,0 0 0,-1 0 0,1 0 0,0 0 0,-1 0 0,1 0 0,0 0 0,0 0 0,-1 0 0,1 0 0,0 0 0,-1 0 0,1 0 0,0 0 0,0 0 0,-1 0 0,1 1 0,0-1 0,-1 0 0,-5 14 0,1 22 0,5 12 0,2 0 0,10 60 0,28 96 0,-37-189 0,13 60-341,2-1 0,4-1-1,36 81 1,-47-132-6485</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4.648"/>
    </inkml:context>
    <inkml:brush xml:id="br0">
      <inkml:brushProperty name="width" value="0.05" units="cm"/>
      <inkml:brushProperty name="height" value="0.05" units="cm"/>
      <inkml:brushProperty name="color" value="#FFC114"/>
    </inkml:brush>
  </inkml:definitions>
  <inkml:trace contextRef="#ctx0" brushRef="#br0">0 501 24575,'2'-3'0,"1"-1"0,-1 1 0,0-1 0,-1 0 0,1 1 0,-1-1 0,0 0 0,0 0 0,1-5 0,3-11 0,-1 9 0,1-1 0,0 1 0,0 0 0,1 1 0,0-1 0,1 1 0,0 0 0,16-17 0,-9 13 0,0 0 0,-2-1 0,0-1 0,0 0 0,11-22 0,-19 29 0,0-1 0,0 1 0,-1-1 0,0 0 0,0 0 0,-1 0 0,-1-1 0,0 1 0,0 0 0,-1-1 0,-1-17 0,0 24 0,0 0 0,0 0 0,0 0 0,0 0 0,0 0 0,-1 0 0,0 0 0,1 0 0,-2 0 0,1 1 0,0-1 0,-1 1 0,1 0 0,-1 0 0,0 0 0,-3-3 0,4 5 0,0 0 0,0 0 0,0 0 0,0 0 0,0 0 0,0 0 0,0 0 0,0 1 0,0-1 0,0 1 0,-1 0 0,1-1 0,0 1 0,0 0 0,0 0 0,-1 1 0,1-1 0,0 0 0,0 1 0,0-1 0,0 1 0,0 0 0,0-1 0,0 1 0,0 0 0,0 0 0,0 1 0,0-1 0,0 0 0,1 0 0,-4 4 0,-1 1 0,1 0 0,-1 1 0,1 0 0,0 0 0,1 0 0,0 1 0,0-1 0,0 1 0,1 0 0,1 0 0,-1 0 0,1 1 0,-1 9 0,0 5 0,0 1 0,2-1 0,3 37 0,0-38 0,1 0 0,1-1 0,0 0 0,14 35 0,-16-48 0,2 0 0,-1 0 0,1 0 0,0-1 0,0 1 0,1-1 0,0 0 0,1-1 0,-1 1 0,1-1 0,0 0 0,1 0 0,0-1 0,13 8 0,1-5-1365,-3-4-5461</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4.960"/>
    </inkml:context>
    <inkml:brush xml:id="br0">
      <inkml:brushProperty name="width" value="0.05" units="cm"/>
      <inkml:brushProperty name="height" value="0.05" units="cm"/>
      <inkml:brushProperty name="color" value="#FFC114"/>
    </inkml:brush>
  </inkml:definitions>
  <inkml:trace contextRef="#ctx0" brushRef="#br0">1 293 24575,'0'-145'0,"17"354"0,-9-140 0,1 84 0,-9-148 0,0-1 0,0 1 0,-1-1 0,1 0 0,-1 1 0,-3 7 0,4-12 0,0 0 0,0 0 0,0 0 0,0 0 0,0 0 0,0 0 0,0 0 0,0 1 0,0-1 0,0 0 0,0 0 0,0 0 0,0 0 0,0 0 0,0 0 0,0 0 0,0 0 0,0 0 0,0 0 0,0 0 0,0 0 0,0 0 0,0 0 0,0 1 0,-1-1 0,1 0 0,0 0 0,0 0 0,0 0 0,0 0 0,0 0 0,0 0 0,0 0 0,0 0 0,0 0 0,0 0 0,0 0 0,0 0 0,-1 0 0,1 0 0,0 0 0,0 0 0,0 0 0,0 0 0,0 0 0,0 0 0,0 0 0,0 0 0,0 0 0,0 0 0,0 0 0,0 0 0,-1-1 0,1 1 0,0 0 0,0 0 0,0 0 0,0 0 0,0 0 0,0 0 0,-3-8 0,0-10 0,2-7 0,2 1 0,0 0 0,1-1 0,2 1 0,11-41 0,3 4 0,28-58 0,5 9 0,-43 95 0,0 2 0,1-1 0,1 1 0,0 0 0,16-15 0,-24 26 0,0 0 0,1 0 0,-1 0 0,1 0 0,-1 1 0,1-1 0,0 1 0,0-1 0,0 1 0,0 0 0,3-1 0,-5 2 0,0 0 0,0 0 0,1 0 0,-1 0 0,0 0 0,0 1 0,0-1 0,1 0 0,-1 0 0,0 1 0,0-1 0,0 1 0,0-1 0,0 1 0,0 0 0,0-1 0,0 1 0,0 0 0,0 0 0,0-1 0,0 1 0,0 0 0,-1 0 0,1 0 0,0 0 0,-1 0 0,1 0 0,0 0 0,0 3 0,8 27-1365,-3 4-5461</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5.332"/>
    </inkml:context>
    <inkml:brush xml:id="br0">
      <inkml:brushProperty name="width" value="0.05" units="cm"/>
      <inkml:brushProperty name="height" value="0.05" units="cm"/>
      <inkml:brushProperty name="color" value="#FFC114"/>
    </inkml:brush>
  </inkml:definitions>
  <inkml:trace contextRef="#ctx0" brushRef="#br0">40 171 24575,'-5'0'0,"3"1"0,0-1 0,0 0 0,0 0 0,0 0 0,0 0 0,0 0 0,0 0 0,0-1 0,-1 1 0,1-1 0,1 1 0,-1-1 0,0 0 0,0 0 0,-3-1 0,10-2 0,9-1 0,1 2 0,0 0 0,0 1 0,0 0 0,18 1 0,2 0 0,928-35-3811,-584 27 2461,1744-88 1297,-2097 96-2924</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8.781"/>
    </inkml:context>
    <inkml:brush xml:id="br0">
      <inkml:brushProperty name="width" value="0.05" units="cm"/>
      <inkml:brushProperty name="height" value="0.05" units="cm"/>
      <inkml:brushProperty name="color" value="#FFC114"/>
    </inkml:brush>
  </inkml:definitions>
  <inkml:trace contextRef="#ctx0" brushRef="#br0">0 843 24575,'1'-3'0,"-1"-1"0,1 0 0,0 1 0,0-1 0,0 1 0,0 0 0,1-1 0,0 1 0,-1 0 0,1 0 0,0 0 0,0 0 0,1 0 0,-1 0 0,0 1 0,1-1 0,0 1 0,5-4 0,7-5 0,1 1 0,24-11 0,-28 15 0,65-30-130,93-31-1,89-14-405,-176 56 363,714-208-21,-370 109 194,-400 116 1,49-13-11,-1-3 0,106-51 0,-146 53-1156,-13 5-4666</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9.047"/>
    </inkml:context>
    <inkml:brush xml:id="br0">
      <inkml:brushProperty name="width" value="0.05" units="cm"/>
      <inkml:brushProperty name="height" value="0.05" units="cm"/>
      <inkml:brushProperty name="color" value="#FFC114"/>
    </inkml:brush>
  </inkml:definitions>
  <inkml:trace contextRef="#ctx0" brushRef="#br0">0 81 24575,'0'-3'0,"0"1"0,1 0 0,-1-1 0,1 1 0,-1 0 0,1 0 0,0-1 0,0 1 0,0 0 0,0 0 0,0 0 0,0 0 0,1 0 0,-1 0 0,1 1 0,-1-1 0,1 0 0,0 1 0,-1-1 0,1 1 0,0-1 0,0 1 0,0 0 0,0 0 0,5-2 0,4-1 0,0 1 0,0 0 0,23-4 0,-26 6 0,32-5 0,0 2 0,0 1 0,60 5 0,-73 0 0,0 1 0,-1 2 0,0 0 0,0 2 0,0 1 0,30 13 0,-47-16 0,0 0 0,0 0 0,0 0 0,-1 1 0,0 0 0,0 1 0,-1 0 0,12 12 0,-16-15 0,0 0 0,0 1 0,-1-1 0,1 1 0,-1-1 0,0 1 0,0 0 0,-1 0 0,1 0 0,-1-1 0,0 2 0,0-1 0,-1 0 0,1 0 0,-1 0 0,-1 0 0,1 0 0,-1 0 0,-1 6 0,-12 26-1365,-5-4-5461</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9.281"/>
    </inkml:context>
    <inkml:brush xml:id="br0">
      <inkml:brushProperty name="width" value="0.05" units="cm"/>
      <inkml:brushProperty name="height" value="0.05" units="cm"/>
      <inkml:brushProperty name="color" value="#FFC114"/>
    </inkml:brush>
  </inkml:definitions>
  <inkml:trace contextRef="#ctx0" brushRef="#br0">1 5 24575,'0'-3'0,"0"2"0,3 7 0,3 5 0,4 6 0,4 10 0,1 8 0,2 7 0,3 4 0,1 7 0,0 5 0,-3 2 0,-3 1 0,-3-3 0,-1-3 0,-2-12-8191</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9.452"/>
    </inkml:context>
    <inkml:brush xml:id="br0">
      <inkml:brushProperty name="width" value="0.05" units="cm"/>
      <inkml:brushProperty name="height" value="0.05" units="cm"/>
      <inkml:brushProperty name="color" value="#FFC114"/>
    </inkml:brush>
  </inkml:definitions>
  <inkml:trace contextRef="#ctx0" brushRef="#br0">30 132 24575,'-3'0'0,"-4"0"0,-3-3 0,2-4 0,6 0 0,9 0 0,15-1 0,11-2 0,13 1 0,12-2 0,11-1 0,5-1 0,4-2 0,-3-1 0,-13 2-8191</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19.623"/>
    </inkml:context>
    <inkml:brush xml:id="br0">
      <inkml:brushProperty name="width" value="0.05" units="cm"/>
      <inkml:brushProperty name="height" value="0.05" units="cm"/>
      <inkml:brushProperty name="color" value="#FFC114"/>
    </inkml:brush>
  </inkml:definitions>
  <inkml:trace contextRef="#ctx0" brushRef="#br0">45 123 24575,'-6'-6'0,"-7"-8"0,-2-4 0,5-1 0,12-2 0,15 4 0,16 5 0,16 3 0,15 5 0,13 2 0,8 4 0,4 3 0,-14-1-8191</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20.279"/>
    </inkml:context>
    <inkml:brush xml:id="br0">
      <inkml:brushProperty name="width" value="0.05" units="cm"/>
      <inkml:brushProperty name="height" value="0.05" units="cm"/>
      <inkml:brushProperty name="color" value="#FFC114"/>
    </inkml:brush>
  </inkml:definitions>
  <inkml:trace contextRef="#ctx0" brushRef="#br0">39 158 24575,'-1'0'0,"-1"0"0,1 0 0,-1 0 0,1 0 0,-1 0 0,1 0 0,-1 1 0,1-1 0,-1 0 0,1 1 0,0 0 0,-1-1 0,1 1 0,0 0 0,-1-1 0,1 1 0,0 0 0,0 0 0,0 0 0,0 0 0,0 0 0,0 0 0,0 1 0,0-1 0,0 0 0,0 0 0,1 1 0,-1-1 0,0 3 0,0-2 0,1 1 0,-1 0 0,1 0 0,0 0 0,0 0 0,0 0 0,0-1 0,1 1 0,-1 0 0,1 0 0,-1 0 0,1-1 0,0 1 0,2 3 0,15 28 0,36 49 0,-3-5 0,-19-21 0,-12-20 0,31 43 0,-97-161 0,32 57 0,-79-151 0,85 157 0,1 0 0,1 0 0,0-1 0,2 1 0,0-1 0,1 0 0,1-1 0,0-21 0,3 36 0,-1 0 0,0 1 0,1-1 0,0 0 0,0 0 0,0 0 0,1 1 0,0-1 0,0 1 0,0-1 0,0 1 0,1 0 0,-1 0 0,1 0 0,0 0 0,0 0 0,1 0 0,-1 1 0,1 0 0,0 0 0,6-4 0,-2 2 0,1 1 0,0 0 0,0 1 0,1 0 0,-1 0 0,1 1 0,0 0 0,-1 1 0,18-1 0,-10 1 0,0 2 0,-1-1 0,1 2 0,-1 0 0,22 6 0,-27-4 0,-1-1 0,0 1 0,0 1 0,0 0 0,-1 0 0,1 1 0,-1 0 0,-1 1 0,11 9 0,76 75 0,-90-86 0,0 1 0,0 0 0,0 0 0,-1 0 0,0 0 0,0 1 0,0 0 0,-1 0 0,0 0 0,0 0 0,1 7 0,-3-8 0,0-1 0,-1 1 0,0 0 0,0-1 0,0 1 0,-1 0 0,0-1 0,0 1 0,0-1 0,0 1 0,-1-1 0,0 0 0,0 0 0,-1 1 0,-3 5 0,1-3 0,0-1 0,0-1 0,0 1 0,-1-1 0,1 0 0,-2 0 0,1 0 0,0-1 0,-1 0 0,-14 7 0,17-9 0,0-2 0,0 1 0,0 0 0,0-1 0,-1 0 0,1 0 0,-1 0 0,1-1 0,0 1 0,-1-1 0,1 0 0,-1 0 0,1-1 0,-1 1 0,1-1 0,-1 0 0,1 0 0,0 0 0,0-1 0,0 0 0,-8-4 0,11 6-34,0-1 0,0 0 0,0 1 0,0-1 0,0 0-1,0 1 1,0-1 0,1 0 0,-1 0 0,0 0 0,0 0 0,1 0 0,-1 0-1,1 0 1,-1 0 0,1 0 0,-1 0 0,1 0 0,0 0 0,-1 0-1,1 0 1,0 0 0,0 0 0,0-1 0,0 1 0,0 0 0,0 0 0,0 0-1,0 0 1,1 0 0,-1 0 0,0 0 0,1-1 0,-1 1 0,1 0 0,-1 0-1,1 0 1,-1 0 0,2-1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20.748"/>
    </inkml:context>
    <inkml:brush xml:id="br0">
      <inkml:brushProperty name="width" value="0.05" units="cm"/>
      <inkml:brushProperty name="height" value="0.05" units="cm"/>
      <inkml:brushProperty name="color" value="#FFC114"/>
    </inkml:brush>
  </inkml:definitions>
  <inkml:trace contextRef="#ctx0" brushRef="#br0">13 42 24575,'-7'-24'0,"1"7"0,11 22 0,3 9 0,160 468 0,-166-474 0,4 11 37,25 71 256,-27-79-575,2 1-1,0-1 1,0 0-1,1 0 1,10 12-1,-2-8-6543</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21.091"/>
    </inkml:context>
    <inkml:brush xml:id="br0">
      <inkml:brushProperty name="width" value="0.05" units="cm"/>
      <inkml:brushProperty name="height" value="0.05" units="cm"/>
      <inkml:brushProperty name="color" value="#FFC114"/>
    </inkml:brush>
  </inkml:definitions>
  <inkml:trace contextRef="#ctx0" brushRef="#br0">24 76 24575,'-2'-2'0,"-1"-1"0,1 0 0,0 0 0,-1 0 0,2-1 0,-1 1 0,0 0 0,1-1 0,-1 1 0,1-1 0,-1-5 0,2 7 0,-1 1 0,1 0 0,0 0 0,0 0 0,0 0 0,0 0 0,0 0 0,1-1 0,-1 1 0,0 0 0,0 0 0,1 0 0,-1 0 0,1 0 0,-1 0 0,1 0 0,-1 0 0,1 0 0,0 0 0,-1 0 0,1 1 0,0-1 0,0 0 0,-1 0 0,1 1 0,0-1 0,0 0 0,0 1 0,0-1 0,0 1 0,0-1 0,0 1 0,0-1 0,0 1 0,0 0 0,1 0 0,-1-1 0,0 1 0,0 0 0,0 0 0,0 0 0,1 0 0,2 1 0,0-1 0,-1 1 0,1-1 0,-1 1 0,0 0 0,1 0 0,-1 1 0,0-1 0,1 1 0,-1-1 0,0 1 0,0 0 0,-1 0 0,1 1 0,0-1 0,-1 1 0,1-1 0,-1 1 0,0 0 0,1-1 0,2 8 0,1 0 0,0 0 0,-1 0 0,0 1 0,-1 0 0,5 16 0,-4 3 0,0 0 0,-1 31 0,-2-28 0,11 58 0,-11-82 0,0 0 0,1 0 0,0 0 0,0 0 0,1-1 0,1 0 0,-1 0 0,1 0 0,1 0 0,10 12 0,-8-14 20,-1 1 0,1-2 0,0 1 1,1-1-1,-1 0 0,1-1 0,0 0 0,0 0 0,0-1 0,0 0 0,1-1 0,-1 0 0,1-1 0,0 0 0,-1 0 0,12-1 1,8-1-448,0-1 0,1-2 1,56-14-1,-49 8-6399</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21.389"/>
    </inkml:context>
    <inkml:brush xml:id="br0">
      <inkml:brushProperty name="width" value="0.05" units="cm"/>
      <inkml:brushProperty name="height" value="0.05" units="cm"/>
      <inkml:brushProperty name="color" value="#FFC114"/>
    </inkml:brush>
  </inkml:definitions>
  <inkml:trace contextRef="#ctx0" brushRef="#br0">1 342 24575,'0'1'0,"1"0"0,0-1 0,-1 1 0,1 0 0,0 0 0,0-1 0,0 1 0,0-1 0,0 1 0,0 0 0,0-1 0,0 0 0,0 1 0,0-1 0,0 0 0,0 1 0,0-1 0,0 0 0,0 0 0,0 0 0,0 0 0,0 0 0,2 0 0,21-1 0,1 0 0,0-2 0,-1 0 0,0-2 0,38-12 0,-14 4 0,922-178-2600,-30 105 1819,-752 73 452,-174 12 251,11-1 69,42-7 1,-46 2-4378</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21.822"/>
    </inkml:context>
    <inkml:brush xml:id="br0">
      <inkml:brushProperty name="width" value="0.05" units="cm"/>
      <inkml:brushProperty name="height" value="0.05" units="cm"/>
      <inkml:brushProperty name="color" value="#FFC114"/>
    </inkml:brush>
  </inkml:definitions>
  <inkml:trace contextRef="#ctx0" brushRef="#br0">169 337 24575,'1'-12'0,"-1"-1"0,2 0 0,0 1 0,0-1 0,1 1 0,9-24 0,-1 12 0,1 0 0,18-26 0,-28 46 0,5-6 0,-1 0 0,0 0 0,-1-1 0,7-19 0,-12 29 0,1-1 0,-1 1 0,1-1 0,-1 1 0,0-1 0,1 0 0,-1 1 0,0-1 0,0 1 0,0-1 0,0 0 0,0 1 0,-1-1 0,1 1 0,0-1 0,-1 1 0,1-1 0,-1 1 0,0-1 0,1 1 0,-1-1 0,0 1 0,0 0 0,0-1 0,0 1 0,0 0 0,0 0 0,0 0 0,0 0 0,-1 0 0,1 0 0,0 0 0,-1 0 0,1 0 0,-1 1 0,1-1 0,0 1 0,-1-1 0,1 1 0,-1-1 0,0 1 0,1 0 0,-1 0 0,-2-1 0,-5 1 0,1 0 0,-1 0 0,1 1 0,-1 0 0,0 0 0,1 1 0,-1 0 0,1 1 0,0 0 0,0 0 0,-11 6 0,6-2 0,-1 1 0,1 1 0,0 0 0,1 1 0,-16 16 0,23-22 0,1 0 0,1 1 0,-1-1 0,1 1 0,0 0 0,0 0 0,0 1 0,0-1 0,1 1 0,0-1 0,0 1 0,1 0 0,0-1 0,0 1 0,0 0 0,0 7 0,2-5 0,0 1 0,0-1 0,0 0 0,1 0 0,1 0 0,-1 0 0,1 0 0,1-1 0,-1 1 0,1-1 0,6 8 0,20 25 0,1-1 0,3-2 0,75 65 0,2 3 0,-105-100 0,-1 1 0,0-1 0,-1 1 0,1 0 0,-1 1 0,4 7 0,-7-13 0,-1 1 0,1-1 0,-1 1 0,1-1 0,-1 1 0,0-1 0,0 1 0,1-1 0,-1 1 0,0-1 0,0 1 0,-1 0 0,1-1 0,0 1 0,0-1 0,-1 1 0,1-1 0,-1 1 0,1-1 0,-1 1 0,0-1 0,0 0 0,1 1 0,-1-1 0,0 0 0,0 0 0,0 0 0,0 0 0,-1 1 0,1-1 0,0-1 0,0 1 0,-1 0 0,1 0 0,-3 1 0,-4 2 38,-1 0 0,0-1 0,0 0 0,-1 0 0,1-1 0,0 0 0,-1 0 0,-16 0 0,-7-2-892,-38-4 1,12-3-5973</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22.042"/>
    </inkml:context>
    <inkml:brush xml:id="br0">
      <inkml:brushProperty name="width" value="0.05" units="cm"/>
      <inkml:brushProperty name="height" value="0.05" units="cm"/>
      <inkml:brushProperty name="color" value="#FFC114"/>
    </inkml:brush>
  </inkml:definitions>
  <inkml:trace contextRef="#ctx0" brushRef="#br0">1 102 24575,'15'-24'0,"-11"16"0,0 0 0,1 1 0,0 0 0,0 0 0,1 0 0,0 1 0,0 0 0,0 0 0,10-7 0,-15 13 0,-1-1 0,1 1 0,0 0 0,-1-1 0,1 1 0,0 0 0,0 0 0,-1 0 0,1 0 0,0 0 0,0 0 0,-1 0 0,1 0 0,0 0 0,0 0 0,-1 0 0,1 0 0,0 0 0,0 1 0,-1-1 0,1 0 0,0 0 0,-1 1 0,1-1 0,0 1 0,-1-1 0,1 1 0,0-1 0,-1 1 0,1-1 0,-1 1 0,1-1 0,-1 1 0,1 0 0,-1-1 0,0 1 0,1 0 0,-1-1 0,0 1 0,1 0 0,-1-1 0,0 3 0,10 36 0,-10-34 0,80 446 0,29-7 0,-77-349-1365,-21-65-5461</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22.433"/>
    </inkml:context>
    <inkml:brush xml:id="br0">
      <inkml:brushProperty name="width" value="0.05" units="cm"/>
      <inkml:brushProperty name="height" value="0.05" units="cm"/>
      <inkml:brushProperty name="color" value="#FFC114"/>
    </inkml:brush>
  </inkml:definitions>
  <inkml:trace contextRef="#ctx0" brushRef="#br0">431 201 24575,'9'-17'0,"-3"7"0,-1-1 0,0 0 0,-1-1 0,0 1 0,2-13 0,-5 21 0,-1 1 0,1-1 0,-1 0 0,0 0 0,0 0 0,-1 0 0,1 0 0,0 1 0,-1-1 0,0 0 0,0 0 0,1 0 0,-2 1 0,1-1 0,0 1 0,0-1 0,-1 1 0,0-1 0,1 1 0,-1 0 0,0 0 0,0 0 0,0 0 0,0 0 0,-1 0 0,-2-2 0,-5-1 0,0 0 0,0 0 0,0 1 0,-1 0 0,1 1 0,-1 1 0,0-1 0,0 2 0,0-1 0,0 2 0,0-1 0,-22 3 0,17 0 0,-1 0 0,1 1 0,0 1 0,0 0 0,0 1 0,0 1 0,1 1 0,-15 8 0,25-13 0,0 1 0,0 1 0,0-1 0,0 1 0,1 0 0,-1 0 0,1 0 0,0 0 0,0 1 0,1 0 0,-1 0 0,1 0 0,0 0 0,0 0 0,1 1 0,0-1 0,0 1 0,0-1 0,0 1 0,1 0 0,0 0 0,0 0 0,1 0 0,0 0 0,0 0 0,0 0 0,1 0 0,-1 0 0,1-1 0,1 1 0,-1 0 0,1 0 0,0-1 0,0 1 0,1-1 0,3 6 0,3 3 0,0-1 0,0 0 0,2-1 0,-1 0 0,1-1 0,16 12 0,79 53 0,-72-54 0,55 46 0,-85-65 0,0 0 0,-1 1 0,0 0 0,0 0 0,0 0 0,0 0 0,0 0 0,-1 0 0,0 1 0,0-1 0,0 1 0,0-1 0,1 11 0,-2-12 0,-1 0 0,0 1 0,0-1 0,-1 0 0,1 1 0,-1-1 0,0 0 0,1 1 0,-2-1 0,1 0 0,0 0 0,0 0 0,-1 0 0,0 0 0,0 0 0,0 0 0,0-1 0,0 1 0,0-1 0,-1 1 0,-2 2 0,-8 5 0,0-1 0,0 0 0,0-1 0,-1-1 0,-1 0 0,1 0 0,-17 4 0,12-5 0,-1-1 0,0-1 0,0 0 0,0-2 0,-22 1 0,34-3-105,0 0 0,1 0 0,-1-1 0,1 0 0,-1-1 0,1 1 0,0-1 0,0-1 0,-1 1 0,1-1 0,1 0 0,-11-7 0,-2-7-6721</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22.650"/>
    </inkml:context>
    <inkml:brush xml:id="br0">
      <inkml:brushProperty name="width" value="0.05" units="cm"/>
      <inkml:brushProperty name="height" value="0.05" units="cm"/>
      <inkml:brushProperty name="color" value="#FFC114"/>
    </inkml:brush>
  </inkml:definitions>
  <inkml:trace contextRef="#ctx0" brushRef="#br0">1 106 24575,'1'-20'0,"0"-1"0,2 1 0,5-25 0,0 122 0,49 324 0,-29-238 0,-19-103 162,24 129-1689,-24-154-5299</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23.024"/>
    </inkml:context>
    <inkml:brush xml:id="br0">
      <inkml:brushProperty name="width" value="0.05" units="cm"/>
      <inkml:brushProperty name="height" value="0.05" units="cm"/>
      <inkml:brushProperty name="color" value="#FFC114"/>
    </inkml:brush>
  </inkml:definitions>
  <inkml:trace contextRef="#ctx0" brushRef="#br0">318 156 24575,'17'-17'0,"-4"5"0,21-27 0,-32 36 0,1 0 0,-1 0 0,0 0 0,0-1 0,-1 1 0,1-1 0,0 1 0,-1-1 0,0 0 0,0 0 0,0 1 0,-1-1 0,1 0 0,-1-5 0,0 8 0,0-1 0,-1 1 0,1 0 0,-1 0 0,1-1 0,-1 1 0,1 0 0,-1 0 0,0 0 0,0 0 0,1-1 0,-1 1 0,0 0 0,0 0 0,0 1 0,0-1 0,0 0 0,0 0 0,0 0 0,-1 1 0,1-1 0,0 0 0,0 1 0,-1 0 0,1-1 0,0 1 0,0-1 0,-3 1 0,-4-1 0,1 0 0,-1 0 0,-12 1 0,18 0 0,-10 0 0,0 1 0,-1 0 0,1 1 0,0 1 0,0 0 0,0 0 0,0 1 0,1 1 0,-19 9 0,24-11 0,1 0 0,0 1 0,0 0 0,1-1 0,-1 1 0,1 1 0,0-1 0,0 1 0,0-1 0,0 1 0,1 0 0,0 1 0,0-1 0,0 0 0,1 1 0,0 0 0,0-1 0,0 1 0,1 0 0,0 0 0,-1 10 0,2-1 0,1 0 0,0-1 0,1 1 0,1-1 0,0 0 0,1 0 0,0 0 0,1 0 0,1-1 0,7 14 0,12 15 0,50 65 0,-49-72 0,-1 1 0,25 48 0,-47-78 0,0 0 0,0 1 0,-1-1 0,0 1 0,0 0 0,-1 0 0,1-1 0,-2 1 0,1 0 0,-1 0 0,0 0 0,-1 10 0,0-14 0,0 1 0,0-1 0,0 1 0,-1-1 0,1 1 0,-1-1 0,0 0 0,0 0 0,0 0 0,0 0 0,-1 0 0,1 0 0,-1-1 0,0 1 0,1-1 0,-1 0 0,0 1 0,-1-1 0,1-1 0,0 1 0,0 0 0,-1-1 0,1 0 0,-6 2 0,-4-1-57,1 1 0,-1-2 1,1 0-1,-1 0 0,0-1 0,1-1 0,-1 0 0,0-1 0,1 0 0,0-1 0,-1 0 1,1-1-1,0 0 0,1-1 0,-1 0 0,1-1 0,0 0 0,0-1 0,1-1 1,0 1-1,0-1 0,1-1 0,-10-11 0,-6-12-6769</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23.274"/>
    </inkml:context>
    <inkml:brush xml:id="br0">
      <inkml:brushProperty name="width" value="0.05" units="cm"/>
      <inkml:brushProperty name="height" value="0.05" units="cm"/>
      <inkml:brushProperty name="color" value="#FFC114"/>
    </inkml:brush>
  </inkml:definitions>
  <inkml:trace contextRef="#ctx0" brushRef="#br0">17 89 24575,'1'-4'0,"1"0"0,0 0 0,-1 0 0,0 0 0,0 0 0,0 0 0,0 0 0,-1-1 0,0 1 0,0 0 0,0-1 0,0 1 0,0 0 0,-1 0 0,0-1 0,0 1 0,0 0 0,-2-4 0,3 8 0,0 0 0,0-1 0,0 1 0,0 0 0,0 0 0,-1-1 0,1 1 0,0 0 0,0 0 0,0-1 0,0 1 0,0 0 0,-1 0 0,1-1 0,0 1 0,0 0 0,0 0 0,-1 0 0,1 0 0,0-1 0,0 1 0,-1 0 0,1 0 0,0 0 0,0 0 0,-1 0 0,1 0 0,0 0 0,0 0 0,-1 0 0,1 0 0,0 0 0,0 0 0,-1 0 0,1 0 0,0 0 0,0 0 0,-1 0 0,1 0 0,-6 11 0,1 19 0,4 0 0,1 0 0,2 0 0,6 38 0,24 91 0,-10-57 0,-1 10 0,-5 0 0,-4 1 0,-6 167 0,-13-213-1365,3-44-5461</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25.427"/>
    </inkml:context>
    <inkml:brush xml:id="br0">
      <inkml:brushProperty name="width" value="0.05" units="cm"/>
      <inkml:brushProperty name="height" value="0.05" units="cm"/>
      <inkml:brushProperty name="color" value="#FFC114"/>
    </inkml:brush>
  </inkml:definitions>
  <inkml:trace contextRef="#ctx0" brushRef="#br0">54 443 24575,'-4'-5'0,"1"0"0,0-1 0,0 1 0,1 0 0,-1-1 0,-2-11 0,0 1 0,-1 1 0,1 0 0,1 0 0,1-1 0,0 1 0,1-1 0,0 1 0,1-19 0,1 27 0,1-1 0,0 1 0,0 0 0,0 0 0,1 0 0,0 0 0,0 0 0,1 0 0,-1 0 0,2 1 0,-1-1 0,1 1 0,0 0 0,0 0 0,1 1 0,-1-1 0,10-7 0,0 3 0,0 0 0,1 1 0,0 1 0,0 0 0,1 1 0,0 1 0,28-7 0,1 3 0,74-8 0,75 7 0,-173 11 0,1 1 0,-1 1 0,0 1 0,0 1 0,0 1 0,40 15 0,-56-18 0,0 0 0,-1 0 0,1 1 0,-1 0 0,1 0 0,-1 0 0,0 0 0,0 1 0,0 0 0,0 0 0,-1 0 0,0 0 0,0 0 0,0 1 0,0-1 0,-1 1 0,1 0 0,-1 0 0,1 5 0,-1-4 0,-1 1 0,-1-1 0,1 0 0,-1 1 0,0-1 0,-1 1 0,1-1 0,-1 1 0,-1-1 0,1 0 0,-1 0 0,0 0 0,0 0 0,-1 0 0,-4 8 0,-4 4 0,-1 0 0,0-1 0,-1 0 0,-1 0 0,-1-2 0,-29 26 0,-111 68 0,35-28 0,119-80 0,0-1 0,-1 1 0,1 0 0,0 0 0,1-1 0,-1 1 0,0 0 0,0 0 0,0 0 0,0 0 0,1 1 0,-1-1 0,0 0 0,0 2 0,1-3 0,0 1 0,0-1 0,0 1 0,0-1 0,1 0 0,-1 1 0,0-1 0,0 0 0,0 1 0,0-1 0,1 0 0,-1 1 0,0-1 0,0 0 0,1 1 0,-1-1 0,0 0 0,0 0 0,1 1 0,-1-1 0,0 0 0,1 0 0,-1 0 0,0 1 0,1-1 0,-1 0 0,1 0 0,-1 0 0,0 0 0,1 0 0,6 2 0,1-1 0,-1 0 0,15-1 0,-7 1 0,54 3 0,13 0 0,90 18 0,-148-18 0,-1 2 0,1 0 0,-1 2 0,-1 0 0,1 2 0,-2 0 0,1 2 0,27 19 0,-42-26 0,-1 1 0,1-1 0,-1 1 0,0 1 0,0-1 0,0 1 0,-1 0 0,-1 1 0,7 11 0,-9-15 0,-1-1 0,1 1 0,-1 0 0,0 0 0,-1-1 0,1 1 0,-1 0 0,1 0 0,-1 0 0,0 0 0,-1 0 0,1 0 0,-1 0 0,0 0 0,1 0 0,-2-1 0,1 1 0,0 0 0,-1-1 0,0 1 0,0-1 0,0 1 0,-2 3 0,-3 1 0,0-1 0,-1 0 0,1 0 0,-1 0 0,-1-1 0,1 0 0,-1-1 0,0 1 0,0-2 0,-1 1 0,1-2 0,-16 5 0,-12 2 0,1-2 0,-41 3 0,36-6-195,-1-2 0,1-2 0,-1-2 0,0-2 0,1-1 0,-70-17 0,66 8-6631</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25.908"/>
    </inkml:context>
    <inkml:brush xml:id="br0">
      <inkml:brushProperty name="width" value="0.05" units="cm"/>
      <inkml:brushProperty name="height" value="0.05" units="cm"/>
      <inkml:brushProperty name="color" value="#FFC114"/>
    </inkml:brush>
  </inkml:definitions>
  <inkml:trace contextRef="#ctx0" brushRef="#br0">0 211 24575,'10'-10'0,"1"1"0,0 0 0,0 0 0,1 2 0,0-1 0,0 1 0,0 1 0,1 1 0,0-1 0,1 2 0,23-6 0,-8 5 0,0 1 0,0 2 0,0 0 0,48 5 0,-57-1 0,0 0 0,0 2 0,30 8 0,-43-10 0,0 0 0,-1 1 0,1 0 0,-1 0 0,0 0 0,0 1 0,0 0 0,-1 0 0,1 0 0,-1 1 0,0 0 0,0 0 0,8 11 0,-12-14 0,1 1 0,-1-1 0,0 1 0,0-1 0,0 1 0,0-1 0,-1 1 0,1-1 0,-1 1 0,0 0 0,1-1 0,-1 1 0,0 0 0,-1-1 0,1 1 0,-1 4 0,0-3 0,-1 0 0,1 0 0,-1 0 0,0 0 0,0 0 0,-1 0 0,1-1 0,-1 1 0,-3 3 0,-4 3 0,1-1 0,-2-1 0,1 0 0,-1 0 0,-20 10 0,-26 7 0,52-23 0,-1-1 0,1 1 0,0-1 0,0 0 0,-1 0 0,1-1 0,-1 1 0,1-1 0,-6-1 0,10 1 0,1 0 0,-1 0 0,1 0 0,0 0 0,-1 0 0,1 0 0,0-1 0,-1 1 0,1 0 0,-1 0 0,1 0 0,0-1 0,-1 1 0,1 0 0,0 0 0,0-1 0,-1 1 0,1 0 0,0-1 0,0 1 0,-1 0 0,1-1 0,0 1 0,0 0 0,0-1 0,-1 1 0,1-1 0,0 1 0,0 0 0,0-1 0,0 1 0,0-1 0,0 1 0,0 0 0,0-1 0,0 1 0,0-1 0,0 1 0,0 0 0,0-1 0,0 1 0,1-1 0,-1 1 0,0 0 0,0-1 0,0 1 0,0 0 0,1-1 0,-1 1 0,0 0 0,1-1 0,-1 1 0,0 0 0,0 0 0,1-1 0,-1 1 0,19-19 0,73-54 0,138-82 0,-229 155 0,70-42 0,30-19 0,-91 53 0,-12 6 0,-18 11 0,6 1 0,-1 0 0,2 1 0,-1 1 0,1 0 0,1 1 0,1 0 0,-1 1 0,2 0 0,-13 21 0,19-27 0,1 0 0,-1 0 0,1 1 0,0-1 0,1 1 0,0-1 0,1 1 0,-2 18 0,3-21 0,1 1 0,0 0 0,0 0 0,0-1 0,1 1 0,0-1 0,0 1 0,0-1 0,1 0 0,0 0 0,0 0 0,8 11 0,-3-8 20,0-1 0,0 0 0,0 0 1,1-1-1,0 0 0,1 0 0,0-1 0,0 0 0,0-1 0,0 0 0,1-1 0,0 0 0,0 0 0,0-1 0,0-1 0,14 2 1,-2-2-235,-1 0 1,0-2 0,0-1-1,0 0 1,1-1 0,-1-2-1,29-8 1,6-6-6613</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2:26.422"/>
    </inkml:context>
    <inkml:brush xml:id="br0">
      <inkml:brushProperty name="width" value="0.05" units="cm"/>
      <inkml:brushProperty name="height" value="0.05" units="cm"/>
      <inkml:brushProperty name="color" value="#FFC114"/>
    </inkml:brush>
  </inkml:definitions>
  <inkml:trace contextRef="#ctx0" brushRef="#br0">2922 343 24575,'-18'-20'0,"0"1"0,-2 1 0,0 1 0,-1 1 0,-1 1 0,-40-23 0,9 10-101,0 1 1,-2 3-1,-103-30 0,82 35-194,-2 3-1,-113-9 1,71 19-28,0 6 1,-1 4-1,-217 38 1,195-14 322,-234 76 0,301-76 0,0 3 0,2 3 0,2 4 0,-106 72 0,143-84 7,1 2 0,1 1 0,1 2 0,2 1 0,-49 66-1,61-70-29,1 1 0,1 0 0,1 1 0,1 1 0,2 0 0,2 0 0,0 2 0,-6 43 0,11-37-67,2 0-1,1 1 0,2-1 0,2 1 0,1-1 0,2 0 0,20 75 1,-9-65-45,2-1 0,1 0 0,3-2-1,2 0 1,47 66 0,-27-52-30,3-2 0,2-2-1,77 67 1,-55-63 71,3-2 1,95 56-1,-63-54-70,2-5 1,3-4-1,2-5 1,2-5-1,142 30 0,-116-41 180,1-6 0,2-7 0,0-6-1,154-9 1,-173-8-16,-1-5 0,0-6 0,196-53 0,-249 49 0,-2-3 0,-1-3 0,0-3 0,-3-3 0,-1-2 0,-1-4 0,87-70 0,-112 76 1,-2-2 0,-1-1 0,-2-2 0,-2-1 0,-1-2 0,-2-1 0,-2-1 0,-2-1 0,-2-1 0,-2-1 0,23-79 0,-30 79-1,-3-1 0,-2-1 0,-2 0 0,-2 0 0,-2 0 0,-2 0 0,-2 0 0,-3 0 0,-1 0 0,-3 1 1,-1 0-1,-21-55 0,13 55-20,-2 1 0,-3 1 0,-1 1 0,-2 1 0,-2 1 0,-2 2 0,-2 1 0,-1 1 0,-58-51 0,34 42-144,-3 1 0,-1 4 0,-1 2 0,-3 3 1,-128-53-1,-74-3-559,14 22 552</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19.256"/>
    </inkml:context>
    <inkml:brush xml:id="br0">
      <inkml:brushProperty name="width" value="0.05" units="cm"/>
      <inkml:brushProperty name="height" value="0.05" units="cm"/>
      <inkml:brushProperty name="color" value="#FFC114"/>
    </inkml:brush>
  </inkml:definitions>
  <inkml:trace contextRef="#ctx0" brushRef="#br0">98 467 24575,'-1'0'0,"1"0"0,-1 1 0,0-1 0,1 0 0,-1 1 0,0-1 0,1 0 0,-1 1 0,0-1 0,1 1 0,-1 0 0,1-1 0,-1 1 0,1-1 0,-1 1 0,1 0 0,0-1 0,-1 1 0,1 0 0,0-1 0,-1 1 0,1 0 0,0 0 0,0-1 0,0 1 0,-1 0 0,1 0 0,0 1 0,-2 24 0,3-9 0,2 0 0,-1 1 0,2-1 0,0 0 0,9 22 0,3 12 0,6 32 0,-4-1 0,-3 2 0,4 88 0,-18-66 0,-12 118 0,10-216 0,0 2 0,0 0 0,0 1 0,2-1 0,1 17 0,-2-26 0,0 1 0,0-1 0,1 1 0,-1 0 0,1-1 0,-1 1 0,1-1 0,-1 0 0,1 1 0,0-1 0,0 1 0,-1-1 0,1 0 0,0 0 0,0 0 0,0 1 0,1-1 0,-1 0 0,0 0 0,0 0 0,1-1 0,-1 1 0,0 0 0,1 0 0,-1-1 0,1 1 0,-1-1 0,1 1 0,-1-1 0,1 0 0,-1 1 0,1-1 0,-1 0 0,1 0 0,0 0 0,-1 0 0,1 0 0,1-1 0,19-4 0,0-1 0,0-1 0,32-15 0,12-5 0,20 1 0,1 4 0,96-12 0,183-7 0,-233 29 0,12-1 0,148-18 0,-289 30 0,-1 1 0,0-1 0,0 1 0,0-1 0,0 0 0,0 0 0,0 0 0,0-1 0,0 1 0,0-1 0,-1 1 0,1-1 0,3-3 0,-4 2 0,-1 1 0,1-1 0,-1 1 0,0-1 0,0 0 0,0 1 0,0-1 0,0 0 0,-1 0 0,1 0 0,-1 1 0,0-1 0,0 0 0,0 0 0,0-3 0,-1-40 0,-22-474 0,13 420 0,-5 0 0,-4 1 0,-36-110 0,47 184 0,2 4 0,-1 0 0,-1 1 0,0 0 0,-14-22 0,21 41 0,0 0 0,0 0 0,0 0 0,0 0 0,1 0 0,-1 1 0,0-1 0,0 0 0,0 1 0,-1-1 0,1 1 0,0-1 0,0 1 0,0-1 0,0 1 0,0 0 0,-1 0 0,1 0 0,0-1 0,0 1 0,0 0 0,-1 0 0,1 1 0,0-1 0,0 0 0,0 0 0,-1 0 0,0 1 0,-37 16 0,25-10 0,-55 22 0,-111 31 0,-78 3 0,122-32 0,-116 28 0,-283 72 0,525-128 0,2-1 0,0 0 0,0 1 0,0 0 0,0 0 0,-7 5 0,15-8 5,-1 0-1,1 0 1,0 1-1,-1-1 0,1 0 1,0 0-1,-1 0 1,1 1-1,0-1 0,0 0 1,-1 0-1,1 1 1,0-1-1,0 0 1,-1 1-1,1-1 0,0 0 1,0 1-1,0-1 1,0 0-1,-1 1 1,1-1-1,0 0 0,0 1 1,0-1-1,0 0 1,0 1-1,0-1 1,0 1-1,0-1 0,0 0 1,0 1-1,0-1 1,0 0-1,0 1 1,1 0-1,13 9 173,23 1-1669,-36-11 1278,26 6-6612</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24.753"/>
    </inkml:context>
    <inkml:brush xml:id="br0">
      <inkml:brushProperty name="width" value="0.05" units="cm"/>
      <inkml:brushProperty name="height" value="0.05" units="cm"/>
      <inkml:brushProperty name="color" value="#FFC114"/>
    </inkml:brush>
  </inkml:definitions>
  <inkml:trace contextRef="#ctx0" brushRef="#br0">0 0 24575,'4'1'0,"0"1"0,-1-1 0,1 1 0,-1-1 0,1 1 0,-1 0 0,0 0 0,0 1 0,0-1 0,0 1 0,0 0 0,5 5 0,3 4 0,534 530-358,-434-411 239,-6 5 0,129 220 0,-117-143 119,-9 5 0,140 415 0,-197-458-2,29 191 0,3 185-124,-72-472 89,33 380 478,-43-391-353,-2-1 1,-4-1-1,-3 1 0,-29 121 0,9-92-88,-5-1 0,-3-1 0,-61 109 0,92-194 0,-3 7 0,-19 25 0,25-38 0,-1 0 0,1 0 0,-1 0 0,0 0 0,0 0 0,0-1 0,0 0 0,-1 1 0,1-1 0,-1 0 0,1 0 0,-1-1 0,-6 3 0,8-4-42,0 0-1,1 0 0,-1 0 1,0 0-1,0-1 0,1 1 1,-1 0-1,0-1 0,0 1 1,1-1-1,-1 0 0,1 1 1,-1-1-1,1 0 0,-1 0 1,1 0-1,-1 0 0,1 0 1,0-1-1,-1 1 0,1 0 1,0-1-1,0 1 0,0-1 1,0 1-1,0-1 0,1 1 1,-1-1-1,0 1 0,1-1 1,-1-2-1,-4-10-6783</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29.311"/>
    </inkml:context>
    <inkml:brush xml:id="br0">
      <inkml:brushProperty name="width" value="0.05" units="cm"/>
      <inkml:brushProperty name="height" value="0.05" units="cm"/>
      <inkml:brushProperty name="color" value="#FFC114"/>
    </inkml:brush>
  </inkml:definitions>
  <inkml:trace contextRef="#ctx0" brushRef="#br0">0 954 24575,'1'-4'0,"-1"0"0,1 0 0,0 0 0,0 0 0,0 1 0,1-1 0,-1 0 0,1 0 0,0 1 0,0-1 0,0 1 0,6-7 0,3-2 0,23-21 0,-11 14 11,2 1 0,0 0 0,1 2 0,49-22 0,124-38-286,344-71-2146,14 45 1222,145-10-1048,157-28 966,-634 103 1075,364-72 2470,-540 97-1349,-15 3-4711</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0.001"/>
    </inkml:context>
    <inkml:brush xml:id="br0">
      <inkml:brushProperty name="width" value="0.05" units="cm"/>
      <inkml:brushProperty name="height" value="0.05" units="cm"/>
      <inkml:brushProperty name="color" value="#FFC114"/>
    </inkml:brush>
  </inkml:definitions>
  <inkml:trace contextRef="#ctx0" brushRef="#br0">452 148 24575,'0'-13'0,"0"-1"0,-1 0 0,-1 0 0,-6-26 0,8 37 0,-1 0 0,0 1 0,0-1 0,0 0 0,-1 1 0,1-1 0,0 1 0,-1-1 0,0 1 0,0 0 0,1-1 0,-1 1 0,-1 0 0,1 0 0,0 0 0,0 1 0,-1-1 0,1 1 0,-1-1 0,1 1 0,-1 0 0,0 0 0,0 0 0,1 0 0,-1 0 0,0 0 0,0 1 0,0 0 0,0-1 0,-4 2 0,-3-1 0,-1 2 0,0 0 0,0 0 0,1 1 0,-1 0 0,-16 8 0,7-1 0,-1 0 0,-21 17 0,24-14 0,1 0 0,1 2 0,0 0 0,1 1 0,1 1 0,0 0 0,1 1 0,1 0 0,1 1 0,-10 22 0,15-28 0,1 0 0,1 0 0,0 1 0,0 0 0,2 0 0,-1 0 0,1 19 0,2-24 0,0 1 0,1-1 0,0 1 0,1-1 0,0 0 0,1 1 0,0-1 0,0 0 0,1 0 0,0-1 0,8 14 0,-7-15 0,0-1 0,1 0 0,0 0 0,0 0 0,0-1 0,0 0 0,1 0 0,0-1 0,0 1 0,0-2 0,1 1 0,0-1 0,-1 0 0,1 0 0,0-1 0,0 0 0,0-1 0,0 0 0,9 1 0,7-1 0,-1-1 0,1-1 0,0-1 0,-1-1 0,34-8 0,-18-1-273,-2 0 0,0-3 0,0 0 0,45-29 0,-16 5-6553</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0.467"/>
    </inkml:context>
    <inkml:brush xml:id="br0">
      <inkml:brushProperty name="width" value="0.05" units="cm"/>
      <inkml:brushProperty name="height" value="0.05" units="cm"/>
      <inkml:brushProperty name="color" value="#FFC114"/>
    </inkml:brush>
  </inkml:definitions>
  <inkml:trace contextRef="#ctx0" brushRef="#br0">68 124 24575,'-2'-6'0,"0"1"0,0-1 0,-1 1 0,1 0 0,-1 0 0,0 0 0,-1 0 0,1 1 0,-1-1 0,-6-5 0,10 9 0,-1 1 0,1-1 0,-1 0 0,0 1 0,1-1 0,-1 1 0,1-1 0,-1 1 0,0-1 0,1 1 0,-1 0 0,0-1 0,0 1 0,1 0 0,-1-1 0,0 1 0,0 0 0,0 0 0,1 0 0,-1 0 0,0 0 0,0 0 0,0 0 0,1 0 0,-2 0 0,1 1 0,0-1 0,1 1 0,-1-1 0,0 1 0,1 0 0,-1 0 0,1-1 0,-1 1 0,1 0 0,-1 0 0,1-1 0,0 1 0,-1 0 0,1 0 0,0 0 0,-1 0 0,1 2 0,-1 4 0,0 0 0,1 0 0,0 0 0,1 10 0,4 15 0,1 0 0,10 33 0,-10-48 0,0 0 0,1 0 0,1-1 0,0 0 0,13 19 0,-18-31 0,-1-1 0,1 1 0,0-1 0,0 0 0,0 0 0,0 0 0,0-1 0,1 1 0,-1-1 0,1 1 0,0-1 0,0-1 0,0 1 0,0 0 0,0-1 0,0 0 0,0 0 0,0 0 0,0 0 0,1-1 0,4 1 0,-2-2 0,-1 0 0,1 0 0,0-1 0,-1 1 0,1-1 0,-1-1 0,0 1 0,0-1 0,0-1 0,0 1 0,0-1 0,9-7 0,-2-1 0,0 0 0,-1-1 0,0 0 0,-1-1 0,0 0 0,-2-1 0,1 0 0,-2-1 0,11-25 0,1-13 0,19-88 0,-36 133 0,5 71 0,-3 18 122,-1-13-618,2 0 1,26 114-1,-21-147-6330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0.778"/>
    </inkml:context>
    <inkml:brush xml:id="br0">
      <inkml:brushProperty name="width" value="0.05" units="cm"/>
      <inkml:brushProperty name="height" value="0.05" units="cm"/>
      <inkml:brushProperty name="color" value="#FFC114"/>
    </inkml:brush>
  </inkml:definitions>
  <inkml:trace contextRef="#ctx0" brushRef="#br0">248 63 24575,'3'-1'0,"-1"-1"0,1 1 0,-1-1 0,0 0 0,0 1 0,1-1 0,-1 0 0,0-1 0,-1 1 0,1 0 0,0 0 0,-1-1 0,1 1 0,-1-1 0,2-4 0,-3 7 0,0-1 0,0 0 0,1 0 0,-1 1 0,0-1 0,0 0 0,0 0 0,0 0 0,0 0 0,0 1 0,0-1 0,0 0 0,-1 0 0,1 1 0,0-1 0,0 0 0,-1 0 0,1 1 0,0-1 0,-1 0 0,0-1 0,0 1 0,-1 0 0,1 1 0,0-1 0,0 0 0,-1 1 0,1-1 0,0 0 0,-1 1 0,1-1 0,0 1 0,-1 0 0,1 0 0,-1-1 0,1 1 0,-1 0 0,-2 1 0,-8-1 0,-1 1 0,1 1 0,0 0 0,-1 1 0,1 0 0,1 1 0,-1 0 0,0 1 0,1 1 0,0-1 0,0 2 0,1-1 0,-1 2 0,2-1 0,-18 17 0,22-18 0,0-1 0,0 1 0,1 0 0,-1 0 0,1 0 0,1 0 0,-1 1 0,1 0 0,0 0 0,1 0 0,-1 0 0,1 0 0,1 0 0,0 0 0,0 1 0,0-1 0,1 1 0,0-1 0,0 0 0,1 1 0,0-1 0,0 0 0,0 1 0,1-1 0,1 0 0,-1 0 0,6 11 0,1-4 0,-1 0 0,2 0 0,0-1 0,1 0 0,0-1 0,1 0 0,0-1 0,1 0 0,0-1 0,22 13 0,-19-14 0,-1-1 0,2 0 0,-1-1 0,1-1 0,0 0 0,0-2 0,0 0 0,1 0 0,29 1 0,-35-5 49,1-1 0,-1 0 0,0-1-1,0 0 1,0 0 0,21-8 0,-27 8-163,-1-1 0,1 1 0,-1-1 0,1 0 1,-1-1-1,0 1 0,0-1 0,0 0 1,-1 0-1,1-1 0,-1 1 0,0-1 1,0 0-1,6-10 0,-2-5-6712</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1.824"/>
    </inkml:context>
    <inkml:brush xml:id="br0">
      <inkml:brushProperty name="width" value="0.05" units="cm"/>
      <inkml:brushProperty name="height" value="0.05" units="cm"/>
      <inkml:brushProperty name="color" value="#FFC114"/>
    </inkml:brush>
  </inkml:definitions>
  <inkml:trace contextRef="#ctx0" brushRef="#br0">332 36 24575,'0'-2'0,"0"-1"0,-1 0 0,1 1 0,-1-1 0,1 1 0,-1-1 0,0 1 0,0-1 0,0 1 0,-2-4 0,3 6 0,0-1 0,-1 1 0,1 0 0,0 0 0,0-1 0,-1 1 0,1 0 0,0 0 0,0-1 0,-1 1 0,1 0 0,0 0 0,0 0 0,-1 0 0,1-1 0,0 1 0,-1 0 0,1 0 0,0 0 0,-1 0 0,1 0 0,0 0 0,-1 0 0,1 0 0,0 0 0,-1 0 0,1 0 0,0 0 0,-1 0 0,0 1 0,0-1 0,0 1 0,0 0 0,0 0 0,1-1 0,-1 1 0,0 0 0,1 0 0,-1 0 0,0 0 0,1 0 0,-1 0 0,1 0 0,-1 2 0,-5 16 0,0-1 0,-4 28 0,0 3 0,-229 783-1365,208-739-5461</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2.310"/>
    </inkml:context>
    <inkml:brush xml:id="br0">
      <inkml:brushProperty name="width" value="0.05" units="cm"/>
      <inkml:brushProperty name="height" value="0.05" units="cm"/>
      <inkml:brushProperty name="color" value="#FFC114"/>
    </inkml:brush>
  </inkml:definitions>
  <inkml:trace contextRef="#ctx0" brushRef="#br0">438 219 24575,'4'-12'0,"-1"-1"0,0 1 0,0-1 0,-2 0 0,1 1 0,-2-1 0,-1-22 0,1 31 0,0 0 0,0-1 0,0 1 0,0 0 0,-1-1 0,0 1 0,0 0 0,0-1 0,-1 1 0,1 0 0,-1 0 0,0 0 0,0 0 0,-1 0 0,1 1 0,-5-6 0,5 7 0,-1 0 0,0-1 0,0 2 0,1-1 0,-1 0 0,0 1 0,-1-1 0,1 1 0,0 0 0,0 0 0,-1 0 0,1 0 0,0 1 0,-1-1 0,1 1 0,0 0 0,-1 0 0,1 0 0,-1 1 0,-5 0 0,-4 3 0,0-1 0,0 2 0,0-1 0,1 2 0,0 0 0,0 0 0,0 1 0,1 0 0,0 1 0,1 1 0,-13 11 0,16-13 0,-1 1 0,1 0 0,0 0 0,1 0 0,0 1 0,1 0 0,-1 0 0,2 1 0,-1 0 0,1-1 0,1 1 0,0 1 0,0-1 0,-2 19 0,5-22 0,0-1 0,0 1 0,1-1 0,0 0 0,0 0 0,1 1 0,0-1 0,0 0 0,0 0 0,0-1 0,6 11 0,-2-8 0,0 0 0,1 0 0,-1 0 0,1 0 0,1-1 0,12 10 0,3-2 0,0 0 0,1-2 0,0-1 0,39 14 0,9-1 0,-31-12 0,41 20 0,-78-31 0,0 0 0,-1 0 0,1 0 0,-1 1 0,1-1 0,-1 1 0,0 0 0,0-1 0,3 5 0,-5-6 0,-1 0 0,1 0 0,-1 0 0,1 0 0,-1 0 0,0 0 0,1 0 0,-1 0 0,0 0 0,0 1 0,0-1 0,0 0 0,0 0 0,0 0 0,0 0 0,0 0 0,0 0 0,-1 0 0,1 0 0,0 0 0,-1 0 0,1 0 0,-1 0 0,1 0 0,-1 0 0,1 0 0,-1 0 0,0 0 0,1 0 0,-1-1 0,0 1 0,0 0 0,0 0 0,1-1 0,-1 1 0,0-1 0,0 1 0,-2 0 0,-7 5 0,0 0 0,0 0 0,-1-1 0,0-1 0,0 0 0,-13 3 0,-73 12 0,81-16 0,-36 5 171,-65 2 0,92-10-513,1 0 1,0-2 0,0-1-1,-46-11 1,27 0-6485</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2.525"/>
    </inkml:context>
    <inkml:brush xml:id="br0">
      <inkml:brushProperty name="width" value="0.05" units="cm"/>
      <inkml:brushProperty name="height" value="0.05" units="cm"/>
      <inkml:brushProperty name="color" value="#FFC114"/>
    </inkml:brush>
  </inkml:definitions>
  <inkml:trace contextRef="#ctx0" brushRef="#br0">3 35 24575,'22'-17'0,"-19"15"0,-1 0 0,1 0 0,-1 0 0,1 0 0,0 0 0,0 0 0,0 1 0,3-2 0,-5 3 0,0 0 0,0 0 0,-1 0 0,1 0 0,0 0 0,-1 1 0,1-1 0,0 0 0,-1 0 0,1 1 0,0-1 0,-1 0 0,1 1 0,-1-1 0,1 1 0,0-1 0,-1 0 0,1 1 0,-1 0 0,1-1 0,-1 1 0,0-1 0,1 1 0,-1-1 0,1 1 0,-1 0 0,0-1 0,0 1 0,1 0 0,-1-1 0,0 1 0,0 0 0,0 0 0,0-1 0,0 1 0,0 0 0,0-1 0,0 2 0,2 33 0,-2-34 0,-36 361 0,31-323 0,-16 103-1365,12-83-5461</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2.931"/>
    </inkml:context>
    <inkml:brush xml:id="br0">
      <inkml:brushProperty name="width" value="0.05" units="cm"/>
      <inkml:brushProperty name="height" value="0.05" units="cm"/>
      <inkml:brushProperty name="color" value="#FFC114"/>
    </inkml:brush>
  </inkml:definitions>
  <inkml:trace contextRef="#ctx0" brushRef="#br0">0 27 24575,'9'-16'0,"-2"6"0,-6 23 0,-7 47 0,3-41 0,1 1 0,1 0 0,1 0 0,0 0 0,1-1 0,6 30 0,-4-39 0,0 0 0,0 0 0,1-1 0,0 1 0,0-1 0,1 0 0,0-1 0,1 1 0,0-1 0,9 10 0,-12-15 0,0-1 0,0 1 0,0-1 0,0 0 0,1 1 0,-1-2 0,0 1 0,1 0 0,0-1 0,-1 1 0,1-1 0,0 0 0,0 0 0,0-1 0,-1 1 0,1-1 0,0 0 0,0 0 0,0 0 0,0 0 0,0-1 0,0 0 0,-1 0 0,1 0 0,0 0 0,0 0 0,-1-1 0,1 1 0,4-5 0,3 0 0,0-1 0,-1-1 0,0 0 0,-1-1 0,0 0 0,0 0 0,-1-1 0,8-11 0,51-91 0,-63 106 0,12-27 0,-2 0 0,13-43 0,-36 111-136,1 0-1,1 0 1,2 1-1,2 0 1,1 0-1,2 0 1,1 0-1,2 0 0,14 64 1,-7-63-6690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3.135"/>
    </inkml:context>
    <inkml:brush xml:id="br0">
      <inkml:brushProperty name="width" value="0.05" units="cm"/>
      <inkml:brushProperty name="height" value="0.05" units="cm"/>
      <inkml:brushProperty name="color" value="#FFC114"/>
    </inkml:brush>
  </inkml:definitions>
  <inkml:trace contextRef="#ctx0" brushRef="#br0">0 44 24575,'0'-5'0,"0"-9"0,3 0 0,1 4 0,0 9 0,-1 11 0,-1 10 0,-1 9 0,0 6 0,-1 6 0,0 4 0,0 3 0,-3 2 0,-1-2 0,0-3 0,1-4 0,1-5 0,1-10-8191</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3.462"/>
    </inkml:context>
    <inkml:brush xml:id="br0">
      <inkml:brushProperty name="width" value="0.05" units="cm"/>
      <inkml:brushProperty name="height" value="0.05" units="cm"/>
      <inkml:brushProperty name="color" value="#FFC114"/>
    </inkml:brush>
  </inkml:definitions>
  <inkml:trace contextRef="#ctx0" brushRef="#br0">1 506 24575,'2'-12'0,"1"0"0,-1 0 0,0-24 0,-1 25 0,-1 0 0,1 1 0,1-1 0,5-18 0,-7 28 0,1 1 0,-1-1 0,1 0 0,-1 0 0,1 0 0,0 0 0,0 1 0,-1-1 0,1 0 0,0 1 0,0-1 0,0 0 0,0 1 0,0-1 0,-1 1 0,1 0 0,0-1 0,0 1 0,0 0 0,0-1 0,1 1 0,-1 0 0,0 0 0,0 0 0,0 0 0,0 0 0,0 0 0,0 0 0,0 0 0,0 1 0,1-1 0,41 13 0,-27-7 0,1-2 0,1 0 0,-1-1 0,1 0 0,0-1 0,0-2 0,0 0 0,23-2 0,-34 1 0,0 0 0,0-1 0,0 0 0,0 0 0,-1 0 0,1-1 0,-1 0 0,0 0 0,0 0 0,0-1 0,0 0 0,0 0 0,-1-1 0,0 1 0,0-1 0,0 0 0,0-1 0,-1 1 0,0-1 0,0 0 0,5-10 0,-4 2 0,0 0 0,-1 0 0,-1 0 0,0 0 0,0-1 0,0-29 0,-8-89 0,3 105 0,1 169 0,0-48 0,1 178-1365,0-237-5461</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3.820"/>
    </inkml:context>
    <inkml:brush xml:id="br0">
      <inkml:brushProperty name="width" value="0.05" units="cm"/>
      <inkml:brushProperty name="height" value="0.05" units="cm"/>
      <inkml:brushProperty name="color" value="#FFC114"/>
    </inkml:brush>
  </inkml:definitions>
  <inkml:trace contextRef="#ctx0" brushRef="#br0">52 181 24575,'-1'5'0,"1"-1"0,-1 0 0,0 0 0,-1 1 0,1-1 0,-4 6 0,-4 13 0,-2 31 0,3 0 0,-4 102 0,13-135 0,0-21 0,-1 0 0,0 0 0,0 0 0,0 1 0,0-1 0,0 0 0,0 0 0,0 0 0,1 0 0,-1 0 0,0 0 0,0 0 0,0 0 0,0 0 0,0 0 0,1 0 0,-1 0 0,0 0 0,0 0 0,0 0 0,0 0 0,0 0 0,1 0 0,-1 0 0,0 0 0,0 0 0,0 0 0,0 0 0,0 0 0,0 0 0,1 0 0,-1 0 0,0 0 0,0-1 0,0 1 0,0 0 0,0 0 0,0 0 0,0 0 0,0 0 0,1 0 0,-1 0 0,0-1 0,0 1 0,0 0 0,0 0 0,0 0 0,0 0 0,0 0 0,0 0 0,0-1 0,0 1 0,0 0 0,0 0 0,0 0 0,13-37 0,48-175 0,-46 170 0,2 0 0,42-73 0,-54 106 0,0 1 0,1-1 0,1 1 0,-1 1 0,15-13 0,-20 18 0,1 1 0,-1 0 0,0 0 0,1 0 0,-1 0 0,1 0 0,0 0 0,-1 0 0,1 1 0,0-1 0,-1 0 0,1 1 0,0 0 0,0-1 0,0 1 0,-1 0 0,1 0 0,0 0 0,0 0 0,0 0 0,-1 0 0,1 0 0,0 1 0,0-1 0,-1 1 0,1-1 0,0 1 0,0 0 0,-1 0 0,1 0 0,-1 0 0,1 0 0,-1 0 0,1 0 0,-1 0 0,0 0 0,0 1 0,1-1 0,1 3 0,3 5 0,-1 0 0,0 1 0,0-1 0,0 1 0,-1 0 0,-1 0 0,3 13 0,13 81 0,-12-57 0,20 121-1365,-22-125-5461</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3.991"/>
    </inkml:context>
    <inkml:brush xml:id="br0">
      <inkml:brushProperty name="width" value="0.05" units="cm"/>
      <inkml:brushProperty name="height" value="0.05" units="cm"/>
      <inkml:brushProperty name="color" value="#FFC114"/>
    </inkml:brush>
  </inkml:definitions>
  <inkml:trace contextRef="#ctx0" brushRef="#br0">7 100 24575,'-2'-6'0,"-2"-5"0,6 0 0,6 2 0,9 2 0,9-1 0,7 1 0,10 0 0,7-3 0,5-2 0,-6 0-8191</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4.582"/>
    </inkml:context>
    <inkml:brush xml:id="br0">
      <inkml:brushProperty name="width" value="0.05" units="cm"/>
      <inkml:brushProperty name="height" value="0.05" units="cm"/>
      <inkml:brushProperty name="color" value="#FFC114"/>
    </inkml:brush>
  </inkml:definitions>
  <inkml:trace contextRef="#ctx0" brushRef="#br0">54 148 24575,'-1'-1'0,"0"1"0,0 0 0,-1 1 0,1-1 0,0 0 0,0 0 0,0 0 0,0 1 0,0-1 0,-1 1 0,1-1 0,0 1 0,0-1 0,0 1 0,0-1 0,0 1 0,0 0 0,0 0 0,1-1 0,-1 1 0,0 0 0,0 0 0,1 0 0,-1 0 0,0 0 0,1 0 0,-1 0 0,1 0 0,-1 0 0,1 0 0,0 1 0,-1-1 0,1 0 0,0 0 0,0 0 0,0 0 0,0 1 0,0 1 0,0 6 0,1 0 0,0 0 0,1-1 0,3 13 0,0-5 0,-2-1 0,24 141 0,-25-134 0,-1 0 0,0-1 0,-1 1 0,-2 0 0,-4 25 0,6-45 0,-1 0 0,1 0 0,-1 0 0,0 0 0,0 0 0,1 0 0,-1 0 0,0 0 0,-1 0 0,1 0 0,0-1 0,0 1 0,-1-1 0,1 1 0,-1-1 0,0 1 0,1-1 0,-1 0 0,0 1 0,-2 0 0,4-2 0,-1 0 0,0 0 0,1 0 0,-1 1 0,0-1 0,0 0 0,1 0 0,-1 0 0,0 0 0,0 0 0,1-1 0,-1 1 0,0 0 0,0 0 0,1 0 0,-1-1 0,0 1 0,1 0 0,-1-1 0,0 1 0,1 0 0,-2-1 0,1-1 0,0 1 0,0 0 0,-1-1 0,1 0 0,0 1 0,0-1 0,1 1 0,-1-1 0,0 0 0,0 0 0,1 0 0,-1-2 0,-2-13 0,0 0 0,1 0 0,1 0 0,1 0 0,1-1 0,4-26 0,26-102 0,-23 113 0,-4 15 0,0 0 0,1 0 0,1 1 0,1-1 0,0 1 0,14-22 0,-21 39 0,1-1 0,-1 0 0,1 0 0,0 0 0,-1 0 0,1 0 0,0 1 0,0-1 0,0 0 0,-1 1 0,1-1 0,0 1 0,0-1 0,0 1 0,0-1 0,0 1 0,0 0 0,0-1 0,0 1 0,0 0 0,0 0 0,0 0 0,1 0 0,0 0 0,0 0 0,0 1 0,0-1 0,0 1 0,-1 0 0,1 0 0,0 0 0,-1 0 0,1 0 0,0 0 0,-1 1 0,0-1 0,3 3 0,3 5 0,0 1 0,0 0 0,8 17 0,-12-21 0,21 47 0,-2 1 0,-2 1 0,13 61 0,-31-110 0,0 0 0,-1-1 0,2 1 0,-1-1 0,6 9 0,-8-13 0,1 0 0,0 0 0,-1 0 0,1 0 0,0 0 0,0-1 0,-1 1 0,1 0 0,0 0 0,0-1 0,0 1 0,0-1 0,0 1 0,0-1 0,0 1 0,0-1 0,0 0 0,0 1 0,0-1 0,0 0 0,0 0 0,0 0 0,0 0 0,0 0 0,0 0 0,1 0 0,-1 0 0,0 0 0,0 0 0,0-1 0,0 1 0,0 0 0,0-1 0,0 1 0,0-1 0,0 1 0,0-1 0,1 0 0,5-4 0,-1-1 0,1 0 0,-1 0 0,0 0 0,0-1 0,-1 0 0,0 0 0,5-9 0,4-9 0,11-30 0,-5 4 0,-3-1 0,-2-1 0,-2-1 0,6-68 0,-13 94 0,-6 28 0,0 0 0,0 0 0,0 0 0,1-1 0,-1 1 0,0 0 0,0 0 0,0 0 0,0 0 0,0 0 0,0 0 0,0 0 0,0-1 0,0 1 0,0 0 0,0 0 0,0 0 0,0 0 0,0 0 0,0 0 0,0 0 0,1 0 0,-1 0 0,0 0 0,0 0 0,0 0 0,0-1 0,0 1 0,0 0 0,0 0 0,1 0 0,-1 0 0,0 0 0,0 0 0,0 0 0,0 0 0,0 0 0,0 0 0,0 0 0,1 0 0,-1 0 0,0 0 0,0 0 0,0 0 0,0 0 0,0 1 0,0-1 0,0 0 0,0 0 0,1 0 0,-1 0 0,0 0 0,5 15 0,37 225-1365,-36-212-5461</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4.973"/>
    </inkml:context>
    <inkml:brush xml:id="br0">
      <inkml:brushProperty name="width" value="0.05" units="cm"/>
      <inkml:brushProperty name="height" value="0.05" units="cm"/>
      <inkml:brushProperty name="color" value="#FFC114"/>
    </inkml:brush>
  </inkml:definitions>
  <inkml:trace contextRef="#ctx0" brushRef="#br0">103 32 24575,'-1'3'0,"0"0"0,0 0 0,0 0 0,-1 0 0,1 0 0,-1 0 0,0 0 0,-3 4 0,-5 8 0,-1 8 0,2 1 0,0 0 0,-7 35 0,-7 77 0,18-96 0,1 58 0,19-160 0,-5 23 0,3-19 0,3 1 0,2 1 0,45-95 0,-60 145 0,0 0 0,1 0 0,0 0 0,0 0 0,1 1 0,8-9 0,-12 13 0,0 0 0,0 0 0,1 0 0,-1 0 0,0 1 0,0-1 0,1 0 0,-1 1 0,0-1 0,1 1 0,-1-1 0,0 1 0,1 0 0,-1 0 0,1 0 0,-1-1 0,1 1 0,-1 0 0,0 1 0,1-1 0,-1 0 0,1 0 0,-1 1 0,1-1 0,-1 1 0,0-1 0,1 1 0,-1-1 0,0 1 0,0 0 0,1 0 0,-1-1 0,0 1 0,0 0 0,0 0 0,0 0 0,0 1 0,1 1 0,4 5 0,0 1 0,-1 0 0,0-1 0,0 2 0,-1-1 0,-1 0 0,1 1 0,3 19 0,8 84 0,-14-109 0,5 67-682,-8 145-1,-2-176-6143</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5.114"/>
    </inkml:context>
    <inkml:brush xml:id="br0">
      <inkml:brushProperty name="width" value="0.05" units="cm"/>
      <inkml:brushProperty name="height" value="0.05" units="cm"/>
      <inkml:brushProperty name="color" value="#FFC114"/>
    </inkml:brush>
  </inkml:definitions>
  <inkml:trace contextRef="#ctx0" brushRef="#br0">1 120 24575,'0'-6'0,"0"-8"0,3-6 0,4-4 0,3 3 0,6 5 0,6 5 0,5 4 0,3 7 0,3 3 0,-4 1-8191</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5.895"/>
    </inkml:context>
    <inkml:brush xml:id="br0">
      <inkml:brushProperty name="width" value="0.05" units="cm"/>
      <inkml:brushProperty name="height" value="0.05" units="cm"/>
      <inkml:brushProperty name="color" value="#FFC114"/>
    </inkml:brush>
  </inkml:definitions>
  <inkml:trace contextRef="#ctx0" brushRef="#br0">12 281 24575,'-6'-32'0,"0"9"0,28 125 0,-15-41 0,22 143 0,-29-202 0,1 1 0,-1-1 0,1 1 0,0-1 0,0 0 0,0 1 0,0-1 0,0 0 0,3 4 0,-3-6 0,-1 0 0,0 1 0,1-1 0,-1 0 0,0 0 0,1 1 0,-1-1 0,0 0 0,1 0 0,-1 0 0,0 0 0,1 1 0,-1-1 0,1 0 0,-1 0 0,1 0 0,-1 0 0,0 0 0,1 0 0,-1 0 0,1 0 0,-1 0 0,1 0 0,0-1 0,0 1 0,0-1 0,0 1 0,0-1 0,0 0 0,0 1 0,-1-1 0,1 0 0,0 0 0,0 0 0,-1 1 0,1-1 0,0-1 0,6-12 0,-1 0 0,0 0 0,-1 0 0,0 0 0,-1-1 0,2-19 0,1 2 0,13-60 0,2-10 0,41-115 0,-45 179 0,-18 37 0,1 0 0,0 0 0,-1 0 0,1 0 0,0 0 0,0 1 0,-1-1 0,1 0 0,0 0 0,0 1 0,0-1 0,0 0 0,2 0 0,-3 1 0,1 0 0,0 0 0,-1 0 0,1 0 0,-1 0 0,1 0 0,-1 0 0,1 1 0,0-1 0,-1 0 0,1 0 0,-1 0 0,1 1 0,-1-1 0,1 0 0,-1 1 0,1-1 0,-1 0 0,0 1 0,1-1 0,-1 1 0,1-1 0,-1 0 0,0 1 0,1-1 0,-1 1 0,0-1 0,0 1 0,1 0 0,6 15 0,-1 0 0,-1 0 0,0 1 0,-1 0 0,0 0 0,0 20 0,3 7 0,0-5 0,-3-10 0,2 0 0,15 46 0,-21-74 0,0-1 0,0 1 0,0 0 0,0-1 0,1 1 0,-1 0 0,0-1 0,1 1 0,-1-1 0,1 1 0,-1 0 0,0-1 0,1 1 0,-1-1 0,1 1 0,-1-1 0,1 0 0,0 1 0,-1-1 0,1 1 0,-1-1 0,2 1 0,-1-1 0,0-1 0,-1 1 0,1 0 0,-1 0 0,1 0 0,0-1 0,-1 1 0,1 0 0,-1 0 0,1-1 0,-1 1 0,1-1 0,-1 1 0,1 0 0,-1-1 0,1 1 0,-1-1 0,0 1 0,1-1 0,-1 0 0,17-34 0,-15 30 0,12-30 0,37-85 0,-41 99 0,1 1 0,1 0 0,23-28 0,-33 45 0,0 0 0,1 0 0,-1 0 0,1 1 0,0-1 0,0 1 0,0-1 0,0 1 0,1 0 0,-1 1 0,0-1 0,1 0 0,0 1 0,-1 0 0,1 0 0,7-2 0,-7 4 0,-1-1 0,1 0 0,-1 1 0,0 0 0,1 0 0,-1 0 0,0 0 0,0 0 0,1 1 0,-1-1 0,0 1 0,0 0 0,-1 0 0,1 0 0,0 0 0,-1 0 0,1 1 0,-1 0 0,3 2 0,16 23 24,-2 1 0,-1 0 1,-1 1-1,21 53 0,1 3-1510,-21-53-5340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6.067"/>
    </inkml:context>
    <inkml:brush xml:id="br0">
      <inkml:brushProperty name="width" value="0.05" units="cm"/>
      <inkml:brushProperty name="height" value="0.05" units="cm"/>
      <inkml:brushProperty name="color" value="#FFC114"/>
    </inkml:brush>
  </inkml:definitions>
  <inkml:trace contextRef="#ctx0" brushRef="#br0">0 16 24575,'3'-6'0,"4"-1"0,3 5 0,3 9 0,3 10 0,-3 10 0,1 8 0,0 5 0,0 4 0,-1 3 0,-4 0 0,-3-9-8191</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6.317"/>
    </inkml:context>
    <inkml:brush xml:id="br0">
      <inkml:brushProperty name="width" value="0.05" units="cm"/>
      <inkml:brushProperty name="height" value="0.05" units="cm"/>
      <inkml:brushProperty name="color" value="#FFC114"/>
    </inkml:brush>
  </inkml:definitions>
  <inkml:trace contextRef="#ctx0" brushRef="#br0">20 289 24575,'-7'-28'0,"2"-1"0,1 1 0,2-1 0,1 1 0,3-49 0,-2 74 0,0 0 0,0 0 0,1 0 0,-1 0 0,1 0 0,0 0 0,0 0 0,0 1 0,0-1 0,0 0 0,0 0 0,1 1 0,-1-1 0,1 1 0,0-1 0,0 1 0,0 0 0,4-4 0,-3 4 0,1 0 0,-1 0 0,1 1 0,-1-1 0,1 1 0,0 0 0,-1 0 0,1 0 0,0 0 0,0 1 0,0 0 0,0-1 0,-1 2 0,6-1 0,8 2 0,0 1 0,-1 0 0,1 2 0,-1 0 0,0 0 0,-1 1 0,25 14 0,-18-8 0,-1 2 0,0 0 0,-1 1 0,25 26 0,-36-33 0,-2 0 0,1 1 0,-1 0 0,0 0 0,-1 1 0,0 0 0,0 0 0,-1 0 0,-1 1 0,4 12 0,-7-18 0,1 0 0,-2 0 0,1 0 0,-1 1 0,1-1 0,-1 0 0,-1 0 0,1 0 0,-1 1 0,0-1 0,0 0 0,0 0 0,-1 0 0,0 0 0,0-1 0,0 1 0,0 0 0,-1-1 0,0 1 0,0-1 0,0 0 0,-1 0 0,1 0 0,-6 4 0,-6 3-195,0 0 0,0-1 0,-1-1 0,0-1 0,-1 0 0,-26 8 0,-4 0-6631</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06.691"/>
    </inkml:context>
    <inkml:brush xml:id="br0">
      <inkml:brushProperty name="width" value="0.05" units="cm"/>
      <inkml:brushProperty name="height" value="0.05" units="cm"/>
      <inkml:brushProperty name="color" value="#FFC114"/>
    </inkml:brush>
  </inkml:definitions>
  <inkml:trace contextRef="#ctx0" brushRef="#br0">134 18 24575,'39'-13'0,"-91"9"0,46 4 0,0 1 0,1-1 0,-1 2 0,0-1 0,0 1 0,0-1 0,1 2 0,-1-1 0,1 1 0,0-1 0,0 1 0,0 1 0,0-1 0,0 1 0,-4 4 0,6-5 0,0 1 0,0 0 0,1 0 0,-1 0 0,1 0 0,0 0 0,0 0 0,0 0 0,0 1 0,1-1 0,0 1 0,0-1 0,0 1 0,1-1 0,-1 1 0,1 0 0,0-1 0,0 1 0,1 0 0,0 4 0,2 2 0,0-1 0,0 0 0,1 0 0,0 0 0,1-1 0,0 1 0,1-1 0,0 0 0,0-1 0,1 1 0,0-1 0,0-1 0,1 1 0,0-1 0,0 0 0,1-1 0,12 7 0,-2-2 0,1 0 0,0-2 0,0 0 0,1-2 0,0 0 0,0-1 0,32 4 0,-39-9 0,1 1 0,-1-2 0,1 0 0,-1-1 0,1-1 0,-1 0 0,1 0 0,-1-2 0,19-6 0,-28 8 0,0-1 0,0 1 0,0-1 0,0 0 0,0 0 0,-1-1 0,0 1 0,1-1 0,-1 0 0,0 0 0,5-8 0,-7 8 0,0 0 0,0 0 0,0 0 0,-1 0 0,1-1 0,-1 1 0,0 0 0,0-1 0,-1 1 0,1-1 0,-1 1 0,0-1 0,0 1 0,0 0 0,-1-1 0,-1-6 0,-1 2 0,1 0 0,-1 1 0,-1-1 0,0 1 0,-7-14 0,9 19 0,0 0 0,0-1 0,-1 1 0,1 0 0,-1 0 0,1 1 0,-1-1 0,0 0 0,0 1 0,0 0 0,-1 0 0,1-1 0,0 2 0,-1-1 0,-5-2 0,8 4 0,0 0 0,0 0 0,0 0 0,0 0 0,0 0 0,1 0 0,-1 0 0,0 0 0,0 0 0,0 0 0,0 0 0,0 1 0,0-1 0,0 0 0,1 1 0,-1-1 0,0 0 0,0 1 0,0-1 0,1 1 0,-1 0 0,0-1 0,0 2 0,0 0 0,-1-1 0,1 1 0,0 0 0,0 0 0,0 1 0,0-1 0,0 0 0,0 0 0,0 3 0,-1 4 0,1 0 0,0 0 0,1 17 0,4 17-682,13 62-1,-8-58-6143</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7.192"/>
    </inkml:context>
    <inkml:brush xml:id="br0">
      <inkml:brushProperty name="width" value="0.05" units="cm"/>
      <inkml:brushProperty name="height" value="0.05" units="cm"/>
      <inkml:brushProperty name="color" value="#FFC114"/>
    </inkml:brush>
  </inkml:definitions>
  <inkml:trace contextRef="#ctx0" brushRef="#br0">86 0 24575,'0'3'0,"0"4"0,-3 9 0,-1 8 0,0 8 0,-1 7 0,-4 12 0,0 8 0,-1 11 0,1 12 0,-1 11 0,2 9 0,1 9 0,3 4 0,1 7 0,2 1 0,1-19-8191</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47.304"/>
    </inkml:context>
    <inkml:brush xml:id="br0">
      <inkml:brushProperty name="width" value="0.05" units="cm"/>
      <inkml:brushProperty name="height" value="0.05" units="cm"/>
      <inkml:brushProperty name="color" value="#FFC114"/>
    </inkml:brush>
  </inkml:definitions>
  <inkml:trace contextRef="#ctx0" brushRef="#br0">559 272 24575,'1'-25'0,"6"-29"0,-5 41 0,0 0 0,0-1 0,-1 1 0,-1-1 0,0 1 0,-1-1 0,-1 1 0,-4-20 0,5 30 0,0 0 0,0 1 0,0-1 0,-1 0 0,0 1 0,1-1 0,-1 1 0,0 0 0,0-1 0,0 1 0,0 0 0,0 0 0,-1 1 0,1-1 0,-1 0 0,-3-1 0,1 0 0,-1 1 0,1 1 0,0-1 0,-1 1 0,0 0 0,1 0 0,-1 0 0,-6 1 0,-5 1 0,0 0 0,1 1 0,-1 1 0,-30 10 0,22-4 0,0 0 0,1 2 0,1 1 0,0 1 0,1 0 0,0 2 0,1 1 0,0 0 0,2 2 0,-22 23 0,30-27 0,0-1 0,1 2 0,1-1 0,0 1 0,1 1 0,1 0 0,-7 17 0,11-20 0,-1 0 0,1 1 0,1-1 0,1 0 0,0 1 0,0-1 0,1 1 0,1-1 0,4 26 0,-3-31 0,0 0 0,0 0 0,1-1 0,0 1 0,0-1 0,1 1 0,0-1 0,0 0 0,1-1 0,0 1 0,0-1 0,0 0 0,9 8 0,-5-7 0,1 0 0,-1-1 0,1 0 0,0-1 0,1 0 0,-1 0 0,1-1 0,18 4 0,0-3 0,-1 0 0,0-3 0,1 0 0,0-2 0,-1-1 0,54-8 0,-37 0-455,0-2 0,50-20 0,-12-1-6371</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47.523"/>
    </inkml:context>
    <inkml:brush xml:id="br0">
      <inkml:brushProperty name="width" value="0.05" units="cm"/>
      <inkml:brushProperty name="height" value="0.05" units="cm"/>
      <inkml:brushProperty name="color" value="#FFC114"/>
    </inkml:brush>
  </inkml:definitions>
  <inkml:trace contextRef="#ctx0" brushRef="#br0">63 108 24575,'-16'-34'0,"10"22"0,1-1 0,-2 1 0,-14-21 0,14 29 0,6 12 0,5 13 0,60 215 0,36 177 0,-81-293-1365,-13-72-5461</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47.926"/>
    </inkml:context>
    <inkml:brush xml:id="br0">
      <inkml:brushProperty name="width" value="0.05" units="cm"/>
      <inkml:brushProperty name="height" value="0.05" units="cm"/>
      <inkml:brushProperty name="color" value="#FFC114"/>
    </inkml:brush>
  </inkml:definitions>
  <inkml:trace contextRef="#ctx0" brushRef="#br0">1 265 24575,'0'-1'0,"0"1"0,1-1 0,-1 0 0,0 1 0,0-1 0,1 0 0,-1 1 0,1-1 0,-1 1 0,0-1 0,1 1 0,-1-1 0,1 1 0,-1-1 0,1 1 0,0 0 0,-1-1 0,1 1 0,-1 0 0,1-1 0,0 1 0,-1 0 0,1 0 0,0-1 0,-1 1 0,1 0 0,0 0 0,-1 0 0,1 0 0,0 0 0,-1 0 0,1 0 0,0 0 0,-1 0 0,1 0 0,0 1 0,0-1 0,31 7 0,-29-7 0,25 7 0,0-1 0,1-2 0,45 1 0,-57-5 0,0 0 0,0-2 0,0 0 0,0 0 0,0-2 0,0 0 0,20-9 0,-31 11 0,0-1 0,-1 0 0,1 0 0,-1-1 0,0 1 0,0-1 0,0 0 0,0-1 0,-1 1 0,0-1 0,0 0 0,0 0 0,0 0 0,4-10 0,-6 11 0,0 0 0,-1 0 0,0 0 0,0 0 0,0 0 0,-1 0 0,1 0 0,-1 0 0,0 0 0,0 0 0,-1 0 0,1 0 0,-1 0 0,0 0 0,0 0 0,0 0 0,0 0 0,-1 0 0,1 0 0,-1 1 0,0-1 0,0 1 0,-5-6 0,1 1 0,-1 0 0,0 1 0,-1 1 0,0-1 0,0 1 0,0 0 0,-1 1 0,1 0 0,-1 0 0,0 1 0,-1 0 0,1 0 0,-1 1 0,0 1 0,0 0 0,0 0 0,0 1 0,-15-1 0,18 2 0,-1 0 0,1 1 0,0-1 0,-1 1 0,1 1 0,-1 0 0,1 0 0,0 0 0,0 1 0,0 0 0,1 0 0,-1 0 0,0 1 0,1 0 0,0 1 0,0-1 0,1 1 0,-1 0 0,1 1 0,0-1 0,0 1 0,1 0 0,0 0 0,0 1 0,-5 9 0,4-3 0,1 0 0,0 0 0,1 1 0,1-1 0,0 1 0,0 0 0,1-1 0,1 1 0,1 0 0,0-1 0,0 1 0,2 0 0,4 17 0,-2-15 0,0-1 0,1 1 0,0-1 0,1 0 0,1 0 0,1-1 0,0 0 0,0-1 0,1 0 0,22 21 0,-24-27-105,1 0 0,-1-1 0,1-1 0,1 1 0,-1-1 0,1-1 0,-1 0 0,1 0 0,1-1 0,-1 0 0,0-1 0,16 2 0,21-1-6721</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48.345"/>
    </inkml:context>
    <inkml:brush xml:id="br0">
      <inkml:brushProperty name="width" value="0.05" units="cm"/>
      <inkml:brushProperty name="height" value="0.05" units="cm"/>
      <inkml:brushProperty name="color" value="#FFC114"/>
    </inkml:brush>
  </inkml:definitions>
  <inkml:trace contextRef="#ctx0" brushRef="#br0">290 159 24575,'0'-5'0,"-1"0"0,0 0 0,0 0 0,-1 0 0,0 1 0,1-1 0,-2 0 0,1 1 0,0 0 0,-6-8 0,-34-39 0,37 46 0,1 0 0,-1 1 0,0 0 0,-1 0 0,1 0 0,-1 0 0,1 1 0,-1 0 0,0 0 0,-1 0 0,-7-1 0,11 3 0,0 0 0,-1 1 0,1 0 0,0 0 0,-1 0 0,1 0 0,0 0 0,-1 1 0,1-1 0,0 1 0,0 0 0,0 0 0,-1 0 0,1 1 0,0-1 0,0 1 0,1 0 0,-1-1 0,0 1 0,0 1 0,1-1 0,0 0 0,-5 6 0,-1 2 0,0 1 0,1 0 0,0 0 0,1 1 0,1-1 0,0 2 0,0-1 0,1 0 0,0 1 0,-2 18 0,2 0 0,1 1 0,1 0 0,3 35 0,-1-59 0,1-1 0,0 0 0,0 0 0,0 0 0,1 0 0,0 0 0,6 12 0,-7-17 0,0 0 0,1 1 0,-1-1 0,1 0 0,0 0 0,-1 0 0,1 0 0,0 0 0,0 0 0,1-1 0,-1 1 0,0-1 0,0 1 0,1-1 0,-1 0 0,1 0 0,-1 0 0,1 0 0,0-1 0,-1 1 0,1-1 0,-1 1 0,6-1 0,1-1 0,0 1 0,1-2 0,-1 1 0,0-2 0,0 1 0,0-1 0,0 0 0,-1-1 0,1 0 0,-1 0 0,0-1 0,0 0 0,-1-1 0,11-9 0,-6 5 0,-1 0 0,-1-2 0,0 1 0,0-1 0,-1-1 0,0 1 0,-2-1 0,8-17 0,-9 15 0,-2-1 0,0 1 0,0-1 0,-2-1 0,0 1 0,-1-23 0,0 28 0,1 4 0,2 11 0,4 12 0,8 30 97,27 64 112,-35-91-626,2-1-1,-1-1 0,23 29 0,-14-24-6408</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48.720"/>
    </inkml:context>
    <inkml:brush xml:id="br0">
      <inkml:brushProperty name="width" value="0.05" units="cm"/>
      <inkml:brushProperty name="height" value="0.05" units="cm"/>
      <inkml:brushProperty name="color" value="#FFC114"/>
    </inkml:brush>
  </inkml:definitions>
  <inkml:trace contextRef="#ctx0" brushRef="#br0">48 256 24575,'-15'-51'0,"-10"-67"0,23 109 0,1 4 0,0 1 0,0-1 0,0 0 0,0 1 0,1-1 0,0 0 0,0 0 0,0 0 0,0 1 0,1-1 0,0 0 0,0 0 0,2-4 0,-3 9 0,0-1 0,1 1 0,-1-1 0,1 1 0,-1-1 0,1 1 0,-1-1 0,1 1 0,-1 0 0,1-1 0,-1 1 0,1 0 0,0 0 0,-1-1 0,1 1 0,0 0 0,-1 0 0,1 0 0,-1 0 0,1 0 0,0 0 0,-1 0 0,1 0 0,0 0 0,-1 0 0,1 0 0,0 0 0,-1 0 0,1 1 0,-1-1 0,1 0 0,0 0 0,-1 1 0,1-1 0,-1 0 0,1 1 0,-1-1 0,1 0 0,0 1 0,20 19 0,4 7 0,-1 0 0,-1 2 0,-2 1 0,-1 1 0,-2 1 0,-1 0 0,26 70 0,-42-99 0,10 41 0,-11-42 0,0 0 0,0 0 0,1 0 0,-1 0 0,0 0 0,0 0 0,-1 0 0,1 0 0,0-1 0,-1 1 0,1 0 0,-1 0 0,0 0 0,1 0 0,-1 0 0,0-1 0,0 1 0,-2 2 0,2-3 0,1-1 0,-1 0 0,1 1 0,-1-1 0,0 0 0,1 1 0,-1-1 0,0 0 0,0 0 0,1 0 0,-1 1 0,0-1 0,0 0 0,1 0 0,-1 0 0,0 0 0,1 0 0,-1-1 0,0 1 0,0 0 0,1 0 0,-1 0 0,0 0 0,1-1 0,-1 1 0,0 0 0,1-1 0,-1 1 0,0-1 0,1 1 0,-1-1 0,1 1 0,-1-1 0,1 1 0,-1-1 0,1 1 0,-1-1 0,1 0 0,-1 0 0,-16-27 0,13 15 0,0 1 0,1-1 0,1 1 0,0-1 0,0 0 0,1 0 0,1 0 0,0 0 0,1 0 0,0 0 0,7-24 0,-5 24 0,0 0 0,2 0 0,0 0 0,0 1 0,1 0 0,0 0 0,1 0 0,1 1 0,0 0 0,0 0 0,14-12 0,-17 18 0,0 1 0,0-1 0,1 1 0,-1 1 0,1-1 0,0 1 0,0 0 0,1 0 0,-1 1 0,0 0 0,1 0 0,0 1 0,-1-1 0,1 1 0,0 1 0,0-1 0,-1 1 0,12 1 0,-10 1 0,-1 0 0,1 0 0,-1 0 0,0 1 0,0 0 0,0 0 0,0 1 0,0 0 0,-1 0 0,1 1 0,-1 0 0,-1 0 0,1 0 0,0 1 0,-1-1 0,5 8 0,-2 0 57,0 0 0,0 0 0,-1 1 0,-1 0 0,8 26 0,-5-9-911,7 54 1,-12-59-5973</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48.952"/>
    </inkml:context>
    <inkml:brush xml:id="br0">
      <inkml:brushProperty name="width" value="0.05" units="cm"/>
      <inkml:brushProperty name="height" value="0.05" units="cm"/>
      <inkml:brushProperty name="color" value="#FFC114"/>
    </inkml:brush>
  </inkml:definitions>
  <inkml:trace contextRef="#ctx0" brushRef="#br0">59 99 24575,'-7'-1'0,"1"0"0,-1-1 0,1 0 0,0 0 0,0-1 0,0 0 0,-6-4 0,10 6 0,2 1 0,0 0 0,0 0 0,1 0 0,-1 0 0,0 0 0,0 0 0,1 0 0,-1-1 0,0 1 0,0 0 0,0 0 0,0 0 0,1 0 0,-1 0 0,0-1 0,0 1 0,0 0 0,0 0 0,0 0 0,1-1 0,-1 1 0,0 0 0,0 0 0,0 0 0,0-1 0,0 1 0,0 0 0,0 0 0,0 0 0,0-1 0,0 1 0,0 0 0,0 0 0,0-1 0,0 1 0,0 0 0,0 0 0,0-1 0,0 1 0,0 0 0,0 0 0,0 0 0,0-1 0,-1 1 0,1 0 0,0 0 0,0 0 0,0-1 0,0 1 0,0 0 0,-1 0 0,1 0 0,0 0 0,0 0 0,0-1 0,0 1 0,-1 0 0,1 0 0,0 0 0,0 0 0,-1 0 0,1 0 0,0 0 0,24-5 0,-18 5 0,393-58-1365,-372 54-5461</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49.264"/>
    </inkml:context>
    <inkml:brush xml:id="br0">
      <inkml:brushProperty name="width" value="0.05" units="cm"/>
      <inkml:brushProperty name="height" value="0.05" units="cm"/>
      <inkml:brushProperty name="color" value="#FFC114"/>
    </inkml:brush>
  </inkml:definitions>
  <inkml:trace contextRef="#ctx0" brushRef="#br0">464 136 24575,'1'-1'0,"-1"1"0,1 0 0,0 0 0,-1 0 0,1-1 0,0 1 0,-1 0 0,1-1 0,-1 1 0,1-1 0,-1 1 0,1 0 0,-1-1 0,1 1 0,-1-1 0,1 1 0,-1-1 0,1 0 0,-1 1 0,0-1 0,1 1 0,-1-1 0,0 0 0,0 1 0,1-1 0,-1 0 0,0 1 0,0-1 0,0 0 0,0 1 0,0-1 0,0 0 0,0 0 0,0 1 0,0-1 0,0 0 0,-1 0 0,1-2 0,0-1 0,-1 1 0,1 0 0,-1 0 0,0 0 0,-2-6 0,-1 4 0,0-1 0,-1 1 0,1-1 0,-1 1 0,0 1 0,0-1 0,-1 1 0,1 0 0,-1 0 0,0 0 0,0 1 0,0 0 0,-11-4 0,3 2 0,-1 1 0,1 0 0,0 1 0,-1 1 0,-21-2 0,26 5 0,0-1 0,0 1 0,-1 1 0,1 0 0,0 0 0,0 1 0,0 0 0,1 1 0,-1 0 0,1 0 0,0 1 0,0 0 0,1 1 0,-1 0 0,1 1 0,0-1 0,1 1 0,0 1 0,0-1 0,-7 11 0,3-3 0,2 0 0,0 0 0,0 0 0,2 1 0,0 0 0,0 1 0,2 0 0,0 0 0,1 0 0,0 0 0,0 21 0,3-29 0,1 0 0,0 0 0,0 0 0,1 0 0,0 0 0,1 0 0,0 0 0,0-1 0,1 1 0,0 0 0,1-1 0,0 0 0,0 0 0,1 0 0,0 0 0,0-1 0,1 0 0,-1 0 0,2 0 0,-1-1 0,1 0 0,0 0 0,0 0 0,1-1 0,-1 0 0,1-1 0,0 0 0,1 0 0,-1 0 0,9 1 0,42 9-1365,-2-5-5461</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49.592"/>
    </inkml:context>
    <inkml:brush xml:id="br0">
      <inkml:brushProperty name="width" value="0.05" units="cm"/>
      <inkml:brushProperty name="height" value="0.05" units="cm"/>
      <inkml:brushProperty name="color" value="#FFC114"/>
    </inkml:brush>
  </inkml:definitions>
  <inkml:trace contextRef="#ctx0" brushRef="#br0">185 124 24575,'-1'-1'0,"1"-1"0,-1 1 0,1-1 0,-1 1 0,1-1 0,-1 1 0,0-1 0,0 1 0,1-1 0,-1 1 0,0 0 0,0 0 0,0 0 0,-1-1 0,1 1 0,0 0 0,0 0 0,-1 0 0,-1-1 0,-29-13 0,24 13 0,0 0 0,0 0 0,0 1 0,0-1 0,0 2 0,0-1 0,0 1 0,-11 2 0,17-2 0,0 0 0,-1 1 0,1-1 0,-1 1 0,1 0 0,0 0 0,0 0 0,-1 0 0,1 0 0,0 1 0,0-1 0,0 1 0,0-1 0,1 1 0,-1 0 0,0-1 0,1 1 0,-1 0 0,1 0 0,-1 0 0,1 0 0,0 1 0,0-1 0,0 0 0,0 0 0,0 1 0,1-1 0,-1 1 0,1-1 0,0 0 0,-1 4 0,1 3 0,0 0 0,1 0 0,0 0 0,1 0 0,0 0 0,0 0 0,1 0 0,0-1 0,0 1 0,9 14 0,-5-11 0,0 0 0,1-1 0,0 0 0,1 0 0,0 0 0,15 12 0,-18-18 0,0-1 0,0 1 0,0-1 0,1-1 0,-1 1 0,1-1 0,0 0 0,0-1 0,0 1 0,0-1 0,0-1 0,0 1 0,1-1 0,-1-1 0,0 1 0,1-1 0,-1-1 0,1 1 0,-1-1 0,0 0 0,0-1 0,1 0 0,-1 0 0,0-1 0,-1 1 0,1-1 0,0-1 0,-1 1 0,0-1 0,1-1 0,-2 1 0,1-1 0,0 0 0,-1 0 0,0 0 0,0-1 0,-1 0 0,1 0 0,-1 0 0,-1-1 0,1 1 0,-1-1 0,0 0 0,-1 0 0,3-8 0,-4 7 20,0-1 0,0 1 0,-1-1 1,0 1-1,0-1 0,-1 0 0,0 1 0,0-1 0,-1 1 0,0 0 0,-1-1 0,0 1 0,0 0 0,-1 0 0,0 1 0,-8-12 1,8 12-122,-1-1 1,0 2-1,-1-1 1,0 1 0,0 0-1,0 0 1,-1 0-1,1 1 1,-2 0 0,1 0-1,0 1 1,-1 0 0,0 0-1,0 1 1,0 0-1,-13-3 1,4 4-6726</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49.887"/>
    </inkml:context>
    <inkml:brush xml:id="br0">
      <inkml:brushProperty name="width" value="0.05" units="cm"/>
      <inkml:brushProperty name="height" value="0.05" units="cm"/>
      <inkml:brushProperty name="color" value="#FFC114"/>
    </inkml:brush>
  </inkml:definitions>
  <inkml:trace contextRef="#ctx0" brushRef="#br0">1 98 24575,'11'-1'0,"0"0"0,21-5 0,-21 3 0,0 1 0,0 0 0,16 0 0,-16 3 0,0 1 0,0 0 0,0 0 0,-1 1 0,1 0 0,-1 1 0,1 0 0,-1 1 0,0 0 0,-1 0 0,18 13 0,-18-11 0,0 1 0,0 0 0,0 0 0,-1 1 0,-1 0 0,1 0 0,-1 0 0,-1 1 0,0 0 0,0 1 0,4 11 0,-9-20 0,0 1 0,0-1 0,-1 1 0,1 0 0,0-1 0,-1 1 0,0-1 0,0 1 0,0 0 0,0-1 0,0 1 0,0 0 0,0-1 0,-1 1 0,0 0 0,1-1 0,-1 1 0,0-1 0,0 0 0,-1 1 0,1-1 0,0 0 0,-4 5 0,3-6 0,0 1 0,0-1 0,0 1 0,0-1 0,0 0 0,-1 0 0,1 0 0,0 0 0,-1 0 0,1-1 0,0 1 0,-1-1 0,1 1 0,-1-1 0,1 0 0,-1 0 0,1 0 0,-1 0 0,1-1 0,-1 1 0,1-1 0,-1 1 0,1-1 0,0 0 0,-4-2 0,1 2 0,1-1 0,0 0 0,0-1 0,0 1 0,0-1 0,0 0 0,0 0 0,1 0 0,0 0 0,-1-1 0,1 1 0,0-1 0,1 0 0,-5-8 0,4 6 0,0 0 0,1-1 0,0 1 0,0-1 0,1 1 0,0-1 0,0 0 0,0 0 0,1-10 0,1 6 0,0-1 0,1 1 0,0 0 0,1 0 0,0 1 0,1-1 0,0 0 0,0 1 0,1 0 0,0 0 0,1 1 0,9-13 0,12-5-1365,-1 5-5461</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50.320"/>
    </inkml:context>
    <inkml:brush xml:id="br0">
      <inkml:brushProperty name="width" value="0.05" units="cm"/>
      <inkml:brushProperty name="height" value="0.05" units="cm"/>
      <inkml:brushProperty name="color" value="#FFC114"/>
    </inkml:brush>
  </inkml:definitions>
  <inkml:trace contextRef="#ctx0" brushRef="#br0">43 162 24575,'-2'1'0,"0"-1"0,0 1 0,0 0 0,0-1 0,0 1 0,0 0 0,0 0 0,0 0 0,0 0 0,1 1 0,-1-1 0,0 1 0,1-1 0,-1 1 0,1-1 0,-1 1 0,0 2 0,1-3 0,0 0 0,0 0 0,0 0 0,0 0 0,1 1 0,-1-1 0,0 0 0,1 1 0,-1-1 0,1 0 0,-1 1 0,1-1 0,0 1 0,0-1 0,-1 1 0,1-1 0,0 1 0,0-1 0,0 0 0,1 1 0,-1-1 0,0 1 0,1-1 0,-1 1 0,1 1 0,2-1 0,-1 1 0,1-1 0,-1 0 0,1 0 0,0 0 0,0 0 0,0-1 0,0 1 0,0-1 0,0 0 0,1 0 0,-1 0 0,0 0 0,1 0 0,6 0 0,5 0 0,0 0 0,18-2 0,-22 0 0,0 0 0,0 0 0,0-2 0,-1 1 0,1-1 0,-1-1 0,0 1 0,1-2 0,-2 0 0,1 0 0,9-7 0,-16 10 0,1-1 0,-1 0 0,0 0 0,0 0 0,0 0 0,0 0 0,0-1 0,-1 1 0,0-1 0,0 0 0,0 0 0,0 0 0,0 0 0,-1 0 0,0 0 0,0 0 0,0 0 0,0-1 0,0 1 0,-1 0 0,0-1 0,0 1 0,0 0 0,-1-1 0,1 1 0,-1 0 0,0-1 0,0 1 0,-1 0 0,-2-6 0,2 5 0,0 0 0,-1 0 0,1 0 0,-1 0 0,0 0 0,-1 1 0,1-1 0,-1 1 0,0 0 0,0 0 0,0 0 0,-1 1 0,1-1 0,-8-3 0,9 6 0,0-1 0,-1 1 0,1 0 0,0 0 0,-1 0 0,1 1 0,0-1 0,-1 1 0,1 0 0,-1 0 0,1 0 0,0 0 0,-1 1 0,1-1 0,-1 1 0,1 0 0,0 0 0,0 0 0,-1 0 0,1 1 0,0-1 0,0 1 0,0 0 0,0 0 0,-2 3 0,-3 2 0,0 0 0,1 1 0,0 0 0,1 1 0,0 0 0,0 0 0,1 0 0,0 0 0,0 1 0,1 0 0,1 0 0,-1 0 0,2 0 0,-1 1 0,1-1 0,0 16 0,0-5 0,2-1 0,0 0 0,1 1 0,1-1 0,1 0 0,1 0 0,11 35 0,-11-45 0,0 0 0,1 0 0,0 0 0,0-1 0,1 0 0,0 0 0,1 0 0,0-1 0,0 0 0,1 0 0,0-1 0,0 0 0,1 0 0,11 6 0,-13-9 0,0-1 0,1 0 0,-1 0 0,1 0 0,0-1 0,0 0 0,0 0 0,0-1 0,0 0 0,0 0 0,0-1 0,0 0 0,0-1 0,1 0 0,-1 0 0,0-1 0,0 0 0,-1 0 0,12-5 0,-10 3-136,0 0-1,0-1 1,0 0-1,-1-1 1,1 1-1,-1-2 1,-1 1-1,1-1 0,9-12 1,1-7-6690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7.425"/>
    </inkml:context>
    <inkml:brush xml:id="br0">
      <inkml:brushProperty name="width" value="0.05" units="cm"/>
      <inkml:brushProperty name="height" value="0.05" units="cm"/>
      <inkml:brushProperty name="color" value="#FFC114"/>
    </inkml:brush>
  </inkml:definitions>
  <inkml:trace contextRef="#ctx0" brushRef="#br0">19 0 24575,'0'3'0,"-3"6"0,-1 5 0,0 3 0,1 1 0,1 4 0,1 0 0,0 3 0,1 3 0,0 4 0,0 7 0,0 4 0,0 4 0,0 5 0,0 5 0,0-6-8191</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7.627"/>
    </inkml:context>
    <inkml:brush xml:id="br0">
      <inkml:brushProperty name="width" value="0.05" units="cm"/>
      <inkml:brushProperty name="height" value="0.05" units="cm"/>
      <inkml:brushProperty name="color" value="#FFC114"/>
    </inkml:brush>
  </inkml:definitions>
  <inkml:trace contextRef="#ctx0" brushRef="#br0">1 0 24575,'0'139'0,"28"198"0,62 219-1365,-77-474-5461</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7.782"/>
    </inkml:context>
    <inkml:brush xml:id="br0">
      <inkml:brushProperty name="width" value="0.05" units="cm"/>
      <inkml:brushProperty name="height" value="0.05" units="cm"/>
      <inkml:brushProperty name="color" value="#FFC114"/>
    </inkml:brush>
  </inkml:definitions>
  <inkml:trace contextRef="#ctx0" brushRef="#br0">0 0 24575,'0'17'0,"0"23"0,3 22 0,1 14 0,3 9 0,2 5 0,4 0 0,1 0 0,5-1 0,2-2 0,3-1 0,3 2 0,2 1 0,3-2 0,-4-14-8191</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8.001"/>
    </inkml:context>
    <inkml:brush xml:id="br0">
      <inkml:brushProperty name="width" value="0.05" units="cm"/>
      <inkml:brushProperty name="height" value="0.05" units="cm"/>
      <inkml:brushProperty name="color" value="#FFC114"/>
    </inkml:brush>
  </inkml:definitions>
  <inkml:trace contextRef="#ctx0" brushRef="#br0">0 1 24575,'18'380'0,"-8"-304"0,3-1 0,45 146 0,39 56 273,74 224-1911,-149-429-5188</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8.110"/>
    </inkml:context>
    <inkml:brush xml:id="br0">
      <inkml:brushProperty name="width" value="0.05" units="cm"/>
      <inkml:brushProperty name="height" value="0.05" units="cm"/>
      <inkml:brushProperty name="color" value="#FFC114"/>
    </inkml:brush>
  </inkml:definitions>
  <inkml:trace contextRef="#ctx0" brushRef="#br0">1 1 24575,'3'14'0,"1"16"0,-1 18 0,0 12 0,-1 6 0,-1 5 0,-3 1 0,-1 0 0,-1-4 0,1-2 0,1-4 0,1 0 0,0-3 0,3 0 0,2-10-8191</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8.375"/>
    </inkml:context>
    <inkml:brush xml:id="br0">
      <inkml:brushProperty name="width" value="0.05" units="cm"/>
      <inkml:brushProperty name="height" value="0.05" units="cm"/>
      <inkml:brushProperty name="color" value="#FFC114"/>
    </inkml:brush>
  </inkml:definitions>
  <inkml:trace contextRef="#ctx0" brushRef="#br0">57 1 24575,'-50'377'0,"44"-281"0,10 188 0,26-30 0,9 135 0,-38-143 0,2 38 0,1-204 0,24 121 0,52 145-1365,-70-306-5461</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0.240"/>
    </inkml:context>
    <inkml:brush xml:id="br0">
      <inkml:brushProperty name="width" value="0.05" units="cm"/>
      <inkml:brushProperty name="height" value="0.05" units="cm"/>
      <inkml:brushProperty name="color" value="#FFC114"/>
    </inkml:brush>
  </inkml:definitions>
  <inkml:trace contextRef="#ctx0" brushRef="#br0">489 249 24575,'0'-11'0,"0"-10"0,0 1 0,-1 0 0,-1-1 0,-1 1 0,-5-20 0,6 35 0,0 0 0,0-1 0,0 1 0,-1 0 0,0 0 0,0 1 0,0-1 0,0 0 0,-1 1 0,0 0 0,0 0 0,0 0 0,0 0 0,-1 1 0,1 0 0,-1 0 0,0 0 0,0 0 0,0 1 0,0 0 0,0 0 0,-1 0 0,-5-1 0,2 2 0,0-1 0,-1 1 0,1 1 0,-1 0 0,1 0 0,-1 1 0,1 0 0,0 0 0,-1 1 0,1 1 0,0-1 0,0 1 0,0 1 0,1 0 0,-1 0 0,1 1 0,0 0 0,0 0 0,0 1 0,-8 8 0,0 1 0,1 0 0,1 1 0,0 1 0,1 0 0,1 1 0,1 0 0,0 0 0,-8 22 0,8-12 0,1 1 0,1 1 0,1-1 0,2 1 0,1 1 0,2-1 0,1 1 0,1-1 0,1 1 0,8 46 0,-4-53 0,1-1 0,1 0 0,1 1 0,1-2 0,21 43 0,-20-49 0,0-1 0,2 0 0,-1-1 0,2 0 0,0 0 0,0-1 0,2-1 0,21 16 0,-23-20 0,1 0 0,-1-1 0,2 0 0,-1-1 0,1-1 0,0 0 0,0 0 0,0-2 0,1 0 0,-1-1 0,1 0 0,0-1 0,0 0 0,18-3 0,-21 1 0,0-1 0,0 0 0,0-1 0,0-1 0,-1 1 0,1-2 0,-1 0 0,0 0 0,-1-1 0,1 0 0,-1-1 0,0 0 0,-1-1 0,0 0 0,0 0 0,-1-1 0,13-16 0,-11 9 0,-1 0 0,0 0 0,-1 0 0,-1-1 0,-1-1 0,0 1 0,-1-1 0,-1 0 0,3-30 0,-5 21 0,-1-1 0,-1 0 0,-1 0 0,-1 0 0,-11-45 0,12 67 0,0 0 0,-1 0 0,0 1 0,0-1 0,0 0 0,-1 1 0,-5-10 0,8 14 0,0 1 0,-1 0 0,1-1 0,0 1 0,0 0 0,-1-1 0,1 1 0,0 0 0,-1-1 0,1 1 0,0 0 0,-1 0 0,1-1 0,-1 1 0,1 0 0,0 0 0,-1 0 0,1 0 0,-1-1 0,1 1 0,-1 0 0,1 0 0,0 0 0,-1 0 0,1 0 0,-1 0 0,1 0 0,-1 0 0,1 0 0,0 0 0,-1 1 0,1-1 0,-1 0 0,1 0 0,-1 0 0,1 0 0,0 1 0,-1-1 0,1 0 0,0 0 0,-1 1 0,1-1 0,0 0 0,-1 1 0,1-1 0,0 0 0,0 1 0,-1-1 0,1 0 0,0 1 0,0-1 0,0 1 0,-1-1 0,1 0 0,0 1 0,0 0 0,-8 26 0,5-7 0,1 0 0,1 1 0,1-1 0,0 0 0,7 38 0,31 99 0,-29-127 171,20 45 0,-23-62-415,0-1 0,1 0 0,1-1 0,0 0 1,0 0-1,11 11 0,-2-7-6582</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0.583"/>
    </inkml:context>
    <inkml:brush xml:id="br0">
      <inkml:brushProperty name="width" value="0.05" units="cm"/>
      <inkml:brushProperty name="height" value="0.05" units="cm"/>
      <inkml:brushProperty name="color" value="#FFC114"/>
    </inkml:brush>
  </inkml:definitions>
  <inkml:trace contextRef="#ctx0" brushRef="#br0">30 160 24575,'0'-8'0,"-1"-1"0,0 1 0,0 0 0,0 0 0,-1 0 0,-1 0 0,1 0 0,-6-12 0,8 21 0,0-1 0,-1 0 0,1 0 0,0 0 0,0 0 0,0 1 0,0-1 0,0 0 0,0 0 0,0 0 0,0 0 0,0 1 0,-1-1 0,1 0 0,0 0 0,0 0 0,0 0 0,0 0 0,0 0 0,-1 1 0,1-1 0,0 0 0,0 0 0,0 0 0,0 0 0,-1 0 0,1 0 0,0 0 0,0 0 0,0 0 0,-1 0 0,1 0 0,0 0 0,0 0 0,0 0 0,-1 0 0,1 0 0,0 0 0,0 0 0,0 0 0,0 0 0,-1 0 0,1 0 0,0 0 0,0-1 0,0 1 0,0 0 0,-1 0 0,1 0 0,0 0 0,0 0 0,0 0 0,0-1 0,0 1 0,0 0 0,-1 0 0,1 0 0,0-1 0,-1 20 0,4 10 0,1-1 0,1 0 0,1 0 0,2 0 0,0-1 0,2 0 0,2-1 0,0 0 0,1-1 0,21 30 0,-28-48 0,-1 0 0,1 0 0,0 0 0,1-1 0,0 0 0,0 0 0,0 0 0,12 6 0,-16-11 0,0 1 0,0-1 0,0 0 0,0 1 0,0-1 0,1-1 0,-1 1 0,0 0 0,1-1 0,-1 0 0,1 0 0,-1 0 0,0 0 0,1 0 0,-1-1 0,0 1 0,1-1 0,-1 0 0,0 0 0,0 0 0,1-1 0,-1 1 0,0-1 0,0 0 0,4-3 0,-1-1 0,1 0 0,-1 0 0,-1 0 0,1-1 0,-1 0 0,-1 0 0,1 0 0,-1-1 0,0 0 0,3-11 0,1-3 0,-2 1 0,6-42 0,-8 44 0,-2 0 0,-1-1 0,0 1 0,-1 0 0,-1-1 0,-1 1 0,-1 0 0,-1 0 0,0 0 0,-13-33 0,16 49 0,0 0 0,-1 0 0,0 0 0,1 1 0,-1-1 0,0 0 0,0 1 0,0-1 0,-1 1 0,1 0 0,-1 0 0,1 0 0,-1 0 0,1 0 0,-6-2 0,6 4 0,0 0 0,1-1 0,-1 1 0,0 0 0,1 0 0,-1 0 0,1 0 0,-1 0 0,0 1 0,1-1 0,-1 1 0,1-1 0,-1 1 0,1-1 0,-1 1 0,1 0 0,-1-1 0,1 1 0,-1 0 0,1 0 0,0 0 0,0 0 0,0 0 0,-1 1 0,1-1 0,0 0 0,0 1 0,0-1 0,1 0 0,-1 1 0,0-1 0,0 3 0,-3 3-59,1 0 0,1 1-1,-1-1 1,1 1-1,0-1 1,1 1 0,0 0-1,0 0 1,1 0 0,0 0-1,0-1 1,0 1 0,1 0-1,1 0 1,-1-1-1,1 1 1,1 0 0,-1-1-1,1 0 1,0 0 0,1 0-1,6 10 1,7 3-6767</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0.723"/>
    </inkml:context>
    <inkml:brush xml:id="br0">
      <inkml:brushProperty name="width" value="0.05" units="cm"/>
      <inkml:brushProperty name="height" value="0.05" units="cm"/>
      <inkml:brushProperty name="color" value="#FFC114"/>
    </inkml:brush>
  </inkml:definitions>
  <inkml:trace contextRef="#ctx0" brushRef="#br0">0 119 24575,'3'-5'0,"1"-6"0,3-6 0,0-2 0,-1-2 0,-2 0 0,1 4 0,1 10 0,-2 12 0,2 12 0,0 7 0,-2 9 0,2 8 0,0 4 0,-1 2 0,1-3 0,0-8-8191</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0.894"/>
    </inkml:context>
    <inkml:brush xml:id="br0">
      <inkml:brushProperty name="width" value="0.05" units="cm"/>
      <inkml:brushProperty name="height" value="0.05" units="cm"/>
      <inkml:brushProperty name="color" value="#FFC114"/>
    </inkml:brush>
  </inkml:definitions>
  <inkml:trace contextRef="#ctx0" brushRef="#br0">46 126 24575,'-2'-8'0,"-5"-12"0,-3-8 0,-1-2 0,3 6 0,1 11 0,6 11 0,6 10 0,4 8 0,1 0-8191</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1.237"/>
    </inkml:context>
    <inkml:brush xml:id="br0">
      <inkml:brushProperty name="width" value="0.05" units="cm"/>
      <inkml:brushProperty name="height" value="0.05" units="cm"/>
      <inkml:brushProperty name="color" value="#FFC114"/>
    </inkml:brush>
  </inkml:definitions>
  <inkml:trace contextRef="#ctx0" brushRef="#br0">70 15 24575,'0'-3'0,"0"-4"0,0 3 0,0 7 0,-3 9 0,-1 11 0,-2 10 0,-1 14 0,-1 13 0,0 14 0,-2 8 0,2 7 0,1 4 0,3-1 0,1-4 0,2-5 0,1-9 0,0-16-8191</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3.329"/>
    </inkml:context>
    <inkml:brush xml:id="br0">
      <inkml:brushProperty name="width" value="0.05" units="cm"/>
      <inkml:brushProperty name="height" value="0.05" units="cm"/>
      <inkml:brushProperty name="color" value="#FFC114"/>
    </inkml:brush>
  </inkml:definitions>
  <inkml:trace contextRef="#ctx0" brushRef="#br0">0 540 24575,'3'-7'0,"0"1"0,-1-1 0,0 0 0,2-11 0,-2 6 0,3 102 0,-4-78 0,1 20 0,2 0 0,1 0 0,1-1 0,15 44 0,-28-133 0,-24-216 0,28 228 0,3 0 0,1 0 0,16-89 0,-14 119 0,1 0 0,1 1 0,0 0 0,1 0 0,1 1 0,14-24 0,-17 33 0,-1 0 0,1 1 0,-1 0 0,1 0 0,0 0 0,0 1 0,1-1 0,-1 1 0,11-6 0,-12 8 0,1 0 0,-1-1 0,1 1 0,-1 1 0,1-1 0,0 0 0,0 1 0,-1 0 0,1 0 0,0 0 0,-1 0 0,1 1 0,0-1 0,-1 1 0,1 0 0,4 2 0,1 0 0,-1 1 0,1 0 0,-1 1 0,-1 0 0,1 0 0,-1 1 0,0 0 0,0 0 0,0 0 0,-1 1 0,0 0 0,0 1 0,-1-1 0,0 1 0,0 0 0,-1 0 0,0 0 0,4 12 0,-4-7 0,0 0 0,-1 0 0,0 0 0,-1 1 0,0-1 0,-1 1 0,-1-1 0,0 1 0,-1 0 0,-1-1 0,-5 25 0,-1-15 0,-1 0 0,0-1 0,-2 0 0,-1-1 0,-15 21 0,20-27 0,7-15 0,-1 0 0,1 0 0,0 0 0,0 0 0,0 1 0,0-1 0,0 0 0,0 0 0,0 0 0,0 0 0,0 1 0,0-1 0,0 0 0,0 0 0,0 0 0,0 0 0,0 0 0,1 1 0,-1-1 0,0 0 0,0 0 0,0 0 0,0 0 0,0 0 0,0 0 0,0 1 0,0-1 0,0 0 0,0 0 0,1 0 0,-1 0 0,0 0 0,0 0 0,0 0 0,0 0 0,0 0 0,0 1 0,1-1 0,-1 0 0,0 0 0,0 0 0,23-7 0,-11 3 0,1-1 0,0 2 0,1 0 0,-1 0 0,1 1 0,0 1 0,0 1 0,-1 0 0,1 0 0,26 5 0,-31-3 0,0 0 0,0 0 0,-1 1 0,1 0 0,-1 0 0,0 1 0,0 0 0,0 1 0,0 0 0,-1 0 0,0 1 0,0-1 0,0 1 0,-1 1 0,1 0 0,5 9 0,-9-12 0,0 0 0,-1 1 0,0-1 0,0 1 0,0-1 0,0 1 0,-1 0 0,0 0 0,0 0 0,0 0 0,0 0 0,-1 0 0,0 0 0,0 0 0,-1 0 0,1 0 0,-1 0 0,0 0 0,0 0 0,-1 0 0,1 0 0,-1 0 0,0-1 0,0 1 0,-1-1 0,0 1 0,1-1 0,-8 7 0,1 0 0,-1-1 0,0 0 0,0-1 0,-1 0 0,-1-1 0,1 0 0,-1-1 0,-1 0 0,-16 6 0,11-6 0,0-1 0,0 0 0,-1-1 0,-37 4 0,50-9 0,0 1 0,0-1 0,0 0 0,0 0 0,0 0 0,0-1 0,1 0 0,-1 0 0,0-1 0,0 1 0,1-1 0,-1-1 0,1 1 0,-1-1 0,1 0 0,0 0 0,0 0 0,0-1 0,-8-8 0,10 8 0,1 0 0,-1 0 0,1-1 0,0 1 0,0-1 0,0 0 0,1 0 0,-1 1 0,1-1 0,0 0 0,1 0 0,-1 0 0,1 0 0,0 0 0,0 0 0,0 0 0,1 0 0,1-6 0,3-8 0,0 0 0,1 0 0,10-22 0,-6 18 0,1 1 0,0 0 0,2 1 0,0 0 0,2 1 0,0 0 0,23-22 0,-30 35 0,-1 0 0,1 0 0,0 1 0,1 0 0,0 1 0,-1 0 0,2 0 0,-1 1 0,0 0 0,1 1 0,0 0 0,0 0 0,0 1 0,0 0 0,0 1 0,0 0 0,1 1 0,-1 0 0,0 0 0,14 3 0,-4 2 0,0 0 0,0 2 0,0 0 0,-1 1 0,0 1 0,-1 1 0,27 18 0,-31-18 0,0 0 0,-1 1 0,0 1 0,-1 0 0,0 1 0,-1 0 0,-1 0 0,0 2 0,12 21 0,-18-27 0,-1 0 0,0 0 0,0 0 0,-1 1 0,0-1 0,-1 1 0,0 0 0,0-1 0,-1 1 0,-1 0 0,1-1 0,-3 11 0,2-13 0,-1 0 0,1-1 0,-1 1 0,-1-1 0,1 1 0,-1-1 0,0 0 0,-1 0 0,1 0 0,-1 0 0,0-1 0,-1 1 0,1-1 0,-1 0 0,0 0 0,0-1 0,-10 7 0,14-10 0,0 0 0,-1 0 0,1-1 0,0 1 0,-1 0 0,1 0 0,-1-1 0,1 1 0,-1-1 0,1 1 0,-1-1 0,1 0 0,-1 0 0,1 0 0,-1 0 0,0 0 0,1 0 0,-1 0 0,1 0 0,-1 0 0,1-1 0,-1 1 0,-1-1 0,1-1 0,1 1 0,0 0 0,-1-1 0,1 1 0,0 0 0,0-1 0,0 1 0,0-1 0,0 0 0,1 1 0,-1-1 0,0 0 0,1 1 0,-1-1 0,1 0 0,-1-3 0,0-5 0,1 0 0,0-1 0,0 1 0,1 0 0,1 0 0,2-11 0,4-6 0,1 1 0,1-1 0,1 2 0,2-1 0,15-22 0,-4 12 0,1 1 0,48-50 0,-67 78 0,28-25 0,-32 30 0,0 0 0,0 1 0,0-1 0,1 1 0,-1-1 0,0 1 0,1 0 0,-1 0 0,1 0 0,0 0 0,-1 1 0,1-1 0,4 0 0,-6 1 0,0 1 0,0-1 0,0 0 0,0 0 0,-1 1 0,1-1 0,0 1 0,0-1 0,0 0 0,0 1 0,-1 0 0,1-1 0,0 1 0,-1-1 0,1 1 0,0 0 0,-1-1 0,1 1 0,-1 0 0,1 0 0,-1 0 0,1-1 0,-1 1 0,0 0 0,1 0 0,-1 0 0,0 0 0,1 1 0,3 32 0,-3-22 0,3 27 0,16 93 0,-17-118 0,1 0 0,1 0 0,0-1 0,1 1 0,0-1 0,1 0 0,9 12 0,-13-21 0,0 0 0,1 0 0,0 0 0,0-1 0,0 1 0,0-1 0,0 0 0,0 0 0,1-1 0,0 1 0,-1-1 0,1 0 0,0 0 0,0-1 0,0 0 0,0 1 0,0-2 0,1 1 0,-1 0 0,0-1 0,0 0 0,0 0 0,1-1 0,-1 0 0,0 0 0,0 0 0,0 0 0,0-1 0,0 1 0,0-1 0,0-1 0,-1 1 0,1-1 0,-1 0 0,0 0 0,1 0 0,-1 0 0,-1-1 0,1 1 0,0-1 0,-1 0 0,0 0 0,0-1 0,0 1 0,0-1 0,-1 1 0,0-1 0,3-9 0,-2 3 0,0 1 0,-2-1 0,1 0 0,-1 0 0,-1 0 0,0 1 0,0-1 0,-1 0 0,0 0 0,-1 0 0,-1 1 0,1-1 0,-2 1 0,-6-16 0,5 15 0,-1 0 0,0 1 0,0 0 0,-1 0 0,0 0 0,-1 1 0,0 0 0,-1 1 0,1 0 0,-2 0 0,1 1 0,-1 0 0,-12-6 0,19 11 0,-1 1 0,0-1 0,1 1 0,-1 0 0,0 0 0,0 0 0,0 1 0,-3-1 0,6 1 0,0 0 0,1 0 0,-1 0 0,0 0 0,1 0 0,-1 0 0,0 1 0,1-1 0,-1 0 0,0 0 0,1 0 0,-1 1 0,1-1 0,-1 0 0,1 1 0,-1-1 0,0 1 0,1-1 0,0 0 0,-1 1 0,0 0 0,1 0 0,-1 0 0,1 0 0,0 0 0,0 0 0,0 0 0,0 0 0,0 0 0,0 0 0,0 0 0,0 0 0,0 0 0,0 0 0,1 0 0,-1 0 0,0 0 0,0-1 0,1 1 0,-1 0 0,2 1 0,1 5 0,1-1 0,1 0 0,0 0 0,-1 0 0,2 0 0,-1-1 0,1 0 0,0 0 0,0-1 0,0 1 0,0-1 0,8 3 0,-4-1 0,1-1 0,0-1 0,0 0 0,1 0 0,-1-1 0,24 4 0,-30-7 0,0 0 0,1 0 0,-1 0 0,0-1 0,1 1 0,-1-1 0,0-1 0,0 1 0,0-1 0,9-3 0,-3-2 0,0 0 0,20-16 0,-4 2 0,-26 21 0,-1 0 0,0-1 0,1 1 0,-1 0 0,1 0 0,-1-1 0,1 1 0,-1 0 0,1 0 0,-1 0 0,0 0 0,1-1 0,-1 1 0,1 0 0,-1 0 0,1 0 0,-1 0 0,1 0 0,-1 0 0,1 0 0,-1 0 0,1 1 0,-1-1 0,1 0 0,-1 0 0,1 0 0,-1 0 0,1 1 0,0-1 0,9 15 0,-1 25 0,-9-37 0,2 5 0,22 115 0,-20-106 0,2 0 0,0-1 0,0 0 0,2 0 0,10 18 0,-17-32 0,1 1 0,0 0 0,-1-1 0,1 0 0,0 1 0,0-1 0,0 0 0,0 0 0,0 0 0,1 0 0,-1-1 0,1 1 0,-1 0 0,1-1 0,0 0 0,-1 0 0,1 0 0,0 0 0,0 0 0,0 0 0,0-1 0,0 1 0,0-1 0,0 0 0,-1 0 0,1 0 0,0 0 0,0-1 0,0 1 0,0-1 0,0 0 0,0 1 0,0-1 0,-1-1 0,5-1 0,-2 0 0,0 0 0,0-1 0,-1 1 0,1-1 0,-1 0 0,0 0 0,0-1 0,0 1 0,-1-1 0,1 0 0,-1 0 0,0 0 0,-1 0 0,1-1 0,-1 1 0,0-1 0,1-6 0,-1-2 0,0 1 0,-1-22 0,2-20 0,-3 54 0,0 1 0,0-1 0,0 1 0,0 0 0,0-1 0,0 1 0,0 0 0,0-1 0,0 1 0,0-1 0,1 1 0,-1 0 0,0-1 0,0 1 0,0 0 0,1-1 0,-1 1 0,0 0 0,0 0 0,1-1 0,-1 1 0,0 0 0,0 0 0,1-1 0,-1 1 0,0 0 0,1 0 0,-1 0 0,1 0 0,-1-1 0,1 1 0,10 7 0,13 25 0,-18-24 0,0 1 0,1-1 0,0-1 0,0 1 0,1-1 0,0-1 0,0 1 0,0-1 0,1-1 0,0 1 0,12 4 0,-16-8 0,0-1 0,0 1 0,0-1 0,0 0 0,0 0 0,0-1 0,0 0 0,0 0 0,0 0 0,0 0 0,0-1 0,0 1 0,0-1 0,0-1 0,0 1 0,-1-1 0,1 1 0,0-2 0,-1 1 0,1 0 0,-1-1 0,8-5 0,-4 0 0,-1 0 0,0 0 0,0 0 0,0-1 0,-1 0 0,0 0 0,-1-1 0,0 0 0,-1 1 0,0-2 0,0 1 0,-1 0 0,0-1 0,-1 0 0,0 1 0,-1-1 0,0 0 0,-1 0 0,0 0 0,-1 0 0,0 1 0,0-1 0,-1 0 0,-6-18 0,7 27 0,0-1 0,-1 1 0,1 0 0,0 0 0,-1-1 0,1 1 0,-1 0 0,0 0 0,1 1 0,-1-1 0,0 0 0,0 1 0,0-1 0,-1 1 0,1-1 0,-4-1 0,5 3 0,0 0 0,0-1 0,0 1 0,0 0 0,0 0 0,0 0 0,1 0 0,-1 0 0,0 0 0,0 0 0,0 0 0,0 0 0,0 1 0,0-1 0,0 0 0,1 0 0,-1 1 0,0-1 0,-1 1 0,1 1 0,-1-1 0,1 0 0,0 0 0,0 0 0,0 1 0,0-1 0,1 0 0,-1 1 0,0-1 0,1 1 0,-1-1 0,1 1 0,-1-1 0,1 1 0,-1 1 0,0 4 0,1 0 0,0-1 0,0 1 0,0 0 0,1 0 0,0-1 0,0 1 0,1-1 0,0 1 0,0-1 0,0 1 0,5 7 0,5 10 0,27 38 0,-31-50 0,29 38 0,19 29 0,-51-71 0,-1 0 0,0-1 0,-1 2 0,1-1 0,-2 0 0,1 1 0,-1-1 0,1 13 0,-7 7 0,-4-17 0,8-10 0,0-1 0,-1 0 0,1 0 0,0 0 0,0 0 0,-1 1 0,1-1 0,0 0 0,-1 0 0,1 0 0,0 0 0,-1 0 0,1 0 0,0 0 0,-1 0 0,1 0 0,0 0 0,-1 0 0,1 0 0,0 0 0,-1 0 0,1 0 0,0 0 0,-1-1 0,1 1 0,0 0 0,-1 0 0,1 0 0,0 0 0,0-1 0,-1 1 0,1 0 0,-2-2 0,1 0 0,0 1 0,0-1 0,0 0 0,0 1 0,0-1 0,0 0 0,1 0 0,-1 0 0,0 0 0,1 0 0,0 0 0,-1 0 0,1 0 0,0 0 0,0 0 0,0 0 0,0 0 0,1-3 0,9-40 0,-4 27 0,1 0 0,1 0 0,1 1 0,1 0 0,22-30 0,-27 40 0,0 1 0,0 0 0,0 1 0,1-1 0,-1 1 0,1 0 0,1 1 0,-1-1 0,1 1 0,0 0 0,-1 1 0,2 0 0,-1 0 0,0 0 0,1 1 0,-1 0 0,15-1 0,-13 4 0,1 0 0,-1 1 0,0 0 0,0 0 0,0 1 0,0 0 0,0 1 0,15 9 0,32 11 0,-42-20 0,-1-1 0,0-1 0,1 0 0,-1-1 0,1 0 0,0-1 0,-1-1 0,1 0 0,20-4 0,-29 4 0,0-1 0,-1 1 0,1-1 0,0 0 0,-1 0 0,0-1 0,1 1 0,-1-1 0,0 0 0,0 0 0,0-1 0,4-4 0,-5 4 0,-1 1 0,0-1 0,0 0 0,0 1 0,0-1 0,-1 0 0,0 0 0,1 0 0,-1 0 0,-1-1 0,1 1 0,-1 0 0,1 0 0,-1 0 0,0-1 0,-2-7 0,1 4 0,-1 0 0,0 0 0,0-1 0,-1 1 0,0 1 0,-8-16 0,8 19 0,1 0 0,-1 0 0,0 0 0,0 0 0,0 0 0,0 1 0,-1-1 0,1 1 0,-1 0 0,0 0 0,0 0 0,0 1 0,-6-3 0,9 4 0,0 1 0,0 0 0,0-1 0,0 1 0,0 0 0,0 0 0,0 0 0,0-1 0,0 1 0,0 0 0,0 1 0,0-1 0,0 0 0,0 0 0,0 0 0,0 0 0,0 1 0,1-1 0,-1 1 0,0-1 0,0 0 0,0 1 0,0-1 0,0 1 0,1 0 0,-1-1 0,0 1 0,0 0 0,1-1 0,-1 1 0,1 0 0,-1 0 0,0 0 0,1 0 0,0-1 0,-1 1 0,1 0 0,-1 0 0,1 0 0,0 0 0,0 0 0,0 0 0,-1 0 0,1 0 0,0 2 0,0 5 0,-1 0 0,1 0 0,0-1 0,2 12 0,1 1-151,0 0-1,2-1 0,1 0 0,0 0 1,1-1-1,1 1 0,1-2 1,21 34-1,-15-31-6674</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3.626"/>
    </inkml:context>
    <inkml:brush xml:id="br0">
      <inkml:brushProperty name="width" value="0.05" units="cm"/>
      <inkml:brushProperty name="height" value="0.05" units="cm"/>
      <inkml:brushProperty name="color" value="#FFC114"/>
    </inkml:brush>
  </inkml:definitions>
  <inkml:trace contextRef="#ctx0" brushRef="#br0">1 141 24575,'13'-26'0,"16"-49"0,-28 71 0,1 1 0,-1-1 0,1 0 0,-1 1 0,1-1 0,0 1 0,5-7 0,-7 10 0,1-1 0,-1 1 0,1 0 0,-1-1 0,1 1 0,0-1 0,-1 1 0,1 0 0,-1-1 0,1 1 0,0 0 0,-1 0 0,1 0 0,0-1 0,-1 1 0,1 0 0,0 0 0,-1 0 0,1 0 0,1 0 0,-1 1 0,0-1 0,0 1 0,1-1 0,-1 1 0,0-1 0,0 1 0,0 0 0,0 0 0,0 0 0,0-1 0,0 1 0,0 0 0,0 0 0,1 2 0,13 19 0,0 1 0,-2 1 0,0 0 0,-2 1 0,-1 0 0,11 39 0,-19-56 0,0 0 0,0 0 0,0 15 0,-2-22 0,0 0 0,0 1 0,0-1 0,0 0 0,0 0 0,0 1 0,-1-1 0,1 0 0,0 0 0,-1 1 0,1-1 0,-1 0 0,1 0 0,-2 2 0,1-3 0,1 0 0,-1 1 0,1-1 0,-1 0 0,0 1 0,1-1 0,-1 0 0,0 0 0,1 1 0,-1-1 0,0 0 0,1 0 0,-1 0 0,0 0 0,0 0 0,1 0 0,-1 0 0,0 0 0,1 0 0,-1 0 0,0 0 0,1-1 0,-1 1 0,0 0 0,1 0 0,-1-1 0,0 1 0,0-1 0,-1 0 0,-1-1 0,1 0 0,0 1 0,0-1 0,0 0 0,0 0 0,0 0 0,0 0 0,0-1 0,1 1 0,-1 0 0,1-1 0,0 1 0,0-1 0,0 1 0,0-1 0,0 0 0,0 1 0,1-1 0,-1 0 0,1 1 0,0-1 0,0 0 0,0-4 0,0-2 0,1 0 0,0-1 0,0 1 0,1 0 0,0 0 0,4-10 0,0 4-227,1-1-1,1 1 1,0 0-1,1 1 1,15-19-1,-8 14-6598</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4.203"/>
    </inkml:context>
    <inkml:brush xml:id="br0">
      <inkml:brushProperty name="width" value="0.05" units="cm"/>
      <inkml:brushProperty name="height" value="0.05" units="cm"/>
      <inkml:brushProperty name="color" value="#FFC114"/>
    </inkml:brush>
  </inkml:definitions>
  <inkml:trace contextRef="#ctx0" brushRef="#br0">5360 345 24575,'-17'-24'-33,"-1"1"0,-1 1-1,-1 1 1,0 1 0,-2 0-1,0 2 1,-1 0 0,-1 2-1,-1 0 1,0 2 0,-1 1 0,-43-16-1,6 9-127,0 2 1,-2 3-1,1 3 0,-100-5 0,-4 9-1020,-198 15-1,-169 46-1602,-1174 246-496,1046-122 2825,522-130 344,3 7 0,-209 112 0,288-132 224,1 3-1,2 2 1,2 2-1,-55 55 1,84-70 26,0 1 0,2 2 0,-33 52 0,44-59-10,1 0 1,0 1-1,2-1 1,0 2-1,2-1 1,-6 31-1,11-37-129,0 1 0,0-1 0,2 0 0,0 1 0,1-1 0,1 0 0,1 0 0,0 0 0,1 0 0,1 0 0,0-1 0,2 0 0,8 17 0,-4-12 0,2-1 0,0 0 0,1-2 0,1 1 0,1-2 0,1 0 0,0 0 0,1-2 0,23 15 0,9 2 85,1-2-1,1-3 1,1-2 0,2-3-1,92 26 1,-3-13 242,160 19 0,638 17-1920,7-88-1353,98-68 2504,-17-96 345,-585 53-453,-321 84 668,169-88-1,-232 99 109,-1-2-1,60-46 1,-96 62-30,-1 0 1,-1-1-1,-1-2 1,-1 0 0,-1-1-1,-1-1 1,18-32 0,-29 45-95,-1-1 0,0 0 0,-1-1 0,-1 1 0,0-1 0,0 0 0,-2 1 0,1-2 0,-2 1 0,0 0 0,0 0 0,-1-1 0,-1 1 0,0 0 0,-1 0 0,0 0 0,-1 0 0,0 0 0,-1 0 0,-1 1 0,0 0 0,-1-1 0,0 2 0,0-1 0,-10-11 0,-3-2-5,-1 1 0,-1 1 0,-1 1 0,0 1 0,-49-34 0,13 17 442,-99-48 1,14 20-294,-2 7 0,-200-54 0,128 59-173,-229-27 1,278 60-265,-244 1 1,265 25-2410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5.220"/>
    </inkml:context>
    <inkml:brush xml:id="br0">
      <inkml:brushProperty name="width" value="0.05" units="cm"/>
      <inkml:brushProperty name="height" value="0.05" units="cm"/>
      <inkml:brushProperty name="color" value="#FFC114"/>
    </inkml:brush>
  </inkml:definitions>
  <inkml:trace contextRef="#ctx0" brushRef="#br0">136 63 24575,'0'-3'0,"0"1"0,0 0 0,0-1 0,-1 1 0,1 0 0,-1-1 0,0 1 0,1 0 0,-1-1 0,0 1 0,0 0 0,0 0 0,-1 0 0,1 0 0,-1 0 0,1 0 0,-1 1 0,1-1 0,-1 0 0,0 1 0,0-1 0,0 1 0,0 0 0,0-1 0,0 1 0,0 0 0,0 0 0,0 0 0,-1 1 0,-3-2 0,3 2 0,1-1 0,-1 1 0,0 0 0,0 0 0,1 0 0,-1 0 0,0 0 0,0 1 0,1-1 0,-1 1 0,0 0 0,1 0 0,-1 0 0,1 0 0,-1 0 0,1 0 0,0 1 0,-1-1 0,1 1 0,0 0 0,0-1 0,0 1 0,0 0 0,0 0 0,1 1 0,-4 3 0,1 2 0,1 0 0,-1 1 0,2 0 0,-1-1 0,1 1 0,0 0 0,1 0 0,0 0 0,0 0 0,1 0 0,0 0 0,1 0 0,0 0 0,3 14 0,-1-11 0,0 1 0,1-1 0,1 1 0,0-1 0,0-1 0,1 1 0,1-1 0,0 0 0,13 15 0,-10-15 0,1 0 0,0-1 0,1-1 0,0 0 0,0-1 0,1 0 0,0-1 0,0 0 0,1-1 0,0 0 0,0-1 0,17 3 0,-23-6 0,0-1 0,-1 1 0,1-2 0,0 1 0,0-1 0,-1 0 0,1-1 0,0 1 0,-1-2 0,1 1 0,0-1 0,-1 0 0,1-1 0,-1 0 0,0 0 0,0 0 0,0-1 0,-1 0 0,1 0 0,-1-1 0,0 0 0,0 0 0,0 0 0,9-13 0,-11 12 0,0-1 0,0 1 0,-1-1 0,1 0 0,-2-1 0,1 1 0,-1 0 0,0-1 0,0 1 0,-1-1 0,0 0 0,-1 0 0,1 1 0,-2-1 0,1 0 0,-3-14 0,-1 3 0,-1 1 0,-1-1 0,0 1 0,-1 0 0,-16-28 0,4 21 0,11 14 0,8 11 0,0 0 0,0 0 0,0 0 0,0 0 0,0 0 0,0 0 0,0 0 0,0 0 0,0 0 0,0 0 0,0 0 0,0 0 0,0 0 0,1 0 0,-1 0 0,0 0 0,0 0 0,0 0 0,0 0 0,0 0 0,0 0 0,0 0 0,0 0 0,0 0 0,0 0 0,0 0 0,0 0 0,0 0 0,0 0 0,0 0 0,0 0 0,0-1 0,0 1 0,0 0 0,0 0 0,0 0 0,0 0 0,6 3 0,0 0 0,-1-1 0,1 1 0,0-1 0,0 0 0,0-1 0,0 0 0,1 0 0,-1 0 0,0-1 0,0 1 0,1-2 0,-1 1 0,0-1 0,1 0 0,-1 0 0,0 0 0,0-1 0,0 0 0,0 0 0,-1-1 0,1 0 0,0 0 0,-1 0 0,8-6 0,-8 4 0,-1 2 0,0-1 0,1 1 0,-1-1 0,1 1 0,4-2 0,-7 4 0,-1 0 0,0 1 0,1-1 0,-1 1 0,0 0 0,1 0 0,-1-1 0,1 1 0,-1 0 0,1 0 0,-1 0 0,1 0 0,-1 0 0,0 1 0,1-1 0,-1 0 0,1 1 0,-1-1 0,0 1 0,1-1 0,-1 1 0,0 0 0,0 0 0,2 1 0,4 4 0,-1 0 0,0 0 0,0 1 0,0 0 0,-1 0 0,0 1 0,4 8 0,26 60 0,-20-38-682,11 47-1,-13-26-6143</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6.160"/>
    </inkml:context>
    <inkml:brush xml:id="br0">
      <inkml:brushProperty name="width" value="0.05" units="cm"/>
      <inkml:brushProperty name="height" value="0.05" units="cm"/>
      <inkml:brushProperty name="color" value="#FFC114"/>
    </inkml:brush>
  </inkml:definitions>
  <inkml:trace contextRef="#ctx0" brushRef="#br0">15 22 24575,'0'-3'0,"0"-12"0,-1 11 0,-1 8 0,-1 11 0,0 0 0,0 0 0,2 1 0,0 24 0,8 66 0,-6-90 0,23 169 0,8-2 0,8-1 0,71 199 0,-106-368 41,24 89-1447,-25-82-5420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7.654"/>
    </inkml:context>
    <inkml:brush xml:id="br0">
      <inkml:brushProperty name="width" value="0.05" units="cm"/>
      <inkml:brushProperty name="height" value="0.05" units="cm"/>
      <inkml:brushProperty name="color" value="#FFC114"/>
    </inkml:brush>
  </inkml:definitions>
  <inkml:trace contextRef="#ctx0" brushRef="#br0">151 877 24575,'0'-146'0,"-52"1269"-870,19-858 870,-30 350-5,63-606 2,-2 29-2,1 0-1,2 0 0,8 46 0,-6-72 6,0 0 0,0 0 0,1-1 0,0 1 0,1-1 0,7 11 1,-8-16-1,1 1 0,-1-1 0,1 0-1,1 0 1,-1 0 0,1-1 0,0 0 0,0 0 0,1 0 0,9 4 0,-3-2 64,0-1-1,1-1 0,0-1 0,0 0 0,0 0 1,0-2-1,18 2 0,106-2 335,-125-3-433,442-32-1383,-142 7-338,1061-13-3854,4 60 3024,323-2 1058,-1259-29 1934,-10-31 1472,-411 37-1379,102-20 1200,-111 21-1300,0-1 0,-1 0-1,1-1 1,-1-1 0,0 0 0,0 0 0,16-13-1,-24 16-305,0 0 0,0 1-1,0-1 1,0-1 0,-1 1-1,1 0 1,-1-1 0,0 1-1,0-1 1,0 0 0,-1 0-1,1 0 1,-1 0 0,0 0-1,0 0 1,0 0 0,-1 0-1,1 0 1,-1 0 0,0 0-1,0 0 1,0-1 0,-1 1-1,-1-4 1,-2-9 404,-1 1 0,-1 0 0,-1 0-1,-13-24 1,-4-8-40,17 28-457,1-1 0,0 1 0,2-1 0,0 0 0,1 0 0,2-1 0,0 1 0,4-39 0,5-11 0,24-89 0,-24 124 0,78-355-156,123-542-433,-205 917 589,28-118 0,23-210 0,-53 327 41,-2 0 1,0-1-1,-1 1 1,0 0-1,-2 1 0,0-1 1,-1 0-1,-6-17 1,6 24-18,0 1 1,-1-1 0,0 1 0,0 1 0,-1-1 0,0 1 0,-1 0-1,0 0 1,0 1 0,-1 0 0,0 0 0,0 1 0,0 0-1,-16-9 1,1 4-25,0 1 0,-1 2 0,0 0 0,-1 1 0,-37-6 0,-134-6 0,-407 8-2238,-3 36-1276,423-16 2928,-1994 121-4592,4 39 4385,1818-138 1476,-69 5 3666,380-34-2239,44-2-2058,-1 0 0,1 0 0,-1 1 0,1-1 0,-1 0 0,1 0 0,0 0 0,-1 0-1,1 0 1,-1-1 0,1 1 0,-1 0 0,1 0 0,-1 0 0,1 0 0,-1 0 0,1-1 0,-1 1 0,1 0 0,0 0 0,-1-1 0,1 1 0,-1 0 0,1-1 0,-1 0 0,10-6 1239,21-5-310,283-69 563,-307 80-1544,1 0 0,-1 0 0,1 0 0,8 1 0,-14 0 0,-1 0 0,1 0 0,-1 0 0,1 0 0,-1 0 0,1 0 0,0 0 0,-1 0 0,1 0 0,-1 1 0,1-1 0,-1 0 0,1 0 0,-1 1 0,0-1 0,1 0 0,-1 1 0,1-1 0,-1 1 0,0-1 0,1 0 0,-1 1 0,0-1 0,1 1 0,-1 0 0,0 1 0,0-1 0,0 0 0,0 0 0,0 0 0,0 0 0,-1 0 0,1 0 0,0 0 0,-1 0 0,1 0 0,-1 0 0,1 0 0,-1 0 0,1 0 0,-1 0 0,0-1 0,0 2 0,-15 17 0,-1 0 0,-1-2 0,-22 19 0,18-18 0,1 1 0,-20 25 0,36-37 0,-1 0 0,1 0 0,0 1 0,1 0 0,0 0 0,0 0 0,1 1 0,0-1 0,0 1 0,-2 15 0,3-5 0,1-1 0,1 1 0,1 0 0,6 36 0,23 74 0,-6-35 0,-12-18 23,4 89 0,-7-55-1434,-6-85-5415</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8.685"/>
    </inkml:context>
    <inkml:brush xml:id="br0">
      <inkml:brushProperty name="width" value="0.05" units="cm"/>
      <inkml:brushProperty name="height" value="0.05" units="cm"/>
      <inkml:brushProperty name="color" value="#FFC114"/>
    </inkml:brush>
  </inkml:definitions>
  <inkml:trace contextRef="#ctx0" brushRef="#br0">294 283 24575,'8'-9'0,"-1"0"0,0-1 0,-1 0 0,0 0 0,0-1 0,-1 0 0,-1 0 0,0 0 0,0 0 0,-1 0 0,-1-1 0,0 0 0,1-16 0,-3 23 0,1 1 0,-1-1 0,-1 1 0,1 0 0,-1-1 0,1 1 0,-1 0 0,0-1 0,-1 1 0,1 0 0,-1 0 0,0 0 0,0 0 0,0 0 0,0 0 0,-1 1 0,1-1 0,-1 1 0,0 0 0,0 0 0,0 0 0,-1 0 0,1 0 0,-1 1 0,0-1 0,1 1 0,-1 0 0,0 0 0,0 0 0,0 1 0,-7-2 0,1 1 0,0 0 0,0 1 0,0 0 0,1 0 0,-1 1 0,0 1 0,0-1 0,0 2 0,0-1 0,0 2 0,1-1 0,-1 1 0,-9 5 0,8-3 0,1 0 0,1 1 0,-1 0 0,1 0 0,0 1 0,0 1 0,1-1 0,0 1 0,1 1 0,-13 17 0,16-21 0,1 0 0,0 0 0,1 0 0,-1 1 0,1-1 0,0 1 0,1 0 0,-1 0 0,1 0 0,0-1 0,0 1 0,1 0 0,0 0 0,0 0 0,0 0 0,1 0 0,0 0 0,0 0 0,0 0 0,1 0 0,0-1 0,3 7 0,0-2 0,1 0 0,1-1 0,0 0 0,0 0 0,0 0 0,1-1 0,0-1 0,1 1 0,0-1 0,0 0 0,14 6 0,13 7 0,67 25 0,-91-40 0,149 52 0,-49-19 0,-105-35 0,-2-2 0,1 1 0,0 0 0,-1 1 0,0-1 0,1 1 0,-1 0 0,0 0 0,0 1 0,6 5 0,-11-9 0,0 1 0,1-1 0,-1 0 0,0 1 0,0-1 0,1 1 0,-1-1 0,0 0 0,0 1 0,0-1 0,1 1 0,-1-1 0,0 1 0,0-1 0,0 1 0,0-1 0,0 1 0,0-1 0,0 1 0,0-1 0,0 0 0,0 1 0,0-1 0,-1 1 0,1-1 0,0 1 0,0-1 0,0 1 0,0-1 0,-1 0 0,1 1 0,0-1 0,-1 1 0,1-1 0,0 0 0,-1 1 0,-17 9 0,-3-2 0,0-1 0,-1 0 0,-42 5 0,-73 2 0,117-13 0,-105 3-1365,79-7-5461</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9.104"/>
    </inkml:context>
    <inkml:brush xml:id="br0">
      <inkml:brushProperty name="width" value="0.05" units="cm"/>
      <inkml:brushProperty name="height" value="0.05" units="cm"/>
      <inkml:brushProperty name="color" value="#FFC114"/>
    </inkml:brush>
  </inkml:definitions>
  <inkml:trace contextRef="#ctx0" brushRef="#br0">1 59 24575,'12'-8'0,"0"0"0,1 1 0,0 1 0,0 0 0,0 1 0,1 0 0,0 1 0,0 0 0,16-1 0,-28 5 0,0 0 0,-1 0 0,1 0 0,0 0 0,-1 1 0,1-1 0,0 0 0,-1 1 0,1-1 0,-1 1 0,1 0 0,-1 0 0,1-1 0,-1 1 0,1 0 0,-1 0 0,0 0 0,1 1 0,-1-1 0,0 0 0,0 0 0,0 1 0,0-1 0,0 1 0,0-1 0,0 2 0,3 5 0,-1 1 0,0-1 0,0 1 0,1 9 0,4 13 0,-1-18 0,-1-1 0,2 0 0,0 0 0,0 0 0,1-1 0,0-1 0,1 1 0,0-1 0,1-1 0,0 0 0,1-1 0,-1 0 0,2 0 0,-1-2 0,1 1 0,15 4 0,-18-7 0,0-1 0,1 0 0,0 0 0,-1-2 0,1 1 0,0-1 0,0-1 0,0 0 0,17-2 0,-20 1 0,-1 0 0,1-1 0,-1-1 0,0 1 0,0-1 0,0 0 0,0-1 0,0 0 0,-1 0 0,1 0 0,-1-1 0,0 0 0,-1 0 0,8-9 0,-7 7 0,0-1 0,-1 0 0,0-1 0,-1 1 0,0-1 0,0 0 0,-1 0 0,0 0 0,0-1 0,-1 1 0,0-1 0,-1 1 0,0-1 0,-1 1 0,0-1 0,0 0 0,-4-15 0,4 22 0,0 1 0,-1 0 0,1 0 0,-1 0 0,0 0 0,0 1 0,1-1 0,-1 0 0,0 0 0,-1 0 0,1 1 0,0-1 0,-1 0 0,1 1 0,0-1 0,-1 1 0,0 0 0,1-1 0,-1 1 0,-3-1 0,4 1 0,0 1 0,-1 0 0,1 0 0,-1 0 0,1 0 0,0 0 0,-1 0 0,1 0 0,0 1 0,-1-1 0,1 0 0,0 1 0,-1-1 0,1 1 0,0-1 0,0 1 0,0 0 0,-1 0 0,1-1 0,0 1 0,0 0 0,0 0 0,0 0 0,0 0 0,1 0 0,-1 0 0,0 0 0,0 1 0,1-1 0,-1 0 0,0 2 0,-6 10 0,2 0 0,0 0 0,0 0 0,2 0 0,-1 1 0,2 0 0,-2 14 0,-2 100 0,6-125 0,2 52 0,1-1 0,4 1 0,1-1 0,3-1 0,2 0 0,23 59 0,-33-103 0,0-1 0,1 1 0,0-1 0,6 10 0,-10-18 3,0 0 0,0 0 0,0 0 0,0 0 0,0 0 0,0 0 0,0 0 0,0 1 0,0-1 0,0 0 0,0 0 0,0 0 0,1 0-1,-1 0 1,0 0 0,0 0 0,0 0 0,0 0 0,0 1 0,0-1 0,0 0 0,0 0 0,0 0 0,0 0 0,1 0 0,-1 0 0,0 0 0,0 0 0,0 0 0,0 0-1,0 0 1,0 0 0,0 0 0,0 0 0,1 0 0,-1 0 0,0 0 0,0 0 0,0 0 0,0 0 0,0 0 0,0 0 0,0 0 0,1 0 0,-1 0 0,0 0 0,0 0 0,0 0-1,0 0 1,0 0 0,0 0 0,0 0 0,0 0 0,1 0 0,-1-1 0,0 1 0,0 0 0,1-9 168,-4-14-1878,-2-2-5119</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9.461"/>
    </inkml:context>
    <inkml:brush xml:id="br0">
      <inkml:brushProperty name="width" value="0.05" units="cm"/>
      <inkml:brushProperty name="height" value="0.05" units="cm"/>
      <inkml:brushProperty name="color" value="#FFC114"/>
    </inkml:brush>
  </inkml:definitions>
  <inkml:trace contextRef="#ctx0" brushRef="#br0">211 163 24575,'2'-2'0,"0"-1"0,0 0 0,0-1 0,0 1 0,-1 0 0,0 0 0,1-1 0,-1 1 0,0 0 0,-1-1 0,1 0 0,-1 1 0,1-1 0,-1-3 0,0 1 0,0 1 0,-1-1 0,1 1 0,-1-1 0,0 1 0,0-1 0,-1 1 0,-2-8 0,2 10 0,-1-1 0,1 0 0,-1 1 0,1 0 0,-1-1 0,0 1 0,0 0 0,-1 1 0,1-1 0,-1 0 0,1 1 0,-1 0 0,0 0 0,0 0 0,0 0 0,0 1 0,0-1 0,0 1 0,0 0 0,0 0 0,-1 1 0,1-1 0,0 1 0,-1 0 0,1 0 0,0 0 0,-1 1 0,1 0 0,-5 1 0,3-1 0,0 1 0,1-1 0,-1 1 0,1 0 0,0 1 0,-1-1 0,1 1 0,0 0 0,1 0 0,-1 1 0,1 0 0,-1-1 0,1 1 0,0 1 0,0-1 0,1 1 0,-1-1 0,1 1 0,0 0 0,1 0 0,-5 10 0,6-11 0,1 0 0,-1 0 0,1 0 0,0 1 0,0-1 0,0 0 0,0 0 0,1 1 0,0-1 0,0 0 0,0 0 0,0 0 0,1 0 0,-1 0 0,1 0 0,0-1 0,0 1 0,1 0 0,-1-1 0,1 0 0,0 1 0,0-1 0,4 4 0,7 6 0,1-1 0,0 0 0,30 16 0,40 15 0,-55-29 0,35 22 0,-63-35 0,-1-1 0,1 1 0,-1 1 0,1-1 0,-1 0 0,0 0 0,1 0 0,-1 1 0,0-1 0,0 1 0,0-1 0,0 1 0,1 2 0,-2-3 0,0-1 0,1 0 0,-1 1 0,0-1 0,0 1 0,0-1 0,0 0 0,-1 1 0,1-1 0,0 0 0,0 1 0,0-1 0,0 1 0,0-1 0,0 0 0,-1 1 0,1-1 0,0 0 0,0 1 0,0-1 0,-1 0 0,1 0 0,0 1 0,-1-1 0,-14 6 0,1-4-136,1 0-1,-1-1 1,0 0-1,1-1 1,-1-1-1,0-1 1,1 1-1,-1-2 0,-17-5 1,3-4-6690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19.646"/>
    </inkml:context>
    <inkml:brush xml:id="br0">
      <inkml:brushProperty name="width" value="0.05" units="cm"/>
      <inkml:brushProperty name="height" value="0.05" units="cm"/>
      <inkml:brushProperty name="color" value="#FFC114"/>
    </inkml:brush>
  </inkml:definitions>
  <inkml:trace contextRef="#ctx0" brushRef="#br0">0 176 24575,'8'-21'0,"1"0"0,1 1 0,0-1 0,2 2 0,20-27 0,-31 44 0,1-1 0,1 1 0,-1-1 0,0 1 0,1 0 0,-1 0 0,1 0 0,-1 0 0,1 1 0,0-1 0,5-1 0,-7 2 0,1 1 0,-1 0 0,1 0 0,-1 0 0,1 0 0,-1 0 0,1 0 0,-1 0 0,1 0 0,-1 1 0,1-1 0,-1 1 0,1-1 0,-1 1 0,1-1 0,-1 1 0,0 0 0,1 0 0,-1-1 0,0 1 0,0 0 0,1 0 0,-1 0 0,0 1 0,2 1 0,9 15 0,-1-1 0,0 2 0,-1-1 0,-1 2 0,9 27 0,-9-23 0,-1-6 9,135 358-1383,-130-339-5452</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0.413"/>
    </inkml:context>
    <inkml:brush xml:id="br0">
      <inkml:brushProperty name="width" value="0.05" units="cm"/>
      <inkml:brushProperty name="height" value="0.05" units="cm"/>
      <inkml:brushProperty name="color" value="#FFC114"/>
    </inkml:brush>
  </inkml:definitions>
  <inkml:trace contextRef="#ctx0" brushRef="#br0">4 320 24575,'-2'-31'0,"1"22"0,1-1 0,-1 0 0,2 1 0,-1-1 0,1 1 0,4-16 0,-4 23 0,0 0 0,1 0 0,-1 0 0,0 0 0,1 0 0,0 1 0,-1-1 0,1 0 0,0 1 0,0-1 0,0 1 0,0 0 0,0 0 0,0 0 0,0 0 0,0 0 0,0 0 0,0 0 0,3 0 0,50-8 0,-36 6 0,-10 2 0,12-2 0,0-1 0,30-10 0,-47 13 0,0-1 0,0 0 0,1 1 0,-1-1 0,0-1 0,-1 1 0,1 0 0,0-1 0,-1 0 0,1 0 0,-1 0 0,0 0 0,0 0 0,0-1 0,-1 0 0,1 1 0,-1-1 0,3-6 0,-4 8 0,-1 0 0,1 0 0,-1 0 0,1 0 0,-1 0 0,0 0 0,0 0 0,0 0 0,0 0 0,0 0 0,-1 0 0,1 0 0,-1 0 0,1 0 0,-1 0 0,1 0 0,-1 0 0,-2-3 0,1 2 0,0 0 0,0 0 0,-1 1 0,1-1 0,-1 1 0,0 0 0,1-1 0,-1 1 0,0 0 0,-5-2 0,3 2 0,-1-1 0,1 1 0,-1 0 0,0 0 0,0 1 0,0 0 0,0 0 0,0 0 0,-1 0 0,1 1 0,0 0 0,-9 2 0,12-1 0,-1-1 0,0 2 0,1-1 0,-1 0 0,1 1 0,0-1 0,0 1 0,-1 0 0,1 0 0,0 1 0,1-1 0,-1 0 0,0 1 0,1 0 0,-1-1 0,-1 4 0,1-1 0,1-1 0,0 1 0,0 0 0,0 0 0,0 0 0,1-1 0,0 1 0,0 1 0,0-1 0,0 7 0,1 0 0,1 0 0,0 0 0,1 0 0,0 0 0,1-1 0,0 1 0,1-1 0,0 0 0,7 13 0,-4-13 0,0 0 0,1-1 0,0 0 0,1 0 0,0-1 0,0 0 0,1-1 0,0 0 0,1 0 0,0-1 0,0 0 0,0-1 0,1 0 0,0-1 0,13 4 0,-18-7 0,0 0 0,0-1 0,1 0 0,-1 0 0,0 0 0,0-1 0,0 0 0,1-1 0,-1 1 0,0-1 0,0-1 0,10-2 0,-12 2 0,1-1 0,-1 0 0,0 0 0,0 0 0,0 0 0,0-1 0,0 0 0,-1 0 0,0 0 0,1-1 0,-2 1 0,1-1 0,0 0 0,-1 0 0,0 0 0,4-9 0,-3 4 0,0-1 0,-1 1 0,0-1 0,-1 1 0,0-1 0,0 0 0,-1-20 0,-2-4 0,-7-38 0,5 49 0,3 23 0,0 0 0,0 0 0,-1-1 0,1 1 0,0 0 0,0 0 0,0 0 0,0-1 0,0 1 0,1 0 0,-1 0 0,0 0 0,0-1 0,1 1 0,-1 0 0,1-1 0,0 2 0,-1 0 0,1 0 0,-1-1 0,0 1 0,1 0 0,-1 0 0,1 0 0,-1 0 0,0 1 0,1-1 0,-1 0 0,1 0 0,-1 0 0,0 0 0,1 0 0,-1 0 0,1 1 0,-1-1 0,0 0 0,1 0 0,-1 1 0,0-1 0,1 0 0,-1 0 0,0 1 0,0-1 0,1 0 0,-1 1 0,25 34 0,46 115 0,-71-150 0,1 1 0,-1-1 0,0 1 0,0-1 0,1 1 0,-1-1 0,1 1 0,-1-1 0,0 1 0,1-1 0,-1 0 0,1 1 0,-1-1 0,1 0 0,-1 1 0,1-1 0,-1 0 0,1 1 0,0-1 0,-1 0 0,1 0 0,-1 0 0,1 0 0,0 0 0,-1 0 0,1 0 0,-1 0 0,1 0 0,0 0 0,-1 0 0,1 0 0,-1 0 0,1 0 0,-1 0 0,1-1 0,0 1 0,-1 0 0,1 0 0,-1-1 0,1 1 0,-1 0 0,1-1 0,-1 1 0,1 0 0,-1-1 0,0 1 0,1-1 0,-1 1 0,1-1 0,-1 1 0,1-2 0,21-33 0,-16 26 0,-1 1 0,35-51 0,-36 54 0,0 0 0,0 0 0,1 0 0,0 1 0,0 0 0,0 0 0,1 0 0,8-5 0,-12 9 0,0-1 0,0 0 0,0 1 0,0-1 0,0 1 0,0 0 0,0-1 0,0 1 0,0 0 0,0 0 0,0 0 0,0 1 0,0-1 0,0 0 0,0 1 0,0-1 0,0 1 0,0 0 0,0 0 0,-1-1 0,1 1 0,0 1 0,0-1 0,-1 0 0,1 0 0,-1 1 0,1-1 0,-1 0 0,1 1 0,-1 0 0,0-1 0,2 3 0,3 7 0,0-1 0,0 1 0,-1 0 0,5 15 0,-5-12 0,1 3 0,-5-12 0,0-1 0,0 0 0,1 1 0,0-1 0,0 0 0,4 6 0,-5-9 0,-1-1 0,1 1 0,0 0 0,0-1 0,-1 1 0,1 0 0,0-1 0,0 1 0,0-1 0,0 0 0,0 1 0,0-1 0,0 0 0,0 1 0,0-1 0,0 0 0,0 0 0,0 0 0,0 0 0,0 0 0,0 0 0,0 0 0,0 0 0,0-1 0,0 1 0,0 0 0,0 0 0,0-1 0,-1 1 0,1-1 0,0 1 0,0-1 0,0 1 0,1-2 0,17-11 0,-1 0 0,24-23 0,-30 25 0,1-1 0,0 2 0,1 0 0,0 0 0,0 1 0,18-7 0,-29 15 17,0 0-1,0 0 0,-1 0 0,1 0 1,0 0-1,0 1 0,0 0 0,0-1 1,0 1-1,0 0 0,0 1 0,0-1 1,0 0-1,-1 1 0,1 0 0,0-1 1,0 1-1,0 0 0,-1 1 0,5 1 1,-3 0-160,0 1 1,0-1 0,0 0 0,-1 1-1,0 0 1,0 0 0,0 0 0,0 0 0,0 0-1,-1 1 1,3 5 0,6 20-6684</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5.202"/>
    </inkml:context>
    <inkml:brush xml:id="br0">
      <inkml:brushProperty name="width" value="0.05" units="cm"/>
      <inkml:brushProperty name="height" value="0.05" units="cm"/>
      <inkml:brushProperty name="color" value="#FFC114"/>
    </inkml:brush>
  </inkml:definitions>
  <inkml:trace contextRef="#ctx0" brushRef="#br0">7 82 24575,'0'0'0,"-1"-1"0,1 1 0,0 0 0,0 0 0,0 0 0,0 0 0,-1 0 0,1 0 0,0 0 0,0 0 0,0 0 0,-1 0 0,1 0 0,0 0 0,0 0 0,0 0 0,0 0 0,-1 0 0,1 0 0,0 0 0,0 1 0,0-1 0,-1 0 0,1 0 0,0 0 0,0 0 0,0 0 0,0 0 0,0 0 0,-1 1 0,1-1 0,0 0 0,0 0 0,0 0 0,0 0 0,0 1 0,0-1 0,0 0 0,0 0 0,0 0 0,-1 0 0,1 1 0,0-1 0,0 0 0,0 0 0,0 0 0,0 1 0,0-1 0,0 0 0,0 0 0,0 0 0,0 0 0,1 1 0,-1-1 0,0 0 0,0 0 0,0 1 0,0-1 0,1 1 0,-1-1 0,1 1 0,-1-1 0,1 1 0,-1-1 0,1 0 0,-1 1 0,1-1 0,-1 1 0,1-1 0,-1 0 0,1 0 0,0 1 0,-1-1 0,1 0 0,1 0 0,10 0 0,-1-1 0,1-1 0,0 0 0,-1 0 0,1-1 0,-1-1 0,0 0 0,14-7 0,3 0 0,133-40 0,-158 50-91,-1 1 0,1 0 0,0-1 0,-1 1 0,1 0 0,0 0 0,0 0 0,-1 1 0,1-1 0,0 1 0,-1-1 0,1 1 0,0 0 0,2 1 0,8 5-6735</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5.948"/>
    </inkml:context>
    <inkml:brush xml:id="br0">
      <inkml:brushProperty name="width" value="0.05" units="cm"/>
      <inkml:brushProperty name="height" value="0.05" units="cm"/>
      <inkml:brushProperty name="color" value="#FFC114"/>
    </inkml:brush>
  </inkml:definitions>
  <inkml:trace contextRef="#ctx0" brushRef="#br0">101 234 24575,'-10'-12'0,"8"9"0,0 1 0,0-1 0,-1 0 0,1 0 0,-1 1 0,-3-3 0,5 5 0,1-1 0,0 1 0,-1 0 0,1 0 0,0 0 0,-1 0 0,1 0 0,0-1 0,-1 1 0,1 0 0,0 0 0,-1 0 0,1 0 0,0 0 0,-1 0 0,1 0 0,-1 0 0,1 0 0,0 1 0,-1-1 0,1 0 0,0 0 0,-1 0 0,1 0 0,-1 1 0,-6 13 0,4 4 0,0 0 0,2 0 0,0 0 0,2 21 0,-2 31 0,-1-44 0,2-7 0,-1 0 0,-2 0 0,0-1 0,-1 1 0,-12 35 0,16-54 0,0 1 0,0-1 0,0 0 0,0 1 0,0-1 0,0 1 0,-1-1 0,1 0 0,0 1 0,0-1 0,0 0 0,-1 1 0,1-1 0,0 0 0,0 0 0,-1 1 0,1-1 0,0 0 0,0 0 0,-1 1 0,1-1 0,0 0 0,-1 0 0,1 0 0,-1 0 0,1 1 0,0-1 0,-1 0 0,0 0 0,-4-10 0,2-19 0,6-33 0,3 0 0,22-94 0,-17 97 0,-8 45 0,-1-6 0,2 0 0,1 1 0,0-1 0,1 1 0,1 0 0,14-24 0,-21 41 0,1 1 0,0-1 0,0 1 0,0-1 0,0 1 0,0-1 0,0 1 0,0 0 0,0-1 0,1 1 0,-1 0 0,0 0 0,1 0 0,-1 0 0,1 0 0,-1 1 0,1-1 0,0 0 0,-1 1 0,1-1 0,0 1 0,-1-1 0,1 1 0,0 0 0,-1 0 0,1 0 0,0 0 0,0 0 0,-1 0 0,1 0 0,0 0 0,0 1 0,-1-1 0,1 1 0,0-1 0,-1 1 0,1 0 0,-1 0 0,1 0 0,-1 0 0,1 0 0,-1 0 0,0 0 0,2 2 0,6 5 0,0 2 0,-1-1 0,0 1 0,12 20 0,-17-26 0,33 59-206,-2 2 0,45 125 1,-64-151-543,0-1-6078</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6.632"/>
    </inkml:context>
    <inkml:brush xml:id="br0">
      <inkml:brushProperty name="width" value="0.05" units="cm"/>
      <inkml:brushProperty name="height" value="0.05" units="cm"/>
      <inkml:brushProperty name="color" value="#FFC114"/>
    </inkml:brush>
  </inkml:definitions>
  <inkml:trace contextRef="#ctx0" brushRef="#br0">10 284 24575,'-5'-24'0,"4"22"0,0 1 0,1-1 0,-1 0 0,1 0 0,-1 1 0,1-1 0,0 0 0,-1 0 0,1 0 0,0 0 0,0 0 0,0 0 0,1 1 0,-1-1 0,0 0 0,1 0 0,-1 0 0,1 1 0,1-3 0,1-1 0,0 1 0,0-1 0,0 1 0,1 0 0,-1 0 0,1 1 0,0-1 0,1 1 0,-1-1 0,0 1 0,1 1 0,0-1 0,7-2 0,9-4 0,41-9 0,-38 11 0,-11 3 0,41-10 0,-49 13 0,1 1 0,-1-1 0,0 1 0,0 0 0,0 0 0,0 0 0,1 0 0,5 2 0,-10-1 0,1 0 0,-1-1 0,0 1 0,1 0 0,-1 0 0,0-1 0,0 1 0,0 0 0,0 0 0,0 0 0,0 1 0,0-1 0,0 0 0,0 0 0,0 0 0,-1 1 0,1-1 0,-1 0 0,1 1 0,0 1 0,6 34 0,-5-21 0,11 53 0,27 81 0,-37-170 0,-2-15 0,-15-263 0,13 292 0,0 0 0,1 1 0,0-1 0,1 0 0,1-10 0,-2 16 0,1-1 0,-1 0 0,0 0 0,0 0 0,1 1 0,-1-1 0,1 0 0,-1 0 0,1 1 0,-1-1 0,1 0 0,-1 1 0,1-1 0,-1 0 0,1 1 0,0-1 0,0 1 0,1-1 0,-1 0 0,0 1 0,0 0 0,0 0 0,0 0 0,0 0 0,0 0 0,1 0 0,-1 0 0,0 0 0,0 1 0,0-1 0,0 0 0,0 1 0,0-1 0,0 0 0,0 1 0,0 0 0,2 0 0,7 6 0,0 0 0,0 1 0,-1 0 0,14 16 0,-19-21 0,-1 0 0,-1 1 0,1-1 0,0 1 0,-1 0 0,0-1 0,0 1 0,0 0 0,0 1 0,-1-1 0,1 0 0,-1 0 0,0 1 0,0-1 0,-1 1 0,1 4 0,-8 16 0,6-23 0,0-1 0,1 0 0,-1 1 0,1-1 0,-1 0 0,1 1 0,-1-1 0,1 1 0,0-1 0,-1 1 0,1-1 0,0 1 0,0 0 0,0-1 0,1 1 0,-1-1 0,0 1 0,0-1 0,1 1 0,-1-1 0,1 0 0,-1 1 0,1-1 0,0 1 0,0-1 0,-1 0 0,1 0 0,0 1 0,0-1 0,0 0 0,0 0 0,1 0 0,-1 0 0,0 0 0,0 0 0,2 0 0,26 17 0,-19-12 0,1 1 0,-1 0 0,0 0 0,16 16 0,-24-21 0,0 1 0,0-1 0,-1 0 0,1 0 0,-1 0 0,1 1 0,-1-1 0,0 1 0,0-1 0,0 1 0,0 0 0,-1-1 0,1 1 0,-1 0 0,0-1 0,1 1 0,-1 0 0,0 0 0,-1-1 0,1 1 0,0 0 0,-1-1 0,1 1 0,-1 0 0,0-1 0,0 1 0,-2 2 0,1 0 23,-1-1 0,1 0 0,-1 0-1,-1 0 1,1-1 0,0 1 0,-1-1-1,0 0 1,0 0 0,0 0 0,0 0-1,0-1 1,0 0 0,-7 3 0,1-1-308,-1 0 1,0-1-1,0 0 1,0-1-1,-12 1 1,-2-1-6542</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7.010"/>
    </inkml:context>
    <inkml:brush xml:id="br0">
      <inkml:brushProperty name="width" value="0.05" units="cm"/>
      <inkml:brushProperty name="height" value="0.05" units="cm"/>
      <inkml:brushProperty name="color" value="#FFC114"/>
    </inkml:brush>
  </inkml:definitions>
  <inkml:trace contextRef="#ctx0" brushRef="#br0">1 110 24575,'12'-1'0,"-11"1"0,0-1 0,1 1 0,-1 0 0,0 0 0,0 0 0,1 0 0,-1 0 0,0 0 0,1 0 0,-1 1 0,0-1 0,0 0 0,1 1 0,-1-1 0,0 1 0,0-1 0,0 1 0,1 0 0,-1-1 0,0 1 0,0 0 0,1 2 0,6 7 0,0 0 0,-1 1 0,-1 0 0,0 0 0,0 0 0,-1 1 0,5 19 0,0-3 0,1-2 0,3 9 0,16 62 0,-29-81 0,-9-21 0,-9-25 0,-1-12 0,-22-80 0,36 102 0,0 1 0,1 0 0,0-1 0,2 1 0,1-1 0,3-37 0,-2 54 0,-1 0 0,1 0 0,0 0 0,0-1 0,0 1 0,0 0 0,0 0 0,1 0 0,-1 0 0,1 1 0,0-1 0,0 0 0,0 1 0,3-3 0,-4 4 0,0 0 0,1 0 0,-1 0 0,1 0 0,-1 1 0,1-1 0,0 1 0,-1-1 0,1 1 0,-1 0 0,1 0 0,0-1 0,0 1 0,-1 0 0,1 0 0,0 1 0,-1-1 0,1 0 0,-1 1 0,1-1 0,0 1 0,-1-1 0,1 1 0,-1 0 0,1-1 0,-1 1 0,1 0 0,-1 0 0,2 2 0,8 5 0,-1 1 0,0 0 0,0 0 0,-1 1 0,0 1 0,-1-1 0,0 1 0,10 20 0,1 6 0,21 59 0,-27-58-1365,-3-5-5461</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7.492"/>
    </inkml:context>
    <inkml:brush xml:id="br0">
      <inkml:brushProperty name="width" value="0.05" units="cm"/>
      <inkml:brushProperty name="height" value="0.05" units="cm"/>
      <inkml:brushProperty name="color" value="#FFC114"/>
    </inkml:brush>
  </inkml:definitions>
  <inkml:trace contextRef="#ctx0" brushRef="#br0">0 239 24575,'0'-2'0,"0"0"0,1-1 0,-1 1 0,1 0 0,-1-1 0,1 1 0,0 0 0,0 0 0,0 0 0,0 0 0,0-1 0,1 2 0,-1-1 0,1 0 0,-1 0 0,1 0 0,-1 1 0,1-1 0,0 1 0,0-1 0,0 1 0,0 0 0,0-1 0,4 0 0,6-3 0,0 0 0,0 1 0,20-4 0,-1 0 0,-11-1 0,-17 7 0,1 0 0,0 0 0,0 0 0,-1 1 0,1 0 0,5-1 0,-8 1 0,0 1 0,0 0 0,0 0 0,0 1 0,0-1 0,0 0 0,0 0 0,0 0 0,0 1 0,0-1 0,0 0 0,0 1 0,0-1 0,-1 1 0,1-1 0,0 1 0,0-1 0,0 1 0,-1 0 0,1-1 0,0 1 0,-1 0 0,1 0 0,0 0 0,-1-1 0,1 1 0,-1 0 0,1 0 0,0 2 0,8 22 0,-1 1 0,0 1 0,6 47 0,-7-34 0,-2-4 0,-5-27 0,1 1 0,1-1 0,0 0 0,0 1 0,7 15 0,-6-23 0,-1-9 0,-1-10 0,-5-22 0,-7-119 0,11 130 0,1-1 0,1 1 0,9-44 0,-10 67 0,1-1 0,-1 1 0,1 0 0,0-1 0,1 1 0,-1 0 0,1 0 0,0 1 0,0-1 0,1 0 0,3-3 0,-5 6 0,0 0 0,0 1 0,0 0 0,0-1 0,0 1 0,0 0 0,0 0 0,0 0 0,0 1 0,1-1 0,-1 0 0,0 1 0,1-1 0,-1 1 0,0 0 0,1 0 0,-1 0 0,0 0 0,1 0 0,-1 1 0,0-1 0,1 1 0,-1-1 0,0 1 0,0 0 0,1 0 0,-1 0 0,3 2 0,6 3 0,-1 1 0,0 0 0,-1 1 0,0 0 0,0 0 0,14 18 0,-18-19 0,1 0 0,-1 0 0,0 0 0,-1 1 0,0 0 0,0 0 0,-1 0 0,0 0 0,0 1 0,1 9 0,-4-15 13,0 0 1,0 0-1,0 1 0,0-1 0,-1 0 0,1 0 0,-1 0 0,0 0 0,0 0 1,0 0-1,-1 0 0,1-1 0,-1 1 0,1 0 0,-1-1 0,0 1 0,0-1 1,0 1-1,0-1 0,0 0 0,-1 0 0,1 0 0,-1 0 0,1 0 0,-4 1 1,-7 4-356,1-1 1,-1 0 0,0-1-1,-16 4 1,-34 7-6485</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0.836"/>
    </inkml:context>
    <inkml:brush xml:id="br0">
      <inkml:brushProperty name="width" value="0.05" units="cm"/>
      <inkml:brushProperty name="height" value="0.05" units="cm"/>
      <inkml:brushProperty name="color" value="#FFC114"/>
    </inkml:brush>
  </inkml:definitions>
  <inkml:trace contextRef="#ctx0" brushRef="#br0">1 88 24575,'3'-6'0,"0"-4"0,4-4 0,0-5 0,1 0 0,3 5 0,2 9 0,5 14 0,1 15 0,2 17 0,2 16 0,0 15 0,2 13 0,0 12 0,-2 7 0,-2 2 0,-4 1 0,-6-18-8191</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1.318"/>
    </inkml:context>
    <inkml:brush xml:id="br0">
      <inkml:brushProperty name="width" value="0.05" units="cm"/>
      <inkml:brushProperty name="height" value="0.05" units="cm"/>
      <inkml:brushProperty name="color" value="#FFC114"/>
    </inkml:brush>
  </inkml:definitions>
  <inkml:trace contextRef="#ctx0" brushRef="#br0">515 215 24575,'0'-7'0,"0"0"0,-1 0 0,0 1 0,0-1 0,0 0 0,-1 0 0,0 1 0,0-1 0,0 1 0,-1-1 0,0 1 0,-1 0 0,1 0 0,-1 1 0,0-1 0,0 1 0,-1 0 0,0 0 0,0 0 0,0 0 0,0 1 0,-1 0 0,0 0 0,1 1 0,-1-1 0,-1 1 0,1 0 0,0 1 0,-1 0 0,0 0 0,1 0 0,-1 1 0,0 0 0,-10 0 0,1 0 0,0 1 0,-1 1 0,1 0 0,-1 2 0,1 0 0,0 0 0,0 2 0,1 0 0,-1 0 0,1 2 0,0 0 0,-17 11 0,22-12 0,0 0 0,0 1 0,1 1 0,0-1 0,0 1 0,1 1 0,0 0 0,0 0 0,1 0 0,0 1 0,1 0 0,0 0 0,1 1 0,0-1 0,0 1 0,1 1 0,-4 19 0,7-25 0,0 1 0,1 0 0,0 0 0,0-1 0,0 1 0,1 0 0,0-1 0,0 1 0,1 0 0,0-1 0,0 1 0,0-1 0,6 10 0,-2-8 0,-1 0 0,1 0 0,0-1 0,1 0 0,-1 0 0,1 0 0,1-1 0,13 9 0,1-2 0,0-1 0,2-1 0,-1-1 0,1-1 0,0-1 0,36 6 0,0-3 0,1-3 0,-1-3 0,1-2 0,0-3 0,75-10 0,-68 1 0,0-3 0,-1-3 0,0-3 0,90-38 0,-119 40 0,0-2 0,41-26 0,-68 37 0,0 0 0,-1-1 0,0 0 0,0-1 0,-1 0 0,0-1 0,0 0 0,-1 0 0,-1 0 0,1-1 0,5-13 0,-11 19 0,0 0 0,0-1 0,-1 1 0,1 0 0,-1-1 0,-1 1 0,1-1 0,-1 1 0,0-1 0,0 1 0,0-1 0,-1 1 0,0 0 0,0-1 0,0 1 0,-1-1 0,1 1 0,-1 0 0,-1 0 0,1 0 0,-1 0 0,0 1 0,0-1 0,0 1 0,-8-9 0,2 4 0,-1 0 0,0 1 0,-1 0 0,1 0 0,-2 1 0,1 1 0,-1-1 0,0 2 0,-22-8 0,0 5-195,0 2 0,0 0 0,0 3 0,0 1 0,-1 1 0,-51 6 0,-8 4-6631</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1.723"/>
    </inkml:context>
    <inkml:brush xml:id="br0">
      <inkml:brushProperty name="width" value="0.05" units="cm"/>
      <inkml:brushProperty name="height" value="0.05" units="cm"/>
      <inkml:brushProperty name="color" value="#FFC114"/>
    </inkml:brush>
  </inkml:definitions>
  <inkml:trace contextRef="#ctx0" brushRef="#br0">30 1 24575,'-1'0'0,"0"0"0,-1 0 0,1 0 0,0 0 0,0 1 0,-1-1 0,1 0 0,0 1 0,0-1 0,0 1 0,0-1 0,-1 1 0,1 0 0,0 0 0,0-1 0,0 1 0,0 0 0,0 0 0,1 0 0,-1 0 0,0 0 0,0 0 0,1 0 0,-1 0 0,0 0 0,1 0 0,-1 1 0,1-1 0,0 0 0,-1 0 0,1 1 0,0-1 0,0 0 0,-1 0 0,1 1 0,0-1 0,0 0 0,1 2 0,-1 7 0,1 1 0,0-1 0,5 19 0,-2-15 0,19 133 0,7 243 0,-16-63 0,-13-323 0,-1 3 0,0 0 0,1 0 0,0-1 0,4 12 0,-5-17 0,1 1 0,0-1 0,-1 1 0,1-1 0,0 1 0,0-1 0,0 0 0,0 1 0,0-1 0,0 0 0,0 0 0,1 0 0,-1 0 0,0 0 0,1 0 0,-1 0 0,0 0 0,1-1 0,-1 1 0,1 0 0,-1-1 0,1 1 0,0-1 0,2 1 0,22 1 0,0-1 0,39-4 0,-9 0 0,109 1 137,133-4 13,-3-21-1802,-217 15-5174</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1.944"/>
    </inkml:context>
    <inkml:brush xml:id="br0">
      <inkml:brushProperty name="width" value="0.05" units="cm"/>
      <inkml:brushProperty name="height" value="0.05" units="cm"/>
      <inkml:brushProperty name="color" value="#FFC114"/>
    </inkml:brush>
  </inkml:definitions>
  <inkml:trace contextRef="#ctx0" brushRef="#br0">31 83 24575,'1'-19'0,"0"15"0,-1-1 0,1 0 0,-1 0 0,0 0 0,-1 0 0,1 1 0,-1-1 0,0 0 0,0 0 0,0 1 0,-3-7 0,4 11 0,-1 0 0,1 0 0,0 0 0,0 0 0,0 0 0,0-1 0,0 1 0,0 0 0,0 0 0,-1 0 0,1 0 0,0 0 0,0 0 0,0 0 0,0 0 0,0 0 0,0 0 0,0 0 0,-1 0 0,1 0 0,0 0 0,0 0 0,0 1 0,0-1 0,0 0 0,0 0 0,0 0 0,-1 0 0,1 0 0,0 0 0,0 0 0,0 0 0,0 0 0,0 0 0,0 0 0,0 1 0,0-1 0,0 0 0,0 0 0,-1 0 0,1 0 0,0 0 0,0 0 0,0 0 0,0 1 0,0-1 0,0 0 0,0 0 0,0 0 0,0 0 0,0 0 0,0 0 0,0 0 0,0 1 0,0-1 0,-2 9 0,-15 278 0,20-190-121,33 191 1,-22-203-1004,-7-41-5702</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8.663"/>
    </inkml:context>
    <inkml:brush xml:id="br0">
      <inkml:brushProperty name="width" value="0.05" units="cm"/>
      <inkml:brushProperty name="height" value="0.05" units="cm"/>
      <inkml:brushProperty name="color" value="#FFC114"/>
    </inkml:brush>
  </inkml:definitions>
  <inkml:trace contextRef="#ctx0" brushRef="#br0">36 30 24575,'-2'-3'0,"-5"-4"0,-4-3 0,1 2 0,4 6 0,7 9 0,2 9 0,4 10 0,4 7 0,2 6 0,3 5 0,1 3 0,-3 3 0,0-1 0,-3-4 0,-3-10-8191</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8.972"/>
    </inkml:context>
    <inkml:brush xml:id="br0">
      <inkml:brushProperty name="width" value="0.05" units="cm"/>
      <inkml:brushProperty name="height" value="0.05" units="cm"/>
      <inkml:brushProperty name="color" value="#FFC114"/>
    </inkml:brush>
  </inkml:definitions>
  <inkml:trace contextRef="#ctx0" brushRef="#br0">31 341 24575,'-3'-4'0,"0"0"0,0 0 0,0-1 0,0 0 0,0 1 0,1-1 0,0 0 0,-3-9 0,5 13 0,-1-1 0,1 1 0,-1-1 0,1 1 0,0-1 0,-1 1 0,1-1 0,0 1 0,0-1 0,0 1 0,0-1 0,0 1 0,0-1 0,1 1 0,-1-1 0,0 1 0,1-1 0,-1 1 0,1-1 0,0 1 0,-1 0 0,1-1 0,0 1 0,0 0 0,0 0 0,0-1 0,0 1 0,0 0 0,0 0 0,0 0 0,1 0 0,-1 0 0,2-1 0,10-1 0,1 0 0,-1 1 0,1 1 0,-1 0 0,1 0 0,-1 1 0,17 3 0,8-1 0,-1-1 0,73-3 0,-99 1 0,0 0 0,0-1 0,-1 0 0,1-1 0,-1 0 0,0-1 0,0 0 0,10-6 0,-18 9 0,1-1 0,0 0 0,-1 0 0,0 0 0,1 0 0,-1 0 0,0-1 0,0 1 0,0 0 0,-1-1 0,1 0 0,0 1 0,-1-1 0,0 0 0,1 0 0,0-3 0,-1 1 0,-1 0 0,1 1 0,-1-1 0,1 0 0,-1 0 0,-1 0 0,1 0 0,-1 0 0,-1-7 0,-1 2 0,0 1 0,-1-1 0,0 0 0,0 1 0,-1 0 0,-1 0 0,1 1 0,-1-1 0,-8-8 0,13 17 0,1-1 0,0 1 0,0-1 0,-1 1 0,1-1 0,0 1 0,-1 0 0,1-1 0,-1 1 0,1-1 0,0 1 0,-1 0 0,1-1 0,-1 1 0,1 0 0,-1 0 0,1-1 0,-1 1 0,1 0 0,-1 0 0,0 0 0,1 0 0,-1 0 0,1 0 0,-1-1 0,1 1 0,-1 1 0,1-1 0,-1 0 0,0 0 0,1 0 0,-1 0 0,0 0 0,0 1 0,1 0 0,-1 1 0,1-1 0,-1 0 0,1 0 0,-1 0 0,1 0 0,0 1 0,-1-1 0,1 0 0,0 0 0,0 1 0,0 1 0,5 48 0,-5-49 0,7 38-273,1-1 0,1 1 0,3-2 0,30 72 0,-24-76-6553</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9.314"/>
    </inkml:context>
    <inkml:brush xml:id="br0">
      <inkml:brushProperty name="width" value="0.05" units="cm"/>
      <inkml:brushProperty name="height" value="0.05" units="cm"/>
      <inkml:brushProperty name="color" value="#FFC114"/>
    </inkml:brush>
  </inkml:definitions>
  <inkml:trace contextRef="#ctx0" brushRef="#br0">68 132 24575,'-9'-29'0,"9"26"0,-1-1 0,0 1 0,0-1 0,0 1 0,0-1 0,-1 1 0,1-1 0,-4-2 0,5 5 0,0 1 0,0 0 0,0 0 0,0 0 0,0 0 0,0-1 0,0 1 0,-1 0 0,1 0 0,0 0 0,0 0 0,0-1 0,-1 1 0,1 0 0,0 0 0,0 0 0,0 0 0,-1 0 0,1 0 0,0 0 0,0 0 0,0 0 0,-1 0 0,1 0 0,0 0 0,0 0 0,-1 0 0,1 0 0,0 0 0,0 0 0,0 0 0,-1 0 0,1 0 0,0 0 0,0 0 0,0 0 0,-1 0 0,1 0 0,0 0 0,0 1 0,-1-1 0,-5 11 0,-2 14 0,-2 42 0,-3 107 0,14-172 0,2-10 0,3-16 0,1-40 0,-4 32 0,0-1 0,3 1 0,0-1 0,16-42 0,-21 72 0,1-1 0,-1 1 0,1 0 0,0 0 0,0 0 0,0 0 0,0 1 0,0-1 0,0 0 0,1 1 0,-1 0 0,1-1 0,4-1 0,-6 3 0,0 1 0,1-1 0,-1 1 0,1 0 0,-1-1 0,0 1 0,1 0 0,-1 0 0,1 0 0,-1 0 0,1 0 0,-1 0 0,1 0 0,-1 1 0,0-1 0,1 1 0,-1-1 0,0 1 0,1-1 0,-1 1 0,0 0 0,1-1 0,-1 1 0,0 0 0,0 0 0,0 0 0,0 0 0,0 0 0,0 0 0,0 0 0,0 0 0,0 1 0,1 1 0,11 20 19,0 0 1,-1 1-1,13 38 0,-5-11-1461,-5-16-5384</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9.456"/>
    </inkml:context>
    <inkml:brush xml:id="br0">
      <inkml:brushProperty name="width" value="0.05" units="cm"/>
      <inkml:brushProperty name="height" value="0.05" units="cm"/>
      <inkml:brushProperty name="color" value="#FFC114"/>
    </inkml:brush>
  </inkml:definitions>
  <inkml:trace contextRef="#ctx0" brushRef="#br0">24 82 24575,'-3'-6'0,"-4"-4"0,0-4 0,1-2 0,6 2 0,7 2 0,8 5 0,7 5 0,8 4 0,8 3 0,-3 2-8191</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29.926"/>
    </inkml:context>
    <inkml:brush xml:id="br0">
      <inkml:brushProperty name="width" value="0.05" units="cm"/>
      <inkml:brushProperty name="height" value="0.05" units="cm"/>
      <inkml:brushProperty name="color" value="#FFC114"/>
    </inkml:brush>
  </inkml:definitions>
  <inkml:trace contextRef="#ctx0" brushRef="#br0">71 87 24575,'-1'-3'0,"1"1"0,-1-1 0,0 1 0,0 0 0,0-1 0,0 1 0,0 0 0,-1-1 0,1 1 0,-1 0 0,1 0 0,-4-3 0,-22-20 0,26 25 0,1 0 0,0-1 0,-1 1 0,1 0 0,-1 0 0,1-1 0,0 1 0,-1 0 0,1 0 0,-1 0 0,1 0 0,-1-1 0,1 1 0,-1 0 0,1 0 0,-1 0 0,1 0 0,-1 0 0,1 0 0,-1 0 0,1 0 0,-1 1 0,1-1 0,0 0 0,-1 0 0,1 0 0,-1 0 0,1 1 0,-1-1 0,0 0 0,-6 16 0,4 25 0,3-37 0,-1 18 0,4 122 0,-3-149 0,1 1 0,-1-1 0,1 0 0,0 1 0,3-8 0,0-5 0,-2 7 0,3-18 0,12-36 0,-14 57 0,-1 0 0,1 0 0,1 0 0,-1 0 0,1 1 0,0-1 0,0 1 0,1 0 0,0 1 0,7-8 0,-11 12 0,1 0 0,-1 0 0,1 0 0,0 0 0,-1 0 0,1 1 0,0-1 0,0 0 0,0 1 0,-1-1 0,1 1 0,0 0 0,0 0 0,0 0 0,0 0 0,0 0 0,-1 0 0,1 0 0,0 0 0,0 1 0,0-1 0,0 1 0,-1-1 0,1 1 0,0 0 0,0 0 0,-1 0 0,1 0 0,-1 0 0,4 2 0,3 4 0,1 1 0,-1 0 0,0 0 0,7 10 0,-7-7 0,6 5 0,52 58 0,-57-66 0,0 1 0,1-1 0,0-1 0,0 0 0,19 10 0,-27-16 0,0 0 0,0 0 0,0 0 0,0 0 0,0 0 0,0-1 0,0 1 0,0-1 0,0 0 0,0 1 0,0-1 0,0 0 0,0 0 0,0 0 0,0-1 0,0 1 0,0 0 0,0-1 0,0 1 0,0-1 0,0 0 0,0 0 0,0 1 0,0-1 0,0-1 0,0 1 0,-1 0 0,1 0 0,-1-1 0,1 1 0,-1-1 0,1 1 0,-1-1 0,0 1 0,1-1 0,-1 0 0,0 0 0,0 0 0,0-2 0,2-3 0,0-1 0,-1 1 0,0 0 0,-1-1 0,0 1 0,0-1 0,0 1 0,-1-1 0,-2-13 0,-3-9 0,-15-50 0,19 72-1365</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0.282"/>
    </inkml:context>
    <inkml:brush xml:id="br0">
      <inkml:brushProperty name="width" value="0.05" units="cm"/>
      <inkml:brushProperty name="height" value="0.05" units="cm"/>
      <inkml:brushProperty name="color" value="#FFC114"/>
    </inkml:brush>
  </inkml:definitions>
  <inkml:trace contextRef="#ctx0" brushRef="#br0">3 132 24575,'-1'42'0,"0"-26"0,0-1 0,1 1 0,1 0 0,5 27 0,-6-42 0,0 0 0,1 0 0,-1 0 0,0 0 0,1 0 0,-1 0 0,0 0 0,1 0 0,-1 0 0,1 0 0,0 0 0,-1-1 0,1 1 0,0 0 0,1 1 0,-2-2 0,0 0 0,1 0 0,-1 0 0,0 0 0,1 0 0,-1 0 0,0 0 0,1 0 0,-1 0 0,0 0 0,1 0 0,-1 0 0,0 0 0,1-1 0,-1 1 0,0 0 0,1 0 0,-1 0 0,0 0 0,0-1 0,1 1 0,-1 0 0,0 0 0,0 0 0,1-1 0,-1 1 0,0 0 0,0-1 0,0 1 0,1-1 0,1-2 0,0-2 0,0 1 0,0 0 0,0 0 0,1-7 0,13-57 0,-6 23 0,24-66 0,-32 108 0,-1 0 0,0 0 0,0 1 0,1-1 0,0 0 0,-1 1 0,1-1 0,0 1 0,0 0 0,0 0 0,4-3 0,-5 5 0,0-1 0,-1 1 0,1-1 0,0 1 0,0 0 0,0 0 0,0-1 0,0 1 0,0 0 0,0 0 0,0 0 0,0 0 0,0 0 0,0 0 0,0 0 0,0 1 0,0-1 0,0 0 0,0 0 0,0 1 0,0-1 0,0 1 0,0-1 0,0 1 0,-1-1 0,1 1 0,0-1 0,0 1 0,-1 0 0,1 0 0,0-1 0,-1 1 0,1 0 0,0 0 0,-1 0 0,1-1 0,0 3 0,7 11 0,-1 0 0,0 1 0,-1 0 0,-1 1 0,6 26 0,0-5 0,32 102-1365,-33-102-5461</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0.423"/>
    </inkml:context>
    <inkml:brush xml:id="br0">
      <inkml:brushProperty name="width" value="0.05" units="cm"/>
      <inkml:brushProperty name="height" value="0.05" units="cm"/>
      <inkml:brushProperty name="color" value="#FFC114"/>
    </inkml:brush>
  </inkml:definitions>
  <inkml:trace contextRef="#ctx0" brushRef="#br0">7 43 24575,'-2'-6'0,"-2"-5"0,6 0 0,11 2 0,13 5 0,12 3 0,12 5 0,8 1 0,-5 1-8191</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1.108"/>
    </inkml:context>
    <inkml:brush xml:id="br0">
      <inkml:brushProperty name="width" value="0.05" units="cm"/>
      <inkml:brushProperty name="height" value="0.05" units="cm"/>
      <inkml:brushProperty name="color" value="#FFC114"/>
    </inkml:brush>
  </inkml:definitions>
  <inkml:trace contextRef="#ctx0" brushRef="#br0">17 115 24575,'-3'0'0,"-3"3"0,1-2 0,2-4 0,8-5 0,11-3 0,14-3 0,17-2 0,11-1 0,7 0 0,5-1 0,-10 3-8191</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1.452"/>
    </inkml:context>
    <inkml:brush xml:id="br0">
      <inkml:brushProperty name="width" value="0.05" units="cm"/>
      <inkml:brushProperty name="height" value="0.05" units="cm"/>
      <inkml:brushProperty name="color" value="#FFC114"/>
    </inkml:brush>
  </inkml:definitions>
  <inkml:trace contextRef="#ctx0" brushRef="#br0">0 108 24575,'3'0'0,"7"-3"0,7-4 0,9-3 0,12-3 0,11-3 0,8-3 0,7-2 0,-9 3-8191</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2.195"/>
    </inkml:context>
    <inkml:brush xml:id="br0">
      <inkml:brushProperty name="width" value="0.05" units="cm"/>
      <inkml:brushProperty name="height" value="0.05" units="cm"/>
      <inkml:brushProperty name="color" value="#FFC114"/>
    </inkml:brush>
  </inkml:definitions>
  <inkml:trace contextRef="#ctx0" brushRef="#br0">5 10 24575,'-3'0'0,"2"0"0,7 0 0,8 0 0,7-2 0,6-2 0,-1 0-8191</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2.694"/>
    </inkml:context>
    <inkml:brush xml:id="br0">
      <inkml:brushProperty name="width" value="0.05" units="cm"/>
      <inkml:brushProperty name="height" value="0.05" units="cm"/>
      <inkml:brushProperty name="color" value="#FFC114"/>
    </inkml:brush>
  </inkml:definitions>
  <inkml:trace contextRef="#ctx0" brushRef="#br0">11 132 24575,'-3'-3'0,"-1"-3"0,0-5 0,7 1 0,8-2 0,12 0 0,9-3 0,12 0 0,11-1 0,12-1 0,-6 3-8191</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3.654"/>
    </inkml:context>
    <inkml:brush xml:id="br0">
      <inkml:brushProperty name="width" value="0.05" units="cm"/>
      <inkml:brushProperty name="height" value="0.05" units="cm"/>
      <inkml:brushProperty name="color" value="#FFC114"/>
    </inkml:brush>
  </inkml:definitions>
  <inkml:trace contextRef="#ctx0" brushRef="#br0">0 201 24575,'0'-3'0,"0"-4"0,3-3 0,7-3 0,7-3 0,9 0 0,6-2 0,10-2 0,5-1 0,1 0 0,0 0 0,-1 2 0,-9 4-8191</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4.252"/>
    </inkml:context>
    <inkml:brush xml:id="br0">
      <inkml:brushProperty name="width" value="0.05" units="cm"/>
      <inkml:brushProperty name="height" value="0.05" units="cm"/>
      <inkml:brushProperty name="color" value="#FFC114"/>
    </inkml:brush>
  </inkml:definitions>
  <inkml:trace contextRef="#ctx0" brushRef="#br0">1 181 24575,'3'-3'0,"3"-3"0,8-4 0,6-7 0,8-2 0,9-4 0,8-1 0,9-2 0,7-2 0,-8 3-8191</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4.811"/>
    </inkml:context>
    <inkml:brush xml:id="br0">
      <inkml:brushProperty name="width" value="0.05" units="cm"/>
      <inkml:brushProperty name="height" value="0.05" units="cm"/>
      <inkml:brushProperty name="color" value="#FFC114"/>
    </inkml:brush>
  </inkml:definitions>
  <inkml:trace contextRef="#ctx0" brushRef="#br0">1 92 24575,'3'3'0,"3"1"0,4 0 0,7-1 0,7-4 0,13-4 0,10-5 0,15-6 0,11-6 0,11-5 0,-10 2-8191</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35.151"/>
    </inkml:context>
    <inkml:brush xml:id="br0">
      <inkml:brushProperty name="width" value="0.05" units="cm"/>
      <inkml:brushProperty name="height" value="0.05" units="cm"/>
      <inkml:brushProperty name="color" value="#FFC114"/>
    </inkml:brush>
  </inkml:definitions>
  <inkml:trace contextRef="#ctx0" brushRef="#br0">1 53 24575,'3'0'0,"3"0"0,10-3 0,8-4 0,14-3 0,14-6 0,-1 0-8191</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55.794"/>
    </inkml:context>
    <inkml:brush xml:id="br0">
      <inkml:brushProperty name="width" value="0.05" units="cm"/>
      <inkml:brushProperty name="height" value="0.05" units="cm"/>
      <inkml:brushProperty name="color" value="#FFC114"/>
    </inkml:brush>
  </inkml:definitions>
  <inkml:trace contextRef="#ctx0" brushRef="#br0">7 1 24575,'0'0'0,"0"0"0,0-1 0,0 1 0,-1 0 0,1 0 0,0 0 0,0 0 0,0 0 0,0 0 0,-1 0 0,1 0 0,0 0 0,0 0 0,0 0 0,0 0 0,-1 0 0,1 0 0,0 0 0,0 0 0,0 0 0,0 0 0,-1 0 0,1 0 0,0 0 0,0 1 0,0-1 0,0 0 0,-1 0 0,1 0 0,0 0 0,0 0 0,0 0 0,0 0 0,0 1 0,0-1 0,0 0 0,-1 0 0,1 0 0,0 0 0,0 0 0,0 1 0,0-1 0,0 0 0,0 0 0,0 0 0,0 0 0,0 1 0,0-1 0,0 0 0,0 0 0,0 0 0,0 1 0,0-1 0,0 0 0,0 0 0,0 0 0,0 0 0,0 1 0,0-1 0,0 0 0,0 0 0,1 0 0,-1 0 0,0 0 0,0 1 0,11 6 0,9-4 0,0 0 0,0-2 0,1 0 0,28-3 0,-2 0 0,-30 2 0,-4 1 0,-1-1 0,0 0 0,0-1 0,0-1 0,0 0 0,15-4 0,-22 3-1365</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56.076"/>
    </inkml:context>
    <inkml:brush xml:id="br0">
      <inkml:brushProperty name="width" value="0.05" units="cm"/>
      <inkml:brushProperty name="height" value="0.05" units="cm"/>
      <inkml:brushProperty name="color" value="#FFC114"/>
    </inkml:brush>
  </inkml:definitions>
  <inkml:trace contextRef="#ctx0" brushRef="#br0">20 42 24575,'-5'-20'0,"4"19"0,0-1 0,0 0 0,1 1 0,-1-1 0,1 0 0,-1 1 0,1-1 0,0 0 0,0 1 0,0-4 0,4 12 0,0 10 0,-3 23 0,-2 1 0,-6 42 0,-1 19 0,7-74 92,0-7-383,0 0-1,2-1 1,0 1-1,6 31 1,-3-38-6535</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56.295"/>
    </inkml:context>
    <inkml:brush xml:id="br0">
      <inkml:brushProperty name="width" value="0.05" units="cm"/>
      <inkml:brushProperty name="height" value="0.05" units="cm"/>
      <inkml:brushProperty name="color" value="#FFC114"/>
    </inkml:brush>
  </inkml:definitions>
  <inkml:trace contextRef="#ctx0" brushRef="#br0">101 1 24575,'0'3'0,"-2"4"0,-2 3 0,-3 3 0,1 3 0,-3 0 0,-2 2 0,-2 2 0,1 1 0,0 0 0,-1 0 0,2-5-8191</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56.579"/>
    </inkml:context>
    <inkml:brush xml:id="br0">
      <inkml:brushProperty name="width" value="0.05" units="cm"/>
      <inkml:brushProperty name="height" value="0.05" units="cm"/>
      <inkml:brushProperty name="color" value="#FFC114"/>
    </inkml:brush>
  </inkml:definitions>
  <inkml:trace contextRef="#ctx0" brushRef="#br0">1 11 24575,'0'-3'0,"3"-1"0,3 0 0,5 4 0,-1 5 0,2 1 0,1 3 0,1 2 0,2 3 0,0 1 0,0 2 0,1 0 0,1 0 0,-1 0 0,0 1 0,0-1 0,0-3 0,-3-4-8191</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56.872"/>
    </inkml:context>
    <inkml:brush xml:id="br0">
      <inkml:brushProperty name="width" value="0.05" units="cm"/>
      <inkml:brushProperty name="height" value="0.05" units="cm"/>
      <inkml:brushProperty name="color" value="#FFC114"/>
    </inkml:brush>
  </inkml:definitions>
  <inkml:trace contextRef="#ctx0" brushRef="#br0">6 28 24575,'-4'-19'0,"2"11"0,7 19 0,2 12 0,-2 0 0,0 1 0,2 38 0,-3-28 0,3 66-1365,-7-82-5461</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57.105"/>
    </inkml:context>
    <inkml:brush xml:id="br0">
      <inkml:brushProperty name="width" value="0.05" units="cm"/>
      <inkml:brushProperty name="height" value="0.05" units="cm"/>
      <inkml:brushProperty name="color" value="#FFC114"/>
    </inkml:brush>
  </inkml:definitions>
  <inkml:trace contextRef="#ctx0" brushRef="#br0">4 41 24575,'-2'-3'0,"1"0"0,4-1 0,7 1 0,5 1 0,5-2 0,6 0 0,3 0 0,3 1 0,2 1 0,0 1 0,-2 0 0,-1-2 0,-6-1-8191</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57.323"/>
    </inkml:context>
    <inkml:brush xml:id="br0">
      <inkml:brushProperty name="width" value="0.05" units="cm"/>
      <inkml:brushProperty name="height" value="0.05" units="cm"/>
      <inkml:brushProperty name="color" value="#FFC114"/>
    </inkml:brush>
  </inkml:definitions>
  <inkml:trace contextRef="#ctx0" brushRef="#br0">235 0 24575,'0'3'0,"0"4"0,-3 0 0,-4 2 0,-3 3 0,-3 2 0,-2 1 0,-2 1 0,-3 1 0,-1 0 0,-3 1 0,0-1 0,1-3 0,1 0 0,2-4 0,5-3-8191</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57.586"/>
    </inkml:context>
    <inkml:brush xml:id="br0">
      <inkml:brushProperty name="width" value="0.05" units="cm"/>
      <inkml:brushProperty name="height" value="0.05" units="cm"/>
      <inkml:brushProperty name="color" value="#FFC114"/>
    </inkml:brush>
  </inkml:definitions>
  <inkml:trace contextRef="#ctx0" brushRef="#br0">1 9 24575,'1'-9'0,"4"15"0,1 1 0,22 24 114,2-1-1,46 35 0,-41-36-965,55 60-1,-81-79-5973</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57.931"/>
    </inkml:context>
    <inkml:brush xml:id="br0">
      <inkml:brushProperty name="width" value="0.05" units="cm"/>
      <inkml:brushProperty name="height" value="0.05" units="cm"/>
      <inkml:brushProperty name="color" value="#FFC114"/>
    </inkml:brush>
  </inkml:definitions>
  <inkml:trace contextRef="#ctx0" brushRef="#br0">1 4 24575,'0'-3'0,"0"2"0,0 4 0,3 8 0,1 4 0,-1 2 0,0 2 0,-1 0 0,3 3 0,-1 0 0,0 3 0,-1-1 0,-1 1 0,2 0 0,0-1 0,0-3 0,-1-2 0,-2-3-8191</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58.133"/>
    </inkml:context>
    <inkml:brush xml:id="br0">
      <inkml:brushProperty name="width" value="0.05" units="cm"/>
      <inkml:brushProperty name="height" value="0.05" units="cm"/>
      <inkml:brushProperty name="color" value="#FFC114"/>
    </inkml:brush>
  </inkml:definitions>
  <inkml:trace contextRef="#ctx0" brushRef="#br0">5 43 24575,'-3'-3'0,"2"-1"0,4 0 0,4 1 0,4 1 0,3 1 0,5 0 0,2 1 0,2-3 0,5 0 0,-1-4 0,-2 1 0,-5 0-8191</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58.354"/>
    </inkml:context>
    <inkml:brush xml:id="br0">
      <inkml:brushProperty name="width" value="0.05" units="cm"/>
      <inkml:brushProperty name="height" value="0.05" units="cm"/>
      <inkml:brushProperty name="color" value="#FFC114"/>
    </inkml:brush>
  </inkml:definitions>
  <inkml:trace contextRef="#ctx0" brushRef="#br0">235 4 24575,'0'-3'0,"0"2"0,0 4 0,-3 5 0,-4 3 0,-3 3 0,-3 2 0,-5 1 0,-2 0 0,-4 1 0,0 0 0,0-1 0,3-2 0,1-2 0,1-3 0,1-2 0,4-4-8191</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3:58.556"/>
    </inkml:context>
    <inkml:brush xml:id="br0">
      <inkml:brushProperty name="width" value="0.05" units="cm"/>
      <inkml:brushProperty name="height" value="0.05" units="cm"/>
      <inkml:brushProperty name="color" value="#FFC114"/>
    </inkml:brush>
  </inkml:definitions>
  <inkml:trace contextRef="#ctx0" brushRef="#br0">1 8 24575,'0'-3'0,"3"-1"0,1 3 0,2 2 0,4 3 0,2 5 0,3 5 0,4 4 0,4 5 0,2 3 0,2 4 0,2 2 0,-4-4-8191</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00.227"/>
    </inkml:context>
    <inkml:brush xml:id="br0">
      <inkml:brushProperty name="width" value="0.05" units="cm"/>
      <inkml:brushProperty name="height" value="0.05" units="cm"/>
      <inkml:brushProperty name="color" value="#FFC114"/>
    </inkml:brush>
  </inkml:definitions>
  <inkml:trace contextRef="#ctx0" brushRef="#br0">82 12 24575,'0'-1'0,"0"1"0,0 0 0,0-1 0,0 1 0,0-1 0,0 1 0,0 0 0,0-1 0,0 1 0,0-1 0,0 1 0,-1 0 0,1-1 0,0 1 0,0 0 0,0-1 0,-1 1 0,1-1 0,0 1 0,0 0 0,-1 0 0,1-1 0,0 1 0,0 0 0,-1-1 0,1 1 0,0 0 0,-1 0 0,1 0 0,-1-1 0,1 1 0,0 0 0,-1 0 0,1 0 0,-1 0 0,1 0 0,0 0 0,-1 0 0,1 0 0,-1 0 0,1 0 0,0 0 0,-1 0 0,1 0 0,-1 0 0,1 0 0,0 0 0,-1 0 0,1 0 0,0 1 0,-1-1 0,1 0 0,-1 0 0,1 0 0,-1 1 0,-1 0 0,0 0 0,0 0 0,1 0 0,-1 1 0,0-1 0,0 1 0,1-1 0,-1 1 0,-1 2 0,-5 10 0,2 0 0,0 0 0,0 0 0,2 1 0,0 0 0,0 0 0,-2 30 0,4-16 0,1 0 0,2 0 0,5 40 0,-2-47 49,0 1 0,2-1 0,0 0-1,1-1 1,2 1 0,19 35 0,-19-42-220,0-1 0,1 0 1,1 0-1,1-1 0,-1 0 1,2-1-1,0-1 0,0 0 1,22 13-1,18 6-6655</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00.756"/>
    </inkml:context>
    <inkml:brush xml:id="br0">
      <inkml:brushProperty name="width" value="0.05" units="cm"/>
      <inkml:brushProperty name="height" value="0.05" units="cm"/>
      <inkml:brushProperty name="color" value="#FFC114"/>
    </inkml:brush>
  </inkml:definitions>
  <inkml:trace contextRef="#ctx0" brushRef="#br0">5 0 24575,'-3'0'0,"2"3"0,4 4 0,4 3 0,4 6 0,6 6 0,3 8 0,0 7 0,1 9 0,-4 8 0,-5 9 0,-7 6 0,-16 1 0,-18 2 0,-3-13-8191</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07.748"/>
    </inkml:context>
    <inkml:brush xml:id="br0">
      <inkml:brushProperty name="width" value="0.05" units="cm"/>
      <inkml:brushProperty name="height" value="0.05" units="cm"/>
      <inkml:brushProperty name="color" value="#FFC114"/>
    </inkml:brush>
  </inkml:definitions>
  <inkml:trace contextRef="#ctx0" brushRef="#br0">262 54 24575,'-1'-2'0,"1"0"0,-1 0 0,1 1 0,-1-1 0,0 0 0,1 1 0,-1-1 0,0 0 0,0 1 0,0-1 0,-1 1 0,1 0 0,0-1 0,0 1 0,-1 0 0,1 0 0,-1 0 0,1 0 0,-1 0 0,1 0 0,-4-1 0,-1-1 0,0 0 0,0 1 0,0-1 0,-11-1 0,2 1 0,0 2 0,0-1 0,1 2 0,-1 0 0,-15 2 0,25-2 0,0 1 0,1 0 0,-1 0 0,1 0 0,0 0 0,-1 0 0,1 1 0,0 0 0,0 0 0,0 0 0,0 0 0,0 1 0,0 0 0,1-1 0,-1 1 0,1 1 0,0-1 0,0 0 0,0 1 0,-4 5 0,7-7 0,-1 0 0,0 0 0,1 1 0,-1-1 0,1 0 0,0 0 0,-1 0 0,1 1 0,0-1 0,1 0 0,-1 0 0,0 1 0,1-1 0,-1 0 0,1 0 0,-1 0 0,1 0 0,0 0 0,0 0 0,0 0 0,0 0 0,0 0 0,1 0 0,-1 0 0,1-1 0,-1 1 0,1-1 0,-1 1 0,1-1 0,0 1 0,2 0 0,6 5 0,0 0 0,0-1 0,1-1 0,16 7 0,42 12 0,-44-16 0,1 1 0,30 15 0,-55-23 0,0-1 0,0 1 0,0-1 0,0 1 0,0 0 0,0-1 0,0 1 0,0 0 0,0-1 0,0 1 0,0 0 0,0 0 0,-1 0 0,1 0 0,0 0 0,-1 0 0,1 0 0,-1 0 0,1 0 0,-1 0 0,1 0 0,-1 1 0,0-1 0,1 2 0,-2-2 0,1 0 0,0 1 0,-1-1 0,1 0 0,-1 1 0,0-1 0,1 0 0,-1 0 0,0 1 0,0-1 0,0 0 0,0 0 0,0 0 0,0 0 0,0 0 0,-2 1 0,-5 4 0,-1-2 0,1 1 0,-1-1 0,-15 6 0,6-4-195,-1 0 0,0-1 0,0-1 0,0-1 0,0-1 0,-33 0 0,26-4-6631</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07.965"/>
    </inkml:context>
    <inkml:brush xml:id="br0">
      <inkml:brushProperty name="width" value="0.05" units="cm"/>
      <inkml:brushProperty name="height" value="0.05" units="cm"/>
      <inkml:brushProperty name="color" value="#FFC114"/>
    </inkml:brush>
  </inkml:definitions>
  <inkml:trace contextRef="#ctx0" brushRef="#br0">0 21 24575,'3'-3'0,"-1"1"0,1 0 0,-1 0 0,1 1 0,0-1 0,0 0 0,0 1 0,0 0 0,0 0 0,0-1 0,5 1 0,-7 0 0,0 1 0,0 0 0,0 0 0,0 0 0,0 0 0,0 0 0,0 1 0,0-1 0,0 0 0,0 0 0,0 1 0,0-1 0,0 0 0,0 1 0,0-1 0,0 1 0,0 0 0,0-1 0,-1 1 0,1 0 0,0-1 0,0 1 0,-1 0 0,1 0 0,0 0 0,-1-1 0,1 1 0,-1 0 0,1 0 0,-1 0 0,1 0 0,-1 0 0,0 0 0,1 0 0,-1 0 0,0 0 0,0 1 0,3 20 0,-1-1 0,-1 0 0,-1 22 0,-1-17 0,5 40 0,13 26-1365,-13-70-5461</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08.479"/>
    </inkml:context>
    <inkml:brush xml:id="br0">
      <inkml:brushProperty name="width" value="0.05" units="cm"/>
      <inkml:brushProperty name="height" value="0.05" units="cm"/>
      <inkml:brushProperty name="color" value="#FFC114"/>
    </inkml:brush>
  </inkml:definitions>
  <inkml:trace contextRef="#ctx0" brushRef="#br0">12 241 24575,'0'0'0,"-1"0"0,1 0 0,-1 0 0,1 0 0,-1 0 0,1 0 0,0-1 0,-1 1 0,1 0 0,-1 0 0,1 0 0,0 0 0,-1 0 0,1-1 0,-1 1 0,1 0 0,0 0 0,-1-1 0,1 1 0,0 0 0,0 0 0,-1-1 0,1 1 0,0 0 0,0-1 0,-1 1 0,1 0 0,0-1 0,0 1 0,0-1 0,-1 1 0,1 0 0,0-1 0,0 1 0,0-1 0,0 1 0,0 0 0,0-1 0,0 1 0,0-1 0,0 1 0,0-1 0,0 1 0,0 0 0,0-1 0,1 1 0,-1-1 0,0 1 0,0 0 0,0-1 0,1 0 0,0-1 0,-1 0 0,1 1 0,0-1 0,0 0 0,1 0 0,-1 0 0,0 1 0,0-1 0,3-1 0,3-1 0,0 1 0,1 0 0,0 0 0,-1 1 0,1 0 0,0 0 0,0 1 0,0 0 0,12 0 0,3-1 0,30-1 0,-40 3 0,0-1 0,1 0 0,-1-1 0,0 0 0,0-1 0,23-7 0,-36 10 0,1-1 0,0 1 0,-1 0 0,1 0 0,0-1 0,-1 1 0,1 0 0,0-1 0,-1 1 0,1-1 0,-1 1 0,1-1 0,-1 1 0,1-1 0,-1 1 0,1-1 0,-1 1 0,1-1 0,-1 0 0,0 1 0,1-1 0,-1 0 0,0 1 0,0-1 0,1 0 0,-1 1 0,0-1 0,0-1 0,0 1 0,-1-1 0,1 1 0,-1 0 0,0 0 0,1 0 0,-1 0 0,0 0 0,0 0 0,1 0 0,-1 0 0,0 1 0,0-1 0,0 0 0,0 0 0,-1 0 0,-3-2 0,0 0 0,0 0 0,0 1 0,-1 0 0,1 0 0,-8-1 0,12 2 0,-1 1 0,1 0 0,0 0 0,-1 0 0,1 0 0,-1 0 0,1 0 0,0 0 0,-1 0 0,1 0 0,-1 1 0,1-1 0,0 1 0,0-1 0,-1 1 0,1-1 0,0 1 0,0 0 0,-1 0 0,1-1 0,0 1 0,0 0 0,-1 2 0,1-1 0,0-1 0,0 1 0,0 0 0,0 0 0,1 0 0,-1 0 0,1 0 0,-1 0 0,1 0 0,0 0 0,0 1 0,0-1 0,0 0 0,0 2 0,1 2 0,0 0 0,0 0 0,0 0 0,1-1 0,0 1 0,0-1 0,1 1 0,-1-1 0,1 0 0,5 7 0,-7-11 0,0 1 0,0-1 0,0 1 0,1-1 0,-1 0 0,1 1 0,-1-1 0,0 0 0,1 0 0,0 0 0,-1 0 0,1-1 0,0 1 0,-1 0 0,1-1 0,0 1 0,0-1 0,0 1 0,-1-1 0,1 0 0,0 0 0,0 0 0,0 0 0,0 0 0,-1 0 0,1 0 0,0-1 0,0 1 0,0-1 0,-1 1 0,1-1 0,0 0 0,-1 0 0,1 0 0,0 0 0,-1 0 0,1 0 0,-1 0 0,1 0 0,-1 0 0,0-1 0,3-2 0,2-4 0,0 0 0,0-1 0,0 1 0,-1-1 0,-1 0 0,6-14 0,-2-2 0,-1 0 0,8-47 0,-9 52 0,-2 15 0,0 14 0,0 20 36,21 107 259,-21-121-507,0-1 0,1 0 0,1 0 0,0-1 0,1 0 0,1 0 0,9 14 0,-3-11-6614</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08.682"/>
    </inkml:context>
    <inkml:brush xml:id="br0">
      <inkml:brushProperty name="width" value="0.05" units="cm"/>
      <inkml:brushProperty name="height" value="0.05" units="cm"/>
      <inkml:brushProperty name="color" value="#FFC114"/>
    </inkml:brush>
  </inkml:definitions>
  <inkml:trace contextRef="#ctx0" brushRef="#br0">13 35 24575,'-3'-6'0,"0"-4"0,2-1 0,2 4 0,3 7 0,4 8 0,4 9 0,2 10 0,-1 7 0,0 5 0,-2 5 0,-3 4 0,-5 2 0,-7-2 0,-8-3 0,-8-4 0,-8-5 0,-1-10-8191</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08.920"/>
    </inkml:context>
    <inkml:brush xml:id="br0">
      <inkml:brushProperty name="width" value="0.05" units="cm"/>
      <inkml:brushProperty name="height" value="0.05" units="cm"/>
      <inkml:brushProperty name="color" value="#FFC114"/>
    </inkml:brush>
  </inkml:definitions>
  <inkml:trace contextRef="#ctx0" brushRef="#br0">112 0 24575,'-2'3'0,"-5"4"0,0 3 0,-3 3 0,-2 5 0,-1 5 0,-2 5 0,-2 3 0,3 4 0,3 3 0,7 3 0,7 3 0,11 0 0,13 1 0,12-1 0,14-6 0,12-6 0,-4-8-8191</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19.394"/>
    </inkml:context>
    <inkml:brush xml:id="br0">
      <inkml:brushProperty name="width" value="0.05" units="cm"/>
      <inkml:brushProperty name="height" value="0.05" units="cm"/>
      <inkml:brushProperty name="color" value="#FFC114"/>
    </inkml:brush>
  </inkml:definitions>
  <inkml:trace contextRef="#ctx0" brushRef="#br0">1 1 24575,'13'1'0,"-1"1"0,1 1 0,0 0 0,-1 1 0,0 0 0,1 1 0,-2 0 0,18 11 0,3 0 0,468 255 0,-136-67 0,-352-198 22,10 6-299,-1-1-1,2-1 1,-1-1-1,33 8 1,-24-12-6549</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19.688"/>
    </inkml:context>
    <inkml:brush xml:id="br0">
      <inkml:brushProperty name="width" value="0.05" units="cm"/>
      <inkml:brushProperty name="height" value="0.05" units="cm"/>
      <inkml:brushProperty name="color" value="#FFC114"/>
    </inkml:brush>
  </inkml:definitions>
  <inkml:trace contextRef="#ctx0" brushRef="#br0">898 1 24575,'-5'1'0,"1"1"0,0-1 0,-1 1 0,1 0 0,0 0 0,0 0 0,1 1 0,-1 0 0,0-1 0,-5 7 0,0-1 0,-511 450 0,463-402 0,-69 91 0,106-120 0,2 0 0,0 1 0,2 1 0,1 0 0,2 1 0,-13 41 0,23-64-227,2 0-1,-1 1 1,1 0-1,0-1 1,0 11-1</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28.604"/>
    </inkml:context>
    <inkml:brush xml:id="br0">
      <inkml:brushProperty name="width" value="0.05" units="cm"/>
      <inkml:brushProperty name="height" value="0.05" units="cm"/>
      <inkml:brushProperty name="color" value="#FFC114"/>
    </inkml:brush>
  </inkml:definitions>
  <inkml:trace contextRef="#ctx0" brushRef="#br0">130 113 24575,'1'0'0,"0"-1"0,0 1 0,-1 0 0,1-1 0,0 1 0,-1 0 0,1-1 0,0 1 0,-1-1 0,1 1 0,0-1 0,-1 0 0,1 1 0,-1-1 0,1 0 0,-1 1 0,1-1 0,-1 0 0,0 1 0,1-1 0,-1 0 0,0 0 0,0 0 0,1 1 0,-1-1 0,0 0 0,0 0 0,0-1 0,0-24 0,-1 25 0,1 0 0,0 0 0,-1 0 0,1 0 0,-1 0 0,1 0 0,-1 0 0,0 0 0,1 0 0,-1 1 0,0-1 0,1 0 0,-1 0 0,0 1 0,0-1 0,0 0 0,0 1 0,0-1 0,0 1 0,0 0 0,0-1 0,-1 0 0,-1 1 0,1 0 0,0 0 0,-1 0 0,1 0 0,0 0 0,0 0 0,-1 0 0,1 1 0,0 0 0,-3 0 0,-2 2 0,1-1 0,0 1 0,0 1 0,0-1 0,0 1 0,-7 6 0,8-4 0,0 0 0,0 0 0,1 0 0,-1 0 0,1 1 0,1 0 0,-1 0 0,1 0 0,1 0 0,-3 10 0,4-14 0,0 0 0,1-1 0,0 1 0,-1 0 0,1 0 0,0 0 0,0 0 0,1 0 0,-1 0 0,1 0 0,-1 0 0,1-1 0,1 4 0,-1-4 0,0-1 0,0 1 0,0 0 0,0-1 0,1 1 0,-1-1 0,0 0 0,1 0 0,-1 1 0,1-1 0,0 0 0,-1 0 0,1 0 0,0 0 0,-1-1 0,1 1 0,0 0 0,0-1 0,0 1 0,0-1 0,3 0 0,1 1 0,-1-2 0,0 1 0,1-1 0,-1 1 0,0-2 0,1 1 0,-1 0 0,0-1 0,0 0 0,0 0 0,0-1 0,5-3 0,-1 1 0,-1-1 0,0 0 0,1 0 0,-2-1 0,11-11 0,-15 16 0,-1-1 0,-1 1 0,1 0 0,0-1 0,0 1 0,-1-1 0,1 0 0,-1 1 0,0-1 0,0 0 0,0 0 0,0 0 0,-1 0 0,1 0 0,-1 0 0,0 0 0,1 0 0,-1 0 0,-1 0 0,1 0 0,0 0 0,-1 0 0,0 0 0,1 0 0,-2-3 0,-2 0 0,0-1 0,0 0 0,-1 1 0,0 0 0,0 0 0,0 0 0,-1 0 0,-9-6 0,-5-5-1365,11 10-5461</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28.894"/>
    </inkml:context>
    <inkml:brush xml:id="br0">
      <inkml:brushProperty name="width" value="0.05" units="cm"/>
      <inkml:brushProperty name="height" value="0.05" units="cm"/>
      <inkml:brushProperty name="color" value="#FFC114"/>
    </inkml:brush>
  </inkml:definitions>
  <inkml:trace contextRef="#ctx0" brushRef="#br0">0 299 24575,'1'-2'0,"-1"0"0,1 0 0,-1 0 0,1 0 0,-1 0 0,1 1 0,0-1 0,0 0 0,0 0 0,0 0 0,0 1 0,1-1 0,-1 1 0,0-1 0,1 1 0,-1-1 0,1 1 0,3-2 0,38-22 0,-27 16 0,323-202 0,-337 209 50,0 1-158,-1 0-1,1 0 0,-1 0 0,0 0 0,0 0 0,0 0 0,1 0 0,-1 0 0,0-1 1,0 1-1,-1 0 0,3-3 0</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29.251"/>
    </inkml:context>
    <inkml:brush xml:id="br0">
      <inkml:brushProperty name="width" value="0.05" units="cm"/>
      <inkml:brushProperty name="height" value="0.05" units="cm"/>
      <inkml:brushProperty name="color" value="#FFC114"/>
    </inkml:brush>
  </inkml:definitions>
  <inkml:trace contextRef="#ctx0" brushRef="#br0">100 1 24575,'-4'1'0,"1"-1"0,0 0 0,-1 1 0,1-1 0,0 1 0,0 0 0,-1 0 0,1 1 0,0-1 0,0 1 0,0-1 0,1 1 0,-1 0 0,0 0 0,1 0 0,-1 0 0,1 0 0,0 1 0,-4 4 0,0 1 0,1 0 0,1 1 0,-1-1 0,1 1 0,-5 17 0,8-24 0,0 0 0,1 0 0,-1 1 0,0-1 0,1 0 0,0 1 0,-1-1 0,1 1 0,0-1 0,0 0 0,0 1 0,1-1 0,-1 1 0,1-1 0,-1 0 0,1 1 0,0-1 0,0 0 0,0 0 0,0 1 0,0-1 0,0 0 0,1 0 0,-1 0 0,1-1 0,-1 1 0,1 0 0,0 0 0,-1-1 0,1 1 0,0-1 0,0 0 0,0 1 0,1-1 0,-1 0 0,0 0 0,0 0 0,0-1 0,3 2 0,1-1 0,-1 0 0,0 0 0,0 0 0,1-1 0,-1 0 0,0 0 0,1 0 0,-1 0 0,0-1 0,0 0 0,1 0 0,-1-1 0,0 1 0,0-1 0,0 0 0,-1 0 0,7-4 0,-8 4 0,0-1 0,0 1 0,0-1 0,0 1 0,0-1 0,-1 0 0,0 0 0,1 0 0,-1 0 0,0-1 0,0 1 0,-1 0 0,1-1 0,-1 1 0,1-1 0,-1 0 0,0 0 0,-1 1 0,1-1 0,-1 0 0,1 0 0,-1 0 0,0 1 0,-1-1 0,1 0 0,-1 0 0,1 0 0,-1 1 0,0-1 0,-1 0 0,1 1 0,0-1 0,-1 1 0,0-1 0,0 1 0,0 0 0,0 0 0,-1 0 0,1 0 0,-1 0 0,0 0 0,0 1 0,0 0 0,0-1 0,0 1 0,0 0 0,-1 0 0,1 1 0,-1-1 0,1 1 0,-1-1 0,-6 0 0,3 1-227,1 0-1,-1 0 1,1 1-1,-1-1 1,-8 2-1,-6 2-6598</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29.578"/>
    </inkml:context>
    <inkml:brush xml:id="br0">
      <inkml:brushProperty name="width" value="0.05" units="cm"/>
      <inkml:brushProperty name="height" value="0.05" units="cm"/>
      <inkml:brushProperty name="color" value="#FFC114"/>
    </inkml:brush>
  </inkml:definitions>
  <inkml:trace contextRef="#ctx0" brushRef="#br0">1 1 24575,'0'3'0,"0"3"0,2 2 0,2 1 0,2 3 0,7-1 0,3 0 0,5 2 0,4 1 0,2 1 0,1-2 0,2-1 0,-2 2 0,1-3 0,-2 0 0,-3-2 0,-3 1 0,-4-2-8191</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29.954"/>
    </inkml:context>
    <inkml:brush xml:id="br0">
      <inkml:brushProperty name="width" value="0.05" units="cm"/>
      <inkml:brushProperty name="height" value="0.05" units="cm"/>
      <inkml:brushProperty name="color" value="#FFC114"/>
    </inkml:brush>
  </inkml:definitions>
  <inkml:trace contextRef="#ctx0" brushRef="#br0">70 22 24575,'3'-2'0,"11"-12"0,-12 9 0,-10 4 0,5 2 0,-1 1 0,0-1 0,1 1 0,-1 0 0,1 0 0,0 0 0,-1 0 0,1 0 0,0 1 0,0-1 0,1 1 0,-1 0 0,0 0 0,1 0 0,-3 6 0,1-3 0,0 0 0,0 0 0,1 1 0,0 0 0,1 0 0,-1 0 0,-1 11 0,4-16 0,-1 0 0,1 1 0,0-1 0,0 1 0,0-1 0,0 1 0,0-1 0,0 0 0,1 1 0,-1-1 0,1 1 0,0-1 0,0 0 0,0 0 0,0 1 0,0-1 0,0 0 0,0 0 0,1 0 0,-1 0 0,3 2 0,-1-2 0,0 0 0,0 0 0,0 0 0,0 0 0,1 0 0,-1-1 0,1 1 0,-1-1 0,1 0 0,-1 0 0,1 0 0,6 0 0,-1-1 0,-1 1 0,1-1 0,0-1 0,0 0 0,-1 0 0,1-1 0,-1 0 0,1 0 0,-1-1 0,0 0 0,12-6 0,-18 8 0,-1 0 0,0 0 0,1 1 0,-1-1 0,0 0 0,0 0 0,0 0 0,1 0 0,-1 0 0,0-1 0,-1 1 0,1 0 0,0 0 0,0-1 0,0 1 0,-1 0 0,1-1 0,-1 1 0,1-3 0,-1 3 0,0 0 0,0 0 0,0-1 0,-1 1 0,1 0 0,0 0 0,-1 0 0,1 0 0,-1 0 0,1 0 0,-1 0 0,1 0 0,-1 0 0,0 0 0,0 0 0,1 0 0,-1 0 0,0 1 0,-1-2 0,-4-2 0,0 0 0,0 1 0,0 0 0,0 0 0,0 0 0,-13-3 0,-74-12-1365,82 14-5461</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30.480"/>
    </inkml:context>
    <inkml:brush xml:id="br0">
      <inkml:brushProperty name="width" value="0.05" units="cm"/>
      <inkml:brushProperty name="height" value="0.05" units="cm"/>
      <inkml:brushProperty name="color" value="#FFC114"/>
    </inkml:brush>
  </inkml:definitions>
  <inkml:trace contextRef="#ctx0" brushRef="#br0">942 134 24575,'-6'-8'0,"0"0"0,-1 1 0,0 0 0,0 1 0,0-1 0,-1 2 0,1-1 0,-16-8 0,18 11 0,-10-6 0,-1 1 0,0 0 0,-1 1 0,0 0 0,0 2 0,0 0 0,-1 1 0,-32-4 0,26 7 0,0 1 0,0 0 0,0 2 0,0 1 0,0 0 0,-26 9 0,20-3 0,0 1 0,1 1 0,0 2 0,1 1 0,1 2 0,0 0 0,1 2 0,1 0 0,1 2 0,-33 34 0,41-36 0,0 0 0,2 1 0,1 1 0,0 0 0,1 1 0,1 0 0,1 1 0,1 0 0,1 0 0,1 1 0,1 0 0,1 1 0,2-1 0,0 1 0,1 0 0,1-1 0,1 1 0,1 0 0,2 0 0,0 0 0,1-1 0,2 0 0,0 0 0,1 0 0,2-1 0,18 37 0,-15-39 0,0 0 0,1-1 0,1-1 0,0 0 0,2-1 0,0 0 0,1-2 0,1 0 0,0-1 0,1 0 0,27 14 0,-22-16 0,1-1 0,1 0 0,-1-2 0,1-2 0,1 0 0,0-1 0,0-2 0,0-1 0,36 0 0,-28-4 0,1-2 0,-1-1 0,0-2 0,0-2 0,-1 0 0,0-3 0,0-1 0,-1-1 0,-1-2 0,0-1 0,-1-2 0,-1 0 0,32-27 0,-42 28 0,0-1 0,-2 0 0,0-2 0,-1 0 0,0 0 0,-2-2 0,-1 0 0,13-25 0,-19 28 0,0 0 0,-1-1 0,-1 1 0,0-1 0,-2-1 0,0 1 0,-2-1 0,0 1 0,-1-1 0,-1 1 0,-3-23 0,0 20 0,-2 0 0,0 1 0,-1-1 0,-1 1 0,-1 0 0,-1 1 0,-1 0 0,-1 0 0,0 1 0,-2 1 0,0 0 0,-1 0 0,-23-22 0,18 23 0,0 1 0,-1 1 0,0 1 0,-1 1 0,-1 1 0,0 1 0,-1 0 0,-1 2 0,1 1 0,-2 0 0,1 2 0,-27-4 0,21 6-151,-1 1-1,0 2 0,1 1 0,-1 2 1,0 1-1,0 1 0,0 1 1,-56 17-1,43-6-6674</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32.276"/>
    </inkml:context>
    <inkml:brush xml:id="br0">
      <inkml:brushProperty name="width" value="0.05" units="cm"/>
      <inkml:brushProperty name="height" value="0.05" units="cm"/>
      <inkml:brushProperty name="color" value="#FFC114"/>
    </inkml:brush>
  </inkml:definitions>
  <inkml:trace contextRef="#ctx0" brushRef="#br0">0 158 24575,'3'7'0,"0"0"0,-1 0 0,0 0 0,0 0 0,1 10 0,0 147 0,-4-117 0,4-79 0,0 1 0,2 0 0,14-48 0,-3 11 0,-10 35 0,-3 14 0,1 0 0,0 1 0,1 0 0,1 0 0,11-22 0,-16 39 0,-1 0 0,0 0 0,1 0 0,-1 1 0,1-1 0,-1 0 0,1 0 0,-1 1 0,1-1 0,0 0 0,-1 1 0,1-1 0,0 1 0,0-1 0,-1 1 0,1-1 0,0 1 0,0-1 0,0 1 0,-1 0 0,1 0 0,0-1 0,0 1 0,0 0 0,0 0 0,1 0 0,-1 0 0,1 1 0,-1-1 0,0 1 0,1 0 0,-1-1 0,0 1 0,0 0 0,0 0 0,0 0 0,0 0 0,0 0 0,0 0 0,0 0 0,0 0 0,1 2 0,4 7 0,-1 0 0,0 0 0,5 15 0,-8-20 0,75 176-1365,-62-150-5461</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32.868"/>
    </inkml:context>
    <inkml:brush xml:id="br0">
      <inkml:brushProperty name="width" value="0.05" units="cm"/>
      <inkml:brushProperty name="height" value="0.05" units="cm"/>
      <inkml:brushProperty name="color" value="#FFC114"/>
    </inkml:brush>
  </inkml:definitions>
  <inkml:trace contextRef="#ctx0" brushRef="#br0">8 218 24575,'0'0'0,"-1"0"0,1 0 0,0 0 0,0 0 0,0 1 0,-1-1 0,1 0 0,0 0 0,0 0 0,-1 0 0,1 0 0,0 0 0,0-1 0,-1 1 0,1 0 0,0 0 0,0 0 0,0 0 0,-1 0 0,1 0 0,0 0 0,0 0 0,0 0 0,0-1 0,-1 1 0,1 0 0,0 0 0,0 0 0,0 0 0,0-1 0,-1 1 0,1 0 0,0 0 0,0 0 0,0-1 0,0 1 0,0 0 0,0 0 0,0-1 0,5-8 0,14-6 0,-5 8 0,0 0 0,0 1 0,1 0 0,0 1 0,17-3 0,33-12 0,-63 19 0,0 0 0,1 0 0,-1-1 0,0 1 0,0-1 0,0 1 0,-1-1 0,1 1 0,0-1 0,1-2 0,-2 3 0,0 0 0,-1 0 0,1 1 0,-1-1 0,1 0 0,-1 0 0,0 0 0,1 0 0,-1 0 0,0 0 0,1 0 0,-1 0 0,0 0 0,0 0 0,0 0 0,0 0 0,0 0 0,0 0 0,0 0 0,0 0 0,-1 0 0,1 0 0,0 0 0,0 1 0,-1-1 0,1 0 0,-1-1 0,1 2 0,0 0 0,-1 0 0,1-1 0,0 1 0,0 0 0,0 0 0,0 0 0,0 0 0,0 0 0,0 0 0,-1 0 0,1 0 0,0 0 0,0 0 0,0 0 0,0 0 0,0 0 0,0 0 0,-1 0 0,1 0 0,0 0 0,0 0 0,0 0 0,0 0 0,0 0 0,0 0 0,0 0 0,-1 0 0,1 1 0,0-1 0,0 0 0,0 0 0,0 0 0,0 0 0,0 0 0,0 0 0,0 0 0,0 0 0,0 0 0,0 1 0,-1-1 0,1 0 0,0 0 0,0 0 0,0 0 0,0 0 0,0 0 0,0 0 0,0 1 0,0-1 0,0 0 0,0 0 0,0 0 0,0 0 0,0 0 0,0 0 0,0 0 0,0 1 0,0-1 0,0 0 0,0 0 0,0 0 0,1 0 0,-1 0 0,0 0 0,0 0 0,0 1 0,0-1 0,-1 10 0,7 19 0,0 0 0,17 42 0,-3-7 0,-19-58 0,0-4 0,-1 1 0,1 0 0,0 0 0,0 0 0,0-1 0,0 1 0,0 0 0,0-1 0,1 1 0,-1-1 0,1 0 0,2 3 0,-8-34 0,-17-61 0,10 47 0,1 0 0,-3-48 0,13 89 0,-1 1 0,1-1 0,0 0 0,0 1 0,0-1 0,0 0 0,0 1 0,1-1 0,-1 0 0,0 1 0,1-1 0,-1 1 0,1-1 0,0 1 0,-1-1 0,1 1 0,0-1 0,0 1 0,0-1 0,2-1 0,-2 3 0,0-1 0,0 1 0,0-1 0,1 1 0,-1-1 0,0 1 0,0 0 0,1 0 0,-1 0 0,0-1 0,0 1 0,1 0 0,-1 1 0,0-1 0,0 0 0,1 0 0,-1 1 0,0-1 0,0 0 0,2 1 0,3 2 0,0 0 0,-1 0 0,1 0 0,-1 1 0,0 0 0,0 0 0,0 0 0,-1 0 0,6 7 0,-9-10-36,1 1 0,-1 0 0,0 0 1,1 0-1,-1 0 0,0 0 0,0 0 0,0 0 0,-1 0 0,1 0 0,0 0 0,-1 1 0,0-1 0,1 0 0,-1 0 0,0 1 0,0-1 1,0 0-1,0 1 0,-1-1 0,1 0 0,-1 0 0,1 0 0,-1 1 0,0-1 0,0 0 0,0 0 0,0 0 0,0 0 0,0 0 0,0 0 1,-1 0-1,1-1 0,-1 1 0,1 0 0,-1-1 0,-2 2 0,-9 5-6790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33.006"/>
    </inkml:context>
    <inkml:brush xml:id="br0">
      <inkml:brushProperty name="width" value="0.05" units="cm"/>
      <inkml:brushProperty name="height" value="0.05" units="cm"/>
      <inkml:brushProperty name="color" value="#FFC114"/>
    </inkml:brush>
  </inkml:definitions>
  <inkml:trace contextRef="#ctx0" brushRef="#br0">0 0 24575,'3'0'0,"4"0"0,3 0 0,1 3 0,-3 4 0,1 3 0,-1 6 0,-2 3 0,-2 7 0,1 5 0,0 5 0,-1 6 0,-2-5-8191</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47.047"/>
    </inkml:context>
    <inkml:brush xml:id="br0">
      <inkml:brushProperty name="width" value="0.05" units="cm"/>
      <inkml:brushProperty name="height" value="0.05" units="cm"/>
      <inkml:brushProperty name="color" value="#FFC114"/>
    </inkml:brush>
  </inkml:definitions>
  <inkml:trace contextRef="#ctx0" brushRef="#br0">3539 492 24575,'-1'-4'0,"1"1"0,-1-1 0,0 0 0,0 1 0,0-1 0,0 1 0,-1-1 0,1 1 0,-1 0 0,0-1 0,0 1 0,0 0 0,-1 0 0,1 0 0,-1 1 0,-2-4 0,-2 0 0,1 1 0,-1 0 0,0 0 0,-1 0 0,-14-7 0,2 5 0,1 1 0,-1 0 0,-1 1 0,1 2 0,-30-3 0,-109 4 0,157 2 0,-485 40-496,1 39-444,432-70 844,-1530 366-1383,1531-360 1461,-163 53-285,151-45 187,-73 38 0,128-56 116,0 1 0,-16 12 0,25-18 8,1 0 0,-1 1 0,0-1 0,0 1 0,1-1 0,-1 1 0,1-1 0,-1 1 0,0 0 0,1-1 0,-1 1 0,1 0 0,-1-1 0,1 1 0,0 0 0,-1 0 0,1-1 0,0 1 0,-1 0 0,1 0 0,0 0 0,0-1 0,0 1-1,0 0 1,0 0 0,0 0 0,0 0 0,0 0 0,0 0 0,1 1 34,0-1 0,1 0-1,-1 0 1,0 0 0,0 0-1,1 0 1,-1-1 0,1 1-1,-1 0 1,1-1 0,-1 1-1,1 0 1,-1-1 0,1 0-1,2 1 1,24 3 351,0-1 0,0-1 1,44-3-1,-58 0-261,686-51-1777,-540 36 1206,1639-173-6771,-9-80 4888,-1189 147 1617,-17-37 1243,-513 137 96,-2-4-1,92-47 0,-160 73-619,15-9 582,0 0 0,15-13 0,-29 20-509,1 0 0,-1 0-1,0 0 1,1 0 0,-1 0 0,0-1-1,0 1 1,-1-1 0,1 1 0,0-1 0,-1 0-1,1 0 1,-1 0 0,0 1 0,0-1-1,0 0 1,-1 0 0,1-6 0,-1 7 17,0 0 0,-1 0 1,1 0-1,-1 0 0,0 1 1,1-1-1,-1 0 0,0 0 1,0 0-1,0 0 0,-1 1 1,1-1-1,0 1 0,-1-1 1,1 1-1,-1-1 0,1 1 1,-1 0-1,1 0 0,-1-1 1,0 1-1,0 0 0,0 1 1,-2-2-1,-7-2-20,-1 0 0,1 0 1,-15-1-1,-21-4-41,-1 3 0,-73 0 1,-102 14 863,202-7-795,-517 49-728,9 24-375,257-34-2302</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47.744"/>
    </inkml:context>
    <inkml:brush xml:id="br0">
      <inkml:brushProperty name="width" value="0.05" units="cm"/>
      <inkml:brushProperty name="height" value="0.05" units="cm"/>
      <inkml:brushProperty name="color" value="#FFC114"/>
    </inkml:brush>
  </inkml:definitions>
  <inkml:trace contextRef="#ctx0" brushRef="#br0">0 793 24575,'11'-4'0,"-1"1"0,1 1 0,-1-1 0,1 2 0,0-1 0,0 2 0,0-1 0,0 2 0,0-1 0,11 3 0,-17-2 0,-1 0 0,1 0 0,0 0 0,-1 1 0,1 0 0,-1-1 0,0 2 0,1-1 0,-1 0 0,0 1 0,0 0 0,-1 0 0,1 0 0,5 6 0,-5-3 0,0 0 0,0 0 0,0 0 0,-1 0 0,0 1 0,0-1 0,-1 1 0,4 13 0,-2 7 0,-1 0 0,-1 0 0,-2 0 0,-2 30 0,1-49 0,-51 616-591,25-351 423,11-107 168,-24 383 0,40-549 0,-1 29 95,1 0 0,2-1 1,7 46-1,-8-67-78,1 0 1,-1-1-1,1 1 0,1-1 0,-1 0 0,1 0 0,0 0 1,0 0-1,1 0 0,0-1 0,0 1 0,0-1 1,1 0-1,0 0 0,-1-1 0,2 0 0,-1 1 1,0-2-1,1 1 0,0-1 0,9 5 0,0-3-17,0-1 0,1 0 0,-1-2 0,1 1 0,17-1 0,84-3 0,-83 0 0,410-29-668,-205 11 407,1165-48-2071,-208 14-1166,-7-57 1516,-832 57 1919,-244 31 318,119-39 1,-202 52 70,0-2 0,-1 0 0,-1-3 0,0 0 0,40-27 0,-60 34-60,1 0 0,-1 0 1,-1-1-1,1 0 0,-1 0 0,-1 0 1,0-1-1,8-14 0,-11 16-77,0-1 0,0 1 0,0-1 0,-1 0-1,0 0 1,-1 0 0,0 0 0,0-1 0,-1 1-1,0 0 1,0 0 0,-2-11 0,-4-8-6,0 1 1,-1 1 0,-2-1-1,-18-38 1,-60-95 348,60 112-496,-32-61-36,-74-186 0,104 215 0,5-1 0,2-1 0,-13-111 0,1-333 0,14 120 0,18 387 0,2 4 0,-2 0 0,1 1 0,-2 0 0,-5-18 0,8 31 0,0-1 0,-1 0 0,1 0 0,0 0 0,-1 0 0,1 0 0,-1 0 0,1 0 0,-1 1 0,0-1 0,1 0 0,-1 0 0,0 1 0,1-1 0,-1 0 0,0 1 0,0-1 0,-1 0 0,1 1 0,0 0 0,1 0 0,-1 0 0,0 0 0,1 0 0,-1 0 0,0 0 0,1 0 0,-1 0 0,1 1 0,-1-1 0,0 0 0,1 0 0,-1 1 0,1-1 0,-1 0 0,1 1 0,-1-1 0,1 0 0,-1 1 0,0 0 0,-2 3 0,0-1 0,0 1 0,0 0 0,1 0 0,0 0 0,-3 7 0,-7 21-682,-13 57-1,9-19-6143</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49.493"/>
    </inkml:context>
    <inkml:brush xml:id="br0">
      <inkml:brushProperty name="width" value="0.05" units="cm"/>
      <inkml:brushProperty name="height" value="0.05" units="cm"/>
      <inkml:brushProperty name="color" value="#FFC114"/>
    </inkml:brush>
  </inkml:definitions>
  <inkml:trace contextRef="#ctx0" brushRef="#br0">28 940 24575,'-7'-1'0,"-9"1"0,16 0 0,-1 1 0,1-1 0,0 0 0,0 0 0,-1 0 0,1 0 0,0 1 0,0-1 0,-1 0 0,1 0 0,0 0 0,0 1 0,0-1 0,0 0 0,-1 0 0,1 1 0,0-1 0,0 0 0,0 0 0,0 1 0,0-1 0,0 0 0,0 1 0,0-1 0,0 0 0,0 0 0,0 1 0,0-1 0,0 0 0,0 1 0,0-1 0,0 0 0,0 0 0,0 1 0,0-1 0,0 0 0,0 0 0,1 1 0,-1-1 0,0 0 0,0 0 0,0 1 0,0-1 0,1 0 0,-1 0 0,0 0 0,1 1 0,11 23 0,0 1 0,-2 0 0,12 38 0,13 86 0,-4 21-136,-8 2 0,-7 0 0,-7 182-1,-20-108-168,-63 379-1,56-532 159,6-32 122,2 1 0,-4 111 1,14-165 22,0-1 1,1 1-1,0-1 1,1 1-1,-1-1 1,1 0-1,1 1 1,-1-1-1,4 7 1,-3-10 14,0 0 0,0 0 0,0 0 0,0 0 1,1 0-1,-1 0 0,1-1 0,0 0 0,0 0 1,0 0-1,1 0 0,-1-1 0,1 1 0,6 1 0,9 2 118,0-1 0,1 0-1,-1-2 1,1-1-1,0 0 1,30-2-1,527-50-1570,-418 30 956,1427-156-7103,10 20 3965,972-78 2445,0 23 728,-2470 204 586,800-75 2981,-817 71-1679,99-25 1,-168 33-1052,-1-1 1,1 0 0,-1-1 0,0-1 0,0 0-1,-1 0 1,15-11 0,-23 14-264,0 0 0,1 0 0,-1 0 0,-1 0 0,1-1 0,0 1 0,-1-1 0,0 0 0,1 1 0,-2-1 0,1 0 0,0 0 0,-1-1 0,0 1 0,1 0 0,-2 0 0,1-1 0,0 1 0,-1 0 0,0-1 0,0 1 0,0-1 0,-1 1 0,-1-7 0,-5-14 242,-1 2 1,-1-1-1,-2 1 1,0 0-1,-20-29 1,8 11-38,-167-322-509,36-18-283,34-86 462,46-10 0,73 464 2,-3-28 133,-2 0 1,-20-69-1,22 98-107,-1-1 1,0 1-1,-1 1 1,0-1-1,-1 1 0,0 0 1,0 0-1,-1 1 1,-1 0-1,0 0 0,0 1 1,-20-15-1,6 10-20,1 1 0,-2 1-1,0 1 1,0 1 0,-1 1-1,0 1 1,-49-8 0,-187-11-314,260 27 305,-636-3-2932,-2 40-449,-461 49-1039,-1472 175 1255,632-18 2294,14 71 2478,1859-302-847,-269 62 3428,322-70-3905,5-2 208,0 0 1,1 1 0,-1 0 0,1 0 0,0 1 0,-14 9-1,21-13-463,1 0 1,0 0-1,0 0 0,-1 0 0,1 0 0,0 0 0,0 0 0,-1 1 0,1-1 0,0 0 0,0 0 1,0 0-1,-1 0 0,1 1 0,0-1 0,0 0 0,0 0 0,0 0 0,0 1 0,-1-1 0,1 0 1,0 0-1,0 0 0,0 1 0,0-1 0,0 0 0,0 0 0,0 1 0,0-1 0,0 0 0,0 0 1,0 1-1,0-1 0,0 0 0,0 0 0,0 1 0,0-1 0,0 0 0,0 0 0,0 1 0,0-1 1,1 0-1,-1 0 0,0 1 0,0-1 0,0 0 0,0 0 0,0 0 0,1 1 0,-1-1 0,0 0 1,0 0-1,1 0 0,12 4 289,-13-4-349,23 3-5155</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50.042"/>
    </inkml:context>
    <inkml:brush xml:id="br0">
      <inkml:brushProperty name="width" value="0.05" units="cm"/>
      <inkml:brushProperty name="height" value="0.05" units="cm"/>
      <inkml:brushProperty name="color" value="#FFC114"/>
    </inkml:brush>
  </inkml:definitions>
  <inkml:trace contextRef="#ctx0" brushRef="#br0">0 1191 24575,'0'8'0,"1"0"0,0 0 0,0 0 0,0 0 0,1-1 0,1 1 0,-1 0 0,1-1 0,0 0 0,1 0 0,-1 0 0,1 0 0,1 0 0,6 7 0,-7-10 0,-1 0 0,1 0 0,0-1 0,0 1 0,1-1 0,-1 0 0,1-1 0,-1 1 0,1-1 0,0 0 0,0 0 0,0 0 0,0-1 0,0 1 0,1-1 0,-1-1 0,0 1 0,0-1 0,1 0 0,-1 0 0,0 0 0,7-2 0,0 0 0,-1-1 0,0 0 0,0-1 0,0 0 0,0-1 0,-1 0 0,0-1 0,0 0 0,0 0 0,11-11 0,-9 6 0,0-1 0,-1 0 0,-1-1 0,0 0 0,0-1 0,11-23 0,-6 6 0,-2 0 0,-2-1 0,-1-1 0,-1 0 0,-2 0 0,5-52 0,-7 10 0,-3 0 0,-4-1 0,-3 1 0,-3 0 0,-3 0 0,-4 1 0,-28-85 0,39 147 0,-33-90 0,32 92 0,0 0 0,0 1 0,-1 0 0,0 0 0,0 0 0,-1 1 0,-13-13 0,18 19 0,1 1 0,-1-1 0,1 1 0,-1 0 0,0 0 0,1-1 0,-1 1 0,0 0 0,0 1 0,0-1 0,0 0 0,0 0 0,0 1 0,0-1 0,0 1 0,0 0 0,0 0 0,0-1 0,0 1 0,0 1 0,0-1 0,0 0 0,0 0 0,0 1 0,0-1 0,0 1 0,0 0 0,0-1 0,0 1 0,0 0 0,0 0 0,1 0 0,-1 1 0,0-1 0,1 0 0,-1 0 0,1 1 0,-1-1 0,1 1 0,0 0 0,-2 1 0,-2 6 0,-1 0 0,1 0 0,0 0 0,1 1 0,0-1 0,1 1 0,-3 11 0,-2 15 0,3-1 0,0 1 0,3 0 0,1 0 0,4 40 0,4-5 0,26 113 0,-16-115 0,41 106 0,-41-135 0,1-1 0,2-1 0,48 67 0,-57-91-136,0-1-1,0 0 1,1-1-1,1 0 1,0-1-1,1-1 1,0 0-1,0-1 0,27 13 1,6-4-6690</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50.849"/>
    </inkml:context>
    <inkml:brush xml:id="br0">
      <inkml:brushProperty name="width" value="0.05" units="cm"/>
      <inkml:brushProperty name="height" value="0.05" units="cm"/>
      <inkml:brushProperty name="color" value="#FFC114"/>
    </inkml:brush>
  </inkml:definitions>
  <inkml:trace contextRef="#ctx0" brushRef="#br0">51 353 24575,'5'-21'0,"-1"0"0,-1 0 0,-1-1 0,-1 1 0,0-1 0,-4-27 0,3 47 0,0 1 0,0-1 0,0 1 0,-1-1 0,1 1 0,0 0 0,-1-1 0,1 1 0,-1 0 0,1-1 0,-1 1 0,0 0 0,1-1 0,-1 1 0,0 0 0,0 0 0,0 0 0,0 0 0,0 0 0,0 0 0,0 0 0,0 0 0,-1 0 0,1 1 0,-2-2 0,2 2 0,0 0 0,-1 1 0,1-1 0,0 0 0,0 0 0,-1 1 0,1-1 0,0 1 0,0 0 0,0-1 0,0 1 0,-1 0 0,1-1 0,0 1 0,0 0 0,0 0 0,1 0 0,-1 0 0,0 0 0,0 0 0,0 0 0,1 0 0,-1 0 0,1 1 0,-1-1 0,1 0 0,-1 3 0,-3 3 0,1 1 0,1 1 0,0-1 0,0 0 0,0 0 0,1 1 0,1-1 0,-1 1 0,1-1 0,1 1 0,-1-1 0,1 0 0,1 1 0,0-1 0,0 0 0,1 0 0,-1 0 0,2 0 0,-1 0 0,1-1 0,0 1 0,9 10 0,-5-7 0,0-1 0,1-1 0,0 1 0,1-1 0,-1-1 0,2 0 0,-1 0 0,1-1 0,0-1 0,1 0 0,-1 0 0,1-1 0,0 0 0,16 3 0,-16-6 0,1 0 0,-1 0 0,1-1 0,-1-1 0,1 0 0,-1-1 0,1 0 0,-1-1 0,1-1 0,-1 0 0,0 0 0,19-9 0,-25 9 0,0 1 0,-1-1 0,1-1 0,-1 1 0,0-1 0,0 0 0,-1 0 0,1 0 0,-1-1 0,0 1 0,0-1 0,0 0 0,-1 0 0,1-1 0,-1 1 0,-1-1 0,1 0 0,-1 1 0,0-1 0,0 0 0,-1 0 0,1-1 0,-1 1 0,-1 0 0,1 0 0,-1 0 0,-1-9 0,0 5 0,-2-1 0,1 0 0,-1 1 0,-1 0 0,1 0 0,-2 0 0,0 0 0,0 0 0,0 1 0,-1 0 0,-1 0 0,0 1 0,0 0 0,0 0 0,-15-12 0,16 15 0,-1 1 0,1-1 0,-1 1 0,0 1 0,0-1 0,0 1 0,0 0 0,-1 1 0,1 0 0,-9-2 0,11 3 0,-1 1 0,0 0 0,1 0 0,-1 0 0,0 1 0,1-1 0,-1 1 0,1 1 0,-1-1 0,1 1 0,0 0 0,-1 0 0,1 0 0,-9 7 0,11-8 0,0 1 0,1 0 0,-1 0 0,0 0 0,1 0 0,0 1 0,-1-1 0,1 1 0,0-1 0,0 1 0,1 0 0,-1 0 0,0-1 0,1 1 0,0 0 0,0 1 0,-1-1 0,2 0 0,-1 0 0,0 0 0,1 1 0,0-1 0,-1 0 0,1 1 0,1 4 0,0-4 0,0 0 0,0 0 0,1-1 0,-1 1 0,1 0 0,0-1 0,0 1 0,0-1 0,1 1 0,-1-1 0,1 0 0,0 0 0,0 0 0,0-1 0,0 1 0,0-1 0,0 1 0,1-1 0,-1 0 0,6 2 0,6 2 0,-1-2 0,1 0 0,0 0 0,0-1 0,0-1 0,0-1 0,0 0 0,0-1 0,0 0 0,1-1 0,15-4 0,6-2 0,-1-1 0,0-3 0,48-19 0,-65 22 0,0 0 0,-1-2 0,0 0 0,21-16 0,-34 22 0,0 0 0,1 0 0,-2-1 0,1 0 0,-1 0 0,0 0 0,0 0 0,0-1 0,0 0 0,-1 1 0,0-1 0,-1 0 0,1-1 0,-1 1 0,0 0 0,-1-1 0,2-6 0,-3 9 0,0 1 0,0 0 0,-1-1 0,1 1 0,-1 0 0,0-1 0,1 1 0,-1 0 0,-1 0 0,1-1 0,0 1 0,-1 0 0,0 1 0,-3-5 0,4 5 0,0 0 0,-1 1 0,1-1 0,-1 1 0,1-1 0,-1 1 0,0 0 0,1-1 0,-1 1 0,0 0 0,0 0 0,0 0 0,0 1 0,0-1 0,0 0 0,0 1 0,0-1 0,0 1 0,0 0 0,0 0 0,0 0 0,0 0 0,-4 0 0,4 0 0,1 1 0,0-1 0,0 0 0,0 1 0,0-1 0,0 0 0,1 1 0,-1-1 0,0 1 0,0 0 0,0-1 0,0 1 0,0 0 0,1-1 0,-1 1 0,0 0 0,1 0 0,-1 0 0,0 0 0,1 0 0,-1-1 0,1 1 0,-1 0 0,1 0 0,0 0 0,0 0 0,-1 0 0,1 1 0,0-1 0,0 0 0,0 0 0,0 0 0,0 0 0,0 0 0,0 0 0,0 1 0,2 5 0,-1-1 0,1 1 0,0 0 0,3 8 0,-3-11 0,54 131 0,27 70 0,-72-170 0,-1 0 0,-2 1 0,8 72 0,-15-97 0,-1-1 0,-1 1 0,1-1 0,-2 1 0,1 0 0,-4 11 0,4-20 0,1 0 0,-1 0 0,0 0 0,0 1 0,1-1 0,-1 0 0,0 0 0,-1 0 0,1 0 0,0 0 0,-1-1 0,1 1 0,-1 0 0,1 0 0,-1-1 0,0 1 0,0-1 0,0 0 0,1 0 0,-1 1 0,-1-1 0,1 0 0,0-1 0,0 1 0,0 0 0,0-1 0,-1 1 0,1-1 0,0 1 0,0-1 0,-1 0 0,1 0 0,0 0 0,-4-1 0,2 0 0,0-1 0,0 1 0,1-1 0,-1 0 0,0 0 0,1 0 0,-1-1 0,1 1 0,0-1 0,0 0 0,0 0 0,0 0 0,1 0 0,-1-1 0,1 1 0,-1-1 0,1 1 0,0-1 0,-2-7 0,-2-3 0,1 0 0,1-1 0,0 1 0,-2-19 0,3 7 0,1 1 0,2-1 0,1 0 0,1 0 0,0 1 0,3-1 0,0 1 0,1 0 0,1 1 0,2-1 0,0 1 0,2 1 0,0 0 0,2 0 0,0 1 0,33-39 0,-40 55 0,0-1 0,1 1 0,-1 1 0,2-1 0,-1 1 0,0 0 0,1 1 0,0 0 0,0 0 0,13-4 0,-18 7 0,0 1 0,0-1 0,0 0 0,0 1 0,0 0 0,0-1 0,0 1 0,0 0 0,0 1 0,0-1 0,0 1 0,0-1 0,0 1 0,0 0 0,0 0 0,0 0 0,0 0 0,0 1 0,-1-1 0,1 1 0,-1-1 0,1 1 0,-1 0 0,1 0 0,-1 0 0,0 1 0,0-1 0,0 0 0,0 1 0,-1-1 0,1 1 0,-1 0 0,2 3 0,24 55-455,-3 0 0,31 127 0,-51-166-6371</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50.974"/>
    </inkml:context>
    <inkml:brush xml:id="br0">
      <inkml:brushProperty name="width" value="0.05" units="cm"/>
      <inkml:brushProperty name="height" value="0.05" units="cm"/>
      <inkml:brushProperty name="color" value="#FFC114"/>
    </inkml:brush>
  </inkml:definitions>
  <inkml:trace contextRef="#ctx0" brushRef="#br0">14 61 24575,'0'-5'0,"-3"-9"0,-1-3 0,1 2 0,0 6-8191</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51.240"/>
    </inkml:context>
    <inkml:brush xml:id="br0">
      <inkml:brushProperty name="width" value="0.05" units="cm"/>
      <inkml:brushProperty name="height" value="0.05" units="cm"/>
      <inkml:brushProperty name="color" value="#FFC114"/>
    </inkml:brush>
  </inkml:definitions>
  <inkml:trace contextRef="#ctx0" brushRef="#br0">150 62 24575,'1'0'0,"0"0"0,0 0 0,0 0 0,0 0 0,0 0 0,0 0 0,0 0 0,0-1 0,0 1 0,0 0 0,0-1 0,0 1 0,0 0 0,0-1 0,0 1 0,0-1 0,0 0 0,-1 1 0,1-1 0,0 0 0,0 1 0,0-1 0,-1 0 0,1 0 0,-1 0 0,1 0 0,0 0 0,-1 1 0,0-1 0,1 0 0,-1 0 0,1 0 0,-1 0 0,0-1 0,0 1 0,0 0 0,0 0 0,0-2 0,0 2 0,0-1 0,0 0 0,-1 1 0,1-1 0,-1 1 0,1-1 0,-1 1 0,1-1 0,-1 1 0,0-1 0,0 1 0,0 0 0,0-1 0,0 1 0,0 0 0,0 0 0,-1-1 0,1 1 0,0 0 0,0 1 0,-1-1 0,1 0 0,-1 0 0,1 0 0,-3 0 0,1 0 0,-1 1 0,1-1 0,-1 1 0,1 0 0,-1 0 0,1 0 0,-1 1 0,1-1 0,-1 1 0,1-1 0,-1 1 0,1 1 0,0-1 0,-1 0 0,1 1 0,0-1 0,0 1 0,0 0 0,0 0 0,0 0 0,-4 5 0,0-1 0,1 1 0,-1 0 0,2 0 0,-1 1 0,1-1 0,0 1 0,-5 10 0,6-10 0,1 0 0,0 0 0,0 0 0,0 0 0,1 0 0,1 1 0,-1-1 0,1 1 0,1-1 0,0 1 0,0-1 0,0 1 0,1-1 0,1 1 0,-1-1 0,1 1 0,1-1 0,-1 0 0,1 0 0,1 0 0,0-1 0,0 1 0,0-1 0,1 0 0,0 0 0,0 0 0,1-1 0,0 1 0,0-1 0,0-1 0,1 1 0,0-1 0,0-1 0,0 1 0,13 5 0,-7-4 0,1-1 0,0 0 0,0-1 0,1-1 0,-1 0 0,1 0 0,0-2 0,0 0 0,0 0 0,-1-2 0,1 0 0,0 0 0,0-2 0,-1 1 0,1-2 0,-1 0 0,17-8 0,-27 11-124,0-1 0,0 0 0,0-1 0,0 1 0,0-1 0,0 0-1,-1 0 1,1 0 0,-1 0 0,4-5 0,2-8-6702</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52.460"/>
    </inkml:context>
    <inkml:brush xml:id="br0">
      <inkml:brushProperty name="width" value="0.05" units="cm"/>
      <inkml:brushProperty name="height" value="0.05" units="cm"/>
      <inkml:brushProperty name="color" value="#FFC114"/>
    </inkml:brush>
  </inkml:definitions>
  <inkml:trace contextRef="#ctx0" brushRef="#br0">370 215 24575,'-1'-4'0,"1"1"0,-1-1 0,0 1 0,0-1 0,-1 1 0,1-1 0,-1 1 0,1 0 0,-1-1 0,0 1 0,-3-3 0,-27-32 0,28 34 0,0-1 0,-1 1 0,0 0 0,0 0 0,0 1 0,0-1 0,-1 1 0,1 1 0,-1-1 0,1 1 0,-1-1 0,0 2 0,0-1 0,0 1 0,0 0 0,-1 0 0,1 0 0,0 1 0,0 0 0,0 0 0,-1 1 0,1 0 0,0 0 0,0 0 0,0 1 0,0 0 0,0 0 0,0 0 0,1 1 0,-1 0 0,1 0 0,0 0 0,0 1 0,0 0 0,0 0 0,0 0 0,-4 6 0,-3 3 0,1 2 0,1-1 0,0 1 0,1 1 0,1 0 0,0 0 0,1 0 0,1 1 0,1 0 0,0 0 0,1 1 0,1-1 0,0 1 0,2 0 0,0 0 0,1 0 0,2 18 0,-1-23 0,1 1 0,1-1 0,0 1 0,1-1 0,0 0 0,1-1 0,0 1 0,1-1 0,0 0 0,10 14 0,-9-18 0,-1 0 0,1 0 0,1-1 0,-1 0 0,1-1 0,0 1 0,1-1 0,-1-1 0,1 0 0,0 0 0,1 0 0,-1-1 0,1-1 0,15 4 0,-11-4 0,-1-1 0,1 0 0,-1-1 0,1 0 0,0-1 0,0-1 0,-1 0 0,1-1 0,-1 0 0,1-1 0,-1-1 0,0 0 0,25-12 0,-23 8 0,0-1 0,-1 0 0,1-1 0,-2-1 0,0 0 0,0 0 0,-1-2 0,0 1 0,-1-2 0,13-21 0,-15 20 0,0 0 0,-1-1 0,-1 0 0,0 0 0,-1-1 0,-1 0 0,-1 0 0,0 0 0,-2 0 0,2-23 0,-4 26 0,0 0 0,-1 0 0,-1 0 0,0 0 0,-1 0 0,0 1 0,-1-1 0,-1 1 0,0 0 0,-1 0 0,0 1 0,-1-1 0,-13-17 0,12 19 29,-1 1-1,0 0 1,-1 1-1,1 0 0,-2 0 1,1 1-1,-1 0 1,-1 1-1,1 1 1,-1-1-1,-17-5 1,19 9-143,0 0 0,-1 0 0,0 1 0,1 0 1,-1 1-1,0 0 0,0 1 0,0 0 1,0 1-1,0 0 0,1 1 0,-1 0 1,0 0-1,-11 5 0,-20 12-6712</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54.176"/>
    </inkml:context>
    <inkml:brush xml:id="br0">
      <inkml:brushProperty name="width" value="0.05" units="cm"/>
      <inkml:brushProperty name="height" value="0.05" units="cm"/>
      <inkml:brushProperty name="color" value="#FFC114"/>
    </inkml:brush>
  </inkml:definitions>
  <inkml:trace contextRef="#ctx0" brushRef="#br0">0 711 24575,'49'-2'0,"0"-3"0,50-12 0,-20 4 0,695-66 0,-423 50 0,747-77-597,318-44 415,-491 66-804,-244 26 1093,-4-22-408,-153 2 1724,-506 75-1263,38-3 125,-52 6-277,0 0 0,1 0 1,-1 0-1,0 1 0,1-1 1,-1 1-1,0 0 0,0 1 1,0-1-1,4 2 0,-6-1-8,0-1 0,-1 1 0,1-1 0,-1 1 0,1 0 0,-1 0 0,1 0 0,-1 0 0,0-1 0,0 2 0,0-1 0,0 0 0,-1 0 0,1 0 0,0 0 0,-1 0 0,1 1 0,-1-1 0,0 3 0,0 52 0,-1-37 0,-7 180 0,2-75 0,14 191 0,27-77 0,-23-185 0,2-2 0,30 73 0,-43-122 0,0 1 0,1-1 0,-1 0 0,1 0 0,0 0 0,0 0 0,0 0 0,4 4 0,-4-6 0,-1 0 0,1 0 0,0 0 0,0 0 0,-1-1 0,1 1 0,0 0 0,0-1 0,0 1 0,0-1 0,-1 0 0,1 0 0,0 0 0,0 0 0,0 0 0,0 0 0,3 0 0,450-36-285,2 22-140,-257 10 359,2023-22-1686,-1772 54 3241,-383-22-535,-3 1-2234,-55-8-5546</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54.487"/>
    </inkml:context>
    <inkml:brush xml:id="br0">
      <inkml:brushProperty name="width" value="0.05" units="cm"/>
      <inkml:brushProperty name="height" value="0.05" units="cm"/>
      <inkml:brushProperty name="color" value="#FFC114"/>
    </inkml:brush>
  </inkml:definitions>
  <inkml:trace contextRef="#ctx0" brushRef="#br0">244 2 24575,'-25'-1'0,"17"1"0,0-1 0,-1 1 0,1 1 0,0-1 0,-17 5 0,24-5 0,1 0 0,-1 0 0,1 0 0,-1 1 0,0-1 0,1 0 0,-1 0 0,1 1 0,-1-1 0,1 0 0,-1 1 0,1-1 0,-1 1 0,1-1 0,-1 0 0,1 1 0,-1-1 0,1 1 0,0-1 0,-1 1 0,1 0 0,0-1 0,-1 1 0,1-1 0,0 1 0,0 0 0,0-1 0,0 1 0,-1 0 0,2 1 0,-1-1 0,0 0 0,1 1 0,-1-1 0,1 0 0,-1 1 0,1-1 0,0 0 0,-1 0 0,1 1 0,0-1 0,2 2 0,2 3 0,1-1 0,0 1 0,12 6 0,24 13 0,76 33 0,-49-26 0,-24-12 0,-25-11 0,0 0 0,0 1 0,-1 0 0,30 24 0,-47-33 0,0 1 0,0 0 0,0-1 0,0 1 0,-1 0 0,1 0 0,-1 0 0,1 0 0,-1 0 0,1 0 0,-1 0 0,0 0 0,0 1 0,0-1 0,-1 1 0,1-1 0,0 0 0,-1 1 0,0-1 0,1 1 0,-1-1 0,0 1 0,0-1 0,-1 1 0,1-1 0,0 1 0,-1-1 0,0 1 0,1-1 0,-1 0 0,0 1 0,0-1 0,0 0 0,-1 0 0,1 0 0,0 1 0,-4 2 0,-3 4 0,0-1 0,-1 0 0,0-1 0,0 0 0,0 0 0,-21 10 0,-23 9 171,-88 30 0,-59 5-1878,79-28-5119</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55.909"/>
    </inkml:context>
    <inkml:brush xml:id="br0">
      <inkml:brushProperty name="width" value="0.05" units="cm"/>
      <inkml:brushProperty name="height" value="0.05" units="cm"/>
      <inkml:brushProperty name="color" value="#FFC114"/>
    </inkml:brush>
  </inkml:definitions>
  <inkml:trace contextRef="#ctx0" brushRef="#br0">329 197 24575,'0'-14'0,"-1"-1"0,0 1 0,-1-1 0,-1 1 0,-8-25 0,9 34 0,0-1 0,0 1 0,0 0 0,-1 0 0,1 0 0,-1 1 0,-1-1 0,1 0 0,-1 1 0,1 0 0,-1 0 0,-1 0 0,1 1 0,0-1 0,-1 1 0,0 0 0,-9-5 0,10 7 0,0 0 0,1 1 0,-1-1 0,0 1 0,0 0 0,0 0 0,1 0 0,-1 0 0,0 1 0,0-1 0,0 1 0,1 0 0,-1 0 0,0 1 0,1-1 0,-1 1 0,1 0 0,0 0 0,-1 0 0,-4 4 0,-3 3 0,0 0 0,1 1 0,-1 0 0,-9 14 0,9-9 0,0 1 0,1 0 0,0 0 0,2 1 0,0 1 0,0-1 0,2 1 0,0 1 0,1-1 0,1 1 0,1 0 0,1 0 0,0 0 0,2 0 0,2 32 0,-1-37 0,1 0 0,1-1 0,0 1 0,1 0 0,0-1 0,1 0 0,0 0 0,1-1 0,1 1 0,0-1 0,1-1 0,0 1 0,1-1 0,0-1 0,0 0 0,1 0 0,1-1 0,-1 0 0,2 0 0,-1-2 0,1 1 0,14 6 0,-6-6 0,0-1 0,1 0 0,0-2 0,0 0 0,0-1 0,1-1 0,-1-1 0,1-1 0,-1-1 0,1-1 0,0-1 0,40-9 0,-37 5 0,0-1 0,0-1 0,-1-1 0,0-2 0,-1 0 0,0-1 0,-1-2 0,0 0 0,-1-1 0,27-25 0,-41 33 0,0-1 0,0 0 0,-1 0 0,1 0 0,-2-1 0,1 0 0,-1 0 0,-1 0 0,0-1 0,5-14 0,-8 20 0,0 0 0,-1 1 0,1-1 0,-1 0 0,0 0 0,0 0 0,0 0 0,0 0 0,-1 1 0,1-1 0,-1 0 0,0 0 0,0 1 0,-1-1 0,1 0 0,-1 1 0,1-1 0,-1 1 0,-1 0 0,1 0 0,0 0 0,-1 0 0,1 0 0,-1 0 0,0 0 0,0 1 0,0 0 0,0-1 0,0 1 0,-6-2 0,5 1 0,0 1 0,0 0 0,-1 0 0,1 1 0,-1-1 0,0 1 0,1 0 0,-1 0 0,0 0 0,0 1 0,0 0 0,1 0 0,-1 0 0,0 0 0,0 1 0,0 0 0,1 0 0,-1 0 0,0 1 0,1-1 0,-1 1 0,1 0 0,0 0 0,0 1 0,-1-1 0,2 1 0,-1 0 0,0 0 0,0 0 0,1 1 0,0-1 0,0 1 0,0 0 0,0 0 0,0 0 0,1 0 0,0 0 0,0 1 0,0-1 0,0 1 0,1-1 0,-1 1 0,1 0 0,1-1 0,-1 1 0,1 0 0,-1 0 0,2 7 0,-1-4 0,1-1 0,1 1 0,0-1 0,0 1 0,0-1 0,1 0 0,-1 0 0,2 0 0,-1 0 0,1-1 0,0 1 0,1-1 0,-1 0 0,1 0 0,0-1 0,1 1 0,0-1 0,-1 0 0,2-1 0,-1 0 0,0 1 0,1-2 0,0 1 0,0-1 0,0 0 0,0-1 0,10 3 0,-7-2 0,-1-1 0,1 0 0,0-1 0,1 0 0,-1 0 0,0-1 0,0 0 0,0-1 0,0 0 0,0-1 0,0 0 0,0 0 0,0-1 0,-1-1 0,1 0 0,-1 0 0,0 0 0,0-1 0,0-1 0,9-7 0,-16 11 0,1 0 0,-1 0 0,1-1 0,-1 1 0,0-1 0,0 1 0,0-1 0,0 0 0,0 0 0,-1 0 0,1 0 0,-1 0 0,0 0 0,0 0 0,0-1 0,0 1 0,0 0 0,-1-1 0,0 1 0,0 0 0,0-1 0,0 1 0,0 0 0,0-1 0,-2-5 0,0 4 0,-1-1 0,1 1 0,-1 0 0,0 0 0,-1 0 0,1 0 0,-1 0 0,0 1 0,0-1 0,0 1 0,-1 0 0,1 0 0,-10-5 0,1 0 0,-1 2 0,0-1 0,-30-10 0,38 16 0,1 0 0,-1 1 0,1-1 0,-1 1 0,1 0 0,-1 1 0,0 0 0,0 0 0,1 0 0,-1 0 0,0 1 0,1 0 0,-1 0 0,-7 3 0,12-4 0,0 0 0,0 1 0,0-1 0,0 0 0,1 1 0,-1-1 0,0 1 0,0-1 0,0 1 0,1 0 0,-1-1 0,0 1 0,1 0 0,-1 0 0,0-1 0,1 1 0,-1 0 0,1 0 0,-1 0 0,1-1 0,0 1 0,-1 0 0,1 0 0,0 0 0,0 0 0,-1 0 0,1 0 0,0 0 0,0 0 0,0 0 0,0 0 0,0 0 0,0 0 0,1 0 0,-1 0 0,0 0 0,0 0 0,1-1 0,-1 1 0,0 0 0,1 0 0,-1 0 0,1 0 0,0-1 0,-1 1 0,1 0 0,-1 0 0,1-1 0,1 2 0,1 2 0,1-1 0,0 1 0,-1-1 0,1 0 0,0 0 0,1 0 0,-1-1 0,7 3 0,-6-3 0,1 0 0,0 0 0,0-1 0,0 0 0,1-1 0,-1 1 0,0-1 0,0 0 0,0-1 0,0 1 0,0-1 0,11-3 0,2-2 0,0-2 0,29-15 0,-36 16 0,1 1 0,-1 0 0,2 0 0,-1 1 0,1 1 0,24-4 0,-27 7 0,0 1 0,1 0 0,-1 1 0,0 0 0,1 1 0,-1 1 0,0-1 0,0 2 0,-1-1 0,1 2 0,16 8 0,-9-2 0,0 1 0,-1 0 0,-1 1 0,0 1 0,19 21 0,-10-3 0,-24-30 0,1 0 0,-1 0 0,0 0 0,0 0 0,0 1 0,0-1 0,0 0 0,-1 1 0,1-1 0,-1 0 0,0 1 0,1-1 0,-1 4 0,0-6 0,0 1 0,0-1 0,0 0 0,0 0 0,0 0 0,0 1 0,0-1 0,0 0 0,0 0 0,-1 0 0,1 0 0,0 1 0,0-1 0,0 0 0,0 0 0,0 0 0,0 0 0,0 0 0,0 1 0,0-1 0,0 0 0,-1 0 0,1 0 0,0 0 0,0 0 0,0 0 0,0 0 0,0 1 0,-1-1 0,1 0 0,0 0 0,0 0 0,0 0 0,0 0 0,-1 0 0,1 0 0,0 0 0,0 0 0,0 0 0,0 0 0,-1 0 0,-6-5 0,-5-11 0,10 8 0,0 0 0,0 0 0,1 0 0,0 0 0,0 0 0,1 0 0,0 0 0,1 0 0,-1 0 0,1-1 0,1 1 0,2-8 0,-2 7 0,1 1 0,0-1 0,1 1 0,0 0 0,0 0 0,0 0 0,1 0 0,0 1 0,1 0 0,10-11 0,-15 16 0,1 1 0,0-1 0,0 1 0,-1 0 0,1-1 0,0 1 0,0 0 0,0 0 0,0 0 0,0 1 0,0-1 0,1 0 0,-1 1 0,0-1 0,0 1 0,0 0 0,1 0 0,-1 0 0,3 0 0,-2 1 0,0 0 0,0 0 0,0 0 0,0 0 0,0 1 0,0-1 0,-1 1 0,1 0 0,-1-1 0,1 1 0,-1 0 0,3 4 0,5 5 0,-1 2 0,0-1 0,-1 1 0,10 20 0,-15-28 0,12 26-455,-2 0 0,12 41 0,-17-46-6371</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57.420"/>
    </inkml:context>
    <inkml:brush xml:id="br0">
      <inkml:brushProperty name="width" value="0.05" units="cm"/>
      <inkml:brushProperty name="height" value="0.05" units="cm"/>
      <inkml:brushProperty name="color" value="#FFC114"/>
    </inkml:brush>
  </inkml:definitions>
  <inkml:trace contextRef="#ctx0" brushRef="#br0">0 10 24575,'1'-10'0,"2"18"0,4 10 0,8 9 0,2 0 0,23 30 0,-32-47 0,1 0 0,-1-1 0,2 0 0,-1-1 0,1 0 0,0 0 0,1-1 0,16 9 0,-25-15 0,1 0 0,-1 0 0,1 0 0,-1 0 0,1 0 0,0-1 0,-1 1 0,1-1 0,0 0 0,0 1 0,-1-1 0,1-1 0,0 1 0,-1 0 0,1-1 0,0 1 0,-1-1 0,4 0 0,-4-1 0,0 1 0,0-1 0,0 1 0,0-1 0,0 0 0,0 0 0,-1 0 0,1 0 0,-1 0 0,1 0 0,-1 0 0,1 0 0,-1-1 0,0 1 0,0-1 0,-1 1 0,1-1 0,0 1 0,0-4 0,1-4 57,-1-1 0,0 1 0,0-1 0,-1 1 0,-2-20 0,1 24-213,0-1 1,0 1 0,-1 0 0,0 0 0,0 0 0,0 0 0,-1 0-1,0 0 1,0 0 0,-7-9 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57.816"/>
    </inkml:context>
    <inkml:brush xml:id="br0">
      <inkml:brushProperty name="width" value="0.05" units="cm"/>
      <inkml:brushProperty name="height" value="0.05" units="cm"/>
      <inkml:brushProperty name="color" value="#FFC114"/>
    </inkml:brush>
  </inkml:definitions>
  <inkml:trace contextRef="#ctx0" brushRef="#br0">259 148 24575,'1'-5'0,"-1"0"0,1-1 0,1 1 0,2-9 0,4-16 0,-8 27 0,0 0 0,0 0 0,0 0 0,0 0 0,0 0 0,0 0 0,-1 0 0,1 0 0,-1 0 0,0 1 0,0-1 0,0 0 0,-1 0 0,1 0 0,0 1 0,-1-1 0,0 1 0,0-1 0,1 1 0,-2 0 0,1 0 0,0 0 0,0 0 0,-1 0 0,1 0 0,-1 1 0,1-1 0,-1 1 0,0-1 0,1 1 0,-1 0 0,0 0 0,0 0 0,0 1 0,-4-1 0,-1-1 0,-1 1 0,0 1 0,0-1 0,0 1 0,0 1 0,0 0 0,1 0 0,-1 1 0,0 0 0,-16 6 0,15-4 0,0 1 0,0 1 0,0-1 0,1 1 0,0 1 0,-10 8 0,17-13 0,0-1 0,0 1 0,1 0 0,-1 0 0,0 0 0,1 0 0,0 0 0,-1 0 0,1 0 0,0 0 0,0 0 0,0 1 0,0-1 0,0 0 0,1 1 0,-1-1 0,1 1 0,-1-1 0,1 1 0,0-1 0,0 1 0,0-1 0,0 1 0,1-1 0,-1 0 0,1 1 0,-1-1 0,1 1 0,0-1 0,0 0 0,0 1 0,0-1 0,2 3 0,3 2 0,1 1 0,0-1 0,0-1 0,0 1 0,1-1 0,0-1 0,0 1 0,14 6 0,7 2 0,39 13 0,58 6 0,-91-26 0,0 2 0,52 20 0,-85-28 0,1 0 0,0 1 0,-1-1 0,1 1 0,-1-1 0,1 1 0,-1 0 0,1 0 0,-1 0 0,3 4 0,-4-5 0,-1 0 0,0 0 0,1 0 0,-1 0 0,0 0 0,0-1 0,1 1 0,-1 0 0,0 0 0,0 0 0,0 0 0,0 0 0,0 0 0,0 0 0,-1 0 0,1-1 0,0 1 0,0 0 0,-1 0 0,1 0 0,0 0 0,-1-1 0,1 1 0,-1 0 0,1 0 0,-1 0 0,1-1 0,-1 1 0,0 0 0,1-1 0,-1 1 0,0-1 0,0 1 0,1-1 0,-1 1 0,0-1 0,-1 1 0,-11 7 0,0-2 0,0 1 0,0-1 0,-1-1 0,0-1 0,0 0 0,-22 3 0,-4-1 0,-59 0 0,91-6-341,1 0 0,-1 0-1,-13-3 1,7-1-6485</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58.143"/>
    </inkml:context>
    <inkml:brush xml:id="br0">
      <inkml:brushProperty name="width" value="0.05" units="cm"/>
      <inkml:brushProperty name="height" value="0.05" units="cm"/>
      <inkml:brushProperty name="color" value="#FFC114"/>
    </inkml:brush>
  </inkml:definitions>
  <inkml:trace contextRef="#ctx0" brushRef="#br0">0 148 24575,'29'-26'0,"-21"20"0,-1 0 0,0-1 0,0 0 0,7-10 0,-11 54 0,-1-23 0,2-1 0,-1 1 0,2-1 0,0-1 0,0 1 0,1-1 0,1 1 0,0-2 0,16 21 0,-18-26 0,0-1 0,1 1 0,0-1 0,-1 0 0,2-1 0,-1 1 0,0-1 0,11 4 0,-12-6 0,0 0 0,0 0 0,0-1 0,0 0 0,0 0 0,0 0 0,0-1 0,0 0 0,1 0 0,-1 0 0,0 0 0,0-1 0,8-2 0,-10 2 0,0 0 0,1 0 0,-1-1 0,0 1 0,0-1 0,0 1 0,0-1 0,0 0 0,-1 0 0,1-1 0,0 1 0,-1 0 0,0-1 0,4-5 0,-3 3 0,0 0 0,0-1 0,-1 1 0,0 0 0,0-1 0,-1 1 0,1-1 0,0-8 0,-1 3 0,0 1 0,-1-1 0,-1 0 0,1 0 0,-2 0 0,1 0 0,-2 0 0,1 1 0,-5-11 0,2 10 69,0 0-1,-1 1 0,0-1 0,-9-11 1,12 18-191,0 0 0,0 1 0,0 0 0,0-1 0,-1 1 0,1 0 0,-1 1 0,0-1 0,0 1 1,0-1-1,0 1 0,0 0 0,-9-2 0,1 3-6704</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59.268"/>
    </inkml:context>
    <inkml:brush xml:id="br0">
      <inkml:brushProperty name="width" value="0.05" units="cm"/>
      <inkml:brushProperty name="height" value="0.05" units="cm"/>
      <inkml:brushProperty name="color" value="#FFC114"/>
    </inkml:brush>
  </inkml:definitions>
  <inkml:trace contextRef="#ctx0" brushRef="#br0">1 232 24575,'-1'-9'0,"2"-1"0,-1 1 0,1-1 0,1 1 0,4-18 0,-6 25 0,1 1 0,0-1 0,0 1 0,-1-1 0,1 1 0,0-1 0,0 1 0,0 0 0,0-1 0,1 1 0,-1 0 0,0 0 0,1 0 0,-1 0 0,0 0 0,3-1 0,-2 1 0,0 1 0,1-1 0,-1 1 0,0 0 0,0 0 0,0 0 0,0 0 0,0 0 0,0 0 0,1 0 0,-1 1 0,0-1 0,0 1 0,0 0 0,0-1 0,0 1 0,1 1 0,6 3 0,-1 0 0,-1 0 0,1 1 0,-1 0 0,0 0 0,0 1 0,9 12 0,38 56 0,-49-68 0,-1-1 0,29 49 0,-30-51 0,-1 0 0,0 0 0,0 1 0,-1-1 0,1 1 0,-1 0 0,0-1 0,0 1 0,-1 0 0,1 7 0,-1-11 0,0-1 0,0 1 0,-1-1 0,1 1 0,0 0 0,0-1 0,-1 1 0,1-1 0,0 1 0,-1 0 0,1-1 0,0 1 0,-1-1 0,1 1 0,-1-1 0,1 0 0,-1 1 0,1-1 0,-1 1 0,1-1 0,-1 0 0,1 1 0,-1-1 0,0 0 0,1 0 0,-1 0 0,0 1 0,1-1 0,-1 0 0,1 0 0,-1 0 0,0 0 0,1 0 0,-1 0 0,0 0 0,1 0 0,-1 0 0,0-1 0,1 1 0,-1 0 0,-1-1 0,-26-10 0,20 6 0,-1-1 0,1 0 0,0 0 0,0-1 0,1 0 0,0-1 0,0 0 0,1 0 0,-1 0 0,2 0 0,0-1 0,0 0 0,-8-20 0,11 23 0,-1 0 0,1 0 0,1 0 0,-1-1 0,1 1 0,0-1 0,0 1 0,1-1 0,0 1 0,0-1 0,1 1 0,-1-1 0,1 1 0,1-1 0,-1 1 0,1 0 0,0 0 0,1-1 0,-1 1 0,1 1 0,1-1 0,6-9 0,-8 12 0,0 1 0,0 0 0,0 0 0,1 0 0,-1 0 0,0 1 0,1-1 0,0 1 0,-1-1 0,1 1 0,0 0 0,0 0 0,-1 0 0,1 0 0,0 1 0,5-2 0,-3 2 0,0 1 0,0-1 0,0 1 0,0-1 0,-1 1 0,1 1 0,0-1 0,0 1 0,5 2 0,3 3 0,-2 0 0,1 0 0,-1 1 0,0 1 0,-1-1 0,14 15 0,-16-13 0,0 1 0,0-1 0,-1 1 0,6 14 0,-13-25 0,0 0 0,0 0 0,0 0 0,0 0 0,0 0 0,0 0 0,0 1 0,0-1 0,1 0 0,-1 0 0,0 0 0,0 0 0,0 0 0,0 0 0,0 0 0,0 0 0,0 0 0,1 1 0,-1-1 0,0 0 0,0 0 0,0 0 0,0 0 0,0 0 0,0 0 0,1 0 0,-1 0 0,0 0 0,0 0 0,0 0 0,0 0 0,0 0 0,1 0 0,-1 0 0,0 0 0,0 0 0,0 0 0,0 0 0,0 0 0,1-1 0,-1 1 0,0 0 0,0 0 0,6-8 0,6-15 0,-9 17 0,-1 2 0,3-7 0,0 0 0,1 1 0,1 0 0,9-13 0,-15 22 0,0 0 0,0-1 0,0 1 0,1 0 0,-1 0 0,0-1 0,0 1 0,1 0 0,-1 0 0,1 0 0,-1 1 0,1-1 0,-1 0 0,1 0 0,-1 1 0,1-1 0,0 1 0,-1 0 0,1-1 0,0 1 0,0 0 0,-1 0 0,1 0 0,0 0 0,-1 0 0,1 0 0,0 1 0,-1-1 0,1 1 0,0-1 0,-1 1 0,1-1 0,-1 1 0,1 0 0,-1 0 0,1 0 0,-1 0 0,1 0 0,1 2 0,5 6 0,-1 0 0,0 0 0,0 1 0,-1 0 0,0 0 0,-1 1 0,7 17 0,-5-12 0,0-1 0,17 27 0,-20-36 0,0 0 0,1 0 0,0-1 0,0 0 0,1 0 0,-1 0 0,1 0 0,0-1 0,11 6 0,-14-8 0,0-1 0,1 0 0,-1 0 0,0 0 0,1 0 0,-1-1 0,1 1 0,-1-1 0,1 0 0,-1 0 0,1 0 0,-1-1 0,1 1 0,-1-1 0,1 0 0,-1 0 0,1 0 0,-1 0 0,0 0 0,0-1 0,0 0 0,4-2 0,0-1 0,0-1 0,0 0 0,-1 0 0,0-1 0,0 0 0,0 0 0,-1 0 0,0-1 0,0 0 0,-1 0 0,0 0 0,0 0 0,-1-1 0,0 0 0,1-9 0,-1 9 0,-2 0 0,1 0 0,-1 0 0,0 0 0,-1 0 0,0 0 0,0-1 0,-1 1 0,-1 0 0,1 0 0,-1 0 0,-1 0 0,0 1 0,-7-16 0,9 21 0,0 1 0,-1-1 0,1 1 0,-1-1 0,0 1 0,0 0 0,0 0 0,0 0 0,0 0 0,0 0 0,0 0 0,-1 1 0,1-1 0,-1 1 0,1-1 0,-1 1 0,1 0 0,-1 0 0,0 0 0,0 1 0,0-1 0,1 1 0,-1-1 0,0 1 0,0 0 0,0 0 0,0 0 0,0 0 0,1 1 0,-1-1 0,0 1 0,0 0 0,0 0 0,1 0 0,-1 0 0,0 0 0,1 0 0,-1 1 0,1-1 0,0 1 0,-1 0 0,1 0 0,0 0 0,0 0 0,0 0 0,0 0 0,1 0 0,-1 1 0,0-1 0,1 1 0,0-1 0,0 1 0,-1 0 0,0 3 0,1 0 0,-1-1 0,1 0 0,0 1 0,0-1 0,0 1 0,1 0 0,0-1 0,0 1 0,0-1 0,1 1 0,0-1 0,0 1 0,0-1 0,1 1 0,2 6 0,0-5 0,-1 1 0,2-1 0,-1 0 0,1 0 0,0 0 0,0-1 0,1 0 0,0 0 0,12 10 0,-10-10 0,0-1 0,1 1 0,-1-1 0,1-1 0,0 0 0,1 0 0,-1-1 0,12 3 0,-14-4 0,0-1 0,0 0 0,0-1 0,0 0 0,0 0 0,-1 0 0,1 0 0,0-1 0,0-1 0,0 1 0,12-5 0,-12 3 0,-1 0 0,0-1 0,-1 0 0,1 0 0,-1 0 0,1 0 0,-1-1 0,-1 0 0,1 0 0,-1 0 0,1-1 0,-1 1 0,-1-1 0,1 0 0,-1 0 0,0 0 0,-1-1 0,0 1 0,1-1 0,-2 1 0,1-1 0,0-10 0,-1 6 0,0 1 0,-1-1 0,0 1 0,-1 0 0,0-1 0,-1 1 0,0 0 0,0 0 0,-1-1 0,0 2 0,-1-1 0,0 0 0,-1 1 0,-6-10 0,63 108 0,-31-56 0,16 20 0,-36-52 0,0 0 0,0 0 0,0 0 0,0 0 0,1-1 0,-1 1 0,0 0 0,1-1 0,-1 1 0,0 0 0,1-1 0,-1 0 0,1 1 0,-1-1 0,0 0 0,1 0 0,-1 0 0,1 0 0,-1 0 0,1 0 0,1 0 0,35-10 0,-12 2 0,-7 6-682,30 0-1,-34 2-6143</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0.765"/>
    </inkml:context>
    <inkml:brush xml:id="br0">
      <inkml:brushProperty name="width" value="0.05" units="cm"/>
      <inkml:brushProperty name="height" value="0.05" units="cm"/>
      <inkml:brushProperty name="color" value="#FFC114"/>
    </inkml:brush>
  </inkml:definitions>
  <inkml:trace contextRef="#ctx0" brushRef="#br0">16 74 24575,'-1'-11'0,"-1"1"0,0-1 0,-5-15 0,3 10 0,9 92 0,14 62 0,6-1 0,47 151 0,112 258 0,-162-484-1365,-6-14-5461</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1.108"/>
    </inkml:context>
    <inkml:brush xml:id="br0">
      <inkml:brushProperty name="width" value="0.05" units="cm"/>
      <inkml:brushProperty name="height" value="0.05" units="cm"/>
      <inkml:brushProperty name="color" value="#FFC114"/>
    </inkml:brush>
  </inkml:definitions>
  <inkml:trace contextRef="#ctx0" brushRef="#br0">1 201 24575,'0'-1'0,"0"0"0,0 0 0,0 0 0,0 0 0,0-1 0,0 1 0,0 0 0,0 0 0,1 0 0,-1 0 0,1-1 0,-1 1 0,1 0 0,-1 0 0,1 0 0,-1 0 0,1 0 0,0 0 0,0 0 0,-1 1 0,1-1 0,0 0 0,0 0 0,2-1 0,-1 2 0,0-1 0,0 0 0,0 1 0,0 0 0,0-1 0,0 1 0,0 0 0,0 0 0,0 0 0,0 0 0,0 1 0,0-1 0,3 1 0,3 1 0,1 1 0,-1 0 0,0 1 0,0 0 0,12 7 0,7 10 0,-1 0 0,30 33 0,-36-33 0,2 0 0,1-1 0,34 22 0,-54-40 0,1 0 0,-1 0 0,1 0 0,-1-1 0,1 1 0,-1-1 0,1 0 0,0 0 0,0 0 0,0-1 0,-1 1 0,1-1 0,0 0 0,0 0 0,0-1 0,0 1 0,-1-1 0,1 1 0,0-1 0,0 0 0,-1-1 0,1 1 0,-1-1 0,1 0 0,-1 1 0,1-1 0,-1-1 0,0 1 0,0 0 0,0-1 0,-1 0 0,4-2 0,7-11 0,-1 0 0,0 0 0,-2-1 0,18-34 0,-23 41 0,18-36 0,-2-1 0,27-90 0,-44 114 0,-4 23 0,1 0 0,-1 0 0,0 0 0,0 0 0,0 0 0,0-1 0,0 1 0,0 0 0,0 0 0,0 0 0,0 0 0,0 0 0,0 0 0,0 0 0,0 0 0,0-1 0,0 1 0,0 0 0,0 0 0,0 0 0,0 0 0,0 0 0,0 0 0,0 0 0,0-1 0,0 1 0,0 0 0,0 0 0,0 0 0,0 0 0,0 0 0,0 0 0,0 0 0,0 0 0,0 0 0,0-1 0,-1 1 0,1 0 0,0 0 0,0 0 0,0 0 0,0 0 0,0 0 0,0 0 0,0 0 0,0 0 0,0 0 0,-1 0 0,1 0 0,0 0 0,0 0 0,0 0 0,0 0 0,0 0 0,0 0 0,0 0 0,0 0 0,-1 0 0,1 0 0,0 0 0,0 0 0,0 0 0,-7 8 0,-6 13 0,-19 57-1365,16-37-5461</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1.436"/>
    </inkml:context>
    <inkml:brush xml:id="br0">
      <inkml:brushProperty name="width" value="0.05" units="cm"/>
      <inkml:brushProperty name="height" value="0.05" units="cm"/>
      <inkml:brushProperty name="color" value="#FFC114"/>
    </inkml:brush>
  </inkml:definitions>
  <inkml:trace contextRef="#ctx0" brushRef="#br0">18 57 24575,'-3'-8'0,"-1"0"0,1 0 0,1 0 0,-4-16 0,25 61 0,194 542 0,-149-384 342,-49-142-1196,12 92 1,-23-111-5973</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1.763"/>
    </inkml:context>
    <inkml:brush xml:id="br0">
      <inkml:brushProperty name="width" value="0.05" units="cm"/>
      <inkml:brushProperty name="height" value="0.05" units="cm"/>
      <inkml:brushProperty name="color" value="#FFC114"/>
    </inkml:brush>
  </inkml:definitions>
  <inkml:trace contextRef="#ctx0" brushRef="#br0">262 190 24575,'-5'-2'0,"1"0"0,0 1 0,-1-1 0,1 1 0,-1 0 0,0 1 0,1-1 0,-1 1 0,0 0 0,1 0 0,-1 0 0,1 0 0,-1 1 0,0 0 0,1 0 0,-1 0 0,1 1 0,0 0 0,-1 0 0,1 0 0,0 0 0,0 0 0,0 1 0,0 0 0,1-1 0,-7 7 0,-5 7 0,0 0 0,1 0 0,1 1 0,-14 25 0,-27 59 0,66-129 0,21-49 0,82-138 0,-109 204 0,2 1 0,-1 0 0,2 0 0,-1 1 0,20-16 0,-24 22 0,0 0 0,1 0 0,-1 1 0,1-1 0,0 1 0,-1 0 0,1 1 0,0-1 0,0 1 0,0 0 0,0 0 0,0 0 0,1 1 0,-1 0 0,0 0 0,0 0 0,6 2 0,1 1 34,0 0 0,-1 1 0,1 0 0,-1 1 1,-1 1-1,1 0 0,-1 0 0,0 1 0,15 13 0,8 9-777,34 41 0,-62-65 523,51 58-6606</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2.811"/>
    </inkml:context>
    <inkml:brush xml:id="br0">
      <inkml:brushProperty name="width" value="0.05" units="cm"/>
      <inkml:brushProperty name="height" value="0.05" units="cm"/>
      <inkml:brushProperty name="color" value="#FFC114"/>
    </inkml:brush>
  </inkml:definitions>
  <inkml:trace contextRef="#ctx0" brushRef="#br0">38 1608 24575,'0'0'0,"0"1"0,1-1 0,-1 1 0,0-1 0,1 1 0,-1-1 0,1 1 0,-1-1 0,1 0 0,-1 1 0,1-1 0,-1 0 0,1 1 0,-1-1 0,1 0 0,0 0 0,-1 1 0,1-1 0,-1 0 0,1 0 0,0 0 0,-1 0 0,1 0 0,0 0 0,-1 0 0,1 0 0,-1 0 0,1 0 0,0 0 0,-1 0 0,1-1 0,0 1 0,-1 0 0,1 0 0,-1-1 0,1 1 0,-1 0 0,1-1 0,-1 1 0,1-1 0,-1 1 0,1 0 0,-1-1 0,1 1 0,-1-1 0,0 1 0,1-1 0,-1 1 0,0-1 0,0 0 0,1 1 0,-1-1 0,0 1 0,0-1 0,0 0 0,1 0 0,0-5 0,1-1 0,-1 1 0,0 0 0,0-9 0,2-277 0,-3 60 0,5 69 0,4-582 0,-9 725 0,-2-38 0,2 54 0,-1 0 0,0 0 0,1 0 0,-2 0 0,1 1 0,0-1 0,-1 0 0,1 1 0,-1-1 0,-4-6 0,5 10 0,1 0 0,-1-1 0,1 1 0,-1 0 0,1-1 0,0 1 0,-1 0 0,1-1 0,-1 1 0,1 0 0,-1 0 0,0 0 0,1 0 0,-1 0 0,1-1 0,-1 1 0,1 0 0,-1 0 0,1 0 0,-1 0 0,1 1 0,-1-1 0,0 0 0,1 0 0,-1 0 0,1 0 0,-1 0 0,1 1 0,-1-1 0,1 0 0,-1 1 0,1-1 0,0 0 0,-1 1 0,1-1 0,-1 0 0,1 1 0,0-1 0,-1 1 0,1-1 0,0 0 0,-1 1 0,1-1 0,0 1 0,-1 0 0,-12 24 0,-10 45-1365,12-35-5461</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3.216"/>
    </inkml:context>
    <inkml:brush xml:id="br0">
      <inkml:brushProperty name="width" value="0.05" units="cm"/>
      <inkml:brushProperty name="height" value="0.05" units="cm"/>
      <inkml:brushProperty name="color" value="#FFC114"/>
    </inkml:brush>
  </inkml:definitions>
  <inkml:trace contextRef="#ctx0" brushRef="#br0">172 164 24575,'0'8'0,"-1"1"0,-1-1 0,1 0 0,-1 1 0,-1-1 0,0 0 0,-4 9 0,-30 55 0,27-56 0,2 0 0,-25 39 0,31-51 0,-1 0 0,0 0 0,-1 0 0,1-1 0,-1 1 0,1-1 0,-1 0 0,0 0 0,-8 4 0,12-7 0,0 1 0,-1-1 0,1 0 0,-1 0 0,1 0 0,-1 1 0,1-1 0,-1 0 0,0 0 0,1 0 0,-1 0 0,1 0 0,-1 0 0,1 0 0,-1 0 0,1 0 0,-1 0 0,1 0 0,-1 0 0,1-1 0,-1 1 0,1 0 0,-1 0 0,1-1 0,-1 1 0,1 0 0,-1 0 0,0-1 0,-6-16 0,6-23 0,1 39 0,3-23 0,0 0 0,1 1 0,2-1 0,0 1 0,2 1 0,0-1 0,1 1 0,2 0 0,0 1 0,1 1 0,1 0 0,23-27 0,-31 41 0,1 0 0,0 1 0,0-1 0,0 1 0,1 1 0,0-1 0,0 1 0,0 0 0,0 1 0,1 0 0,-1 0 0,1 0 0,15-2 0,-14 4 0,0 1 0,-1 0 0,1 0 0,0 1 0,-1 0 0,1 1 0,-1 0 0,1 0 0,-1 1 0,0 0 0,0 0 0,14 8 0,1 3 85,-1 0 0,0 2 1,23 22-1,54 58-1554,-93-90 1232,29 31-6589</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3.544"/>
    </inkml:context>
    <inkml:brush xml:id="br0">
      <inkml:brushProperty name="width" value="0.05" units="cm"/>
      <inkml:brushProperty name="height" value="0.05" units="cm"/>
      <inkml:brushProperty name="color" value="#FFC114"/>
    </inkml:brush>
  </inkml:definitions>
  <inkml:trace contextRef="#ctx0" brushRef="#br0">1 1 24575,'2'0'0,"-1"1"0,1-1 0,0 1 0,0-1 0,-1 1 0,1 0 0,0-1 0,-1 1 0,1 0 0,-1 0 0,1 0 0,-1 0 0,1 1 0,-1-1 0,0 0 0,0 1 0,1-1 0,0 3 0,20 33 0,-17-28 0,58 120 0,68 203 0,22 197 342,-50 11-2049,-97-501-5119</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3.842"/>
    </inkml:context>
    <inkml:brush xml:id="br0">
      <inkml:brushProperty name="width" value="0.05" units="cm"/>
      <inkml:brushProperty name="height" value="0.05" units="cm"/>
      <inkml:brushProperty name="color" value="#FFC114"/>
    </inkml:brush>
  </inkml:definitions>
  <inkml:trace contextRef="#ctx0" brushRef="#br0">22 311 24575,'-1'0'0,"-1"-1"0,1 1 0,0 0 0,0-1 0,-1 1 0,1-1 0,0 1 0,0-1 0,0 0 0,0 0 0,0 1 0,0-1 0,0 0 0,0 0 0,-2-2 0,2-3 0,12 6 0,53 21 0,-35-10 0,0-2 0,1-1 0,52 7 0,-73-15 0,1 1 0,-1-1 0,0-1 0,0 1 0,0-2 0,0 1 0,0-1 0,0-1 0,-1 1 0,1-1 0,-1-1 0,0 0 0,1 0 0,-2-1 0,1 1 0,0-2 0,7-6 0,-8 5 0,0 0 0,-1-1 0,0 0 0,0 0 0,-1 0 0,0-1 0,-1 1 0,1-1 0,-2 0 0,1-1 0,-1 1 0,3-17 0,-3 5 0,0 0 0,-1-1 0,-2 1 0,-3-38 0,-2 33 342,-1 18-684,6 8 297,0 0-1,-1 0 1,1 0-1,0 1 1,0-1-1,-1 0 1,1 0-1,0 0 1,0 1-1,-1-1 1,1 0-1,0 0 1,0 1-1,-1-1 1,1 0-1,0 0 1,0 1-1,0-1 1,0 0-1,-1 1 1,1-1-1,0 0 1,0 1-1,0-1 0,0 0 1,0 1-1,0-1 1,0 0-1,0 1 1,-3 12-6781</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4.795"/>
    </inkml:context>
    <inkml:brush xml:id="br0">
      <inkml:brushProperty name="width" value="0.05" units="cm"/>
      <inkml:brushProperty name="height" value="0.05" units="cm"/>
      <inkml:brushProperty name="color" value="#FFC114"/>
    </inkml:brush>
  </inkml:definitions>
  <inkml:trace contextRef="#ctx0" brushRef="#br0">1361 677 24575,'-7'-3'0,"0"0"0,0 0 0,-1 0 0,1 1 0,-1 1 0,0-1 0,1 1 0,-1 0 0,0 1 0,0 0 0,0 0 0,1 1 0,-1 0 0,0 0 0,-13 5 0,-1 1 0,0 1 0,0 1 0,1 0 0,1 2 0,-37 25 0,-89 80 0,123-96 0,-147 129-434,-282 322-1,412-424 418,3 3 0,1 1 0,3 1-1,-35 76 1,57-105 6,2 1 0,1 0-1,0 0 1,2 0 0,1 1-1,1 0 1,1 0 0,1 0-1,1 1 1,1-1 0,2 0-1,0 0 1,9 37-1,-2-34-44,1 1 0,2-1-1,0-1 1,2 0-1,1-1 1,2 0 0,0-1-1,1-1 1,1-1-1,2-1 1,24 22-1,5-2-63,1-1-1,1-3 0,3-2 0,66 32 1,-10-15-319,2-5 0,2-5 0,175 42 1,-72-39-712,231 20 1,698-17-2619,4-104 2198,468-120-109,-18-114 915,-626 35 390,-665 154 412,317-151-1,-486 184 282,185-118-1,-265 144-183,-2-2-1,-2-2 1,-2-3-1,-2-3 1,54-65-1,-86 88 96,-1 0 0,-1 0 0,-1-2-1,-2 0 1,-1-1 0,-1-1 0,13-47 0,-21 58-35,-1-1 1,-2 1-1,0-1 1,-1 0 0,-1 0-1,-1 0 1,-2 0-1,0 0 1,-1 0-1,0 1 1,-2-1 0,-13-33-1,7 28-144,-2 1 0,-1 1 0,-1 0 0,-1 1 0,-1 1 1,-1 0-1,-1 1 0,-1 2 0,-1-1 0,-33-23 0,2 7 303,-1 2 0,-2 2 1,-100-43-1,19 22-264,-3 5 0,-260-54 0,-305 1-533,-791 36-1810,0 152 493,845-8 1299,-698 178 0,791-106 582,17 44 1246,305-80-620,194-90-12,1 2 0,1 1 0,-49 46 1,74-60-431,0 2 0,1-1 0,0 2 0,2 0 0,-16 27 0,5 5-3670</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5.319"/>
    </inkml:context>
    <inkml:brush xml:id="br0">
      <inkml:brushProperty name="width" value="0.05" units="cm"/>
      <inkml:brushProperty name="height" value="0.05" units="cm"/>
      <inkml:brushProperty name="color" value="#FFC114"/>
    </inkml:brush>
  </inkml:definitions>
  <inkml:trace contextRef="#ctx0" brushRef="#br0">101 361 24575,'-17'-35'0,"11"21"0,-1 0 0,0 0 0,0 1 0,-2 1 0,-17-23 0,25 35 0,1-1 0,0 1 0,0 0 0,-1-1 0,1 1 0,0 0 0,-1-1 0,1 1 0,0 0 0,-1 0 0,1-1 0,0 1 0,-1 0 0,1 0 0,0 0 0,-1-1 0,1 1 0,-1 0 0,1 0 0,0 0 0,-1 0 0,1 0 0,-1 0 0,1 0 0,-1 0 0,1 0 0,0 0 0,-1 0 0,1 0 0,-1 0 0,1 0 0,-1 0 0,1 1 0,0-1 0,-1 0 0,0 1 0,1 0 0,-1 0 0,0 0 0,1 0 0,-1 0 0,0 1 0,1-1 0,-1 0 0,1 0 0,0 1 0,0-1 0,-1 3 0,0 38 0,6 3 0,2-1 0,2-1 0,29 85 0,-26-97 0,1 0 0,2 0 0,0-2 0,3 0 0,39 52 0,-41-64 0,0-1 0,1 0 0,1-1 0,0-1 0,1 0 0,0-2 0,1 0 0,37 15 0,-32-17 0,0-1 0,1-1 0,0-2 0,0-1 0,1 0 0,-1-2 0,39-1 0,-43-2 0,0-2 0,0 0 0,0-2 0,-1 0 0,1-1 0,-1-2 0,0 0 0,0-1 0,21-12 0,-26 11 0,-1-1 0,0 0 0,-1-1 0,0 0 0,-1-1 0,0-1 0,-1 0 0,-1-1 0,0 0 0,0-1 0,-2 0 0,9-17 0,-8 11 0,-2-1 0,0 0 0,-2-1 0,0 0 0,-2 0 0,0 0 0,-2 0 0,0-1 0,-2 1 0,0 0 0,-6-34 0,0 18 0,-2 1 0,-1 0 0,-2 0 0,-1 1 0,-3 1 0,-19-37 0,34 72 0,-11-19 0,-19-29 0,27 44 0,0 1 0,0 0 0,0 1 0,-1-1 0,0 0 0,1 1 0,-1 0 0,0 0 0,0 0 0,-1 0 0,1 1 0,-1 0 0,-5-3 0,9 5 10,0 0 0,0 0 0,0-1-1,0 1 1,-1 0 0,1 0 0,0 0-1,0 0 1,0 1 0,0-1 0,0 0-1,0 0 1,0 0 0,0 1 0,0-1-1,0 1 1,0-1 0,0 1 0,0-1-1,1 1 1,-1-1 0,0 1 0,0 0-1,0 0 1,1-1 0,-1 1 0,0 0-1,1 0 1,-1 0 0,1 0 0,-1 0-1,1 0 1,-1 0 0,0 1 0,0 3-295,-1 0 1,1 0-1,0 1 1,0-1-1,0 7 1,-1 12-6542</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5.585"/>
    </inkml:context>
    <inkml:brush xml:id="br0">
      <inkml:brushProperty name="width" value="0.05" units="cm"/>
      <inkml:brushProperty name="height" value="0.05" units="cm"/>
      <inkml:brushProperty name="color" value="#FFC114"/>
    </inkml:brush>
  </inkml:definitions>
  <inkml:trace contextRef="#ctx0" brushRef="#br0">0 24 24575,'3'-3'0,"0"1"0,-1 0 0,1 0 0,0 0 0,0 0 0,0 0 0,1 1 0,-1-1 0,0 1 0,1 0 0,-1 0 0,0 0 0,1 0 0,0 1 0,-1-1 0,1 1 0,-1 0 0,1 0 0,-1 1 0,1-1 0,-1 1 0,1-1 0,-1 1 0,5 2 0,7 3 0,0 0 0,0 1 0,-1 1 0,15 10 0,-17-11 0,269 199 0,-147-103 0,-77-65-1365,-39-29-5461</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5.804"/>
    </inkml:context>
    <inkml:brush xml:id="br0">
      <inkml:brushProperty name="width" value="0.05" units="cm"/>
      <inkml:brushProperty name="height" value="0.05" units="cm"/>
      <inkml:brushProperty name="color" value="#FFC114"/>
    </inkml:brush>
  </inkml:definitions>
  <inkml:trace contextRef="#ctx0" brushRef="#br0">339 94 24575,'-7'-16'0,"-17"-31"0,23 45 0,0-1 0,-1 1 0,1 0 0,-1 0 0,0 0 0,0 0 0,0 0 0,0 0 0,0 0 0,0 1 0,0-1 0,0 1 0,-1-1 0,1 1 0,-4-1 0,5 2 0,0 0 0,-1 0 0,1-1 0,0 2 0,-1-1 0,1 0 0,0 0 0,-1 0 0,1 1 0,0-1 0,0 0 0,-1 1 0,1-1 0,0 1 0,0 0 0,0-1 0,-1 1 0,1 0 0,0 0 0,0 0 0,0 0 0,0 0 0,1 0 0,-2 1 0,-18 31 0,18-30 0,-27 57 0,-28 83 0,-9 69 0,63-202 0,-14 45 0,5-22 0,2 1 0,1 0 0,2 1 0,-3 46 0,9-80-52,1 0-1,0 0 1,0 0-1,0 0 1,0-1-1,0 1 1,0 0-1,0 0 1,0 0-1,0 0 1,0 0-1,1 0 1,-1 0-1,0 0 1,1 0-1,-1 0 1,1 0-1,-1-1 1,1 1-1,-1 0 0,1 0 1,-1-1-1,1 1 1,0 0-1,0 0 1</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19.664"/>
    </inkml:context>
    <inkml:brush xml:id="br0">
      <inkml:brushProperty name="width" value="0.05" units="cm"/>
      <inkml:brushProperty name="height" value="0.05" units="cm"/>
      <inkml:brushProperty name="color" value="#FFC114"/>
    </inkml:brush>
  </inkml:definitions>
  <inkml:trace contextRef="#ctx0" brushRef="#br0">1 920 24575,'0'-1'0,"0"0"0,0 0 0,1 0 0,-1 0 0,1 0 0,-1 0 0,1 0 0,0 0 0,-1 0 0,1 1 0,0-1 0,-1 0 0,1 0 0,0 0 0,0 1 0,0-1 0,0 0 0,0 1 0,0-1 0,1 0 0,25-11 0,-21 9 0,-3 2 0,0-1 0,0 1 0,0 0 0,0 0 0,0 0 0,1 0 0,-1 1 0,0-1 0,1 1 0,-1 0 0,0 0 0,0 0 0,1 0 0,-1 0 0,0 1 0,1-1 0,-1 1 0,0 0 0,0 0 0,0 1 0,0-1 0,0 0 0,0 1 0,0 0 0,-1 0 0,1 0 0,0 0 0,-1 0 0,1 0 0,-1 1 0,0-1 0,0 1 0,3 5 0,25 37 0,30 61 0,-16-27 0,40 64 0,-153-279 0,-86-204 0,130 274 0,3-1 0,3 0 0,-14-93 0,29 131 0,1-2 0,1 1 0,2 0 0,1 0 0,1-1 0,13-57 0,-12 76 0,1 1 0,0-1 0,1 1 0,0 1 0,1-1 0,0 1 0,0 0 0,15-17 0,-15 20 0,1 1 0,0 0 0,0 1 0,0-1 0,1 1 0,0 1 0,0-1 0,0 1 0,0 1 0,1-1 0,0 2 0,16-5 0,-14 5 0,0 1 0,0 0 0,0 0 0,0 1 0,0 0 0,1 1 0,-1 0 0,0 1 0,0 0 0,-1 0 0,1 2 0,-1-1 0,1 1 0,-1 1 0,0 0 0,0 0 0,-1 1 0,0 0 0,0 1 0,0 0 0,-1 0 0,0 1 0,0 0 0,-1 0 0,0 1 0,0 0 0,-1 0 0,0 1 0,-1-1 0,0 1 0,-1 1 0,0-1 0,0 1 0,-1-1 0,0 1 0,2 22 0,-5-18 0,0 0 0,-1 0 0,0 0 0,-2 0 0,1 0 0,-2-1 0,0 1 0,0-1 0,-2 0 0,-12 23 0,-3 2 0,-3-1 0,-36 45 0,58-82 0,0 1 0,1 0 0,0 0 0,-1-1 0,1 1 0,0 0 0,0 0 0,0 0 0,0 1 0,1-1 0,-1 0 0,0 0 0,1 0 0,-1 3 0,2-5 0,-1 1 0,0-1 0,0 1 0,0-1 0,0 1 0,1-1 0,-1 1 0,0-1 0,0 1 0,1-1 0,-1 1 0,0-1 0,1 0 0,-1 1 0,1-1 0,-1 0 0,1 1 0,-1-1 0,0 0 0,1 1 0,0-1 0,21 4 0,108-12 0,15 0 0,-112 9 0,1 2 0,50 11 0,-71-11 0,0 0 0,-1 1 0,1 1 0,0 0 0,-1 0 0,0 2 0,-1-1 0,1 1 0,11 11 0,-20-16 0,0 0 0,-1 1 0,1-1 0,-1 1 0,0 0 0,0 0 0,0 0 0,0 0 0,-1 0 0,1 0 0,-1 0 0,0 0 0,0 1 0,0-1 0,0 1 0,0-1 0,-1 0 0,0 5 0,0-2 0,-1-1 0,1 0 0,-2 0 0,1 1 0,0-1 0,-1 0 0,0 0 0,0-1 0,-1 1 0,-5 8 0,-4 3 0,0-1 0,-1-1 0,-1 0 0,0-1 0,-23 17 0,2-5-170,-1-2-1,-1-1 0,0-2 1,-2-1-1,0-2 0,-1-2 1,-69 16-1,72-24-6655</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20.303"/>
    </inkml:context>
    <inkml:brush xml:id="br0">
      <inkml:brushProperty name="width" value="0.05" units="cm"/>
      <inkml:brushProperty name="height" value="0.05" units="cm"/>
      <inkml:brushProperty name="color" value="#FFC114"/>
    </inkml:brush>
  </inkml:definitions>
  <inkml:trace contextRef="#ctx0" brushRef="#br0">57 348 24575,'6'-6'0,"-1"0"0,0 0 0,-1 0 0,6-10 0,-8 14 0,-1 0 0,0 0 0,0-1 0,0 1 0,0 0 0,-1 0 0,1-1 0,0 1 0,-1-1 0,0 1 0,1 0 0,-1-1 0,0 1 0,0-1 0,-1 1 0,1 0 0,-1-5 0,0 6 0,1 0 0,0 1 0,-1-1 0,1 0 0,-1 0 0,1 1 0,-1-1 0,1 0 0,-1 1 0,0-1 0,1 1 0,-1-1 0,0 1 0,1-1 0,-1 1 0,0-1 0,0 1 0,0-1 0,1 1 0,-1 0 0,0 0 0,0-1 0,0 1 0,0 0 0,0 0 0,1 0 0,-1 0 0,0 0 0,0 0 0,0 0 0,0 0 0,0 1 0,0-1 0,1 0 0,-1 0 0,0 1 0,0-1 0,0 0 0,1 1 0,-1-1 0,0 1 0,0-1 0,1 1 0,-1-1 0,0 1 0,0 1 0,-3 1 0,0 0 0,1 0 0,0 1 0,-1-1 0,1 1 0,0 0 0,-3 6 0,2 1 0,0 0 0,0 0 0,1 0 0,1 1 0,0-1 0,0 1 0,1 0 0,1 0 0,0-1 0,0 1 0,4 19 0,-2-16 0,1-1 0,1 0 0,0 1 0,1-1 0,1-1 0,0 1 0,0-1 0,17 24 0,-20-33 0,1 1 0,-1-1 0,1 0 0,0 0 0,0 0 0,1-1 0,-1 1 0,1-1 0,-1 0 0,1 0 0,0-1 0,0 1 0,0-1 0,0 0 0,1 0 0,-1-1 0,1 0 0,-1 0 0,1 0 0,-1-1 0,1 1 0,-1-1 0,1-1 0,0 1 0,-1-1 0,1 0 0,-1 0 0,0 0 0,1-1 0,-1 0 0,0 0 0,0 0 0,0-1 0,0 0 0,0 0 0,-1 0 0,1 0 0,-1-1 0,0 0 0,0 0 0,0 0 0,0 0 0,-1 0 0,6-10 0,-4 4 0,0 0 0,0-1 0,-1 0 0,-1 1 0,1-2 0,-2 1 0,0 0 0,0 0 0,-1-1 0,0 1 0,-1-1 0,0 1 0,-1 0 0,0-1 0,-1 1 0,0 0 0,-1 0 0,0 0 0,-1 0 0,-8-16 0,8 17 0,-1 1 0,-1 0 0,0 0 0,0 0 0,0 1 0,-1 0 0,0 1 0,-1-1 0,0 1 0,-9-6 0,10 8 0,0 1 0,0 0 0,0 1 0,-1-1 0,0 2 0,1-1 0,-1 1 0,0 0 0,0 0 0,0 1 0,-1 0 0,1 1 0,-15 0 0,16 1 0,0 0 0,0 1 0,0 0 0,0 0 0,0 0 0,0 1 0,-8 4 0,13-6 0,0 0 0,0 0 0,1 0 0,-1 0 0,1 0 0,-1 0 0,1 0 0,-1 1 0,1-1 0,-1 0 0,1 1 0,0-1 0,0 1 0,0-1 0,0 1 0,0 0 0,0 0 0,0-1 0,1 1 0,-1 0 0,1 0 0,-1 0 0,1 0 0,0-1 0,-1 1 0,1 0 0,0 0 0,0 0 0,1 0 0,-1 0 0,0 0 0,1 2 0,0-3 0,0 1 0,0 0 0,0 0 0,0-1 0,0 1 0,1-1 0,-1 1 0,0-1 0,1 0 0,-1 1 0,1-1 0,0 0 0,-1 0 0,1 0 0,0 0 0,0 0 0,0-1 0,0 1 0,-1 0 0,1-1 0,0 1 0,0-1 0,0 0 0,3 0 0,4 1 0,0-1 0,1 0 0,-1-1 0,9-2 0,6-1 0,0-2 0,-1-1 0,0-1 0,0-1 0,-1-1 0,23-15 0,-11 4 0,0-1 0,57-51 0,-79 62 0,20-24 0,-29 31 0,0 1 0,-1-1 0,0 1 0,1-1 0,-1 0 0,-1 0 0,1 0 0,0 0 0,-1 0 0,0 0 0,0-1 0,0-4 0,-1 9 0,0-1 0,0 0 0,0 0 0,0 1 0,0-1 0,0 0 0,0 0 0,0 1 0,0-1 0,0 0 0,0 0 0,-1 1 0,1-1 0,0 0 0,-1 1 0,1-1 0,0 0 0,-1 1 0,1-1 0,-1 0 0,1 1 0,-1-1 0,1 1 0,-1-1 0,-1 0 0,1 1 0,0-1 0,0 1 0,-1 0 0,1 0 0,0 0 0,0 0 0,-1 0 0,1 0 0,0 0 0,0 0 0,-1 0 0,1 0 0,0 1 0,-2 0 0,-4 1 0,0 2 0,0-1 0,-12 9 0,14-8 0,-1 0 0,0 0 0,1 1 0,0 0 0,0 0 0,1 0 0,-1 1 0,1 0 0,-7 12 0,10-16 0,0 1 0,0-1 0,0 1 0,0-1 0,1 1 0,-1 0 0,1-1 0,-1 1 0,1 0 0,0-1 0,0 1 0,0 0 0,0 0 0,1-1 0,-1 1 0,1 0 0,0-1 0,0 1 0,-1-1 0,2 1 0,-1-1 0,0 1 0,0-1 0,1 0 0,-1 1 0,1-1 0,0 0 0,3 3 0,6 3 0,1 0 0,0-1 0,0 0 0,0-1 0,1 0 0,-1-1 0,24 6 0,7 3 0,-28-8 0,0 0 0,0 1 0,0 0 0,22 17 0,-34-22 0,0 0 0,-1 0 0,1 1 0,0-1 0,-1 1 0,0-1 0,0 1 0,1 0 0,-2 0 0,1 0 0,0 0 0,-1 0 0,1 0 0,-1 1 0,0-1 0,0 1 0,0-1 0,0 0 0,-1 1 0,0 0 0,1-1 0,-1 1 0,0-1 0,-1 1 0,1-1 0,-1 1 0,1-1 0,-3 5 0,0 0-65,-1-1 0,0 1 0,0-1 0,0 0 0,-1 0 0,-1 0 0,1-1 0,-1 0 0,0 0 0,0 0 0,-1-1 0,1 0 0,-1 0 0,-1 0 0,1-1 0,0 0 0,-1-1 0,0 0 0,0 0 0,-12 3 0,0-5-6761</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20.860"/>
    </inkml:context>
    <inkml:brush xml:id="br0">
      <inkml:brushProperty name="width" value="0.05" units="cm"/>
      <inkml:brushProperty name="height" value="0.05" units="cm"/>
      <inkml:brushProperty name="color" value="#FFC114"/>
    </inkml:brush>
  </inkml:definitions>
  <inkml:trace contextRef="#ctx0" brushRef="#br0">168 444 24575,'1'-1'0,"0"1"0,-1-1 0,1 0 0,0 0 0,0 1 0,0-1 0,0 0 0,-1 0 0,1 0 0,0 0 0,-1 0 0,1 0 0,-1 0 0,1 0 0,-1 0 0,1-1 0,-1 1 0,0 0 0,0 0 0,0 0 0,1 0 0,-1 0 0,0-1 0,0 1 0,-1 0 0,1 0 0,0 0 0,0-1 0,0 1 0,-1 0 0,1 0 0,-1 0 0,1 0 0,-1 0 0,1 0 0,-1 0 0,0 0 0,1 0 0,-1 0 0,0 0 0,0 0 0,0 1 0,1-1 0,-2-1 0,-1 0 0,0 0 0,-1 0 0,1 1 0,0-1 0,-1 1 0,1-1 0,0 1 0,-1 0 0,1 0 0,-1 1 0,0-1 0,1 1 0,-5 0 0,3 0 0,-1 1 0,0-1 0,1 2 0,-1-1 0,1 0 0,0 1 0,0 0 0,-1 1 0,1-1 0,0 1 0,1 0 0,-1 0 0,0 0 0,1 1 0,0-1 0,0 1 0,-5 6 0,6-6 0,0 0 0,1-1 0,0 1 0,0 0 0,0 0 0,0 1 0,1-1 0,-1 0 0,1 0 0,0 1 0,1-1 0,-1 1 0,1-1 0,0 1 0,0-1 0,0 0 0,0 1 0,1-1 0,0 1 0,0-1 0,0 0 0,2 6 0,1-2 0,0 0 0,0 0 0,1 0 0,0-1 0,0 0 0,1 0 0,0 0 0,0-1 0,0 0 0,1 0 0,0 0 0,0-1 0,1 0 0,-1-1 0,1 1 0,0-1 0,14 4 0,-13-5 0,1 0 0,-1-1 0,0 0 0,1 0 0,-1-1 0,1 0 0,-1-1 0,1 0 0,-1-1 0,1 0 0,-1 0 0,1-1 0,-1 0 0,0-1 0,0 0 0,12-5 0,-13 3 0,1 1 0,-1-2 0,0 1 0,0-1 0,0 0 0,-1-1 0,0 0 0,0 0 0,-1-1 0,0 0 0,0 0 0,-1 0 0,0 0 0,0-1 0,5-15 0,-6 11 0,0 1 0,-2-1 0,1 0 0,-2 0 0,0 0 0,0 0 0,-1 0 0,-1 0 0,0 0 0,-1 0 0,-5-18 0,0 3 0,-2 0 0,-2 1 0,0 0 0,-1 1 0,-2 0 0,-1 1 0,-1 1 0,0 0 0,-2 1 0,-1 1 0,-24-22 0,19 29 0,24 15 0,-1-1 0,1 1 0,0 0 0,-1 0 0,1 0 0,0 0 0,-1 0 0,1 0 0,-1 0 0,1 0 0,0 0 0,-1 0 0,1 0 0,-1 0 0,1 0 0,0 0 0,-1 0 0,1 0 0,-1 0 0,1 1 0,0-1 0,-1 0 0,1 0 0,-1 1 0,1 0 0,-1-1 0,1 1 0,0 0 0,0-1 0,-1 1 0,1 0 0,0-1 0,0 1 0,0 0 0,0-1 0,0 1 0,0 0 0,0 0 0,0-1 0,0 1 0,0 0 0,1 1 0,4 19 0,2 0 0,0 0 0,1 0 0,2-1 0,12 21 0,-8-14 0,181 321 0,-193-343 0,1-1 0,0 0 0,0 0 0,1 0 0,5 5 0,-9-8 0,1 0 0,0-1 0,-1 1 0,1-1 0,0 0 0,-1 1 0,1-1 0,0 1 0,0-1 0,-1 0 0,1 0 0,0 1 0,0-1 0,-1 0 0,1 0 0,0 0 0,0 0 0,0 0 0,-1 0 0,1 0 0,0 0 0,0 0 0,0 0 0,-1-1 0,1 1 0,0 0 0,0 0 0,-1-1 0,1 1 0,0 0 0,0-1 0,-1 1 0,1-1 0,-1 1 0,1-1 0,0 1 0,-1-1 0,1 0 0,-1 1 0,1-1 0,-1 0 0,1 0 0,4-9 0,0 0 0,0 0 0,-1 0 0,5-19 0,5-14 0,-8 31 0,-1-1 0,2 1 0,0 0 0,0 0 0,1 0 0,0 1 0,1 1 0,12-12 0,-18 19 0,0 0 0,1 0 0,-1 1 0,1 0 0,-1-1 0,1 1 0,0 1 0,0-1 0,0 0 0,0 1 0,0 0 0,0 0 0,0 0 0,1 1 0,-1-1 0,0 1 0,0 0 0,1 0 0,-1 0 0,0 1 0,0 0 0,0 0 0,1 0 0,-1 0 0,0 0 0,0 1 0,-1 0 0,1 0 0,0 0 0,5 4 0,8 6-227,-1 0-1,0 1 1,-1 1-1,0 0 1,13 19-1,-16-16-6598</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21.389"/>
    </inkml:context>
    <inkml:brush xml:id="br0">
      <inkml:brushProperty name="width" value="0.05" units="cm"/>
      <inkml:brushProperty name="height" value="0.05" units="cm"/>
      <inkml:brushProperty name="color" value="#FFC114"/>
    </inkml:brush>
  </inkml:definitions>
  <inkml:trace contextRef="#ctx0" brushRef="#br0">2890 125 24575,'-41'-18'0,"-1"2"0,-1 1 0,-66-12 0,22 9-238,-1 4 0,-1 4 0,1 3-1,-131 8 1,83 10-323,1 5 0,-165 42 0,167-23 442,1 5 0,-140 65 0,179-63 127,2 5-1,3 3 0,-128 96 0,169-109-77,2 3-1,1 1 0,2 2 0,3 2 1,1 2-1,2 1 0,-35 64 0,51-76 24,1 1 0,3 1 0,1 1 0,2 0 0,1 1 0,2 0-1,2 1 1,2 0 0,2 0 0,1 0 0,4 53 0,3-54 47,1 0 0,2 0 0,2 0 0,2-1 0,1 0 0,2-1 0,2 0 0,1-2 0,2 0 0,1 0 0,2-2 0,2-1 0,0-1 0,3-1 0,0-1 0,2-1 0,1-2 0,1-1 0,2-1 0,67 38 0,-37-30 0,1-2 0,2-4 0,1-3 0,1-2 0,1-4 0,135 19 0,-91-26 0,0-5 0,1-5 0,182-21 0,-181 4 0,-2-4 0,0-5 0,-1-5 0,-2-5 0,-1-5 0,-3-4 0,134-77 0,-170 78 0,-1-3 0,-3-2 0,-2-4 0,86-89 0,-105 91 0,-2-1 0,-3-3 0,-1-1 0,-4-2 0,-1-1 0,25-65 0,-35 66-39,-3-1 0,-3-1 1,-2 0-1,-3-1 0,-2-1 1,3-83-1,-12 106 17,-2 1-1,-2 0 1,-2 0-1,-1 0 0,-1 0 1,-2 1-1,-2 0 1,-2 0-1,0 1 1,-3 1-1,-32-57 1,34 72 22,0 0 0,-2 0 0,0 1 0,-1 1 0,-1 1 0,-1 0 0,0 2 0,-33-22 0,24 21 0,0 1 0,-1 1 0,-1 2 0,0 0 0,-58-11 0,38 13 0,-1 2 0,-100 1 0,72 9 0,-88 15 0,-21 21 680,158-30-760,0 1 0,1 1 0,1 1 0,-33 20 1,17-2-3519</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21.824"/>
    </inkml:context>
    <inkml:brush xml:id="br0">
      <inkml:brushProperty name="width" value="0.05" units="cm"/>
      <inkml:brushProperty name="height" value="0.05" units="cm"/>
      <inkml:brushProperty name="color" value="#FFC114"/>
    </inkml:brush>
  </inkml:definitions>
  <inkml:trace contextRef="#ctx0" brushRef="#br0">1 0 24575,'2'0'0,"1"1"0,-1-1 0,1 1 0,-1 0 0,0 0 0,1 0 0,-1 0 0,0 0 0,0 0 0,0 0 0,0 1 0,0-1 0,0 1 0,0 0 0,3 3 0,27 36 0,-19-23 0,31 37 0,2-3 0,2-2 0,2-2 0,3-2 0,80 54 0,-87-71 0,0-2 0,2-2 0,1-2 0,1-2 0,0-3 0,2-2 0,81 15 0,-79-23 0,2-2 0,-1-3 0,1-2 0,-1-2 0,1-3 0,-1-3 0,0-2 0,98-29 0,-142 35 0,-5 2 0,-1-1 0,1 1 0,0-1 0,-1 0 0,0-1 0,1 1 0,-1-1 0,0 0 0,0 0 0,0-1 0,-1 0 0,7-5 0,-9-3-1365,-5 2-5461</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22.060"/>
    </inkml:context>
    <inkml:brush xml:id="br0">
      <inkml:brushProperty name="width" value="0.05" units="cm"/>
      <inkml:brushProperty name="height" value="0.05" units="cm"/>
      <inkml:brushProperty name="color" value="#FFC114"/>
    </inkml:brush>
  </inkml:definitions>
  <inkml:trace contextRef="#ctx0" brushRef="#br0">1 36 24575,'0'-2'0,"-1"1"0,1-1 0,1 1 0,-1 0 0,0-1 0,0 1 0,0 0 0,1-1 0,-1 1 0,1 0 0,-1-1 0,1 1 0,0 0 0,-1 0 0,1-1 0,0 1 0,0 0 0,0 0 0,0 0 0,0 0 0,0 0 0,0 0 0,0 0 0,0 1 0,0-1 0,0 0 0,1 1 0,-1-1 0,0 0 0,1 1 0,-1 0 0,0-1 0,1 1 0,-1 0 0,0 0 0,1-1 0,-1 1 0,1 0 0,-1 0 0,0 1 0,1-1 0,-1 0 0,1 0 0,-1 1 0,0-1 0,1 1 0,-1-1 0,0 1 0,0 0 0,1-1 0,-1 1 0,1 1 0,41 23 0,-3 2 0,0 2 0,62 59 0,-96-82 25,0 0-1,-1 0 0,0 1 1,-1 0-1,1 0 1,-1 0-1,-1 0 0,1 1 1,-1-1-1,-1 1 0,1 0 1,-1 0-1,1 8 1,-3-10-120,1 1 0,-1-1 0,-1 0 0,1 1 1,-1-1-1,0 0 0,-1 0 0,1 0 0,-1 0 0,-1 0 1,1 0-1,-1 0 0,0-1 0,0 1 0,0-1 1,-1 0-1,-5 6 0,-11 11-6731</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22.548"/>
    </inkml:context>
    <inkml:brush xml:id="br0">
      <inkml:brushProperty name="width" value="0.05" units="cm"/>
      <inkml:brushProperty name="height" value="0.05" units="cm"/>
      <inkml:brushProperty name="color" value="#FFC114"/>
    </inkml:brush>
  </inkml:definitions>
  <inkml:trace contextRef="#ctx0" brushRef="#br0">186 353 24575,'-9'-5'0,"-1"1"0,0 0 0,-1 0 0,1 1 0,-1 0 0,1 1 0,-1 0 0,0 1 0,-21 0 0,31 1 0,0 1 0,0-1 0,0 1 0,0-1 0,-1 1 0,1-1 0,0 1 0,0 0 0,0-1 0,0 1 0,0 0 0,1 0 0,-1 0 0,0 0 0,0 0 0,0 0 0,1 0 0,-1 0 0,1 0 0,-1 0 0,1 0 0,-1 0 0,1 0 0,-1 0 0,1 1 0,0-1 0,0 0 0,0 0 0,-1 0 0,1 1 0,0-1 0,1 0 0,-1 0 0,0 3 0,2 7 0,-1 0 0,1 0 0,5 11 0,-2-2 0,-5-17 0,4 15 0,-1 0 0,0 0 0,-1 0 0,-2 0 0,0 0 0,-2 22 0,2-39 0,-1 1 0,1-1 0,-1 1 0,1-1 0,-1 1 0,1-1 0,-1 0 0,1 1 0,-1-1 0,0 0 0,0 1 0,0-1 0,0 0 0,0 0 0,0 0 0,0 0 0,-2 1 0,2-1 0,1-1 0,-1 0 0,0 0 0,0 0 0,1 0 0,-1 0 0,0 0 0,0 0 0,1 0 0,-1 0 0,0-1 0,1 1 0,-1 0 0,0 0 0,1 0 0,-1-1 0,0 1 0,1-1 0,-1 1 0,0 0 0,1-1 0,-1 1 0,1-1 0,-1 1 0,1-1 0,-1 1 0,1-1 0,-1 0 0,1 1 0,0-1 0,-1 0 0,1 1 0,0-1 0,-1 0 0,1 1 0,0-2 0,-6-11 0,1 1 0,1-2 0,0 1 0,1 0 0,1-1 0,-2-20 0,1-85 0,3 112 0,2-40 0,9-64 0,-8 91 0,1 1 0,1-1 0,1 1 0,0 0 0,17-32 0,-21 47 0,0 0 0,0 1 0,1-1 0,-1 1 0,1 0 0,0 0 0,0 0 0,0 0 0,0 0 0,0 1 0,1-1 0,-1 1 0,1 0 0,0 0 0,4-2 0,-5 3 0,1 1 0,-1-1 0,1 1 0,-1-1 0,1 1 0,-1 0 0,1 0 0,-1 1 0,1-1 0,-1 1 0,1 0 0,-1 0 0,1 0 0,-1 0 0,0 0 0,0 1 0,1-1 0,2 3 0,6 5 0,0-1 0,0 2 0,-1-1 0,-1 2 0,12 12 0,44 63 0,-53-67 0,-6-10 10,117 172-1385,-110-158-5451</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22.984"/>
    </inkml:context>
    <inkml:brush xml:id="br0">
      <inkml:brushProperty name="width" value="0.05" units="cm"/>
      <inkml:brushProperty name="height" value="0.05" units="cm"/>
      <inkml:brushProperty name="color" value="#FFC114"/>
    </inkml:brush>
  </inkml:definitions>
  <inkml:trace contextRef="#ctx0" brushRef="#br0">44 471 24575,'-15'-13'0,"11"11"0,1 0 0,0-1 0,0 0 0,0 1 0,1-1 0,-1 0 0,-2-5 0,4 8 0,1-1 0,0 0 0,0 1 0,-1-1 0,1 0 0,0 1 0,0-1 0,0 0 0,0 1 0,0-1 0,0 0 0,0 1 0,0-1 0,0 0 0,0 1 0,0-1 0,0 1 0,1-1 0,-1-1 0,1 1 0,0 0 0,0-1 0,0 1 0,0 0 0,0 0 0,0 0 0,1 0 0,-1 0 0,0 0 0,0 0 0,3-1 0,45-21 0,69-23 0,-33 14 0,165-87 0,-90 45 0,-76 37 0,-77 34 0,-1-1 0,0 1 0,1-1 0,6-6 0,-12 10 0,-1-1 0,1 1 0,-1 0 0,1-1 0,-1 1 0,1-1 0,-1 1 0,1-1 0,-1 1 0,1-1 0,-1 1 0,1-1 0,-1 1 0,0-1 0,1 0 0,-1 1 0,0-1 0,0 0 0,0 1 0,1-1 0,-1 0 0,0 1 0,0-1 0,0 0 0,0 1 0,0-1 0,0 0 0,0 1 0,0-1 0,0 0 0,-1 1 0,1-1 0,0 0 0,0 1 0,0-1 0,-1 1 0,1-1 0,0 0 0,-1 1 0,1-1 0,-1 1 0,1-1 0,-1 1 0,1-1 0,-1 1 0,1-1 0,-1 1 0,1 0 0,-1-1 0,1 1 0,-1 0 0,0-1 0,1 1 0,-1 0 0,0 0 0,1 0 0,-1-1 0,-1 1 0,-7-4 0,-1 1 0,1 0 0,-1 0 0,0 1 0,0 1 0,0-1 0,0 2 0,0-1 0,-1 1 0,-15 2 0,24-1 0,0 0 0,0 0 0,1 0 0,-1 0 0,1 0 0,-1 0 0,1 0 0,0 1 0,-1-1 0,1 0 0,0 1 0,0-1 0,0 1 0,0 0 0,0-1 0,0 1 0,0 0 0,1-1 0,-1 1 0,0 0 0,1 0 0,0 0 0,-1-1 0,1 1 0,0 0 0,0 0 0,0 0 0,0 0 0,1 2 0,0 10 0,0-1 0,1 0 0,4 14 0,-3-15 0,19 87-682,61 166-1,-67-226-6143</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23.314"/>
    </inkml:context>
    <inkml:brush xml:id="br0">
      <inkml:brushProperty name="width" value="0.05" units="cm"/>
      <inkml:brushProperty name="height" value="0.05" units="cm"/>
      <inkml:brushProperty name="color" value="#FFC114"/>
    </inkml:brush>
  </inkml:definitions>
  <inkml:trace contextRef="#ctx0" brushRef="#br0">227 66 24575,'4'-4'0,"1"-1"0,-1 1 0,1-1 0,-1 0 0,5-10 0,-9 15 0,1-1 0,-1 0 0,0 1 0,1-1 0,-1 0 0,0 0 0,0 0 0,0 1 0,1-1 0,-1 0 0,0 0 0,0 1 0,0-1 0,0 0 0,0 0 0,-1 0 0,1 1 0,0-1 0,0 0 0,0 0 0,-1 0 0,0 0 0,0 0 0,0 0 0,0 0 0,0 0 0,0 0 0,0 1 0,-1-1 0,1 1 0,0-1 0,0 1 0,-1-1 0,1 1 0,0 0 0,0-1 0,-1 1 0,1 0 0,-3 0 0,-5 0 0,0 0 0,0 0 0,0 1 0,0 0 0,0 1 0,0 0 0,0 0 0,1 1 0,-1 0 0,1 1 0,-13 7 0,18-10 0,0 1 0,0 0 0,1 0 0,-1 1 0,0-1 0,1 1 0,0-1 0,-1 1 0,1 0 0,0-1 0,1 1 0,-1 0 0,0 1 0,-1 2 0,3-3 0,-1 0 0,1 0 0,0 0 0,-1-1 0,1 1 0,1 0 0,-1 0 0,0 0 0,1 0 0,-1 0 0,1 0 0,0-1 0,0 1 0,0 0 0,0 0 0,0-1 0,1 1 0,-1-1 0,3 4 0,8 9 0,1-1 0,1 0 0,0-1 0,0 0 0,1-1 0,31 19 0,-28-20 0,0 1 0,-2 0 0,1 1 0,-2 1 0,20 23 0,-33-35 0,0 0 0,-1 0 0,1 1 0,-1-1 0,1 1 0,-1-1 0,0 1 0,0-1 0,0 1 0,0 0 0,0 0 0,-1-1 0,1 1 0,-1 0 0,0 0 0,0 0 0,0 0 0,0-1 0,0 1 0,-1 0 0,-1 5 0,1-5 0,-1 1 0,0 0 0,-1 0 0,1-1 0,0 1 0,-1-1 0,0 0 0,0 0 0,0 0 0,0 0 0,-1 0 0,1-1 0,-7 4 0,-7 3-97,0-1-1,0-1 1,0-1-1,-1-1 1,0 0-1,0-1 1,-1-1-1,1-1 1,0 0-1,-1-2 1,0 0-1,1-1 0,-22-3 1,2-4-6729</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23.737"/>
    </inkml:context>
    <inkml:brush xml:id="br0">
      <inkml:brushProperty name="width" value="0.05" units="cm"/>
      <inkml:brushProperty name="height" value="0.05" units="cm"/>
      <inkml:brushProperty name="color" value="#FFC114"/>
    </inkml:brush>
  </inkml:definitions>
  <inkml:trace contextRef="#ctx0" brushRef="#br0">1630 291 24575,'3'-7'0,"-1"-1"0,0 0 0,0 1 0,-1-1 0,0 0 0,-1 0 0,1 0 0,-1 0 0,-1 0 0,0 0 0,0 1 0,0-1 0,-1 0 0,0 0 0,0 1 0,-1-1 0,0 1 0,-1 0 0,0 0 0,0 0 0,0 1 0,0-1 0,-1 1 0,-1 0 0,1 0 0,-1 1 0,1-1 0,-14-8 0,5 4 2,-1 2 0,1-1 0,-1 2 0,-1 0 0,1 0 0,-1 2 1,-1 0-1,-19-3 0,11 4 1,0 1 0,0 2 0,1 0 0,-1 2 0,-26 3 0,4 5-34,0 1 1,0 2-1,1 2 1,1 2-1,-58 30 1,31-9-37,2 4 0,2 3 1,1 3-1,3 2 0,2 4 0,3 2 1,1 2-1,4 3 0,2 3 1,-48 74-1,75-97 67,1 0 0,3 1 0,1 1 0,2 1-1,2 0 1,-12 51 0,23-72-2,2 0-1,0 0 1,1 0-1,2 1 1,0-1-1,4 29 1,-1-35-3,0-1 1,1 0-1,1 0 1,0 0-1,1 0 1,0-1-1,2 0 1,-1 0-1,18 22 0,-9-17 7,1-2 0,0 0 0,1-1 0,1-1 0,0-1 0,1 0-1,1-2 1,0 0 0,1-1 0,0-1 0,40 11 0,-12-7-159,0-2 0,1-2 0,1-3 0,74 2 0,-45-9 129,-1-3 1,1-3-1,-2-4 0,1-4 1,95-29-1,-117 25 30,0-3 0,-2-2-1,-1-2 1,0-3 0,-3-3-1,0-1 1,74-62 0,-101 71-10,0-1 1,-1-1 0,-2-1 0,-1-1 0,0-1-1,-3 0 1,0-2 0,-2 0 0,-1-1 0,16-46-1,-23 51 0,-1 0 1,-2 0-1,0-1 0,-2 0 0,0 0 0,-2 0 0,-2 0 0,0 0 1,-1 0-1,-2 1 0,-1-1 0,-1 1 0,-16-44 0,13 47 8,-1 0 0,-2 1 0,0 1 0,-1 0 0,-1 0 0,-1 1 0,-1 1 0,-1 1 0,0 0 0,-2 1 0,0 1 0,-25-16 0,13 12 0,-1 2 0,0 2 0,-2 1 0,0 1 0,0 2 0,-1 1 0,-62-10 0,23 11-170,0 4-1,-1 2 0,0 4 1,0 3-1,-102 18 0,60-1-4948</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29.172"/>
    </inkml:context>
    <inkml:brush xml:id="br0">
      <inkml:brushProperty name="width" value="0.05" units="cm"/>
      <inkml:brushProperty name="height" value="0.05" units="cm"/>
      <inkml:brushProperty name="color" value="#FFC114"/>
    </inkml:brush>
  </inkml:definitions>
  <inkml:trace contextRef="#ctx0" brushRef="#br0">15 213 24575,'-14'-64'0,"14"63"0,0 0 0,0-1 0,0 1 0,0 0 0,0 0 0,0 0 0,0 0 0,0 0 0,1 0 0,-1 0 0,0 0 0,1-1 0,-1 1 0,1 0 0,0 0 0,-1 0 0,1 1 0,-1 0 0,0 0 0,1-1 0,-1 1 0,1 0 0,-1 0 0,0 0 0,1 0 0,-1 0 0,1-1 0,-1 1 0,0 0 0,1 0 0,-1 0 0,1 0 0,-1 0 0,0 0 0,1 1 0,-1-1 0,1 0 0,-1 0 0,0 0 0,1 0 0,-1 0 0,1 1 0,4 2 0,-1 0 0,0 0 0,1 0 0,6 8 0,-5-6 0,54 54 0,-25-24 0,66 51 0,-99-84 0,1 0 0,-1 0 0,0-1 0,0 1 0,1-1 0,-1 0 0,1 0 0,0 0 0,-1 0 0,1 0 0,0-1 0,-1 1 0,1-1 0,0 0 0,0 1 0,-1-1 0,1 0 0,0-1 0,4 0 0,-5 0 0,1 0 0,-1-1 0,1 1 0,-1-1 0,1 0 0,-1 1 0,0-1 0,0 0 0,0 0 0,0-1 0,0 1 0,-1 0 0,1-1 0,-1 1 0,1-1 0,-1 1 0,0-1 0,2-4 0,8-26 0,-2-1 0,0 0 0,-3-1 0,-1 1 0,-1-1 0,-2-67 0,-1 100 171,0 8 0,2 12-1878,1 3-5119</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29.482"/>
    </inkml:context>
    <inkml:brush xml:id="br0">
      <inkml:brushProperty name="width" value="0.05" units="cm"/>
      <inkml:brushProperty name="height" value="0.05" units="cm"/>
      <inkml:brushProperty name="color" value="#FFC114"/>
    </inkml:brush>
  </inkml:definitions>
  <inkml:trace contextRef="#ctx0" brushRef="#br0">47 19 24575,'0'-1'0,"0"1"0,0-1 0,0 0 0,0 0 0,0 0 0,0 0 0,0 0 0,0 1 0,-1-1 0,1 0 0,0 0 0,-1 0 0,1 1 0,0-1 0,-1 0 0,1 0 0,-1 1 0,0-1 0,1 0 0,-1 1 0,1-1 0,-2 0 0,2 1 0,-1 0 0,1 0 0,-1 0 0,0 0 0,1 0 0,-1 0 0,1 0 0,-1 0 0,1 0 0,-1 0 0,1 0 0,-1 1 0,0-1 0,1 0 0,-1 0 0,1 0 0,-1 1 0,1-1 0,0 0 0,-1 1 0,1-1 0,-1 1 0,1-1 0,-1 0 0,1 1 0,0-1 0,-1 1 0,1-1 0,0 1 0,0-1 0,-1 1 0,1-1 0,0 1 0,0 0 0,-5 10 0,1-1 0,1 1 0,0 0 0,0 0 0,1 0 0,1 0 0,0 0 0,0 0 0,1 0 0,0 0 0,1 1 0,1-1 0,-1 0 0,6 15 0,-3-11 0,1 1 0,0-1 0,1-1 0,1 1 0,1-1 0,0 0 0,0 0 0,1-1 0,18 19 0,-19-25-124,0 0 0,0 0 0,1-1 0,0 0 0,0-1 0,1 0-1,-1 0 1,1-1 0,0 0 0,16 4 0,14 0-6702</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29.652"/>
    </inkml:context>
    <inkml:brush xml:id="br0">
      <inkml:brushProperty name="width" value="0.05" units="cm"/>
      <inkml:brushProperty name="height" value="0.05" units="cm"/>
      <inkml:brushProperty name="color" value="#FFC114"/>
    </inkml:brush>
  </inkml:definitions>
  <inkml:trace contextRef="#ctx0" brushRef="#br0">1 113 24575,'0'-9'0,"0"-8"0,3-4 0,3-1 0,5 2 0,5 6 0,3 4 0,4 10 0,4 11 0,0 12 0,-5 13 0,-8 15 0,-13 14 0,-15 12 0,-20 10 0,-20 5 0,-2-13-8191</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30.513"/>
    </inkml:context>
    <inkml:brush xml:id="br0">
      <inkml:brushProperty name="width" value="0.05" units="cm"/>
      <inkml:brushProperty name="height" value="0.05" units="cm"/>
      <inkml:brushProperty name="color" value="#FFC114"/>
    </inkml:brush>
  </inkml:definitions>
  <inkml:trace contextRef="#ctx0" brushRef="#br0">14 2 24575,'-1'-1'0,"0"5"0,-3 16 0,-3 31 0,6-19 0,2 0 0,2 0 0,1 0 0,10 43 0,-9-56 0,1 1 0,1-1 0,1-1 0,0 1 0,1-1 0,1-1 0,1 0 0,15 19 0,-21-30-105,1 0 0,0 0 0,0-1 0,1 1 0,0-1 0,0-1 0,0 1 0,0-1 0,1-1 0,-1 1 0,1-1 0,9 2 0,13 2-6721</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30.747"/>
    </inkml:context>
    <inkml:brush xml:id="br0">
      <inkml:brushProperty name="width" value="0.05" units="cm"/>
      <inkml:brushProperty name="height" value="0.05" units="cm"/>
      <inkml:brushProperty name="color" value="#FFC114"/>
    </inkml:brush>
  </inkml:definitions>
  <inkml:trace contextRef="#ctx0" brushRef="#br0">147 46 24575,'0'-2'0,"0"0"0,-1 0 0,0 0 0,1 0 0,-1 0 0,0 0 0,0 0 0,0 0 0,0 1 0,0-1 0,0 0 0,0 1 0,-1-1 0,1 1 0,-1-1 0,1 1 0,-1 0 0,1 0 0,-1-1 0,0 1 0,0 0 0,-3-1 0,3 1 0,-1 0 0,1 0 0,0 0 0,0 0 0,-1 1 0,1-1 0,-1 1 0,1-1 0,0 1 0,-1 0 0,1 0 0,-1 0 0,1 0 0,-1 0 0,1 1 0,0-1 0,-1 1 0,-3 1 0,1 2 0,0-1 0,1 1 0,0 1 0,-1-1 0,2 1 0,-1-1 0,0 1 0,1 0 0,0 0 0,0 1 0,0-1 0,-2 10 0,1-6 0,1 0 0,1 0 0,-1 1 0,2-1 0,-1 1 0,1 0 0,1 10 0,0-15 17,1 0 0,-1-1 0,1 1 1,1 0-1,-1-1 0,1 1 0,-1-1 0,1 1 0,0-1 0,1 0 0,-1 0 0,1 0 0,0 0 0,0 0 0,0-1 0,1 1 0,-1-1 0,1 0 1,3 3-1,0-2-160,-1 0 1,1 0 0,0-1 0,0 0-1,0 0 1,1-1 0,-1 0 0,0 0 0,1 0-1,0-1 1,7 0 0,15-1-6684</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30.999"/>
    </inkml:context>
    <inkml:brush xml:id="br0">
      <inkml:brushProperty name="width" value="0.05" units="cm"/>
      <inkml:brushProperty name="height" value="0.05" units="cm"/>
      <inkml:brushProperty name="color" value="#FFC114"/>
    </inkml:brush>
  </inkml:definitions>
  <inkml:trace contextRef="#ctx0" brushRef="#br0">52 15 24575,'-2'-1'0,"0"-1"0,0 1 0,0-1 0,-1 1 0,1 0 0,-1 0 0,1 0 0,-5-1 0,6 1 0,-1 1 0,1 0 0,0-1 0,0 1 0,0 0 0,-1 0 0,1 0 0,0 0 0,0 0 0,0 0 0,-1 0 0,1 0 0,0 1 0,0-1 0,0 0 0,0 1 0,-1-1 0,1 1 0,0-1 0,-1 2 0,2-2 0,0 0 0,-1 1 0,1-1 0,0 1 0,0-1 0,0 1 0,1-1 0,-1 0 0,0 1 0,0-1 0,0 1 0,0-1 0,0 1 0,0-1 0,1 0 0,-1 1 0,0-1 0,0 0 0,1 1 0,-1-1 0,0 0 0,0 1 0,1-1 0,-1 0 0,0 1 0,1-1 0,-1 0 0,0 0 0,1 0 0,-1 1 0,1-1 0,-1 0 0,0 0 0,1 0 0,-1 0 0,1 1 0,17 7 0,56 14 0,-51-16 0,-1 1 0,-1 0 0,0 1 0,32 18 0,-50-24 0,0-1 0,0 1 0,-1 0 0,1 0 0,0 0 0,-1 0 0,0 1 0,1-1 0,-1 1 0,0-1 0,0 1 0,-1 0 0,1 0 0,0 0 0,-1 0 0,0 0 0,0 0 0,0 0 0,0 0 0,0 0 0,0 1 0,-1-1 0,0 0 0,1 0 0,-1 1 0,-1-1 0,1 0 0,0 1 0,-1-1 0,0 0 0,-1 6 0,-20 40-1365,-7 2-5461</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34.768"/>
    </inkml:context>
    <inkml:brush xml:id="br0">
      <inkml:brushProperty name="width" value="0.05" units="cm"/>
      <inkml:brushProperty name="height" value="0.05" units="cm"/>
      <inkml:brushProperty name="color" value="#FFC114"/>
    </inkml:brush>
  </inkml:definitions>
  <inkml:trace contextRef="#ctx0" brushRef="#br0">1 90 24575,'0'-90'0,"0"170"0,8 216 0,-4-257 0,1 0 0,3-1 0,1 0 0,1 0 0,25 56 0,-29-82-54,0 0-1,0 0 0,2-1 1,-1 0-1,1 0 1,1 0-1,0-1 0,0-1 1,1 0-1,1 0 1,-1 0-1,1-2 0,0 1 1,1-1-1,0-1 0,0 0 1,1-1-1,-1 0 1,1-1-1,0 0 0,0-1 1,0-1-1,1 0 1,23 0-1,4-3-6771</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35.456"/>
    </inkml:context>
    <inkml:brush xml:id="br0">
      <inkml:brushProperty name="width" value="0.05" units="cm"/>
      <inkml:brushProperty name="height" value="0.05" units="cm"/>
      <inkml:brushProperty name="color" value="#FFC114"/>
    </inkml:brush>
  </inkml:definitions>
  <inkml:trace contextRef="#ctx0" brushRef="#br0">433 561 24575,'-1'0'0,"1"0"0,-1 0 0,1 0 0,-1-1 0,0 1 0,1 0 0,-1 0 0,1-1 0,-1 1 0,1 0 0,-1-1 0,1 1 0,-1-1 0,1 1 0,-1-1 0,1 1 0,-1-1 0,1 1 0,0-1 0,-1 1 0,1-1 0,0 1 0,0-1 0,-1 0 0,1 1 0,0-1 0,0-1 0,-4-22 0,2 14 0,2 8 0,0 1 0,-1-1 0,1 1 0,-1 0 0,1-1 0,-1 1 0,0 0 0,1 0 0,-1-1 0,0 1 0,0 0 0,0 0 0,0 0 0,0 0 0,0 0 0,0 0 0,0 0 0,0 0 0,-1 1 0,1-1 0,0 0 0,-3 0 0,2 0 0,-1 1 0,0 0 0,1 0 0,-1-1 0,0 1 0,1 1 0,-1-1 0,0 0 0,1 1 0,-1-1 0,-3 2 0,-5 3 0,-1 0 0,1 0 0,0 1 0,-11 8 0,-3 4 0,0 1 0,2 1 0,0 1 0,1 0 0,2 2 0,0 1 0,1 0 0,-17 31 0,24-36 0,2 1 0,0 0 0,1 1 0,2-1 0,0 1 0,1 1 0,1-1 0,1 1 0,0 0 0,2 0 0,1 0 0,2 24 0,0-31 0,1 0 0,1 0 0,0 0 0,1 0 0,1-1 0,0 1 0,1-1 0,1 0 0,0-1 0,10 15 0,-6-13 0,1-1 0,1 0 0,0 0 0,0-1 0,2-1 0,-1 0 0,25 14 0,-10-10 0,2-1 0,-1-1 0,1-2 0,1-1 0,0-2 0,1-1 0,0-1 0,66 4 0,-28-9-59,-1-3 0,1-3 0,-1-4 0,0-2 0,113-33 0,-91 14-29,-1-4-1,-2-3 1,136-78-1,-160 75 89,-2-2 0,-2-2 0,101-96 0,-134 113 0,-2-3 0,-1 0 0,-2-1 0,0-1 0,-2-2 0,-2 0 0,-1-1 0,-1 0 0,15-50 0,-26 66 0,-2-1 0,0 0 0,-1 0 0,-1-1 0,0 1 0,-2 0 0,0-1 0,-2 1 0,0-1 0,-8-34 0,6 40 0,-1-1 0,-1 0 0,0 1 0,-1 0 0,-1 0 0,0 1 0,0 0 0,-2 1 0,1 0 0,-2 0 0,1 1 0,-2 0 0,-23-17 0,14 14 0,0 2 0,-1 1 0,0 0 0,-1 2 0,-1 0 0,1 2 0,-1 1 0,0 0 0,-46-3 0,16 6 0,1 2 0,-1 2 0,-79 12 0,67-2-208,2 3 1,0 2-1,0 3 0,2 3 0,-74 36 0,59-17-6028</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35.707"/>
    </inkml:context>
    <inkml:brush xml:id="br0">
      <inkml:brushProperty name="width" value="0.05" units="cm"/>
      <inkml:brushProperty name="height" value="0.05" units="cm"/>
      <inkml:brushProperty name="color" value="#FFC114"/>
    </inkml:brush>
  </inkml:definitions>
  <inkml:trace contextRef="#ctx0" brushRef="#br0">0 4 24575,'0'-3'0,"3"2"0,0 4 0,4 8 0,2 4 0,4 5 0,1 6 0,2 6 0,1 4 0,0 1 0,1 0 0,-1 0 0,0-4 0,-2-7-8191</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36.280"/>
    </inkml:context>
    <inkml:brush xml:id="br0">
      <inkml:brushProperty name="width" value="0.05" units="cm"/>
      <inkml:brushProperty name="height" value="0.05" units="cm"/>
      <inkml:brushProperty name="color" value="#FFC114"/>
    </inkml:brush>
  </inkml:definitions>
  <inkml:trace contextRef="#ctx0" brushRef="#br0">20 235 24575,'1'15'0,"1"-1"0,1 0 0,0 1 0,1-1 0,1-1 0,0 1 0,1-1 0,9 16 0,12 33 0,-27-61 0,1 0 0,-1 0 0,1 0 0,-1 0 0,1 0 0,-1 0 0,0 0 0,0 0 0,0 0 0,0 0 0,1 0 0,-1 0 0,-1 0 0,1 0 0,0 2 0,0-3 0,-1 0 0,1 0 0,-1 0 0,1 0 0,0 0 0,-1 0 0,1 0 0,-1 0 0,1 0 0,-1 0 0,1 0 0,0 0 0,-1 0 0,1-1 0,0 1 0,-1 0 0,1 0 0,0 0 0,-1-1 0,1 1 0,0 0 0,-1-1 0,1 1 0,0 0 0,-1-1 0,-24-29 0,16 12 0,0 1 0,1-1 0,1-1 0,1 0 0,-5-27 0,8 31 0,0 0 0,2 0 0,0-1 0,0 1 0,2-1 0,0 1 0,4-23 0,-2 30 0,-1 0 0,1 0 0,1 0 0,-1 1 0,1 0 0,1-1 0,-1 1 0,1 1 0,1-1 0,-1 1 0,1 0 0,0 0 0,12-8 0,-13 10 0,1 0 0,-1 0 0,1 1 0,0 0 0,0 0 0,0 1 0,0-1 0,1 1 0,-1 1 0,1-1 0,-1 1 0,1 0 0,0 1 0,-1-1 0,1 1 0,0 1 0,10 1 0,-15-2 0,0 0 0,-1 1 0,1-1 0,0 1 0,0-1 0,-1 1 0,1 0 0,-1-1 0,1 1 0,0 0 0,-1 0 0,1 0 0,-1 0 0,0 1 0,1-1 0,-1 0 0,0 0 0,0 1 0,0-1 0,0 1 0,0-1 0,0 1 0,0-1 0,-1 1 0,1 0 0,0-1 0,-1 1 0,1 0 0,-1 0 0,0-1 0,0 1 0,1 0 0,-2 3 0,0 4 0,0 0 0,-1-1 0,0 1 0,-1 0 0,-6 13 0,-4 16 0,13-36 0,0-1 0,0 1 0,0-1 0,0 1 0,0 0 0,0-1 0,1 1 0,-1-1 0,0 1 0,1-1 0,0 1 0,-1-1 0,1 1 0,0-1 0,-1 1 0,1-1 0,0 0 0,0 1 0,0-1 0,0 0 0,1 0 0,-1 0 0,0 0 0,2 2 0,5 2 0,0-1 0,0 0 0,12 5 0,6 4 0,-18-9 0,0 2 0,0-1 0,0 1 0,-1 0 0,0 1 0,0-1 0,-1 1 0,11 15 0,-16-19 0,1-1 0,-1 1 0,0 0 0,0 0 0,0 0 0,0 0 0,0 0 0,-1 0 0,1 0 0,-1 0 0,0 0 0,0 0 0,0 0 0,0 0 0,-1 0 0,1 0 0,-1 0 0,1 0 0,-1 0 0,0 0 0,0-1 0,-1 1 0,1 0 0,-1 0 0,1-1 0,-1 1 0,0-1 0,0 1 0,0-1 0,0 0 0,-3 3 0,-2 0-65,0 1 0,0-1 0,0 0 0,-1-1 0,1 0 0,-1 0 0,0 0 0,0-1 0,-1 0 0,1-1 0,-1 0 0,1 0 0,-1-1 0,0 0 0,1-1 0,-1 1 0,0-2 0,0 1 0,1-1 0,-10-3 0,-8-3-6761</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36.781"/>
    </inkml:context>
    <inkml:brush xml:id="br0">
      <inkml:brushProperty name="width" value="0.05" units="cm"/>
      <inkml:brushProperty name="height" value="0.05" units="cm"/>
      <inkml:brushProperty name="color" value="#FFC114"/>
    </inkml:brush>
  </inkml:definitions>
  <inkml:trace contextRef="#ctx0" brushRef="#br0">1 209 24575,'0'0'0,"0"-1"0,1 1 0,-1-1 0,1 1 0,-1-1 0,1 1 0,-1-1 0,1 1 0,-1 0 0,1-1 0,-1 1 0,1 0 0,0-1 0,-1 1 0,1 0 0,-1 0 0,1 0 0,0 0 0,-1-1 0,1 1 0,0 0 0,-1 0 0,1 0 0,0 0 0,-1 0 0,1 1 0,0-1 0,0 0 0,1 1 0,-1 0 0,0 0 0,0 0 0,1 0 0,-1 0 0,0 0 0,0 0 0,0 1 0,0-1 0,-1 0 0,1 1 0,1 1 0,2 7 0,0 0 0,5 20 0,-7-23 0,8 32 0,-1 1 0,5 57 0,-20-112 0,-1-16 0,3-2 0,3-1 0,0 1 0,2 0 0,2 0 0,1 0 0,2 0 0,14-48 0,-18 76 0,0-1 0,0 1 0,1 0 0,-1-1 0,8-8 0,-9 13 0,-1 0 0,0 1 0,1-1 0,0 1 0,-1-1 0,1 0 0,-1 1 0,1-1 0,0 1 0,-1-1 0,1 1 0,0 0 0,-1-1 0,1 1 0,0 0 0,0-1 0,-1 1 0,1 0 0,0 0 0,0 0 0,0 0 0,0-1 0,-1 1 0,1 0 0,0 1 0,0-1 0,0 0 0,-1 0 0,1 0 0,0 0 0,0 1 0,0-1 0,-1 0 0,1 1 0,0-1 0,-1 0 0,1 1 0,0-1 0,-1 1 0,1-1 0,0 1 0,-1 0 0,1-1 0,-1 1 0,1-1 0,-1 1 0,1 0 0,-1 0 0,0-1 0,1 2 0,5 11 0,0 0 0,-1 0 0,0 0 0,-1 0 0,-1 0 0,0 1 0,2 23 0,3 14 0,8-126 0,8-3 0,-21 70 0,0 0 0,1 1 0,0-1 0,0 1 0,0 0 0,1 0 0,9-9 0,-13 14 0,0 1 0,1 0 0,-1 0 0,0 0 0,1 0 0,-1 0 0,1 0 0,-1 0 0,1 0 0,0 0 0,-1 1 0,1-1 0,0 1 0,-1-1 0,1 1 0,0 0 0,-1 0 0,1 0 0,0 0 0,0 0 0,1 0 0,0 1 0,-1-1 0,1 1 0,-1 0 0,0 1 0,0-1 0,1 0 0,-1 1 0,0-1 0,0 1 0,0-1 0,-1 1 0,1 0 0,1 2 0,4 5 0,0 1 0,-1-1 0,-1 1 0,0 1 0,5 12 0,4 19-1365,-3-1-5461</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38.207"/>
    </inkml:context>
    <inkml:brush xml:id="br0">
      <inkml:brushProperty name="width" value="0.05" units="cm"/>
      <inkml:brushProperty name="height" value="0.05" units="cm"/>
      <inkml:brushProperty name="color" value="#FFC114"/>
    </inkml:brush>
  </inkml:definitions>
  <inkml:trace contextRef="#ctx0" brushRef="#br0">390 25 24575,'5'-11'0,"1"-1"0,-8 11 0,-5 6 0,-14 15 0,0 2 0,2 0 0,-24 36 0,-44 79 0,82-127 0,-38 61 0,-50 119 0,81-160 0,2 0 0,0 1 0,2 0 0,2 0 0,0 1 0,3-1 0,-1 40 0,4-61 0,1 0 0,0 0 0,0 0 0,1 0 0,1 0 0,-1 0 0,2 0 0,-1-1 0,1 1 0,8 12 0,-8-16 0,0 0 0,1-1 0,0 1 0,0-1 0,0 0 0,0 0 0,1-1 0,-1 1 0,1-1 0,1-1 0,-1 1 0,0-1 0,1 0 0,0 0 0,9 2 0,15 1-1365,-4-3-5461</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38.737"/>
    </inkml:context>
    <inkml:brush xml:id="br0">
      <inkml:brushProperty name="width" value="0.05" units="cm"/>
      <inkml:brushProperty name="height" value="0.05" units="cm"/>
      <inkml:brushProperty name="color" value="#FFC114"/>
    </inkml:brush>
  </inkml:definitions>
  <inkml:trace contextRef="#ctx0" brushRef="#br0">0 56 24575,'1'-55'0,"11"126"0,4 0 0,42 120 0,-56-187 0,-1 0 0,1 0 0,0 0 0,0 0 0,0 0 0,0-1 0,0 1 0,1-1 0,0 1 0,0-1 0,0 0 0,5 4 0,-6-6 0,1 1 0,0-1 0,0 0 0,-1 0 0,1 0 0,0-1 0,0 1 0,0-1 0,0 1 0,0-1 0,-1 0 0,1 0 0,0 0 0,0-1 0,0 1 0,0-1 0,0 0 0,0 1 0,3-3 0,34-12-273,0-2 0,-1-1 0,-2-3 0,60-41 0,-78 48-6553</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39.386"/>
    </inkml:context>
    <inkml:brush xml:id="br0">
      <inkml:brushProperty name="width" value="0.05" units="cm"/>
      <inkml:brushProperty name="height" value="0.05" units="cm"/>
      <inkml:brushProperty name="color" value="#FFC114"/>
    </inkml:brush>
  </inkml:definitions>
  <inkml:trace contextRef="#ctx0" brushRef="#br0">576 329 24575,'-2'-3'0,"0"1"0,0-1 0,0 1 0,0 0 0,0-1 0,-1 1 0,1 0 0,-1 0 0,1 1 0,-1-1 0,0 1 0,0-1 0,0 1 0,0 0 0,-4-1 0,-4-2 0,-1 1 0,-19-2 0,21 4 0,0 1 0,0-1 0,-1 2 0,1 0 0,0 0 0,0 1 0,0 0 0,0 0 0,-9 5 0,4-1 0,0 1 0,0 1 0,1 0 0,0 0 0,-13 13 0,1 1 0,2 1 0,1 1 0,0 1 0,-35 52 0,42-53 0,1 0 0,1 2 0,1-1 0,1 2 0,1 0 0,-13 52 0,21-64 0,0 0 0,2 0 0,0 0 0,0 1 0,1-1 0,1 0 0,1 0 0,0 1 0,1-1 0,1-1 0,0 1 0,1 0 0,0-1 0,13 23 0,-9-21 0,1-1 0,1 0 0,0 0 0,1-1 0,0-1 0,1 0 0,1 0 0,0-1 0,30 19 0,-22-19 0,-1-1 0,2-1 0,-1-1 0,1-1 0,1-1 0,43 8 0,-20-10 0,-1-2 0,0-1 0,1-3 0,-1-2 0,0-2 0,0-2 0,66-18 0,-56 9 0,0-3 0,-1-2 0,-1-2 0,-1-3 0,-2-2 0,64-45 0,-85 50 0,0-2 0,-2 0 0,-1-2 0,33-42 0,-43 47 0,-1-2 0,-1 0 0,-1-1 0,-1 0 0,-2-1 0,14-42 0,-19 49 0,-2-1 0,0-1 0,-1 1 0,-1-1 0,-1 1 0,-1-1 0,0 0 0,-2 1 0,0-1 0,-2 1 0,0 0 0,-1 0 0,-1 0 0,-1 1 0,-1-1 0,0 2 0,-2-1 0,0 1 0,-1 1 0,0 0 0,-2 0 0,0 1 0,-1 1 0,0 0 0,-1 1 0,-1 1 0,0 0 0,-1 1 0,0 1 0,-1 0 0,0 1 0,-25-9 0,17 10 3,0 2 1,0 0-1,0 2 0,0 0 0,-1 2 0,-53 1 0,40 4-30,1 2 0,-1 2 0,1 2 0,-43 13 0,5 7-461,1 2 0,1 4 0,-132 83 1,91-42-5640</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40.410"/>
    </inkml:context>
    <inkml:brush xml:id="br0">
      <inkml:brushProperty name="width" value="0.05" units="cm"/>
      <inkml:brushProperty name="height" value="0.05" units="cm"/>
      <inkml:brushProperty name="color" value="#FFC114"/>
    </inkml:brush>
  </inkml:definitions>
  <inkml:trace contextRef="#ctx0" brushRef="#br0">34 1 24575,'-2'0'0,"1"0"0,-1 0 0,1 0 0,-1 0 0,1 0 0,-1 0 0,1 0 0,-1 0 0,1 1 0,-1-1 0,1 1 0,-1-1 0,1 1 0,0-1 0,-1 1 0,1 0 0,0 0 0,-1 0 0,1 0 0,-2 1 0,3 0 0,-1 0 0,1 0 0,0-1 0,-1 1 0,1 0 0,0 0 0,0 0 0,0 0 0,0 0 0,1-1 0,-1 1 0,0 0 0,1 0 0,-1 0 0,1-1 0,0 1 0,1 2 0,27 75 0,-5-16 0,-2 2 0,19 97 0,-26-12-1365,-14-113-5461</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40.735"/>
    </inkml:context>
    <inkml:brush xml:id="br0">
      <inkml:brushProperty name="width" value="0.05" units="cm"/>
      <inkml:brushProperty name="height" value="0.05" units="cm"/>
      <inkml:brushProperty name="color" value="#FFC114"/>
    </inkml:brush>
  </inkml:definitions>
  <inkml:trace contextRef="#ctx0" brushRef="#br0">1 414 24575,'0'-11'0,"0"5"0,0 0 0,0-1 0,0 1 0,1 0 0,2-9 0,-2 13 0,0-1 0,0 1 0,0 0 0,0 0 0,1 0 0,-1 0 0,0 0 0,1 0 0,0 1 0,-1-1 0,1 0 0,0 1 0,0-1 0,0 1 0,0 0 0,0 0 0,0 0 0,3-2 0,45-18 0,-21 10 0,0-2 0,0-1 0,51-35 0,-72 43 0,-2 1 0,1-1 0,-1 0 0,1-1 0,-2 0 0,1 0 0,-1 0 0,0 0 0,-1-1 0,1 0 0,-1 0 0,-1 0 0,0 0 0,0-1 0,-1 1 0,1-1 0,-2 0 0,2-17 0,-4-30 0,51 334 298,-11-85-1961,-33-154-5163</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41.318"/>
    </inkml:context>
    <inkml:brush xml:id="br0">
      <inkml:brushProperty name="width" value="0.05" units="cm"/>
      <inkml:brushProperty name="height" value="0.05" units="cm"/>
      <inkml:brushProperty name="color" value="#FFC114"/>
    </inkml:brush>
  </inkml:definitions>
  <inkml:trace contextRef="#ctx0" brushRef="#br0">971 126 24575,'-4'-8'0,"-1"-1"0,-1 1 0,1 0 0,-1 0 0,-1 0 0,1 1 0,-1 0 0,-1 1 0,1-1 0,-1 1 0,0 1 0,-1-1 0,1 1 0,-1 1 0,0 0 0,0 0 0,-1 1 0,1 0 0,0 0 0,-1 1 0,0 0 0,-12 0 0,0 2 0,0 0 0,-1 1 0,1 1 0,1 2 0,-1 0 0,0 1 0,1 1 0,-40 17 0,24-6 0,0 2 0,2 1 0,0 1 0,2 3 0,0 0 0,2 2 0,0 1 0,2 2 0,1 1 0,2 1 0,1 1 0,-25 42 0,33-46 0,2 1 0,1 1 0,1 0 0,1 0 0,2 2 0,1-1 0,2 1 0,1 0 0,1 1 0,2-1 0,1 1 0,2 0 0,1 0 0,1-1 0,11 53 0,-6-58 0,1 0 0,0-1 0,2 1 0,1-2 0,1 0 0,2 0 0,0-1 0,1-1 0,34 39 0,-35-46 0,2-2 0,-1 1 0,2-2 0,0 0 0,0-2 0,1 1 0,0-2 0,1 0 0,0-2 0,1 0 0,0-1 0,0-1 0,34 6 0,-24-8 0,1-1 0,-1-2 0,1-1 0,0-1 0,-1-2 0,55-11 0,-47 4 0,-1-1 0,0-3 0,0 0 0,65-38 0,-59 25 0,-1-1 0,-2-3 0,-1-1 0,-1-1 0,-2-3 0,-1-1 0,-2-1 0,48-74 0,-57 73 0,-2-1 0,-2 0 0,-2-1 0,26-86 0,-37 99 0,-1-1 0,-1 1 0,-1-1 0,-2 0 0,-1 0 0,-1-1 0,-1 1 0,-10-51 0,7 64 0,0 0 0,-1 1 0,-1 0 0,0 0 0,-1 0 0,-1 1 0,0 0 0,-1 0 0,0 1 0,-1 0 0,-1 1 0,0 0 0,0 1 0,-1 0 0,-1 1 0,0 0 0,0 1 0,-1 0 0,0 1 0,0 1 0,-1 0 0,0 1 0,0 1 0,-1 0 0,1 1 0,-28-3 0,9 3-227,-1 2-1,1 1 1,-1 2-1,1 2 1,-51 9-1,11 4-6598</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41.666"/>
    </inkml:context>
    <inkml:brush xml:id="br0">
      <inkml:brushProperty name="width" value="0.05" units="cm"/>
      <inkml:brushProperty name="height" value="0.05" units="cm"/>
      <inkml:brushProperty name="color" value="#FFC114"/>
    </inkml:brush>
  </inkml:definitions>
  <inkml:trace contextRef="#ctx0" brushRef="#br0">4 436 24575,'-3'3'0,"2"-3"0,4-3 0,5-4 0,6-7 0,9-10 0,10-9 0,11-7 0,8-6 0,11-4 0,5 2 0,7-1 0,-3 6 0,-3 8 0,-9 8 0,-11 13 0,-15 9-8191</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43.788"/>
    </inkml:context>
    <inkml:brush xml:id="br0">
      <inkml:brushProperty name="width" value="0.05" units="cm"/>
      <inkml:brushProperty name="height" value="0.05" units="cm"/>
      <inkml:brushProperty name="color" value="#FFC114"/>
    </inkml:brush>
  </inkml:definitions>
  <inkml:trace contextRef="#ctx0" brushRef="#br0">33 659 24575,'6'-1'0,"-5"1"0,-1 0 0,0-1 0,1 1 0,-1 0 0,0 0 0,0 0 0,1 0 0,-1 0 0,0 0 0,1 0 0,-1 0 0,0 0 0,0 0 0,1 0 0,-1 0 0,0 0 0,0 0 0,1 0 0,-1 1 0,0-1 0,1 0 0,-1 0 0,0 0 0,0 0 0,1 0 0,-1 1 0,0-1 0,0 0 0,0 0 0,1 0 0,-1 1 0,0-1 0,0 0 0,0 0 0,0 1 0,0-1 0,1 0 0,-1 0 0,0 1 0,0-1 0,0 0 0,0 1 0,0-1 0,0 0 0,0 0 0,0 1 0,0-1 0,0 0 0,0 1 0,0-1 0,0 0 0,0 0 0,0 1 0,0-1 0,-1 0 0,8 64 0,1 14 0,-1-36 0,-6-31 0,0 1 0,1 0 0,1-1 0,0 0 0,0 1 0,8 16 0,-7-28 0,0-8 0,1-9 0,8-70 0,-3 0 0,-4 0 0,-10-160 0,1 198 0,-1 0 0,-3 0 0,-2 1 0,-2 1 0,-33-87 0,43 130 0,-1 0 0,0 1 0,0-1 0,0 1 0,-1-1 0,1 1 0,-6-6 0,8 9 0,-1 0 0,1-1 0,0 1 0,-1 0 0,1-1 0,-1 1 0,1 0 0,-1 0 0,1-1 0,-1 1 0,1 0 0,-1 0 0,1 0 0,-1 0 0,0 0 0,1 0 0,-1-1 0,1 1 0,-1 1 0,1-1 0,-1 0 0,1 0 0,-1 0 0,0 0 0,0 1 0,0 0 0,0-1 0,0 1 0,0 0 0,1 0 0,-1 0 0,0 0 0,0 0 0,1 0 0,-1 0 0,1 0 0,-1 0 0,1 0 0,-1 1 0,1-1 0,-1 1 0,-1 8 0,0 0 0,1 0 0,0 1 0,0-1 0,1 0 0,0 0 0,1 0 0,2 12 0,22 82 0,-24-98 0,12 36 0,26 63 0,-30-86 0,1 0 0,1 0 0,1-1 0,0 0 0,18 19 0,-26-33 0,0 0 0,0-1 0,0 0 0,0 0 0,0 0 0,1 0 0,-1 0 0,1-1 0,0 0 0,6 2 0,-9-3 0,0-1 0,0 1 0,0-1 0,0 0 0,-1 0 0,1 1 0,0-1 0,0-1 0,0 1 0,0 0 0,0 0 0,0-1 0,0 1 0,-1-1 0,1 0 0,0 1 0,0-1 0,-1 0 0,1 0 0,-1 0 0,1 0 0,0 0 0,-1-1 0,0 1 0,1 0 0,-1-1 0,0 1 0,0-1 0,0 1 0,2-4 0,3-7 0,-1 0 0,0-1 0,-1 0 0,-1 1 0,0-1 0,-1-1 0,2-25 0,-6-95 0,2 132 0,-1-13 0,0 0 0,-1 0 0,-5-18 0,28 97 0,2-1 0,4 0 0,62 108 0,-84-165-273,-1 1 0,1-1 0,0 1 0,12 9 0,-2-5-6553</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44.268"/>
    </inkml:context>
    <inkml:brush xml:id="br0">
      <inkml:brushProperty name="width" value="0.05" units="cm"/>
      <inkml:brushProperty name="height" value="0.05" units="cm"/>
      <inkml:brushProperty name="color" value="#FFC114"/>
    </inkml:brush>
  </inkml:definitions>
  <inkml:trace contextRef="#ctx0" brushRef="#br0">577 1 24575,'-23'1'0,"0"1"0,-1 1 0,1 1 0,0 1 0,1 1 0,-1 1 0,1 1 0,0 1 0,-26 15 0,20-8 0,2 1 0,0 1 0,0 2 0,2 0 0,1 1 0,-28 33 0,37-37 0,1 0 0,1 1 0,1 0 0,0 1 0,1 0 0,1 1 0,1 0 0,1 0 0,1 1 0,1-1 0,-5 33 0,8-27 0,1-1 0,1 1 0,1 0 0,1-1 0,1 1 0,2-1 0,0 0 0,2 0 0,13 33 0,-6-25 0,2-1 0,1 0 0,1-1 0,2-1 0,1-1 0,2-1 0,0-1 0,2 0 0,1-2 0,1-1 0,1-2 0,1 0 0,1-2 0,47 24 0,-48-29 0,0-2 0,1-1 0,1-2 0,-1 0 0,2-2 0,-1-2 0,1-1 0,0-1 0,0-2 0,0-1 0,1-1 0,-1-2 0,0-1 0,0-2 0,-1-1 0,45-14 0,-56 12 0,-1 0 0,1-2 0,-2 0 0,0-1 0,0 0 0,-1-2 0,0 0 0,-1-1 0,-1 0 0,0-2 0,-1 0 0,0 0 0,-2-1 0,0-1 0,-1 0 0,-1 0 0,0-1 0,-1-1 0,-2 1 0,0-1 0,-1-1 0,0 1 0,-2-1 0,-1 0 0,0 0 0,-2 0 0,-1-35 0,-3 23 0,-1-1 0,-2 1 0,-1 0 0,-2 0 0,-1 1 0,-2 0 0,-20-40 0,12 34 0,-1 0 0,-3 2 0,0 1 0,-3 0 0,-40-40 0,50 58 0,-1 0 0,-1 1 0,-1 1 0,0 1 0,-1 1 0,-1 1 0,0 0 0,-29-10 0,38 17 0,-1 1 0,0 1 0,1 0 0,-2 1 0,1 0 0,0 1 0,0 0 0,0 1 0,-1 1 0,1 1 0,0 0 0,0 0 0,0 2 0,0-1 0,-21 11 0,19-7-682,-31 21-1,-6 11-6143</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44.830"/>
    </inkml:context>
    <inkml:brush xml:id="br0">
      <inkml:brushProperty name="width" value="0.05" units="cm"/>
      <inkml:brushProperty name="height" value="0.05" units="cm"/>
      <inkml:brushProperty name="color" value="#FFC114"/>
    </inkml:brush>
  </inkml:definitions>
  <inkml:trace contextRef="#ctx0" brushRef="#br0">0 1353 24575,'11'6'0,"0"1"0,-11-7 0,0 0 0,1 0 0,-1 0 0,0 0 0,1 0 0,-1 0 0,0 0 0,1 0 0,-1 0 0,0 0 0,0 0 0,1 0 0,-1 0 0,0 0 0,1-1 0,-1 1 0,0 0 0,0 0 0,1 0 0,-1-1 0,0 1 0,0 0 0,1 0 0,-1 0 0,0-1 0,0 1 0,0 0 0,1-1 0,-1 1 0,0 0 0,0 0 0,0-1 0,0 1 0,0 0 0,0-1 0,3-9 0,0-1 0,-1 1 0,-1-1 0,0 0 0,0-11 0,0-5 0,9-212 0,5-50 0,-10 239 0,3 1 0,2 1 0,30-88 0,-21 90 0,1 0 0,2 2 0,29-43 0,-35 63 0,1 1 0,1 0 0,1 1 0,1 1 0,1 1 0,36-27 0,-45 39 0,0 0 0,23-10 0,-33 16 0,1 1 0,0 0 0,0 0 0,0 0 0,-1 0 0,1 0 0,0 1 0,0-1 0,0 1 0,1 0 0,-1-1 0,0 2 0,0-1 0,0 0 0,0 1 0,0-1 0,0 1 0,0 0 0,3 1 0,-5-1 17,0 0-1,1 1 0,-1-1 0,0 1 1,1-1-1,-1 1 0,0-1 0,0 1 1,0-1-1,0 1 0,-1 0 0,1 0 1,0-1-1,-1 1 0,1 0 0,-1 0 1,0 0-1,1 0 0,-1-1 0,0 5 1,0 0-359,-1 0 1,1 1 0,-1-1-1,-3 12 1,-2-2-6485</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8.350"/>
    </inkml:context>
    <inkml:brush xml:id="br0">
      <inkml:brushProperty name="width" value="0.05" units="cm"/>
      <inkml:brushProperty name="height" value="0.05" units="cm"/>
      <inkml:brushProperty name="color" value="#FFC114"/>
    </inkml:brush>
  </inkml:definitions>
  <inkml:trace contextRef="#ctx0" brushRef="#br0">378 221 24575,'-27'-61'0,"16"34"0,-17-29 0,23 47 0,0 1 0,-1 0 0,0-1 0,0 2 0,-11-11 0,15 16 0,0 0 0,-1 0 0,1 1 0,0-1 0,-1 1 0,1 0 0,-1 0 0,0 0 0,1 0 0,-1 0 0,0 0 0,0 1 0,0-1 0,1 1 0,-1 0 0,0 0 0,0 0 0,0 0 0,0 1 0,1-1 0,-1 1 0,0-1 0,-5 3 0,-1 1 0,0 1 0,0 0 0,1 0 0,-1 1 0,1 0 0,1 0 0,-1 1 0,1 0 0,0 0 0,1 1 0,0 0 0,0 0 0,-6 11 0,-1 4 0,1 1 0,1 1 0,-14 44 0,18-42 0,1 0 0,1 1 0,1-1 0,2 1 0,0 0 0,2-1 0,1 1 0,2 0 0,0-1 0,2 1 0,1-1 0,1 0 0,18 42 0,-17-49 0,2 0 0,1-1 0,0 0 0,2-1 0,0 0 0,1-1 0,26 26 0,-26-31 0,0 0 0,1-1 0,0-1 0,1 0 0,0-1 0,1-1 0,0 0 0,0-1 0,33 8 0,-30-11 0,0-1 0,1-1 0,0 0 0,-1-2 0,1 0 0,0-1 0,-1-2 0,1 0 0,-1-1 0,0 0 0,29-12 0,-24 6 0,0-1 0,-1-1 0,-1-1 0,0-1 0,-1-1 0,0-1 0,-2-1 0,31-31 0,-35 30 0,0-1 0,-2 0 0,0-1 0,-1 0 0,-1-1 0,0 0 0,-2-1 0,-1-1 0,11-36 0,-16 41 0,-1 0 0,0-1 0,-1 1 0,-1 0 0,-1-1 0,0 1 0,-2-1 0,0 1 0,-1 0 0,-1 0 0,0 0 0,-1 0 0,-10-21 0,7 23 20,0 0 0,-1 0 0,-1 1 1,-1 0-1,0 1 0,0 0 0,-2 0 0,1 2 0,-2 0 0,0 0 0,0 1 0,-1 1 0,0 0 0,-1 1 0,0 1 0,-33-12 1,26 12-164,-1 1 1,0 2 0,0 0 0,0 2-1,0 1 1,-1 0 0,1 2 0,0 1 0,-1 1-1,1 1 1,-47 12 0,-1 8-6684</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8.830"/>
    </inkml:context>
    <inkml:brush xml:id="br0">
      <inkml:brushProperty name="width" value="0.05" units="cm"/>
      <inkml:brushProperty name="height" value="0.05" units="cm"/>
      <inkml:brushProperty name="color" value="#FFC114"/>
    </inkml:brush>
  </inkml:definitions>
  <inkml:trace contextRef="#ctx0" brushRef="#br0">202 38 24575,'0'3'0,"-1"1"0,0-1 0,-1 1 0,1-1 0,-1 0 0,1 0 0,-1 0 0,0 0 0,-4 5 0,-2 4 0,-23 45 0,2 1 0,3 1 0,3 2 0,-16 65 0,35-114 0,-2 9 0,1-1 0,0 1 0,-2 41 0,7-58 0,-1 1 0,2 0 0,-1 0 0,0-1 0,1 1 0,0 0 0,0-1 0,0 1 0,1-1 0,-1 0 0,1 1 0,0-1 0,0 0 0,1 0 0,-1 0 0,1 0 0,0 0 0,0-1 0,0 1 0,1-1 0,-1 0 0,1 0 0,6 4 0,3-1 0,-1 0 0,1-1 0,-1-1 0,1 0 0,0-1 0,25 4 0,83 0 0,-95-6 0,93-1 0,235-29 0,-324 25 0,-1-2 0,0-1 0,0 0 0,40-18 0,-61 21 0,-1 1 0,1-1 0,0 0 0,-1-1 0,0 0 0,0 0 0,0-1 0,-1 0 0,0 0 0,0 0 0,-1-1 0,1 1 0,-1-1 0,-1-1 0,1 1 0,-1-1 0,-1 0 0,1 0 0,3-14 0,-3-1 0,-1-1 0,-1 1 0,0-1 0,-2 1 0,-5-38 0,0 27 0,-1 0 0,-2 1 0,-14-40 0,18 63 0,0 1 0,0-1 0,0 1 0,-2 0 0,1 0 0,-1 1 0,0-1 0,0 1 0,-1 1 0,0-1 0,-1 1 0,0 0 0,0 1 0,0 0 0,-1 0 0,0 1 0,0 0 0,0 1 0,-1 0 0,1 0 0,-1 1 0,0 0 0,0 1 0,0 0 0,0 0 0,-20 0 0,9 3-1365,4-1-5461</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9.331"/>
    </inkml:context>
    <inkml:brush xml:id="br0">
      <inkml:brushProperty name="width" value="0.05" units="cm"/>
      <inkml:brushProperty name="height" value="0.05" units="cm"/>
      <inkml:brushProperty name="color" value="#FFC114"/>
    </inkml:brush>
  </inkml:definitions>
  <inkml:trace contextRef="#ctx0" brushRef="#br0">559 132 24575,'-6'-14'0,"-2"0"0,0 1 0,-1 0 0,-14-18 0,18 27 0,0-1 0,1 1 0,-1 0 0,-1 0 0,1 1 0,-1 0 0,1 0 0,-1 0 0,0 0 0,0 1 0,0 0 0,0 0 0,-12-1 0,4 2 0,0 0 0,0 1 0,0 1 0,0 0 0,0 1 0,0 0 0,0 1 0,0 1 0,0 0 0,1 1 0,0 0 0,0 1 0,1 1 0,-1 0 0,-14 11 0,12-7 0,0 1 0,1 0 0,1 0 0,0 2 0,0 0 0,1 0 0,1 1 0,1 0 0,0 1 0,1 0 0,-9 21 0,11-17 0,1 1 0,1-1 0,0 1 0,2 0 0,0 0 0,1 0 0,1 0 0,2 0 0,0 0 0,1 1 0,1-1 0,0-1 0,2 1 0,1-1 0,9 25 0,-8-29 0,1 0 0,0 0 0,1-1 0,0 0 0,1-1 0,1 0 0,0-1 0,1 0 0,0 0 0,1-2 0,1 1 0,0-2 0,0 0 0,1 0 0,0-1 0,1-1 0,0-1 0,28 9 0,-19-9 0,-1-2 0,1-2 0,1 0 0,-1-1 0,0-1 0,0-2 0,1 0 0,-1-2 0,0-1 0,0-1 0,43-14 0,-32 6 0,-2-1 0,0-2 0,0-1 0,-2-1 0,0-2 0,-1-1 0,38-35 0,-56 44 0,0 0 0,-1-1 0,-1 0 0,0-1 0,-1-1 0,0 0 0,-1 0 0,11-26 0,-17 32 0,0 1 0,0-1 0,-1 0 0,0 0 0,0-1 0,-1 1 0,-1 0 0,1 0 0,-2-1 0,1 1 0,-1 0 0,0 0 0,-1-1 0,0 1 0,-1 0 0,0 1 0,-7-17 0,3 14 20,0-1 0,0 2 0,-2-1 1,1 1-1,-1 0 0,0 1 0,-1 0 0,0 0 0,0 1 0,-1 1 0,0 0 0,-1 0 0,1 1 0,-1 0 0,-1 1 0,-20-6 1,14 6-177,0 1 1,-1 0 0,1 2 0,-1 0 0,0 1 0,0 1 0,1 1-1,-1 0 1,0 2 0,-26 7 0,-3 5-6671</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09.814"/>
    </inkml:context>
    <inkml:brush xml:id="br0">
      <inkml:brushProperty name="width" value="0.05" units="cm"/>
      <inkml:brushProperty name="height" value="0.05" units="cm"/>
      <inkml:brushProperty name="color" value="#FFC114"/>
    </inkml:brush>
  </inkml:definitions>
  <inkml:trace contextRef="#ctx0" brushRef="#br0">151 108 24575,'-2'46'0,"-3"-1"0,-18 79 0,13-81 0,-21 103 0,-44 258 0,74-395 0,-1-2 0,2 0 0,-1 1 0,1-1 0,0 0 0,1 9 0,-1-15 0,0 1 0,1-1 0,-1 1 0,1-1 0,-1 0 0,1 1 0,-1-1 0,1 1 0,0-1 0,0 0 0,-1 0 0,1 1 0,0-1 0,0 0 0,0 0 0,1 0 0,-1 0 0,0 0 0,0 0 0,0-1 0,1 1 0,-1 0 0,0-1 0,1 1 0,-1-1 0,1 1 0,-1-1 0,1 1 0,-1-1 0,3 0 0,31 2 0,58-6 0,-25 1 0,109 2 0,113-4 0,-275 4 0,0-1 0,0-1 0,0 0 0,0 0 0,-1-2 0,28-11 0,-35 12 0,0 0 0,1-1 0,-1 0 0,-1 0 0,1 0 0,-1-1 0,0 0 0,0-1 0,-1 1 0,1-1 0,-2 0 0,1 0 0,6-14 0,-4 3 0,0-1 0,-2 0 0,0 0 0,-1 0 0,0-1 0,-2 0 0,-1 1 0,0-1 0,-1 0 0,-1 0 0,-5-22 0,-2-2 0,-1 0 0,-3 0 0,-32-75 0,28 81 0,-2 1 0,-43-64 0,47 81 0,-1 0 0,-1 1 0,0 1 0,-2 1 0,0 1 0,-24-17 0,33 27 49,0 0 0,-1 1 0,0 0-1,0 0 1,0 1 0,-15-4 0,21 7-131,0 0 1,0 0 0,0 1 0,0 0-1,0-1 1,0 1 0,0 0-1,0 1 1,0-1 0,0 1 0,0 0-1,0 0 1,0 0 0,0 0 0,1 1-1,-1-1 1,0 1 0,1 0 0,-1 0-1,-3 3 1,-5 7-6745</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10.404"/>
    </inkml:context>
    <inkml:brush xml:id="br0">
      <inkml:brushProperty name="width" value="0.05" units="cm"/>
      <inkml:brushProperty name="height" value="0.05" units="cm"/>
      <inkml:brushProperty name="color" value="#FFC114"/>
    </inkml:brush>
  </inkml:definitions>
  <inkml:trace contextRef="#ctx0" brushRef="#br0">723 379 24575,'5'-22'0,"-2"0"0,-1 1 0,0-1 0,-2 0 0,-1 0 0,0 0 0,-1 0 0,-2 1 0,-7-29 0,8 42 0,1 0 0,-1 0 0,0 1 0,-1-1 0,0 1 0,0 0 0,0 0 0,-1 0 0,0 1 0,0 0 0,-1 0 0,0 0 0,-11-8 0,11 10 0,0 0 0,-1 1 0,1 0 0,-1 0 0,0 1 0,0 0 0,0 0 0,0 0 0,0 1 0,0 0 0,0 1 0,0-1 0,0 1 0,-1 1 0,-12 1 0,0 3 0,0 0 0,0 1 0,1 1 0,0 1 0,0 0 0,1 2 0,0 0 0,-20 15 0,7-2 0,1 2 0,0 1 0,-34 41 0,42-41 0,1 0 0,1 1 0,2 1 0,1 0 0,1 2 0,-24 61 0,35-74 0,0 1 0,1-1 0,1 1 0,1 0 0,0 0 0,1 22 0,2-27 0,0 0 0,1 0 0,1 0 0,0 0 0,0 0 0,2 0 0,-1-1 0,2 0 0,8 15 0,-5-12 0,0-1 0,1-1 0,1 0 0,0 0 0,1-1 0,1-1 0,-1 0 0,26 17 0,-17-16 0,0 0 0,1-1 0,1-2 0,0 0 0,36 9 0,-18-9 0,0-3 0,1-1 0,0-2 0,-1-1 0,1-3 0,76-10 0,-83 5 0,0-1 0,0-2 0,-1-1 0,0-1 0,-1-2 0,-1-2 0,0-1 0,40-27 0,-58 34 0,-1-2 0,-1 0 0,0 0 0,0-1 0,-1 0 0,-1-1 0,0 0 0,14-25 0,-18 26 0,-1 0 0,0 0 0,-1 0 0,-1-1 0,0 1 0,0-1 0,-1 0 0,-1 0 0,0 0 0,-1 0 0,0 0 0,-3-16 0,-1 7 0,-1 0 0,-1 0 0,-1 1 0,-1 0 0,-1 0 0,0 1 0,-2 0 0,0 1 0,-2 0 0,0 1 0,0 1 0,-2-1 0,-23-20 0,18 19 0,-1 2 0,-1 0 0,0 2 0,0 0 0,-2 1 0,0 2 0,0 0 0,-1 2 0,-1 0 0,-46-10 0,55 17-85,-1 1 0,1 0-1,-1 1 1,0 1 0,0 1-1,1 0 1,-1 1 0,1 1-1,-1 1 1,1 1 0,0 0-1,1 1 1,-1 1 0,1 0-1,-26 17 1,-12 14-6741</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10.886"/>
    </inkml:context>
    <inkml:brush xml:id="br0">
      <inkml:brushProperty name="width" value="0.05" units="cm"/>
      <inkml:brushProperty name="height" value="0.05" units="cm"/>
      <inkml:brushProperty name="color" value="#FFC114"/>
    </inkml:brush>
  </inkml:definitions>
  <inkml:trace contextRef="#ctx0" brushRef="#br0">363 36 24575,'0'0'0,"0"-1"0,1 0 0,-1 1 0,0-1 0,0 1 0,0-1 0,0 0 0,0 1 0,0-1 0,0 0 0,-1 1 0,1-1 0,0 1 0,0-1 0,0 1 0,-1-1 0,1 0 0,0 1 0,0-1 0,-1 1 0,1-1 0,-1 1 0,1-1 0,0 1 0,-1 0 0,1-1 0,-1 1 0,0-1 0,0 1 0,0 0 0,0 0 0,0 0 0,0 1 0,1-1 0,-1 0 0,0 1 0,0-1 0,0 0 0,1 1 0,-1-1 0,0 1 0,0-1 0,1 1 0,-1 0 0,-1 1 0,-27 34 0,27-34 0,-63 88 0,-152 229 0,212-311 0,1 0 0,0 0 0,0 1 0,0-1 0,-1 10 0,4-16 0,1-1 0,-1 1 0,1 0 0,0-1 0,0 1 0,0 0 0,0-1 0,0 1 0,0 0 0,0-1 0,1 1 0,-1 0 0,0-1 0,1 1 0,-1 0 0,1-1 0,0 1 0,0-1 0,-1 1 0,1-1 0,0 1 0,0-1 0,0 0 0,1 0 0,-1 1 0,0-1 0,0 0 0,1 0 0,-1 0 0,1 0 0,-1 0 0,1-1 0,-1 1 0,3 0 0,11 4 0,1-1 0,-1-1 0,1-1 0,0 0 0,21-1 0,5 1 0,100 13 0,-51-4 0,149-1 0,-220-12 0,0 0 0,0 0 0,0-2 0,-1-1 0,1 0 0,-1-1 0,0-1 0,-1-1 0,34-20 0,-41 22 0,-2-2 0,1 1 0,-1-1 0,0 0 0,0-1 0,-1 0 0,0 0 0,-1-1 0,0 0 0,0 0 0,-1-1 0,-1 1 0,0-1 0,0-1 0,-1 1 0,0-1 0,3-19 0,-6 20 14,0 1 1,0 0-1,-1-1 0,0 1 0,-1-1 1,0 1-1,-1 0 0,0-1 0,0 1 0,-1 0 1,-8-17-1,5 15 7,-2-1 1,1 1-1,-1 0 0,-1 0 1,0 1-1,-1 0 0,-20-17 1,12 13-193,-2 1 0,0 0 1,-1 2-1,0 0 0,-1 2 1,0 0-1,-1 1 0,0 1 1,-45-8-1,42 12-6655</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11.350"/>
    </inkml:context>
    <inkml:brush xml:id="br0">
      <inkml:brushProperty name="width" value="0.05" units="cm"/>
      <inkml:brushProperty name="height" value="0.05" units="cm"/>
      <inkml:brushProperty name="color" value="#FFC114"/>
    </inkml:brush>
  </inkml:definitions>
  <inkml:trace contextRef="#ctx0" brushRef="#br0">540 264 24575,'-26'-56'0,"12"26"0,-19-30 0,27 50 0,-1 0 0,0 1 0,-1 0 0,0 0 0,-1 1 0,-15-13 0,17 16 0,0 0 0,-1 1 0,1-1 0,-1 2 0,0-1 0,0 1 0,-1 0 0,1 1 0,0 0 0,-1 0 0,0 0 0,1 2 0,-1-1 0,0 1 0,0 0 0,-14 2 0,13 0 0,0 1 0,1 0 0,-1 0 0,1 1 0,0 0 0,0 0 0,0 1 0,1 1 0,-1-1 0,1 1 0,1 1 0,-1-1 0,1 1 0,-9 11 0,3 0 0,1 0 0,1 0 0,0 1 0,2 1 0,0 0 0,1 0 0,1 0 0,1 1 0,0 0 0,2 1 0,-3 33 0,5-28 0,1 1 0,2-1 0,0 1 0,2-1 0,1 0 0,1 0 0,1 0 0,17 44 0,-17-56 0,1 0 0,1-1 0,0 1 0,1-2 0,0 1 0,1-2 0,1 1 0,0-1 0,1-1 0,0 0 0,0 0 0,1-1 0,1-1 0,-1 0 0,2-1 0,-1-1 0,1 0 0,0-1 0,0 0 0,1-1 0,0-1 0,0-1 0,0 0 0,0-1 0,0-1 0,1 0 0,-1-1 0,24-3 0,-21 0 0,-1 0 0,1-1 0,-1-1 0,-1 0 0,1-2 0,-1 0 0,0-1 0,0 0 0,-1-2 0,0 0 0,-1-1 0,0 0 0,-1-1 0,0-1 0,-1 0 0,0-1 0,-1 0 0,-1-1 0,0 0 0,-1-1 0,-1 0 0,0 0 0,-1-1 0,-1-1 0,-1 1 0,0-1 0,-1 0 0,-1 0 0,3-30 0,-6 26 0,-1-1 0,-1 0 0,-1 0 0,0 1 0,-2-1 0,-1 1 0,-1 0 0,-1 0 0,-11-25 0,12 33 0,-1-1 0,0 1 0,-1 1 0,-1-1 0,-1 2 0,1-1 0,-2 1 0,0 1 0,0 0 0,-1 0 0,0 1 0,-1 1 0,-28-16 0,33 21-80,0 0 0,-1 1-1,0 1 1,1-1 0,-1 1-1,0 1 1,0 0 0,-1 0-1,1 1 1,0 0 0,0 0 0,0 1-1,0 0 1,0 1 0,0 0-1,-15 5 1,-23 14-6746</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11.783"/>
    </inkml:context>
    <inkml:brush xml:id="br0">
      <inkml:brushProperty name="width" value="0.05" units="cm"/>
      <inkml:brushProperty name="height" value="0.05" units="cm"/>
      <inkml:brushProperty name="color" value="#FFC114"/>
    </inkml:brush>
  </inkml:definitions>
  <inkml:trace contextRef="#ctx0" brushRef="#br0">17 127 24575,'8'35'0,"-1"-4"0,-6 21 0,-1 0 0,-16 99 0,8-88 0,-1 89 0,10-132 0,0 0 0,1 1 0,1-1 0,1 0 0,1-1 0,0 1 0,2-1 0,13 28 0,-17-41 0,0-1 0,0 1 0,1-1 0,0 0 0,0 0 0,0 0 0,0 0 0,1-1 0,0 0 0,0 0 0,0 0 0,1-1 0,-1 1 0,7 2 0,-4-3 0,1 0 0,0-1 0,-1 0 0,1 0 0,0-1 0,0 0 0,0 0 0,0-1 0,13-2 0,15-2 0,-1-2 0,57-16 0,71-33 0,-84 26 0,-67 25 0,39-16 0,-48 19 0,0-1 0,-1 0 0,1 0 0,-1-1 0,0 1 0,0-1 0,0 1 0,0-1 0,0 0 0,4-6 0,-6 7 0,0 0 0,-1 0 0,1 0 0,0 0 0,-1 0 0,0 0 0,1 0 0,-1 0 0,0 0 0,0 0 0,0 0 0,0 0 0,0 0 0,-1 0 0,1 0 0,-1 0 0,0-3 0,-18-34 0,13 28 0,-129-210 0,75 129 0,26 37 0,-15-24 0,-92-114 0,137 188-124,0 0 0,-1 1 0,1-1 0,-1 1 0,0 0 0,0 0-1,0 0 1,0 1 0,-1 0 0,-9-4 0,0 3-6702</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12.912"/>
    </inkml:context>
    <inkml:brush xml:id="br0">
      <inkml:brushProperty name="width" value="0.05" units="cm"/>
      <inkml:brushProperty name="height" value="0.05" units="cm"/>
      <inkml:brushProperty name="color" value="#FFC114"/>
    </inkml:brush>
  </inkml:definitions>
  <inkml:trace contextRef="#ctx0" brushRef="#br0">93 659 24575,'-8'1'0,"0"0"0,0 0 0,-13 4 0,15-3 0,0 0 0,0-1 0,-1 0 0,1 0 0,-11 0 0,44-13 0,335-100-610,-195 66 188,-162 44 419,603-179-1461,-6-22 575,-569 190 775,0 2-73,0-2 0,-1-1 0,55-33 0,-61 27-3754</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5:13.118"/>
    </inkml:context>
    <inkml:brush xml:id="br0">
      <inkml:brushProperty name="width" value="0.05" units="cm"/>
      <inkml:brushProperty name="height" value="0.05" units="cm"/>
      <inkml:brushProperty name="color" value="#FFC114"/>
    </inkml:brush>
  </inkml:definitions>
  <inkml:trace contextRef="#ctx0" brushRef="#br0">0 52 24575,'0'-1'0,"0"-1"0,0 1 0,1 0 0,-1 0 0,0-1 0,0 1 0,1 0 0,-1 0 0,1-1 0,0 1 0,-1 0 0,1 0 0,0 0 0,-1 0 0,1 0 0,0 0 0,0 0 0,0 0 0,1-1 0,2 0 0,-1 0 0,0 0 0,0 0 0,1 1 0,-1-1 0,8-1 0,4 0 0,0 0 0,24 0 0,-33 2 0,37-2 0,-1 3 0,49 4 0,-72-2 0,0 1 0,0 1 0,0 1 0,-1 0 0,0 1 0,0 1 0,19 11 0,-32-15 0,1 0 0,-1 0 0,0 1 0,0 0 0,-1 0 0,1 0 0,-1 0 0,0 1 0,0 0 0,5 8 0,-7-10 0,0 1 0,0 0 0,-1 0 0,0 0 0,0 1 0,0-1 0,0 0 0,0 0 0,-1 1 0,0-1 0,0 0 0,0 0 0,0 1 0,-1-1 0,0 0 0,-1 5 0,-1 1 49,0-1 0,-1 1 0,0-1-1,-1 0 1,0-1 0,-8 12 0,-42 44-1756,-16 7-5119</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36.707"/>
    </inkml:context>
    <inkml:brush xml:id="br0">
      <inkml:brushProperty name="width" value="0.05" units="cm"/>
      <inkml:brushProperty name="height" value="0.05" units="cm"/>
      <inkml:brushProperty name="color" value="#FFC114"/>
    </inkml:brush>
  </inkml:definitions>
  <inkml:trace contextRef="#ctx0" brushRef="#br0">267 582 24575,'-4'-4'0,"0"1"0,0 0 0,-1 1 0,1-1 0,-8-2 0,-17-11 0,22 10 0,5 3 0,-1 1 0,0 0 0,0 0 0,1 0 0,-1 0 0,-6-2 0,8 4 0,1 0 0,0 0 0,0 0 0,-1 0 0,1 0 0,0 0 0,0 0 0,-1 0 0,1 0 0,0 0 0,0 0 0,-1 0 0,1 0 0,0 0 0,0 0 0,-1 0 0,1 0 0,0 0 0,0 0 0,-1 1 0,1-1 0,0 0 0,0 0 0,0 0 0,-1 0 0,1 1 0,0-1 0,0 0 0,0 0 0,0 0 0,0 1 0,-1-1 0,1 0 0,0 0 0,0 1 0,0 19 0,14 45 0,30 84 0,-33-119 0,-11-30 0,0 0 0,0 0 0,1 0 0,-1 0 0,0 0 0,0 0 0,0 0 0,0 0 0,0 0 0,0 0 0,0 0 0,0 0 0,0 0 0,0 0 0,0 0 0,0 0 0,0 0 0,0 0 0,0 0 0,1 0 0,-1 0 0,0 0 0,0 0 0,0 0 0,0 0 0,0 0 0,0 0 0,0 0 0,0 0 0,0 0 0,0 0 0,0 1 0,0-1 0,0 0 0,0 0 0,0 0 0,-4-19 0,-97-277 0,48 158 0,34 86 0,-19-57 0,33 92 0,0-1 0,2 0 0,0 0 0,0-20 0,2 36 0,1-1 0,0 1 0,0-1 0,0 1 0,0-1 0,0 1 0,1-1 0,-1 1 0,1-1 0,-1 1 0,1 0 0,0-1 0,0 1 0,0 0 0,0 0 0,1 0 0,-1-1 0,0 1 0,1 0 0,0 1 0,-1-1 0,1 0 0,0 0 0,0 1 0,0-1 0,0 1 0,0 0 0,0 0 0,1-1 0,-1 1 0,0 0 0,0 1 0,1-1 0,-1 0 0,1 1 0,-1-1 0,1 1 0,3 0 0,19-1 0,0 0 0,-1 2 0,1 1 0,26 5 0,96 26 0,-128-28 0,9 2 0,39 15 0,-61-19 0,0-1 0,0 1 0,0 0 0,0 1 0,-1-1 0,1 1 0,-1 0 0,0 0 0,0 1 0,-1 0 0,1-1 0,4 9 0,-7-11 0,-1 1 0,0 0 0,-1-1 0,1 1 0,0 0 0,-1-1 0,1 1 0,-1 0 0,0 0 0,0-1 0,0 1 0,0 0 0,0 0 0,-1-1 0,1 1 0,-1 0 0,0-1 0,0 1 0,0-1 0,0 1 0,0-1 0,0 1 0,-1-1 0,1 1 0,-1-1 0,0 0 0,0 0 0,-2 2 0,-6 6 0,0-1 0,0 0 0,-1 0 0,-14 8 0,-59 30 0,15-10 0,68-37 0,-20 16 0,18-8 0,4-7 0,-1-1 0,0 1 0,1-1 0,-1 1 0,1-1 0,-1 0 0,1 1 0,-1-1 0,1 0 0,-1 1 0,1-1 0,-1 0 0,1 0 0,-1 1 0,1-1 0,-1 0 0,1 0 0,0 0 0,0 1 0,24 2 0,1 0 0,-1-2 0,40-3 0,-3 1 0,-24 1 0,155 9 0,-173-7 0,0 1 0,0 1 0,-1 1 0,1 1 0,-1 0 0,-1 2 0,26 13 0,-40-19 0,0 0 0,-1 1 0,1 0 0,0-1 0,-1 1 0,0 0 0,0 1 0,0-1 0,0 0 0,0 1 0,-1 0 0,1 0 0,-1 0 0,0 0 0,2 6 0,-3-7 0,-1 1 0,0-1 0,1 0 0,-1 1 0,0-1 0,0 1 0,-1-1 0,1 0 0,-1 1 0,0-1 0,0 0 0,0 0 0,0 1 0,0-1 0,-1 0 0,1 0 0,-1 0 0,0 0 0,0-1 0,0 1 0,-2 2 0,-10 9 0,0 0 0,-1-1 0,0-1 0,-1 0 0,0-1 0,-1-1 0,-26 12 0,1-3 0,-1-3 0,-49 13 0,41-16-455,0-3 0,-71 5 0,72-12-6371</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37.067"/>
    </inkml:context>
    <inkml:brush xml:id="br0">
      <inkml:brushProperty name="width" value="0.05" units="cm"/>
      <inkml:brushProperty name="height" value="0.05" units="cm"/>
      <inkml:brushProperty name="color" value="#FFC114"/>
    </inkml:brush>
  </inkml:definitions>
  <inkml:trace contextRef="#ctx0" brushRef="#br0">69 189 24575,'-14'1'0,"10"-1"0,1 1 0,0-1 0,-1 0 0,1 0 0,-1 0 0,1 0 0,-1-1 0,1 1 0,-1-1 0,1 0 0,0 0 0,-1 0 0,1 0 0,-3-2 0,6 2 0,0 1 0,0-1 0,0 0 0,0 1 0,0-1 0,0 1 0,0-1 0,0 0 0,0 1 0,0-1 0,0 1 0,1-1 0,-1 0 0,0 1 0,0-1 0,1 1 0,-1-1 0,0 1 0,1-1 0,-1 1 0,0-1 0,1 1 0,-1 0 0,1-1 0,-1 1 0,1 0 0,-1-1 0,1 1 0,-1 0 0,1-1 0,-1 1 0,1 0 0,0 0 0,0-1 0,23-11 0,-24 12 0,64-23 0,0 3 0,73-14 0,37-11 0,-139 29 0,-35 16 0,1 0 0,-1 0 0,0 0 0,0 0 0,0 0 0,1 0 0,-1 0 0,0 0 0,0-1 0,0 1 0,1 0 0,-1 0 0,0 0 0,0 0 0,0-1 0,0 1 0,1 0 0,-1 0 0,0-1 0,0 1 0,0 0 0,0 0 0,0 0 0,0-1 0,0 1 0,0 0 0,0 0 0,0-1 0,0 1 0,0 0 0,0 0 0,0-1 0,0 1 0,0 0 0,0 0 0,0-1 0,0 1 0,-19-5 0,-10 3 0,-48 3 0,66 0 0,-1 0 0,0 1 0,1 0 0,0 1 0,-1 0 0,1 0 0,-12 7 0,20-8 0,0 0 0,1 0 0,-1 0 0,0 0 0,1 1 0,0-1 0,-1 1 0,1 0 0,0 0 0,0 0 0,0 0 0,1 0 0,-1 0 0,1 0 0,0 0 0,0 1 0,0-1 0,0 0 0,0 1 0,1-1 0,-1 1 0,1-1 0,0 1 0,1 4 0,0 9 0,1 0 0,1-1 0,8 28 0,-8-34 0,113 332-1365,-99-298-5461</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37.504"/>
    </inkml:context>
    <inkml:brush xml:id="br0">
      <inkml:brushProperty name="width" value="0.05" units="cm"/>
      <inkml:brushProperty name="height" value="0.05" units="cm"/>
      <inkml:brushProperty name="color" value="#FFC114"/>
    </inkml:brush>
  </inkml:definitions>
  <inkml:trace contextRef="#ctx0" brushRef="#br0">131 392 24575,'0'-95'0,"0"95"0,0 0 0,0-1 0,0 1 0,0 0 0,0-1 0,0 1 0,0 0 0,0 0 0,0-1 0,0 1 0,0 0 0,0-1 0,0 1 0,0 0 0,0-1 0,0 1 0,0 0 0,1 0 0,-1-1 0,0 1 0,0 0 0,0 0 0,0-1 0,1 1 0,-1 0 0,0 0 0,0-1 0,0 1 0,1 0 0,-1 0 0,0 0 0,0-1 0,1 1 0,-1 0 0,0 0 0,1 0 0,-1 0 0,0 0 0,1 0 0,9 10 0,7 22 0,15 40 0,27 58 0,-49-112 0,0-1 0,2 1 0,0-2 0,25 28 0,-27-36 0,-11-14 0,-13-17 0,-94-119 0,-1-2 0,86 111 0,2-1 0,-24-54 0,40 78 0,1 0 0,1 0 0,-1 0 0,2-1 0,-1 1 0,2-1 0,-2-14 0,3 22 0,0 0 0,0 0 0,1 0 0,-1-1 0,1 1 0,0 0 0,0 0 0,0 0 0,0 0 0,0 0 0,1 0 0,-1 0 0,1 0 0,0 1 0,0-1 0,0 0 0,0 1 0,0 0 0,0-1 0,1 1 0,-1 0 0,1 0 0,0 0 0,0 1 0,-1-1 0,1 1 0,0 0 0,4-2 0,3 0 0,1 0 0,0 1 0,0 0 0,0 1 0,0 0 0,0 1 0,1 0 0,-1 1 0,0 0 0,0 1 0,0 0 0,15 5 0,-6-1 0,0 2 0,0 0 0,-1 1 0,0 1 0,28 20 0,-39-25 0,-1 1 0,1 0 0,-1 1 0,0-1 0,-1 2 0,0-1 0,0 1 0,0-1 0,7 17 0,-11-19 0,0 0 0,0 0 0,0 0 0,-1 0 0,0 0 0,0 1 0,-1-1 0,1 0 0,-1 1 0,0-1 0,0 0 0,-1 1 0,0-1 0,0 0 0,0 0 0,0 0 0,-1 0 0,0 0 0,-3 6 0,-1-1 38,0 0 0,-1-1 0,0 0 0,0 0 0,-1 0 0,0-1 0,0 0 0,-11 6 0,-6 5-892,-46 24 1,20-17-5973</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38.067"/>
    </inkml:context>
    <inkml:brush xml:id="br0">
      <inkml:brushProperty name="width" value="0.05" units="cm"/>
      <inkml:brushProperty name="height" value="0.05" units="cm"/>
      <inkml:brushProperty name="color" value="#FFC114"/>
    </inkml:brush>
  </inkml:definitions>
  <inkml:trace contextRef="#ctx0" brushRef="#br0">68 92 24575,'4'-25'0,"-3"21"0,-1 0 0,1 0 0,-1 0 0,1 0 0,-1 0 0,-1-5 0,1 7 0,0 0 0,-1 0 0,1 0 0,-1 1 0,1-1 0,-1 0 0,0 0 0,0 1 0,0-1 0,0 0 0,0 1 0,0-1 0,0 1 0,-1 0 0,1-1 0,0 1 0,-1 0 0,-1-2 0,2 3 0,0-1 0,0 1 0,0 0 0,0 0 0,0-1 0,0 1 0,0 0 0,0 0 0,0 0 0,0 0 0,0 0 0,0 0 0,0 0 0,0 1 0,0-1 0,0 0 0,1 0 0,-1 1 0,0-1 0,0 1 0,0-1 0,0 1 0,0-1 0,1 1 0,-1-1 0,0 1 0,0 0 0,1-1 0,-1 1 0,0 0 0,1 0 0,-1-1 0,1 1 0,-1 0 0,1 0 0,-1 2 0,-3 4 0,1 0 0,0 1 0,0 0 0,1 0 0,0-1 0,0 2 0,0 12 0,-1 62 0,3-65 0,1 34 0,2-1 0,2 1 0,17 68 0,-15-90 0,1-1 0,2-1 0,1 1 0,1-2 0,1 0 0,2 0 0,21 29 0,-27-44-195,2 1 0,0-1 0,1-1 0,0 0 0,0-1 0,21 13 0,17 5-6631</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38.443"/>
    </inkml:context>
    <inkml:brush xml:id="br0">
      <inkml:brushProperty name="width" value="0.05" units="cm"/>
      <inkml:brushProperty name="height" value="0.05" units="cm"/>
      <inkml:brushProperty name="color" value="#FFC114"/>
    </inkml:brush>
  </inkml:definitions>
  <inkml:trace contextRef="#ctx0" brushRef="#br0">466 283 24575,'-1'-19'0,"-2"1"0,0-1 0,-1 1 0,-9-24 0,9 28 0,0 2 0,1 1 0,-2 0 0,0 0 0,0 0 0,-1 1 0,0-1 0,-14-16 0,16 22 0,0 1 0,-1 0 0,1 0 0,-1 0 0,0 1 0,0-1 0,0 1 0,-1 0 0,1 1 0,-1-1 0,1 1 0,-1 0 0,0 1 0,0-1 0,0 1 0,0 0 0,-9 0 0,2 2 0,-1 0 0,1 1 0,-1 0 0,1 1 0,0 1 0,-1 0 0,2 1 0,-1 0 0,1 1 0,0 0 0,0 1 0,0 1 0,1 0 0,0 0 0,1 1 0,0 0 0,0 1 0,1 0 0,0 1 0,1 0 0,-9 14 0,14-20 0,1 0 0,0 0 0,0 0 0,0 1 0,0-1 0,1 0 0,0 1 0,0-1 0,0 0 0,1 1 0,0-1 0,0 1 0,0-1 0,2 11 0,0-9 0,0-1 0,1 1 0,-1-1 0,1 0 0,1 0 0,-1 0 0,1-1 0,0 1 0,0-1 0,9 9 0,2-1 0,2 0 0,-1-1 0,1-1 0,1 0 0,0-1 0,1-1 0,19 6 0,132 40 0,-55-21 0,-108-32 0,0 1 0,1 0 0,-1 0 0,0 1 0,-1 0 0,12 8 0,-17-11 0,1 0 0,-1 0 0,0 0 0,0 0 0,0 0 0,-1 1 0,1-1 0,0 0 0,0 1 0,-1-1 0,1 0 0,0 1 0,-1-1 0,0 1 0,1-1 0,-1 3 0,0-2 0,0 0 0,0 0 0,-1 0 0,1 0 0,-1-1 0,0 1 0,1 0 0,-1-1 0,0 1 0,0 0 0,0-1 0,0 1 0,0-1 0,0 1 0,-1-1 0,1 0 0,-2 2 0,-9 6 0,1 0 0,-1-1 0,-1 0 0,1-1 0,-1-1 0,-19 7 0,-86 23 0,103-32-195,0-1 0,-1 0 0,0-1 0,1-1 0,-1 0 0,-27-3 0,12-4-6631</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38.631"/>
    </inkml:context>
    <inkml:brush xml:id="br0">
      <inkml:brushProperty name="width" value="0.05" units="cm"/>
      <inkml:brushProperty name="height" value="0.05" units="cm"/>
      <inkml:brushProperty name="color" value="#FFC114"/>
    </inkml:brush>
  </inkml:definitions>
  <inkml:trace contextRef="#ctx0" brushRef="#br0">1 1 24575,'5'0'0,"6"0"0,3 0 0,-1 3 0,-3 3 0,1 2 0,-3 1 0,1 3 0,2 4 0,-2 4 0,2 2 0,1 2 0,1 2 0,2-1 0,0 1 0,2 0 0,0-6 0,-3-5-8191</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38.772"/>
    </inkml:context>
    <inkml:brush xml:id="br0">
      <inkml:brushProperty name="width" value="0.05" units="cm"/>
      <inkml:brushProperty name="height" value="0.05" units="cm"/>
      <inkml:brushProperty name="color" value="#FFC114"/>
    </inkml:brush>
  </inkml:definitions>
  <inkml:trace contextRef="#ctx0" brushRef="#br0">24 21 24575,'-3'-2'0,"-1"-5"0,-3 0 0,0 3 0,5 9 0,4 5 0,3 2-8191</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39.208"/>
    </inkml:context>
    <inkml:brush xml:id="br0">
      <inkml:brushProperty name="width" value="0.05" units="cm"/>
      <inkml:brushProperty name="height" value="0.05" units="cm"/>
      <inkml:brushProperty name="color" value="#FFC114"/>
    </inkml:brush>
  </inkml:definitions>
  <inkml:trace contextRef="#ctx0" brushRef="#br0">121 414 24575,'2'-2'0,"0"-1"0,-1 1 0,1-1 0,-1 0 0,0 0 0,0 1 0,0-1 0,0 0 0,0 0 0,-1 0 0,1 0 0,-1 0 0,1 0 0,-1 0 0,0 0 0,-1 0 0,1 0 0,0 0 0,-1 0 0,0 0 0,1 0 0,-1 0 0,0 1 0,-1-1 0,1 0 0,0 1 0,-1-1 0,0 0 0,-2-2 0,3 3 0,-1 0 0,0 0 0,0 0 0,1 0 0,-1 0 0,0 0 0,-1 0 0,1 1 0,0-1 0,0 1 0,-1 0 0,1 0 0,-1 0 0,-3-2 0,4 3 0,0 0 0,0 0 0,0 0 0,0 0 0,0 0 0,0 0 0,0 0 0,0 1 0,0-1 0,1 1 0,-1-1 0,0 1 0,0 0 0,0 0 0,1 0 0,-1 0 0,0 0 0,1 0 0,-1 0 0,1 0 0,-1 1 0,-1 1 0,-1 3 0,-1 0 0,1 1 0,0-1 0,0 1 0,1 0 0,0 0 0,0 0 0,1 0 0,-1 1 0,2-1 0,-1 1 0,1 0 0,0-1 0,1 1 0,0 0 0,0-1 0,1 9 0,0-10 0,-1 0 0,1 0 0,0 1 0,1-1 0,-1-1 0,1 1 0,0 0 0,1 0 0,-1-1 0,1 1 0,0-1 0,1 0 0,-1 0 0,1 0 0,0 0 0,0-1 0,1 1 0,-1-1 0,1 0 0,0-1 0,9 6 0,-9-6 0,0-1 0,0-1 0,0 1 0,0-1 0,1 0 0,-1 0 0,0 0 0,1-1 0,-1 1 0,1-1 0,-1-1 0,0 1 0,1-1 0,-1 0 0,0 0 0,1-1 0,-1 1 0,0-1 0,0 0 0,0-1 0,6-3 0,-5 2 0,-1 0 0,1-1 0,-1 0 0,0 0 0,0 0 0,0-1 0,-1 1 0,0-1 0,0 0 0,0 0 0,-1-1 0,0 1 0,0-1 0,-1 1 0,3-14 0,-2 4 0,-1-1 0,-1 0 0,0 0 0,-1 0 0,-1 0 0,-1 1 0,0-1 0,-2 0 0,-4-17 0,-10-22 0,-31-64 0,48 116 0,-7-17 0,5 12 0,-1 1 0,1-1 0,-1 1 0,-1-1 0,1 1 0,-1 1 0,-9-12 0,24 46 0,30 57-455,3-1 0,96 134 0,-113-183-6371</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39.616"/>
    </inkml:context>
    <inkml:brush xml:id="br0">
      <inkml:brushProperty name="width" value="0.05" units="cm"/>
      <inkml:brushProperty name="height" value="0.05" units="cm"/>
      <inkml:brushProperty name="color" value="#FFC114"/>
    </inkml:brush>
  </inkml:definitions>
  <inkml:trace contextRef="#ctx0" brushRef="#br0">62 150 24575,'0'0'0,"0"0"0,-1 0 0,1 0 0,0 0 0,0 0 0,-1-1 0,1 1 0,0 0 0,0 0 0,0 0 0,-1 0 0,1 0 0,0 0 0,0 0 0,-1 0 0,1 0 0,0 0 0,0 0 0,-1 0 0,1 0 0,0 0 0,0 0 0,-1 1 0,1-1 0,0 0 0,0 0 0,0 0 0,-1 0 0,1 0 0,0 0 0,0 1 0,0-1 0,-1 0 0,1 0 0,0 0 0,0 0 0,0 1 0,0-1 0,0 0 0,0 0 0,-1 1 0,1-1 0,0 0 0,0 0 0,0 0 0,0 1 0,0-1 0,0 0 0,0 0 0,0 1 0,0-1 0,0 0 0,0 0 0,0 1 0,15 12 0,27 10 0,-36-21 0,0 0 0,0 0 0,0-1 0,0 0 0,1 0 0,-1-1 0,12 0 0,-16 0 0,0-1 0,0 1 0,0 0 0,0-1 0,0 1 0,0-1 0,-1 0 0,1 1 0,0-1 0,0 0 0,-1 0 0,1 0 0,-1-1 0,1 1 0,-1 0 0,1 0 0,-1-1 0,0 1 0,1-1 0,-1 1 0,0-1 0,0 0 0,0 1 0,0-1 0,-1 0 0,1 0 0,0 0 0,-1 1 0,1-4 0,0-1 0,-1 0 0,0-1 0,0 1 0,0 0 0,-1-1 0,0 1 0,0 0 0,0 0 0,-1 0 0,0 0 0,0 0 0,-1 0 0,0 1 0,0-1 0,0 1 0,-1-1 0,-5-6 0,6 8 0,-1 0 0,1 0 0,-1 0 0,0 1 0,0-1 0,0 1 0,0 0 0,0 1 0,-1-1 0,0 1 0,1-1 0,-1 1 0,0 1 0,0-1 0,0 1 0,0 0 0,0 0 0,0 0 0,0 1 0,0-1 0,-10 2 0,12 0 0,-1 0 0,1 0 0,-1 0 0,1 0 0,0 1 0,-1 0 0,1-1 0,0 1 0,0 0 0,0 1 0,0-1 0,1 0 0,-1 1 0,1 0 0,-1-1 0,1 1 0,0 0 0,0 0 0,0 0 0,0 1 0,1-1 0,-1 0 0,1 1 0,0-1 0,0 1 0,0-1 0,0 1 0,1 3 0,-2 3 0,1-1 0,1 0 0,0 0 0,0 1 0,1-1 0,0 0 0,1 0 0,-1 1 0,2-1 0,3 8 0,-1-5 23,0 0 0,2 0 0,-1-1-1,1 0 1,1-1 0,0 1 0,1-2-1,-1 1 1,2-1 0,-1 0 0,2-1-1,-1 0 1,1-1 0,16 9 0,-10-8-213,1-1 0,0 0 1,1-1-1,-1-1 0,1-1 1,0 0-1,0-2 1,39 1-1,-1-4-6636</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40.205"/>
    </inkml:context>
    <inkml:brush xml:id="br0">
      <inkml:brushProperty name="width" value="0.05" units="cm"/>
      <inkml:brushProperty name="height" value="0.05" units="cm"/>
      <inkml:brushProperty name="color" value="#FFC114"/>
    </inkml:brush>
  </inkml:definitions>
  <inkml:trace contextRef="#ctx0" brushRef="#br0">89 487 24575,'-5'-10'0,"-1"-1"0,1 0 0,-2 1 0,1 0 0,-1 1 0,-1 0 0,-10-10 0,18 18 0,0 1 0,0-1 0,0 1 0,-1 0 0,1-1 0,0 1 0,0 0 0,-1 0 0,1-1 0,0 1 0,-1 0 0,1-1 0,0 1 0,-1 0 0,1 0 0,0 0 0,-1 0 0,1-1 0,-1 1 0,1 0 0,0 0 0,-1 0 0,1 0 0,-1 0 0,1 0 0,0 0 0,-1 0 0,1 0 0,-1 0 0,1 0 0,0 0 0,-1 0 0,0 1 0,4 12 0,15 22 0,9 6 0,40 45 0,23 33 0,-89-117 0,0 0 0,0 0 0,0 1 0,0-1 0,0 1 0,0-1 0,0 1 0,0 4 0,-1-7 0,0 0 0,0 0 0,0 1 0,0-1 0,0 0 0,0 1 0,0-1 0,0 0 0,-1 1 0,1-1 0,0 0 0,0 1 0,0-1 0,0 0 0,0 0 0,0 1 0,-1-1 0,1 0 0,0 1 0,0-1 0,0 0 0,-1 0 0,1 0 0,0 1 0,0-1 0,-1 0 0,0 0 0,0 0 0,1 0 0,-1 0 0,0 0 0,0 0 0,1 0 0,-1 0 0,0 0 0,0 0 0,1 0 0,-1-1 0,0 1 0,0 0 0,1-1 0,-1 1 0,-1-1 0,-8-7 0,-1 1 0,1-1 0,0-1 0,1 0 0,0 0 0,1-1 0,0 0 0,0-1 0,-7-12 0,-2-7 0,2 0 0,-15-42 0,18 40 0,2-1 0,1-1 0,-5-49 0,11 59 0,1-1 0,1-1 0,2 1 0,0 0 0,8-36 0,-8 53 0,1 1 0,0 0 0,1-1 0,0 1 0,0 0 0,0 1 0,1-1 0,0 1 0,0-1 0,7-6 0,-8 10 0,-1 0 0,1 1 0,0-1 0,0 1 0,1 0 0,-1 0 0,0 0 0,1 0 0,-1 0 0,1 1 0,0 0 0,-1 0 0,1 0 0,0 0 0,0 0 0,-1 1 0,1-1 0,0 1 0,0 0 0,0 1 0,7 0 0,-1 2 0,-1-1 0,0 2 0,0-1 0,0 1 0,0 1 0,0 0 0,-1 0 0,0 1 0,0 0 0,0 0 0,-1 0 0,0 1 0,12 16 0,-7-8 0,-1 0 0,-1 1 0,0 1 0,-1 0 0,-1 0 0,8 24 0,-13-33 0,-1 1 0,1-1 0,-1 1 0,-1 0 0,0 0 0,0 0 0,-1-1 0,0 1 0,0 0 0,-1 0 0,0 0 0,-1 0 0,0-1 0,0 1 0,-1-1 0,0 1 0,-1-1 0,0 0 0,0 0 0,0 0 0,-1-1 0,0 0 0,-1 0 0,0 0 0,0 0 0,0-1 0,-1 0 0,0 0 0,-7 4 0,-27 16 0,38-25 0,1 1 0,-1-1 0,1 0 0,-1 0 0,0 0 0,1 0 0,-1-1 0,0 1 0,0-1 0,1 0 0,-1 1 0,0-1 0,0 0 0,-3-1 0,5 1 0,1 0 0,-1 0 0,1-1 0,-1 1 0,1 0 0,-1 0 0,1 0 0,-1-1 0,1 1 0,-1 0 0,1-1 0,-1 1 0,1 0 0,-1-1 0,1 1 0,0-1 0,-1 1 0,1 0 0,0-1 0,-1 1 0,1-1 0,0 1 0,0-1 0,-1 1 0,1-1 0,0 1 0,0-1 0,0 0 0,0 0 0,0 0 0,0 0 0,0-1 0,1 1 0,-1-1 0,0 1 0,1 0 0,-1-1 0,1 1 0,0 0 0,-1 0 0,2-2 0,2-2 0,-1 0 0,1 1 0,0 0 0,8-7 0,2 2 0,0 0 0,1 1 0,-1 0 0,2 1 0,-1 1 0,1 0 0,0 1 0,0 1 0,28-4 0,-34 7 0,0 1 0,0-1 0,0 2 0,1-1 0,-1 2 0,0-1 0,15 5 0,-19-4 0,0 1 0,0-1 0,0 1 0,-1 0 0,1 0 0,-1 1 0,0-1 0,0 1 0,0 1 0,-1-1 0,1 0 0,6 11 0,-7-10 0,-1 0 0,0 0 0,0 0 0,-1 0 0,1 0 0,-1 1 0,0-1 0,-1 1 0,1 0 0,-1-1 0,-1 1 0,1 0 0,-1 0 0,1 0 0,-3 10 0,1-8 0,-1-1 0,0 1 0,-1 0 0,0-1 0,0 0 0,0 1 0,-1-1 0,0-1 0,-1 1 0,-7 9 0,1-4 0,-1 1 0,-1-2 0,0 1 0,0-2 0,-1 0 0,-1-1 0,1 0 0,-2-1 0,1 0 0,-18 5 0,14-7-455,-1-1 0,-22 2 0,11-3-6371</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40.652"/>
    </inkml:context>
    <inkml:brush xml:id="br0">
      <inkml:brushProperty name="width" value="0.05" units="cm"/>
      <inkml:brushProperty name="height" value="0.05" units="cm"/>
      <inkml:brushProperty name="color" value="#FFC114"/>
    </inkml:brush>
  </inkml:definitions>
  <inkml:trace contextRef="#ctx0" brushRef="#br0">10 0 24575,'1'1'0,"-1"-1"0,1 0 0,0 0 0,-1 0 0,1 1 0,0-1 0,-1 0 0,1 1 0,-1-1 0,1 0 0,-1 1 0,1-1 0,-1 1 0,1-1 0,-1 1 0,1-1 0,-1 1 0,0 0 0,1-1 0,-1 1 0,0-1 0,1 1 0,-1 0 0,0-1 0,0 1 0,1 0 0,-1-1 0,0 1 0,0 0 0,0-1 0,0 1 0,0 0 0,0-1 0,0 1 0,0 0 0,-1-1 0,1 2 0,-6 26 0,3-20 0,0-1 0,1 2 0,0-1 0,0 0 0,1 0 0,-1 12 0,2-15 0,0-1 0,1 1 0,0-1 0,0 0 0,0 1 0,0-1 0,1 0 0,-1 0 0,1 1 0,0-1 0,0 0 0,1-1 0,4 7 0,0-2 0,0 0 0,0-1 0,1-1 0,-1 1 0,1-1 0,1 0 0,-1-1 0,1 0 0,0 0 0,0-1 0,1 0 0,-1-1 0,1 0 0,0-1 0,13 3 0,-16-4 0,0-1 0,-1 1 0,1-1 0,-1 0 0,1-1 0,-1 0 0,1 0 0,-1 0 0,1-1 0,-1 0 0,0 0 0,0 0 0,0-1 0,0 0 0,0 0 0,0-1 0,-1 0 0,0 0 0,0 0 0,0 0 0,0-1 0,-1 0 0,1 0 0,5-8 0,-7 7 0,1-1 0,-1 0 0,0 1 0,-1-1 0,0 0 0,0 0 0,0 0 0,-1 0 0,0-1 0,0 1 0,-1-11 0,0 13 0,0 0 0,-1 0 0,1 0 0,-1 0 0,0 0 0,-1 0 0,1 0 0,-1 1 0,0-1 0,0 0 0,-1 1 0,1 0 0,-1-1 0,0 1 0,0 0 0,-7-7 0,9 10 0,0 1 0,1-1 0,-1 0 0,0 1 0,0-1 0,0 0 0,1 1 0,-1-1 0,0 1 0,0 0 0,0-1 0,0 1 0,0 0 0,0-1 0,0 1 0,0 0 0,0 0 0,0 0 0,0 0 0,-2 0 0,3 1 0,-1-1 0,0 0 0,1 1 0,-1-1 0,0 1 0,1-1 0,-1 1 0,0-1 0,1 1 0,-1 0 0,1-1 0,-1 1 0,1 0 0,0-1 0,-1 1 0,1 0 0,0 0 0,-1-1 0,1 2 0,-1 4 0,0-1 0,0 0 0,0 1 0,1-1 0,0 1 0,1 6 0,2 16 0,2-1 0,1 1 0,19 51 0,42 74 0,9 28 0,-71-166 0,-1 0 0,0 0 0,2 23 0,-6-34 0,0-1 0,0 0 0,0 1 0,0-1 0,0 0 0,-1 1 0,0-1 0,0 0 0,1 0 0,-3 5 0,2-7 0,0 0 0,0 0 0,0 1 0,0-1 0,0 0 0,0 0 0,0 0 0,0 0 0,0 0 0,0 0 0,0-1 0,-1 1 0,1 0 0,0-1 0,-1 1 0,1 0 0,-1-1 0,1 0 0,0 1 0,-1-1 0,1 0 0,-1 0 0,1 0 0,-2 0 0,-1 0-124,0-1 0,0 1 0,0-1 0,0 0 0,1 0 0,-1 0-1,0-1 1,1 1 0,-1-1 0,-4-3 0,-14-10-6702</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40.990"/>
    </inkml:context>
    <inkml:brush xml:id="br0">
      <inkml:brushProperty name="width" value="0.05" units="cm"/>
      <inkml:brushProperty name="height" value="0.05" units="cm"/>
      <inkml:brushProperty name="color" value="#FFC114"/>
    </inkml:brush>
  </inkml:definitions>
  <inkml:trace contextRef="#ctx0" brushRef="#br0">264 197 24575,'4'-2'0,"-1"0"0,1 0 0,0-1 0,-1 0 0,0 1 0,1-1 0,-1-1 0,0 1 0,-1 0 0,1-1 0,0 1 0,-1-1 0,0 0 0,0 0 0,0 0 0,2-6 0,-3 7 0,0 0 0,0-1 0,-1 1 0,1 0 0,-1-1 0,0 1 0,0 0 0,0-1 0,0 1 0,0 0 0,-1-1 0,0 1 0,1 0 0,-1 0 0,0 0 0,-1-1 0,1 1 0,0 0 0,-1 0 0,0 1 0,-3-5 0,0 1 0,-1 0 0,0 1 0,0 0 0,-1 0 0,1 0 0,-1 1 0,0 0 0,-1 0 0,1 1 0,-1 0 0,1 0 0,-1 1 0,0 0 0,0 0 0,0 1 0,0 0 0,0 0 0,0 1 0,-16 1 0,18 0 0,-1 0 0,1 0 0,-1 0 0,1 1 0,0 0 0,0 0 0,0 1 0,0 0 0,0 0 0,0 0 0,1 1 0,-1-1 0,1 1 0,0 1 0,0-1 0,1 1 0,-1 0 0,1 0 0,0 0 0,0 0 0,1 1 0,0 0 0,0-1 0,-4 13 0,4-10 0,1 0 0,0 0 0,1 0 0,0 0 0,0 1 0,1-1 0,0 0 0,0 1 0,1-1 0,3 16 0,0-12 0,0 1 0,0-1 0,1 0 0,1-1 0,0 1 0,11 14 0,0-3 0,2-1 0,0-1 0,1-1 0,1-1 0,41 29 0,48 18 0,-76-48 0,-1 2 0,34 26 0,-63-43 0,0 0 0,-1 1 0,1-1 0,0 1 0,-1 0 0,0 0 0,0 0 0,0 0 0,-1 1 0,1-1 0,-1 1 0,3 9 0,-4-11 0,-1 0 0,0 0 0,0-1 0,0 1 0,0 0 0,0 0 0,0 0 0,-1-1 0,0 1 0,1 0 0,-1 0 0,0-1 0,0 1 0,0-1 0,-1 1 0,1-1 0,-1 1 0,1-1 0,-1 0 0,0 0 0,0 1 0,0-1 0,0-1 0,-4 4 0,-2 1-195,0 0 0,0-1 0,-1 0 0,1 0 0,-1-1 0,-17 5 0,0-2-6631</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41.162"/>
    </inkml:context>
    <inkml:brush xml:id="br0">
      <inkml:brushProperty name="width" value="0.05" units="cm"/>
      <inkml:brushProperty name="height" value="0.05" units="cm"/>
      <inkml:brushProperty name="color" value="#FFC114"/>
    </inkml:brush>
  </inkml:definitions>
  <inkml:trace contextRef="#ctx0" brushRef="#br0">0 1 24575,'3'0'0,"6"0"0,5 0 0,3 0 0,-2 5 0,-3 6 0,0 3 0,-4 5 0,-2 5 0,1 4 0,-1 3 0,1 3 0,3-3 0,2 0 0,2-3 0,-2-3 0,1-3 0,-3-6-8191</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41.316"/>
    </inkml:context>
    <inkml:brush xml:id="br0">
      <inkml:brushProperty name="width" value="0.05" units="cm"/>
      <inkml:brushProperty name="height" value="0.05" units="cm"/>
      <inkml:brushProperty name="color" value="#FFC114"/>
    </inkml:brush>
  </inkml:definitions>
  <inkml:trace contextRef="#ctx0" brushRef="#br0">52 139 24575,'0'-8'0,"-3"-9"0,-4-7 0,0-3 0,1 1 0,-2 5 0,1 8 0,1 10 0,2 8 0,2 9 0,0 2-8191</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41.752"/>
    </inkml:context>
    <inkml:brush xml:id="br0">
      <inkml:brushProperty name="width" value="0.05" units="cm"/>
      <inkml:brushProperty name="height" value="0.05" units="cm"/>
      <inkml:brushProperty name="color" value="#FFC114"/>
    </inkml:brush>
  </inkml:definitions>
  <inkml:trace contextRef="#ctx0" brushRef="#br0">305 617 24575,'-1'-6'0,"-1"0"0,1 1 0,-1-1 0,0 1 0,0 0 0,-1-1 0,0 1 0,0 0 0,-4-5 0,-1-3 0,-5-10 0,-1 1 0,-27-33 0,36 50 0,1 0 0,-1 0 0,0 0 0,0 0 0,-1 1 0,1 0 0,-1 0 0,0 1 0,0-1 0,0 1 0,0 1 0,-1-1 0,1 1 0,-1 0 0,-10-1 0,14 2 0,0 1 0,0 0 0,0 0 0,0 1 0,0-1 0,0 1 0,0-1 0,1 1 0,-1 0 0,0 0 0,0 0 0,0 1 0,1-1 0,-1 1 0,1-1 0,-5 4 0,4-1 0,-1-1 0,1 1 0,0 0 0,0 0 0,0 0 0,1 1 0,-1-1 0,1 1 0,-2 5 0,-1 4 0,1 1 0,1 0 0,0 0 0,1 0 0,0 24 0,2-26 0,1 1 0,0-1 0,1 1 0,0-1 0,1 0 0,0 0 0,1 0 0,1 0 0,12 23 0,-15-31 0,1-1 0,0 0 0,0 1 0,0-1 0,0 0 0,1 0 0,0-1 0,-1 1 0,1-1 0,1 0 0,-1 0 0,0 0 0,1 0 0,0-1 0,-1 0 0,1 0 0,0 0 0,0 0 0,0-1 0,0 0 0,1 0 0,-1 0 0,0-1 0,0 0 0,0 0 0,1 0 0,-1 0 0,6-2 0,-1 0 0,-1-1 0,0 1 0,1-1 0,-1-1 0,-1 0 0,1 0 0,0-1 0,-1 0 0,0 0 0,0-1 0,-1 0 0,1-1 0,-1 1 0,-1-1 0,1-1 0,-1 1 0,-1-1 0,1 0 0,-1-1 0,7-16 0,-5 6 0,0 1 0,-2-1 0,0 0 0,-2 0 0,0 0 0,0 0 0,-2-1 0,-1 1 0,-3-32 0,-4-1 0,-2 0 0,-2 0 0,-3 1 0,-2 0 0,-35-75 0,33 95 0,8 21 0,10 10 0,0 0 0,0 1 0,-1-1 0,1 0 0,0 0 0,0 0 0,-1 0 0,1 0 0,0 0 0,0 1 0,-1-1 0,1 0 0,0 0 0,0 0 0,0 0 0,-1 1 0,1-1 0,0 0 0,0 0 0,0 1 0,0-1 0,-1 0 0,1 0 0,0 1 0,0-1 0,0 0 0,0 0 0,0 1 0,0-1 0,0 0 0,0 0 0,0 1 0,0-1 0,0 0 0,0 1 0,0-1 0,0 0 0,0 0 0,0 1 0,0-1 0,0 0 0,1 15 0,1 0 0,0 0 0,0-1 0,1 0 0,8 21 0,-1 0 0,137 404-1365,-125-386-5461</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42.096"/>
    </inkml:context>
    <inkml:brush xml:id="br0">
      <inkml:brushProperty name="width" value="0.05" units="cm"/>
      <inkml:brushProperty name="height" value="0.05" units="cm"/>
      <inkml:brushProperty name="color" value="#FFC114"/>
    </inkml:brush>
  </inkml:definitions>
  <inkml:trace contextRef="#ctx0" brushRef="#br0">82 231 24575,'-8'0'0,"0"0"0,1 1 0,-1 0 0,-14 4 0,21-4 0,0-1 0,-1 0 0,1 0 0,0 1 0,0-1 0,0 1 0,-1-1 0,1 1 0,0-1 0,0 1 0,0 0 0,0 0 0,0-1 0,0 1 0,0 0 0,0 0 0,1 0 0,-1 0 0,0 0 0,0 0 0,1 0 0,-1 0 0,1 1 0,-1-1 0,1 0 0,-1 0 0,1 0 0,0 1 0,0-1 0,-1 0 0,1 0 0,0 1 0,0-1 0,0 0 0,0 0 0,1 1 0,-1-1 0,1 2 0,0-1 0,0 1 0,1-1 0,-1 0 0,1 0 0,0 0 0,-1 0 0,1 0 0,0 0 0,0-1 0,0 1 0,0-1 0,1 1 0,-1-1 0,0 0 0,1 0 0,-1 0 0,1 0 0,-1 0 0,1 0 0,-1-1 0,5 1 0,4 1 0,-1-1 0,1 0 0,20-2 0,-15-1 0,0 0 0,0-1 0,-1 0 0,28-11 0,-34 10 0,-1 1 0,1-1 0,-1-1 0,-1 1 0,1-1 0,-1-1 0,1 1 0,-2-1 0,13-14 0,-17 18 0,0-1 0,0 0 0,0 1 0,-1-1 0,1 0 0,-1 0 0,0 0 0,0 0 0,0-1 0,0 1 0,-1 0 0,1 0 0,-1-1 0,1 1 0,-1 0 0,0 0 0,-1-4 0,0 2 0,0 0 0,-1 0 0,0 0 0,0 0 0,0 0 0,0 1 0,-1-1 0,1 1 0,-1-1 0,-4-3 0,-2-3 0,-2 1 0,0 0 0,0 0 0,0 1 0,-1 1 0,-23-13 0,25 16 0,0 0 0,-1 0 0,0 2 0,0-1 0,0 1 0,0 1 0,-1 0 0,1 0 0,-12 1 0,20 1 0,-1 0 0,1 0 0,0 0 0,0 1 0,-1-1 0,1 1 0,0 0 0,0 0 0,0 0 0,0 0 0,0 1 0,0-1 0,0 1 0,0-1 0,1 1 0,-1 0 0,1 0 0,-1 1 0,1-1 0,0 0 0,-1 1 0,1 0 0,1-1 0,-1 1 0,0 0 0,1 0 0,-1 0 0,1 0 0,0 0 0,0 0 0,0 0 0,0 0 0,1 1 0,-1-1 0,1 6 0,0 3 0,0 0 0,1 0 0,1 0 0,0 0 0,0-1 0,1 1 0,1-1 0,0 1 0,0-1 0,1 0 0,7 11 0,1 0 0,1-1 0,0 0 0,2-1 0,22 23 0,-24-30-195,0-1 0,0 0 0,1-1 0,0 0 0,1-1 0,30 14 0,-5-8-6631</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4:42.329"/>
    </inkml:context>
    <inkml:brush xml:id="br0">
      <inkml:brushProperty name="width" value="0.05" units="cm"/>
      <inkml:brushProperty name="height" value="0.05" units="cm"/>
      <inkml:brushProperty name="color" value="#FFC114"/>
    </inkml:brush>
  </inkml:definitions>
  <inkml:trace contextRef="#ctx0" brushRef="#br0">121 98 24575,'-9'-29'0,"4"12"0,-1 0 0,-9-18 0,21 48 0,0 0 0,6 26 0,-1-5 0,44 118 0,-11-33 0,36 150 0,-77-254 0,0 0 0,-1 0 0,0 0 0,-1 1 0,-1-1 0,-2 18 0,2-28 0,-1 0 0,0 0 0,-1 0 0,1 0 0,-1-1 0,0 1 0,0-1 0,0 1 0,-1-1 0,1 0 0,-1 0 0,0 0 0,0 0 0,-1 0 0,1-1 0,-1 1 0,0-1 0,1 0 0,-2 0 0,1 0 0,0-1 0,-9 4 0,-7 0-174,0-1 0,0 0 0,-1-2 0,1-1-1,-1 0 1,-29-2 0,47 0 28,-60 0-6680</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35.690"/>
    </inkml:context>
    <inkml:brush xml:id="br0">
      <inkml:brushProperty name="width" value="0.05" units="cm"/>
      <inkml:brushProperty name="height" value="0.05" units="cm"/>
      <inkml:brushProperty name="color" value="#FFC114"/>
    </inkml:brush>
  </inkml:definitions>
  <inkml:trace contextRef="#ctx0" brushRef="#br0">137 157 24575,'-137'0'0,"168"-2"0,0-1 0,0-1 0,-1-1 0,0-2 0,0-1 0,29-12 0,193-77-1365,-227 86-5461</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37.268"/>
    </inkml:context>
    <inkml:brush xml:id="br0">
      <inkml:brushProperty name="width" value="0.05" units="cm"/>
      <inkml:brushProperty name="height" value="0.05" units="cm"/>
      <inkml:brushProperty name="color" value="#FFC114"/>
    </inkml:brush>
  </inkml:definitions>
  <inkml:trace contextRef="#ctx0" brushRef="#br0">7 133 24575,'-1'0'0,"1"0"0,0 0 0,0 0 0,0 0 0,0 0 0,-1 0 0,1 0 0,0 0 0,0 0 0,0 0 0,-1 0 0,1 0 0,0 0 0,0 0 0,0 0 0,0 0 0,-1 0 0,1 0 0,0 0 0,0 0 0,0 0 0,-1 0 0,1 0 0,0 0 0,0 0 0,0-1 0,0 1 0,0 0 0,-1 0 0,1 0 0,0 0 0,0 0 0,0-1 0,0 1 0,0 0 0,0 0 0,0 0 0,0 0 0,0-1 0,0 1 0,-1 0 0,1 0 0,0 0 0,0 0 0,0-1 0,0 1 0,0 0 0,0 0 0,8-10 0,12-6 0,6 0-195,0 2 0,1 0 0,1 2 0,0 0 0,1 3 0,57-13 0,-64 18-6631</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38.079"/>
    </inkml:context>
    <inkml:brush xml:id="br0">
      <inkml:brushProperty name="width" value="0.05" units="cm"/>
      <inkml:brushProperty name="height" value="0.05" units="cm"/>
      <inkml:brushProperty name="color" value="#FFC114"/>
    </inkml:brush>
  </inkml:definitions>
  <inkml:trace contextRef="#ctx0" brushRef="#br0">15 310 24575,'-1'-2'0,"-1"0"0,1 0 0,-1 0 0,1 0 0,0 0 0,0 0 0,0 0 0,0 0 0,0 0 0,1 0 0,-1 0 0,1-1 0,-1 1 0,1 0 0,0-1 0,0 1 0,0 0 0,0 0 0,0-1 0,1 1 0,-1 0 0,1 0 0,-1-1 0,1 1 0,0 0 0,0 0 0,0 0 0,0 0 0,0 0 0,0 0 0,0 0 0,1 0 0,-1 0 0,3-1 0,3-5 0,1 0 0,0 0 0,1 1 0,-1 0 0,17-9 0,71-36 0,120-47 0,-174 82-1365,-5 4-5461</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39.299"/>
    </inkml:context>
    <inkml:brush xml:id="br0">
      <inkml:brushProperty name="width" value="0.05" units="cm"/>
      <inkml:brushProperty name="height" value="0.05" units="cm"/>
      <inkml:brushProperty name="color" value="#FFC114"/>
    </inkml:brush>
  </inkml:definitions>
  <inkml:trace contextRef="#ctx0" brushRef="#br0">22 84 24575,'0'-3'0,"-3"0"0,-4-1 0,0-2 0,3 0 0,8-1 0,7-1 0,7-1 0,9 2 0,5-3 0,6-1 0,-3 1-8191</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40.839"/>
    </inkml:context>
    <inkml:brush xml:id="br0">
      <inkml:brushProperty name="width" value="0.05" units="cm"/>
      <inkml:brushProperty name="height" value="0.05" units="cm"/>
      <inkml:brushProperty name="color" value="#FFC114"/>
    </inkml:brush>
  </inkml:definitions>
  <inkml:trace contextRef="#ctx0" brushRef="#br0">0 211 24575,'0'-3'0,"0"-4"0,3-3 0,4-3 0,6-2 0,4-2 0,5-3 0,7-1 0,4 0 0,3 0 0,3 2 0,1 0 0,0 5 0,-8 3-8191</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45.596"/>
    </inkml:context>
    <inkml:brush xml:id="br0">
      <inkml:brushProperty name="width" value="0.05" units="cm"/>
      <inkml:brushProperty name="height" value="0.05" units="cm"/>
      <inkml:brushProperty name="color" value="#FFC114"/>
    </inkml:brush>
  </inkml:definitions>
  <inkml:trace contextRef="#ctx0" brushRef="#br0">581 242 24575,'-1'-17'0,"-1"0"0,-1 0 0,-1 0 0,-5-16 0,0 2 0,9 28 0,-1 0 0,0 0 0,0 0 0,0 0 0,0 0 0,0 1 0,-1-1 0,0 0 0,1 0 0,-1 1 0,0-1 0,0 1 0,0 0 0,0 0 0,-1 0 0,1 0 0,-1 0 0,1 0 0,-1 0 0,0 1 0,0-1 0,1 1 0,-5-1 0,1 0 0,0 1 0,0 1 0,0-1 0,0 1 0,0 0 0,0 1 0,0-1 0,0 1 0,0 0 0,0 1 0,-7 1 0,-6 4 0,0 1 0,0 1 0,0 0 0,1 2 0,-32 23 0,25-14 0,0 2 0,1 1 0,-21 25 0,26-24 0,1 0 0,1 1 0,2 0 0,0 1 0,2 1 0,0 1 0,2 0 0,2 0 0,0 1 0,-7 44 0,13-50 0,1 0 0,0 1 0,2 0 0,1-1 0,1 1 0,0-1 0,2 0 0,1 1 0,1-2 0,1 1 0,1-1 0,0 0 0,22 38 0,-16-38 0,1 0 0,1 0 0,1-2 0,1 0 0,0-1 0,1-1 0,1 0 0,1-2 0,1 0 0,31 16 0,-24-17 0,1-1 0,0-2 0,1-1 0,0-2 0,0-1 0,1-1 0,61 5 0,-52-10 0,0-2 0,0-2 0,-1-1 0,1-2 0,-1-2 0,0-2 0,0-2 0,-1-1 0,-1-2 0,0-1 0,-1-2 0,0-2 0,65-45 0,-77 44 0,0-2 0,-1 0 0,-1-1 0,-1-1 0,-1-2 0,-2 0 0,0-1 0,-2 0 0,-1-2 0,-1 0 0,17-49 0,-23 52 0,-1-1 0,-2 0 0,-1 0 0,-1-1 0,-1 1 0,-1-1 0,-2 0 0,-1 0 0,-1 0 0,-1 1 0,-2-1 0,0 1 0,-18-50 0,15 58 0,0 0 0,-1 0 0,-1 1 0,-1 0 0,-1 0 0,0 1 0,-1 1 0,-1 0 0,0 1 0,-1 1 0,-1 0 0,-19-12 0,22 16 0,-1 2 0,-1 0 0,0 1 0,0 0 0,0 2 0,0-1 0,-1 2 0,0 0 0,0 1 0,-1 1 0,1 0 0,0 1 0,-1 1 0,1 0 0,-30 5 0,28-1-136,0 1-1,1 0 1,-1 1-1,1 1 1,1 1-1,0 0 1,0 2-1,0-1 0,-24 22 1,-5 9-6690</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46.144"/>
    </inkml:context>
    <inkml:brush xml:id="br0">
      <inkml:brushProperty name="width" value="0.05" units="cm"/>
      <inkml:brushProperty name="height" value="0.05" units="cm"/>
      <inkml:brushProperty name="color" value="#FFC114"/>
    </inkml:brush>
  </inkml:definitions>
  <inkml:trace contextRef="#ctx0" brushRef="#br0">168 1 24575,'-1'0'0,"0"0"0,1 0 0,-1 0 0,1 0 0,-1 1 0,0-1 0,1 0 0,-1 1 0,1-1 0,-1 0 0,1 1 0,-1-1 0,1 1 0,0-1 0,-1 0 0,1 1 0,-1-1 0,1 1 0,0 0 0,-1-1 0,1 1 0,0-1 0,0 1 0,-1-1 0,1 1 0,0 0 0,0-1 0,0 1 0,-4 23 0,4-17 0,-20 98 0,-42 131 0,4-20 0,56-208 0,0 2 0,-1 0 0,2 1 0,-1-1 0,1 1 0,1 12 0,0-21 0,0 1 0,1-1 0,-1 0 0,1 1 0,-1-1 0,1 1 0,0-1 0,0 0 0,0 0 0,0 1 0,1-1 0,-1 0 0,0 0 0,1 0 0,0 0 0,-1-1 0,1 1 0,0 0 0,0-1 0,0 1 0,0-1 0,0 1 0,0-1 0,0 0 0,1 0 0,-1 0 0,4 1 0,10 1 0,1 0 0,-1-1 0,1 0 0,24-2 0,3 1 0,150 10 0,239 4 0,-419-15 0,1 0 0,-1-2 0,0 0 0,0 0 0,0-2 0,0 0 0,21-8 0,-29 9 0,-1 0 0,1-1 0,-1 1 0,0-1 0,0 0 0,0 0 0,0-1 0,-1 1 0,0-1 0,0 0 0,0 0 0,-1-1 0,1 1 0,-1-1 0,0 1 0,-1-1 0,0 0 0,0 0 0,2-9 0,0-7 0,-1-1 0,-1 0 0,-1 0 0,-1 0 0,-1 0 0,0 0 0,-2 0 0,-1 0 0,-1 1 0,-13-38 0,5 26 0,-2-1 0,-1 1 0,-1 1 0,-2 1 0,-43-55 0,52 74 86,0 1-1,-2 1 0,-21-19 1,30 28-176,-1-1 0,0 0 0,1 1 0,-1 0 0,0 0 1,0 0-1,0 0 0,0 1 0,-1-1 0,1 1 1,0 0-1,0 0 0,-1 1 0,1-1 0,-1 1 0,1 0 1,-1 0-1,-5 2 0,-3 2-6736</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46.531"/>
    </inkml:context>
    <inkml:brush xml:id="br0">
      <inkml:brushProperty name="width" value="0.05" units="cm"/>
      <inkml:brushProperty name="height" value="0.05" units="cm"/>
      <inkml:brushProperty name="color" value="#FFC114"/>
    </inkml:brush>
  </inkml:definitions>
  <inkml:trace contextRef="#ctx0" brushRef="#br0">40 104 24575,'-15'-2'0,"-7"1"0,19 7 0,9 8 0,15 15 0,1 0 0,32 31 0,-36-40 0,-3-3 0,2-1 0,-1-1 0,2 0 0,0-2 0,1 0 0,0-1 0,1 0 0,0-2 0,22 8 0,-32-14 0,0-1 0,1 0 0,-1-1 0,1 0 0,0 0 0,-1-1 0,1 0 0,0-1 0,0-1 0,0 0 0,-1 0 0,1-1 0,0 0 0,-1-1 0,1 0 0,-1 0 0,0-2 0,0 1 0,-1-1 0,17-11 0,-15 8 0,-1-1 0,0-1 0,-1 1 0,1-2 0,-2 1 0,0-1 0,0-1 0,-1 1 0,0-1 0,5-13 0,-5 7 0,0 0 0,-1 0 0,-1 0 0,-1 0 0,-1-1 0,2-32 0,-5 46-105,0 0 0,0 0 0,0 0 0,-1 0 0,0 0 0,0 0 0,-1 0 0,1 1 0,-1-1 0,0 1 0,0-1 0,-4-5 0,-5-5-6721</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46.736"/>
    </inkml:context>
    <inkml:brush xml:id="br0">
      <inkml:brushProperty name="width" value="0.05" units="cm"/>
      <inkml:brushProperty name="height" value="0.05" units="cm"/>
      <inkml:brushProperty name="color" value="#FFC114"/>
    </inkml:brush>
  </inkml:definitions>
  <inkml:trace contextRef="#ctx0" brushRef="#br0">59 10 24575,'-5'-3'0,"-6"0"0,-3-1 0,1 4 0,3 5 0,5 1 0,7 3 0</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46.889"/>
    </inkml:context>
    <inkml:brush xml:id="br0">
      <inkml:brushProperty name="width" value="0.05" units="cm"/>
      <inkml:brushProperty name="height" value="0.05" units="cm"/>
      <inkml:brushProperty name="color" value="#FFC114"/>
    </inkml:brush>
  </inkml:definitions>
  <inkml:trace contextRef="#ctx0" brushRef="#br0">0 25 24575,'3'0'0,"3"-3"0,5-1 0,2-3 0,2 0 0,-1 4 0,-4 3-8191</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47.897"/>
    </inkml:context>
    <inkml:brush xml:id="br0">
      <inkml:brushProperty name="width" value="0.05" units="cm"/>
      <inkml:brushProperty name="height" value="0.05" units="cm"/>
      <inkml:brushProperty name="color" value="#FFC114"/>
    </inkml:brush>
  </inkml:definitions>
  <inkml:trace contextRef="#ctx0" brushRef="#br0">1894 9 24575,'1'-8'0,"3"8"0,8 16 0,9 27 0,-20-43 0,18 44 0,78 188 0,-85-198 0,-2-1 0,-2 2 0,-1-1 0,-2 1 0,2 39 0,-8-68 0,1 1 0,-1 0 0,-1-1 0,1 1 0,-1-1 0,0 0 0,-1 1 0,1-1 0,-1 0 0,-1-1 0,1 1 0,-1 0 0,0-1 0,0 0 0,0 0 0,-1 0 0,0 0 0,0-1 0,-7 6 0,-13 7 0,0 0 0,-54 25 0,67-36 0,-79 35 0,-174 54 0,-104 2 0,361-95 0,-845 163 0,678-132 0,94-18 0,76-14-227,0 0-1,0 0 1,0-1-1,0 0 1,-6 0-1,-1-2-6598</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48.225"/>
    </inkml:context>
    <inkml:brush xml:id="br0">
      <inkml:brushProperty name="width" value="0.05" units="cm"/>
      <inkml:brushProperty name="height" value="0.05" units="cm"/>
      <inkml:brushProperty name="color" value="#FFC114"/>
    </inkml:brush>
  </inkml:definitions>
  <inkml:trace contextRef="#ctx0" brushRef="#br0">181 60 24575,'0'-8'0,"0"3"0,0 0 0,0 0 0,0 0 0,-1 1 0,1-1 0,-1 0 0,0 0 0,-3-5 0,0 8 0,-1 8 0,-2 12 0,6-17 0,-10 27 0,-1-1 0,-2-1 0,-1 0 0,-1-1 0,-36 44 0,49-66 0,-2 3 0,1 0 0,-1 0 0,1 1 0,0 0 0,-5 10 0,9-15 0,-1 0 0,1 0 0,-1 1 0,1-1 0,0 0 0,-1 0 0,1 0 0,0 0 0,0 0 0,1 0 0,-1 0 0,0 0 0,1 0 0,-1 0 0,1 0 0,0 0 0,0 0 0,0 0 0,0 0 0,0 0 0,0 0 0,0-1 0,0 1 0,1-1 0,2 4 0,7 4 0,0 0 0,0 0 0,1-1 0,0 0 0,20 9 0,71 25 0,-80-34 0,43 17-1365,-4-4-5461</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50.111"/>
    </inkml:context>
    <inkml:brush xml:id="br0">
      <inkml:brushProperty name="width" value="0.05" units="cm"/>
      <inkml:brushProperty name="height" value="0.05" units="cm"/>
      <inkml:brushProperty name="color" value="#FFC114"/>
    </inkml:brush>
  </inkml:definitions>
  <inkml:trace contextRef="#ctx0" brushRef="#br0">9 211 24575,'0'0'0,"-1"-1"0,0 1 0,1-1 0,-1 0 0,1 1 0,-1-1 0,0 0 0,1 1 0,0-1 0,-1 0 0,1 0 0,-1 1 0,1-1 0,0 0 0,0 0 0,-1 0 0,1 1 0,0-1 0,0 0 0,0 0 0,0 0 0,0 0 0,0 0 0,0 0 0,0 1 0,0-1 0,0 0 0,1 0 0,-1 0 0,0 0 0,1 1 0,-1-1 0,0 0 0,1 0 0,-1 1 0,1-1 0,-1 0 0,1 1 0,0-2 0,0 2 0,0-1 0,0 0 0,1 1 0,-1-1 0,0 1 0,0 0 0,0-1 0,1 1 0,-1 0 0,0 0 0,0-1 0,1 1 0,-1 0 0,0 0 0,0 1 0,1-1 0,-1 0 0,0 0 0,0 0 0,0 1 0,1-1 0,-1 1 0,0-1 0,0 1 0,0-1 0,0 1 0,2 1 0,5 5 0,0-1 0,0 2 0,-1-1 0,0 1 0,12 17 0,25 51 0,-30-51 0,25 37 0,-38-60 0,1 0 0,-1 0 0,1 0 0,0 0 0,-1 0 0,1-1 0,0 1 0,0 0 0,0-1 0,1 1 0,-1-1 0,0 0 0,0 0 0,1 0 0,-1 0 0,1 0 0,-1-1 0,4 2 0,-3-3 0,0 1 0,-1-1 0,1 1 0,-1-1 0,0 0 0,1 1 0,-1-2 0,1 1 0,-1 0 0,0 0 0,0-1 0,0 1 0,0-1 0,0 1 0,0-1 0,0 0 0,0 0 0,2-3 0,22-31 0,-1-1 0,-2 0 0,22-51 0,-14 29 0,34-64-1365,-49 95-5461</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50.484"/>
    </inkml:context>
    <inkml:brush xml:id="br0">
      <inkml:brushProperty name="width" value="0.05" units="cm"/>
      <inkml:brushProperty name="height" value="0.05" units="cm"/>
      <inkml:brushProperty name="color" value="#FFC114"/>
    </inkml:brush>
  </inkml:definitions>
  <inkml:trace contextRef="#ctx0" brushRef="#br0">9 293 24575,'-1'-1'0,"0"0"0,1 0 0,-1-1 0,0 1 0,0-1 0,1 1 0,-1-1 0,1 1 0,-1-1 0,1 1 0,0-1 0,-1 1 0,1-1 0,0 1 0,0-1 0,0-2 0,0 4 0,0 0 0,0-1 0,0 1 0,0 0 0,0-1 0,0 1 0,1 0 0,-1-1 0,0 1 0,0 0 0,0-1 0,0 1 0,1 0 0,-1-1 0,0 1 0,0 0 0,0 0 0,1-1 0,-1 1 0,0 0 0,0 0 0,1-1 0,-1 1 0,0 0 0,1 0 0,0 0 0,0 0 0,-1 0 0,1 0 0,0 0 0,-1 0 0,1 0 0,0 1 0,-1-1 0,1 0 0,-1 0 0,1 1 0,0-1 0,-1 0 0,1 1 0,-1-1 0,1 1 0,-1-1 0,1 1 0,0 0 0,27 34 0,-22-27 0,0 0 0,1 0 0,0 0 0,0-1 0,0 0 0,12 8 0,-17-14 0,0 0 0,0 0 0,0 0 0,0 0 0,0-1 0,0 1 0,0-1 0,0 1 0,0-1 0,0 0 0,1 1 0,-1-1 0,0 0 0,3-1 0,-2 0 0,0 0 0,0 0 0,0 0 0,0 0 0,0-1 0,-1 1 0,1-1 0,-1 0 0,1 1 0,-1-1 0,0-1 0,4-3 0,8-11 0,-2-1 0,0 0 0,-2-1 0,0 0 0,15-40 0,-6 13 0,0 0 273,-9 21-1092,17-33 0,-15 40-6007</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50.826"/>
    </inkml:context>
    <inkml:brush xml:id="br0">
      <inkml:brushProperty name="width" value="0.05" units="cm"/>
      <inkml:brushProperty name="height" value="0.05" units="cm"/>
      <inkml:brushProperty name="color" value="#FFC114"/>
    </inkml:brush>
  </inkml:definitions>
  <inkml:trace contextRef="#ctx0" brushRef="#br0">22 399 24575,'-1'0'0,"0"0"0,0-1 0,-1 1 0,1-1 0,0 1 0,0-1 0,0 1 0,0-1 0,0 0 0,0 1 0,0-1 0,0 0 0,-1-1 0,1 1 0,1 1 0,0 0 0,-1 0 0,1-1 0,-1 1 0,1 0 0,0-1 0,0 1 0,-1-1 0,1 1 0,0 0 0,0-1 0,-1 1 0,1-1 0,0 1 0,0-1 0,0 1 0,0-1 0,0 1 0,-1-1 0,1 1 0,0-1 0,0 1 0,0-1 0,0 1 0,1-1 0,-1 1 0,0-1 0,0 1 0,0 0 0,0-1 0,0 1 0,1-2 0,0 2 0,-1 0 0,1 0 0,-1 0 0,1 0 0,-1-1 0,1 1 0,-1 0 0,1 0 0,0 0 0,-1 0 0,1 0 0,-1 0 0,1 1 0,-1-1 0,1 0 0,0 0 0,-1 0 0,1 0 0,-1 1 0,1-1 0,-1 0 0,1 0 0,-1 1 0,1-1 0,-1 1 0,1-1 0,-1 0 0,0 1 0,1 0 0,15 15 0,-14-14 0,0 0 0,-1 0 0,1 0 0,0 0 0,0 0 0,0-1 0,0 1 0,0-1 0,0 1 0,0-1 0,1 0 0,-1 0 0,0 0 0,1 0 0,-1 0 0,1-1 0,-1 1 0,1-1 0,2 1 0,-2-2 0,0 1 0,0-1 0,0 1 0,0-1 0,0 0 0,0-1 0,0 1 0,0 0 0,-1-1 0,1 1 0,0-1 0,-1 0 0,1 0 0,3-4 0,35-36 0,58-76 0,-23 26 0,-73 88 4,26-29-460,1 2-1,36-31 1,-45 46-6370</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51.311"/>
    </inkml:context>
    <inkml:brush xml:id="br0">
      <inkml:brushProperty name="width" value="0.05" units="cm"/>
      <inkml:brushProperty name="height" value="0.05" units="cm"/>
      <inkml:brushProperty name="color" value="#FFC114"/>
    </inkml:brush>
  </inkml:definitions>
  <inkml:trace contextRef="#ctx0" brushRef="#br0">1 348 24575,'1'-4'0,"0"1"0,1 0 0,0-1 0,0 1 0,0 0 0,0 0 0,0 0 0,1 1 0,0-1 0,-1 0 0,5-2 0,0-2 0,-5 5 0,0 0 0,0 1 0,0-1 0,0 0 0,0 1 0,0-1 0,0 1 0,1 0 0,-1-1 0,1 1 0,-1 0 0,1 1 0,-1-1 0,1 0 0,-1 1 0,1-1 0,0 1 0,-1 0 0,1 0 0,0 0 0,-1 0 0,1 0 0,0 1 0,-1-1 0,1 1 0,-1 0 0,1 0 0,-1 0 0,1 0 0,-1 0 0,4 2 0,4 5 0,0-1 0,0 1 0,-1 1 0,0 0 0,10 12 0,-13-14 0,-5-6 0,-1 0 0,1-1 0,-1 1 0,0 0 0,1-1 0,-1 1 0,1-1 0,0 1 0,-1-1 0,1 1 0,-1-1 0,1 1 0,0-1 0,-1 1 0,1-1 0,0 0 0,-1 0 0,1 1 0,0-1 0,0 0 0,-1 0 0,1 0 0,0 0 0,0 0 0,-1 0 0,1 0 0,0 0 0,0 0 0,-1 0 0,1 0 0,0 0 0,0-1 0,-1 1 0,1 0 0,0 0 0,0-1 0,-1 1 0,1-1 0,-1 1 0,1 0 0,0-1 0,-1 1 0,2-2 0,1-2 0,0 0 0,-1-1 0,1 0 0,-1 1 0,3-8 0,0 0 0,80-150 342,-73 142-627,1 0 1,1 1-1,0 1 1,2 0-1,30-27 1,-26 29-6542</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54.278"/>
    </inkml:context>
    <inkml:brush xml:id="br0">
      <inkml:brushProperty name="width" value="0.05" units="cm"/>
      <inkml:brushProperty name="height" value="0.05" units="cm"/>
      <inkml:brushProperty name="color" value="#FFC114"/>
    </inkml:brush>
  </inkml:definitions>
  <inkml:trace contextRef="#ctx0" brushRef="#br0">0 8 24575,'3'-3'0,"4"-1"0,0 3 0,3 2 0,-2 4 0,2 0 0,-1 3 0,1 3 0,-2-1-8191</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55.258"/>
    </inkml:context>
    <inkml:brush xml:id="br0">
      <inkml:brushProperty name="width" value="0.05" units="cm"/>
      <inkml:brushProperty name="height" value="0.05" units="cm"/>
      <inkml:brushProperty name="color" value="#FFC114"/>
    </inkml:brush>
  </inkml:definitions>
  <inkml:trace contextRef="#ctx0" brushRef="#br0">183 534 24575,'-14'-19'0,"12"15"0,0 1 0,0 0 0,0 0 0,-1 0 0,1 0 0,-7-4 0,9 7 0,0 0 0,0-1 0,-1 1 0,1 0 0,0 0 0,0 0 0,0 0 0,-1 0 0,1 0 0,0-1 0,0 1 0,-1 0 0,1 0 0,0 0 0,0 0 0,-1 0 0,1 0 0,0 0 0,0 0 0,-1 0 0,1 0 0,0 0 0,-1 0 0,1 0 0,0 1 0,0-1 0,0 0 0,-1 0 0,1 0 0,0 0 0,0 0 0,-1 0 0,1 1 0,0-1 0,0 0 0,0 0 0,-1 0 0,1 0 0,0 1 0,0-1 0,0 0 0,0 0 0,0 1 0,-1-1 0,1 0 0,0 0 0,0 1 0,0-1 0,0 0 0,0 0 0,0 1 0,0-1 0,0 0 0,0 0 0,0 1 0,0 16 0,43 182 0,-14-82 0,-16-64 0,-6-27 0,-1 0 0,-2 1 0,3 41 0,-7-68 0,0 0 0,1 1 0,-1-1 0,0 0 0,0 0 0,0 0 0,0 0 0,0 1 0,0-1 0,0 0 0,0 0 0,0 0 0,0 1 0,0-1 0,0 0 0,0 0 0,0 0 0,0 0 0,0 1 0,0-1 0,0 0 0,0 0 0,0 0 0,0 0 0,0 1 0,-1-1 0,1 0 0,0 0 0,0 0 0,0 0 0,0 0 0,0 1 0,0-1 0,0 0 0,-1 0 0,1 0 0,0 0 0,0 0 0,0 0 0,0 0 0,-1 1 0,1-1 0,0 0 0,0 0 0,0 0 0,0 0 0,-1 0 0,1 0 0,0 0 0,0 0 0,0 0 0,0 0 0,-1 0 0,-8-11 0,-9-20 0,17 30 0,-38-83 0,3-3 0,4 0 0,4-2 0,-18-100 0,16 8 0,28 160 0,1 1 0,1-1 0,1 1 0,1 0 0,1-1 0,9-36 0,-10 50 0,1 0 0,0 0 0,0 1 0,0-1 0,0 1 0,1 0 0,0 0 0,1 1 0,5-7 0,-7 9 0,0 1 0,-1 0 0,1 0 0,0 0 0,0 0 0,0 0 0,0 0 0,0 1 0,1 0 0,-1 0 0,0 0 0,1 0 0,-1 0 0,1 0 0,-1 1 0,1 0 0,-1 0 0,1 0 0,-1 0 0,6 1 0,0 2 0,1 0 0,-1 0 0,0 1 0,0 0 0,0 0 0,-1 1 0,1 1 0,-1-1 0,-1 1 0,1 0 0,-1 1 0,8 8 0,3 5 0,-1 1 0,-1 1 0,16 28 0,-21-32 0,-1 1 0,-1 1 0,-1 0 0,-1 0 0,0 0 0,-2 1 0,0 0 0,3 33 0,-7-37 0,-1 1 0,0 0 0,-2 0 0,0 0 0,0 0 0,-2-1 0,0 1 0,-1-1 0,-1 0 0,-13 25 0,8-19 0,-2-1 0,-1 0 0,-28 33 0,35-46 0,0-1 0,-1-1 0,0 1 0,-1-1 0,1-1 0,-1 1 0,-1-1 0,1-1 0,-1 0 0,0 0 0,-13 3 0,21-7 0,0 0 0,0-1 0,-1 1 0,1-1 0,0 1 0,0-1 0,-1 0 0,1 0 0,0 0 0,0-1 0,-1 1 0,1 0 0,0-1 0,0 0 0,0 1 0,-4-2 0,5 1 0,0 0 0,0 0 0,0 0 0,0 0 0,0 0 0,0 0 0,0 0 0,0 0 0,0 0 0,1-1 0,-1 1 0,0 0 0,1-1 0,-1 1 0,1 0 0,0-1 0,-1 1 0,1 0 0,0-4 0,0 2 0,0 0 0,0 0 0,0-1 0,1 1 0,-1 0 0,1 0 0,0 0 0,0-1 0,1 1 0,-1 0 0,0 0 0,1 1 0,0-1 0,0 0 0,0 0 0,0 1 0,0-1 0,0 1 0,1 0 0,-1 0 0,4-3 0,-2 2 0,1 1 0,-1-1 0,1 1 0,0 0 0,0 0 0,0 1 0,0-1 0,0 1 0,0 0 0,0 0 0,0 1 0,1 0 0,-1 0 0,7 1 0,-3 0 0,0 1 0,-1 0 0,1 1 0,-1 0 0,0 0 0,0 1 0,14 8 0,3 5 0,0 2 0,-2 1 0,37 40 0,61 67-1365,-85-93-5461</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55.959"/>
    </inkml:context>
    <inkml:brush xml:id="br0">
      <inkml:brushProperty name="width" value="0.05" units="cm"/>
      <inkml:brushProperty name="height" value="0.05" units="cm"/>
      <inkml:brushProperty name="color" value="#FFC114"/>
    </inkml:brush>
  </inkml:definitions>
  <inkml:trace contextRef="#ctx0" brushRef="#br0">66 147 24575,'-1'0'0,"1"0"0,-1 0 0,1 1 0,0-1 0,0 0 0,-1 0 0,1 1 0,0-1 0,0 0 0,-1 1 0,1-1 0,0 0 0,0 1 0,0-1 0,-1 1 0,1-1 0,0 0 0,0 1 0,0-1 0,0 0 0,0 1 0,0-1 0,0 1 0,0-1 0,0 0 0,0 1 0,0-1 0,0 1 0,0-1 0,0 0 0,0 1 0,1-1 0,-1 1 0,0-1 0,0 0 0,0 1 0,1-1 0,-1 0 0,0 1 0,0-1 0,1 1 0,8 17 0,-7-16 0,0 1 0,0-1 0,0 0 0,0 0 0,1 0 0,-1 0 0,0 0 0,1 0 0,-1-1 0,1 1 0,0-1 0,0 1 0,-1-1 0,1 0 0,0 0 0,0-1 0,0 1 0,0-1 0,0 1 0,0-1 0,0 0 0,0 0 0,0 0 0,0 0 0,1-1 0,-1 1 0,-1-1 0,1 0 0,0 0 0,0 0 0,0 0 0,0 0 0,-1-1 0,1 1 0,0-1 0,-1 0 0,0 0 0,1 0 0,-1 0 0,0 0 0,0 0 0,0-1 0,0 1 0,0-1 0,-1 1 0,1-1 0,-1 0 0,2-4 0,-2 0 0,0 0 0,0 1 0,0-1 0,-1 0 0,0 0 0,-1 1 0,0-1 0,0 0 0,0 0 0,-1 1 0,0-1 0,0 1 0,0-1 0,-1 1 0,-5-9 0,6 11 0,0 1 0,0 0 0,0 0 0,0 0 0,0 0 0,-1 1 0,1-1 0,-1 1 0,0-1 0,0 1 0,0 0 0,0 0 0,0 0 0,0 0 0,0 1 0,-1-1 0,1 1 0,-1 0 0,1 0 0,-1 0 0,1 0 0,-1 1 0,0 0 0,1-1 0,-1 1 0,0 0 0,1 1 0,-1-1 0,1 1 0,-6 1 0,5 0 0,0-1 0,1 1 0,-1 1 0,1-1 0,-1 1 0,1-1 0,0 1 0,0 0 0,0 0 0,0 0 0,0 0 0,1 1 0,-1-1 0,1 1 0,0 0 0,0 0 0,-2 7 0,-1 2 0,1 0 0,0 0 0,1 1 0,-1 16 0,2-13 0,2 1 0,0-1 0,1 0 0,1 0 0,0 0 0,9 29 0,-8-35 0,0 0 0,1-1 0,1 1 0,-1-1 0,2 0 0,-1-1 0,1 1 0,1-1 0,0 0 0,0-1 0,12 11 0,-15-16 0,-1 0 0,1 0 0,0 0 0,1 0 0,-1-1 0,0 0 0,1 1 0,0-2 0,-1 1 0,1-1 0,0 1 0,0-1 0,0-1 0,-1 1 0,1-1 0,0 1 0,0-2 0,0 1 0,0 0 0,0-1 0,0 0 0,0 0 0,0 0 0,-1-1 0,1 0 0,-1 0 0,1 0 0,-1 0 0,0-1 0,1 1 0,3-5 0,-2 2 0,1-1 0,-2 0 0,1 0 0,-1 0 0,0 0 0,0-1 0,0 0 0,-1 0 0,0-1 0,-1 1 0,0-1 0,0 1 0,0-1 0,-1 0 0,-1 0 0,1 0 0,-1 0 0,0-11 0,-1 3 0,-2 1 0,0-1 0,-1 0 0,0 0 0,-1 1 0,-1-1 0,0 1 0,-2 1 0,1-1 0,-17-25 0,20 37 0,3 5 0,3 12 0,11 21 0,45 107 0,67 240 0,-123-370 0,6 27 0,-8-37 0,-1-1 0,1 1 0,-1 0 0,0 0 0,0 0 0,0 0 0,0 0 0,-1-1 0,1 1 0,0 0 0,-1 0 0,1 0 0,-1 0 0,1-1 0,-3 4 0,3-5 0,0 1 0,-1-1 0,1 0 0,0 0 0,0 0 0,-1 0 0,1 1 0,0-1 0,-1 0 0,1 0 0,0 0 0,-1 0 0,1 0 0,0 0 0,-1 0 0,1 0 0,0 0 0,-1 0 0,1 0 0,0 0 0,-1 0 0,1 0 0,0 0 0,-1 0 0,1 0 0,0 0 0,-1 0 0,1-1 0,0 1 0,0 0 0,-1 0 0,1 0 0,0 0 0,-1-1 0,1 1 0,0-1 0,-11-10 0,11 11 0,-13-17 0,2 0 0,0 0 0,1-1 0,-12-31 0,-23-80 0,1-38 0,38 136 0,1-1 0,2 1 0,2-45 0,1 69 0,0 1 0,1 0 0,0 0 0,0 0 0,0 0 0,1 0 0,0 0 0,0 0 0,1 0 0,0 1 0,4-8 0,-5 11 0,-1 0 0,1 0 0,0 0 0,0 0 0,0 1 0,0-1 0,1 1 0,-1-1 0,0 1 0,1 0 0,-1 0 0,1 0 0,-1 0 0,1 0 0,-1 0 0,1 1 0,0 0 0,-1-1 0,1 1 0,0 0 0,-1 0 0,1 0 0,0 0 0,-1 1 0,1-1 0,0 1 0,-1 0 0,4 1 0,5 2 0,-1 0 0,1 1 0,-1 0 0,0 1 0,-1 0 0,1 1 0,-1-1 0,-1 2 0,1-1 0,-1 2 0,0-1 0,-1 1 0,0 0 0,0 0 0,-1 1 0,-1-1 0,1 2 0,-1-1 0,-1 0 0,0 1 0,4 19 0,-7-26 14,-1-1 0,1 1-1,-1 0 1,0-1 0,0 1-1,-1-1 1,1 1-1,-1-1 1,0 1 0,0-1-1,0 1 1,0-1 0,0 1-1,-1-1 1,0 0 0,1 0-1,-1 0 1,0 0 0,-1 0-1,1 0 1,0-1 0,-1 1-1,0-1 1,-5 5 0,4-5-104,0 0 0,0 1 0,0-1 0,-1-1 0,1 1 1,0-1-1,-1 1 0,1-1 0,-1-1 0,0 1 1,1 0-1,-1-1 0,0 0 0,1 0 0,-1-1 0,0 1 1,1-1-1,-8-2 0,-13-7-6736</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56.116"/>
    </inkml:context>
    <inkml:brush xml:id="br0">
      <inkml:brushProperty name="width" value="0.05" units="cm"/>
      <inkml:brushProperty name="height" value="0.05" units="cm"/>
      <inkml:brushProperty name="color" value="#FFC114"/>
    </inkml:brush>
  </inkml:definitions>
  <inkml:trace contextRef="#ctx0" brushRef="#br0">0 77 24575,'13'-20'0,"-6"9"0,0 0 0,17-19 0,-24 30 0,0 0 0,0 0 0,0-1 0,1 1 0,-1 0 0,0-1 0,0 1 0,1 0 0,-1 0 0,0-1 0,0 1 0,1 0 0,-1 0 0,0 0 0,1-1 0,-1 1 0,0 0 0,1 0 0,-1 0 0,0 0 0,1 0 0,-1 0 0,1 0 0,-1 0 0,0 0 0,1 0 0,-1 0 0,0 0 0,1 0 0,-1 0 0,1 0 0,-1 0 0,0 0 0,1 0 0,-1 1 0,0-1 0,1 0 0,-1 0 0,0 0 0,0 1 0,1-1 0,-1 0 0,0 0 0,1 1 0,-1-1 0,0 0 0,0 0 0,0 1 0,1-1 0,-1 0 0,0 1 0,0-1 0,0 0 0,0 1 0,0-1 0,0 1 0,1-1 0,-1 0 0,0 1 0,0-1 0,0 0 0,0 1 0,3 28 0,-3-26 0,2 27 68,1 0-1,2 0 1,1-1-1,12 35 1,48 107-1314,-56-148 789,7 18-6369</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56.323"/>
    </inkml:context>
    <inkml:brush xml:id="br0">
      <inkml:brushProperty name="width" value="0.05" units="cm"/>
      <inkml:brushProperty name="height" value="0.05" units="cm"/>
      <inkml:brushProperty name="color" value="#FFC114"/>
    </inkml:brush>
  </inkml:definitions>
  <inkml:trace contextRef="#ctx0" brushRef="#br0">0 29 24575,'0'-2'0,"0"-5"0,0-3 0,0 2 0,3 6 0,1 9 0,2 6 0,1 6 0,1 6 0,3 2 0,2 2 0,-1 1 0,0-1 0,-2-3 0,1-3 0,-3-5-8191</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56.459"/>
    </inkml:context>
    <inkml:brush xml:id="br0">
      <inkml:brushProperty name="width" value="0.05" units="cm"/>
      <inkml:brushProperty name="height" value="0.05" units="cm"/>
      <inkml:brushProperty name="color" value="#FFC114"/>
    </inkml:brush>
  </inkml:definitions>
  <inkml:trace contextRef="#ctx0" brushRef="#br0">24 15 24575,'-3'-5'0,"-4"-3"0,0 7 0,1 5 0</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57.672"/>
    </inkml:context>
    <inkml:brush xml:id="br0">
      <inkml:brushProperty name="width" value="0.05" units="cm"/>
      <inkml:brushProperty name="height" value="0.05" units="cm"/>
      <inkml:brushProperty name="color" value="#FFC114"/>
    </inkml:brush>
  </inkml:definitions>
  <inkml:trace contextRef="#ctx0" brushRef="#br0">151 415 24575,'0'0'0,"1"-1"0,0 1 0,0 0 0,0-1 0,-1 1 0,1-1 0,0 0 0,0 1 0,-1-1 0,1 1 0,-1-1 0,1 0 0,0 1 0,-1-1 0,1 0 0,-1 0 0,0 0 0,1 1 0,-1-1 0,1 0 0,-1 0 0,0 0 0,0 0 0,0 0 0,0 0 0,1 1 0,-1-3 0,2-25 0,-2 26 0,0 1 0,0-1 0,0 0 0,0 1 0,0-1 0,-1 0 0,1 0 0,0 1 0,-1-1 0,0 1 0,1-1 0,-1 0 0,0 1 0,0-1 0,0 1 0,0 0 0,0-1 0,0 1 0,-1-2 0,1 3 0,-1-1 0,1 1 0,0-1 0,0 1 0,0-1 0,-1 1 0,1 0 0,0 0 0,0-1 0,-1 1 0,1 0 0,0 0 0,0 0 0,-1 1 0,1-1 0,0 0 0,0 0 0,-1 1 0,-1 0 0,-3 1 0,0 1 0,1 0 0,-1 1 0,1-1 0,0 1 0,0 0 0,0 0 0,-8 10 0,3-1 0,0 0 0,0 1 0,-11 24 0,17-31 0,1 0 0,0 0 0,1 1 0,0-1 0,0 0 0,0 1 0,1 0 0,0-1 0,1 1 0,0 9 0,0-15 0,1 1 0,-1 0 0,1 0 0,0-1 0,0 1 0,0-1 0,1 1 0,-1-1 0,1 1 0,-1-1 0,1 0 0,0 0 0,0 0 0,0 0 0,0 0 0,0 0 0,0 0 0,0-1 0,1 1 0,-1-1 0,1 0 0,-1 1 0,1-1 0,-1 0 0,1 0 0,0-1 0,5 2 0,3 0 0,1-1 0,0 1 0,-1-2 0,1 0 0,15-1 0,-6-2 0,0 0 0,-1-1 0,0-1 0,1-1 0,27-12 0,-41 15 0,0 0 0,0-1 0,0 0 0,0 0 0,-1 0 0,1-1 0,-1 0 0,0 0 0,0-1 0,-1 0 0,0 0 0,0 0 0,0-1 0,-1 1 0,0-1 0,0 0 0,3-10 0,-6 12 0,0-1 0,-1 1 0,1-1 0,-1 1 0,-1-1 0,1 1 0,-1-1 0,0 1 0,0-1 0,0 1 0,-1 0 0,0-1 0,0 1 0,0 0 0,-1 0 0,0 1 0,0-1 0,-3-4 0,1 2 0,1 1 0,-1 0 0,0 1 0,-1-1 0,1 1 0,-1 0 0,0 0 0,0 0 0,-1 1 0,0 0 0,1 1 0,-11-5 0,16 8 0,-1-1 0,1 1 0,0 0 0,-1-1 0,1 1 0,0 0 0,-1 0 0,1 0 0,0 0 0,-1 0 0,1 0 0,0 1 0,-1-1 0,1 0 0,0 1 0,0-1 0,-1 1 0,1-1 0,0 1 0,0 0 0,0-1 0,0 1 0,-2 1 0,1 1 0,0-1 0,0 1 0,0-1 0,1 1 0,-1-1 0,1 1 0,0 0 0,-1 0 0,1 0 0,0 3 0,-2 6 0,1-1 0,1 1 0,0-1 0,1 18 0,0-22 0,1 0 0,0 0 0,0 0 0,0 0 0,1 0 0,0 0 0,1-1 0,-1 1 0,5 7 0,-6-13 0,0 1 0,1 0 0,-1-1 0,0 1 0,0-1 0,1 1 0,-1-1 0,1 0 0,0 1 0,-1-1 0,1 0 0,0 0 0,-1 0 0,1 0 0,0-1 0,0 1 0,0 0 0,0-1 0,0 0 0,0 1 0,0-1 0,0 0 0,0 0 0,0 0 0,0 0 0,0 0 0,0 0 0,0-1 0,0 1 0,0-1 0,0 1 0,0-1 0,-1 0 0,1 0 0,3-2 0,3-2 0,1 0 0,-2-1 0,1-1 0,-1 1 0,0-1 0,0-1 0,0 1 0,-1-1 0,-1 0 0,9-15 0,-8 14 0,-6 9 0,0-1 0,0 1 0,1-1 0,-1 1 0,0 0 0,1-1 0,-1 1 0,0 0 0,1-1 0,-1 1 0,0 0 0,1-1 0,-1 1 0,1 0 0,-1 0 0,0 0 0,1-1 0,-1 1 0,1 0 0,-1 0 0,1 0 0,-1 0 0,1 0 0,-1 0 0,1 0 0,-1 0 0,1 0 0,-1 0 0,0 0 0,1 0 0,-1 0 0,1 0 0,-1 0 0,1 1 0,-1-1 0,1 0 0,-1 0 0,0 0 0,1 1 0,-1-1 0,1 0 0,-1 1 0,0-1 0,1 0 0,-1 1 0,20 24 0,-7-8 0,-10-14 0,1 0 0,0-1 0,-1 0 0,1 0 0,0 0 0,0 0 0,0-1 0,0 1 0,0-1 0,0 0 0,1 0 0,-1 0 0,0-1 0,1 0 0,-1 0 0,0 0 0,1 0 0,-1 0 0,0-1 0,5-1 0,-1 0 0,-1-1 0,0 1 0,0-1 0,0-1 0,0 1 0,0-1 0,-1 0 0,1-1 0,-1 1 0,8-9 0,-5 3 0,0-1 0,-1 0 0,0 0 0,0-1 0,-1 0 0,-1 0 0,0-1 0,-1 0 0,0 0 0,-1 0 0,5-26 0,-7 28 0,0-1 0,-1 0 0,-1 1 0,0-1 0,0 0 0,-1 0 0,-1 1 0,0-1 0,-1 1 0,0-1 0,0 1 0,-1 0 0,-1 0 0,-7-14 0,10 22 0,0 0 0,-1-1 0,1 1 0,0 0 0,-1 0 0,0 0 0,0 0 0,0 1 0,0-1 0,0 1 0,-1 0 0,1 0 0,-1 0 0,1 0 0,-1 0 0,-4 0 0,5 1 0,1 1 0,0 0 0,-1 0 0,1 0 0,0 0 0,-1 1 0,1-1 0,0 0 0,0 1 0,-1 0 0,1 0 0,0-1 0,0 1 0,0 1 0,0-1 0,0 0 0,0 0 0,0 1 0,0-1 0,1 1 0,-1-1 0,0 1 0,1 0 0,0 0 0,-1 0 0,1 0 0,0 0 0,-2 4 0,0 0 0,0 1 0,1 0 0,0 0 0,0 0 0,0 0 0,1 0 0,0 0 0,1 1 0,-1-1 0,2 0 0,-1 1 0,1-1 0,0 0 0,0 0 0,1 0 0,-1 0 0,5 10 0,0-1 0,1-1 0,1 1 0,0-1 0,1 0 0,0-1 0,16 18 0,-17-23 0,0-1 0,1 0 0,0 0 0,0 0 0,0-2 0,1 1 0,0-1 0,1 0 0,13 5 0,-21-10 0,1 0 0,-1 1 0,1-1 0,0 0 0,-1-1 0,1 1 0,0-1 0,0 1 0,-1-1 0,1 0 0,0-1 0,0 1 0,-1-1 0,1 1 0,0-1 0,-1 0 0,1 0 0,-1-1 0,1 1 0,-1-1 0,1 0 0,-1 0 0,0 0 0,0 0 0,0 0 0,0-1 0,-1 1 0,1-1 0,0 0 0,-1 0 0,0 0 0,3-5 0,-2 3 0,-1-1 0,1 0 0,-2 0 0,1 0 0,0 0 0,-1 0 0,0 0 0,-1 0 0,1 0 0,-1-1 0,0 1 0,-1 0 0,0 0 0,0 0 0,0 0 0,0 0 0,-4-9 0,4 12 0,0 0 0,0 0 0,-1 0 0,1 0 0,-1 0 0,1 0 0,-1 0 0,0 1 0,0-1 0,0 1 0,0 0 0,-1-1 0,1 1 0,-1 0 0,1 0 0,-1 1 0,0-1 0,1 0 0,-1 1 0,0 0 0,0-1 0,0 1 0,0 0 0,-1 1 0,1-1 0,0 1 0,0-1 0,0 1 0,-1 0 0,1 0 0,0 0 0,0 1 0,0-1 0,-6 2 0,7-1 0,-1 0 0,1 0 0,-1 0 0,1 0 0,-1 1 0,1-1 0,0 1 0,-1 0 0,1 0 0,0-1 0,0 1 0,0 1 0,1-1 0,-1 0 0,0 0 0,1 1 0,-3 3 0,4-4 0,-1-1 0,1 0 0,0 0 0,-1 0 0,1 1 0,0-1 0,0 0 0,0 0 0,0 0 0,0 1 0,0-1 0,0 0 0,0 0 0,1 1 0,-1-1 0,0 0 0,1 0 0,-1 0 0,1 1 0,-1-1 0,1 0 0,-1 0 0,1 0 0,0 0 0,0 0 0,0 0 0,-1 0 0,1 0 0,0-1 0,0 1 0,0 0 0,0 0 0,0-1 0,0 1 0,1-1 0,-1 1 0,0-1 0,0 1 0,0-1 0,2 1 0,9 1 0,0 0 0,0 0 0,0-1 0,1-1 0,-1 0 0,0 0 0,0-1 0,0-1 0,0 0 0,0-1 0,0 0 0,-1-1 0,1 0 0,-1-1 0,0 0 0,0-1 0,19-13 0,-27 16 0,0 1 0,0-1 0,0 0 0,-1 0 0,1 0 0,-1 0 0,0 0 0,0 0 0,0-1 0,-1 1 0,1-1 0,-1 0 0,1 1 0,-1-1 0,-1 0 0,2-5 0,-2 7 0,0 0 0,0-1 0,-1 1 0,1 0 0,0 0 0,-1 0 0,0 0 0,1 0 0,-1 0 0,0 0 0,0 0 0,0 1 0,0-1 0,0 0 0,-1 0 0,1 1 0,0-1 0,-1 1 0,1-1 0,-1 1 0,0 0 0,1-1 0,-1 1 0,0 0 0,0 0 0,0 0 0,0 0 0,0 1 0,0-1 0,0 0 0,-3 0 0,2 1 0,-1-1 0,0 1 0,1 0 0,-1-1 0,0 2 0,1-1 0,-1 0 0,0 1 0,1-1 0,-1 1 0,1 0 0,-1 1 0,1-1 0,-1 0 0,1 1 0,0 0 0,-1 0 0,1 0 0,0 0 0,1 0 0,-5 4 0,2-1 0,0 1 0,0-1 0,0 1 0,0 0 0,1 0 0,0 1 0,1-1 0,-1 1 0,-3 11 0,5-10 0,0 1 0,0-1 0,1 0 0,0 1 0,0-1 0,1 1 0,0-1 0,1 0 0,0 1 0,0-1 0,1 0 0,0 1 0,0-1 0,1 0 0,0 0 0,0-1 0,1 1 0,0-1 0,0 1 0,10 11 0,-9-13 0,0-1 0,1 1 0,-1-1 0,1 0 0,0 0 0,0-1 0,1 1 0,0-2 0,-1 1 0,1-1 0,0 0 0,1 0 0,-1 0 0,1-1 0,-1-1 0,1 1 0,-1-1 0,1 0 0,0-1 0,-1 0 0,1 0 0,14-3 0,18-8-1365,-5-3-5461</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58.082"/>
    </inkml:context>
    <inkml:brush xml:id="br0">
      <inkml:brushProperty name="width" value="0.05" units="cm"/>
      <inkml:brushProperty name="height" value="0.05" units="cm"/>
      <inkml:brushProperty name="color" value="#FFC114"/>
    </inkml:brush>
  </inkml:definitions>
  <inkml:trace contextRef="#ctx0" brushRef="#br0">3804 186 24575,'-14'-12'0,"0"-1"0,-1 2 0,0 0 0,-1 1 0,0 0 0,-23-9 0,3 4 0,-2 2 0,-38-9 0,0 5-382,1 4 0,-2 3-1,-87 0 1,-241 26-1676,115 16 1192,2 12-1,2 13 0,-485 163 0,354-52 888,338-129-106,1 4 0,-142 102 0,187-119-90,1 1-1,2 1 1,1 2 0,2 1 0,-27 37 0,42-49 174,0-1 0,1 2 0,1 0 0,1 0 0,1 1-1,1 0 1,0 0 0,2 0 0,0 1 0,-2 43 0,6-44 3,2 1 0,1-1 1,0 0-1,1 0 0,2 0 0,0-1 0,9 23 0,-3-16 1,1-1-1,1-1 1,1 0-1,31 41 1,-12-27 42,1-1 1,2-2-1,2-1 1,1-3-1,74 49 0,-31-31 34,2-5 0,3-3 0,1-3 0,122 34 0,-40-26-176,256 36-1,-184-53-115,2-12 0,0-9 0,0-12 0,0-10 0,361-66 0,-451 48-11,-3-6 0,244-95 0,-314 98 124,-1-3 0,-3-4 0,-1-3 0,-2-3 0,-2-4 0,81-74 0,-117 90 163,-1-1 1,-2-1 0,-2-2 0,-1-2 0,-2 0 0,43-87-1,-59 100 39,-1-1 0,-1 0 0,-2-1 0,-1 0 0,4-35 0,-8 41-90,-2 0 0,-1 0 1,-1 0-1,-1 0 0,-1 0 0,-1 0 1,-9-28-1,5 27-10,-1 1 0,-1 1-1,-1-1 1,-1 2 0,-1 0 0,-30-38 0,20 33-9,-1 1 1,-1 1-1,-2 1 1,-40-28-1,10 15 56,-1 3-1,-1 2 1,-2 3-1,-117-38 0,59 33 263,0 4-1,-2 6 0,-150-11 1,101 24-220,-303 21 0,-5 59-173,287-26-330</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6:59.346"/>
    </inkml:context>
    <inkml:brush xml:id="br0">
      <inkml:brushProperty name="width" value="0.05" units="cm"/>
      <inkml:brushProperty name="height" value="0.05" units="cm"/>
      <inkml:brushProperty name="color" value="#FFC114"/>
    </inkml:brush>
  </inkml:definitions>
  <inkml:trace contextRef="#ctx0" brushRef="#br0">1 3 24575,'0'-3'0</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01.600"/>
    </inkml:context>
    <inkml:brush xml:id="br0">
      <inkml:brushProperty name="width" value="0.05" units="cm"/>
      <inkml:brushProperty name="height" value="0.05" units="cm"/>
      <inkml:brushProperty name="color" value="#FFC114"/>
    </inkml:brush>
  </inkml:definitions>
  <inkml:trace contextRef="#ctx0" brushRef="#br0">0 1230 24575,'0'-1'0,"1"0"0,-1 0 0,1 0 0,-1 0 0,1 0 0,-1 1 0,1-1 0,0 0 0,-1 0 0,1 0 0,0 0 0,-1 1 0,1-1 0,0 0 0,0 1 0,0-1 0,0 1 0,0-1 0,0 1 0,0-1 0,1 1 0,24-10 0,-23 9 0,102-26 0,194-26 0,-203 39 0,228-33 0,277-44 0,498-121-547,859-154 547,-1395 289 186,308-55 175,-100-4-361,-431 105 0,-177 19 0,-147 10 0,-8 1 0,0 0 0,0 1 0,-1 0 0,16 1 0,-21-1 0,-1 0 0,1 1 0,-1-1 0,1 1 0,-1-1 0,1 1 0,-1 0 0,0-1 0,1 1 0,-1 0 0,0 0 0,0 0 0,0 0 0,1 0 0,-1 0 0,0 0 0,0 0 0,0 0 0,-1 1 0,1-1 0,0 0 0,0 1 0,-1-1 0,1 1 0,-1-1 0,1 0 0,-1 1 0,0-1 0,1 1 0,-1 2 0,2 38 0,-4 61 0,-1-23 0,22 513 0,-7-359 0,-8-71 0,5 90 0,-4-186 0,-2-18 0,2 0 0,12 50 0,-14-83 0,-2-12 0,-1 0 0,1 0 0,1 0 0,-1 1 0,0-1 0,4 5 0,-5-8 0,1 0 0,0 0 0,0 0 0,0 0 0,0 0 0,0 0 0,0-1 0,0 1 0,0 0 0,0 0 0,0-1 0,0 1 0,1-1 0,-1 1 0,0-1 0,0 1 0,1-1 0,-1 0 0,0 0 0,1 0 0,-1 1 0,0-1 0,1 0 0,-1-1 0,2 1 0,209-25 0,528-7-472,-403 21 329,-228 7 143,1482-37 0,-844-4 615,-715 43-615,-21 2 0,1-1 0,-1 0 0,0-1 0,0 0 0,0 0 0,18-8 0,-25 6-1365</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01.893"/>
    </inkml:context>
    <inkml:brush xml:id="br0">
      <inkml:brushProperty name="width" value="0.05" units="cm"/>
      <inkml:brushProperty name="height" value="0.05" units="cm"/>
      <inkml:brushProperty name="color" value="#FFC114"/>
    </inkml:brush>
  </inkml:definitions>
  <inkml:trace contextRef="#ctx0" brushRef="#br0">170 45 24575,'-19'-10'0,"-1"2"0,1 0 0,-38-9 0,56 17 0,-1-1 0,0 1 0,1 0 0,-1-1 0,0 1 0,1 0 0,-1 0 0,0 0 0,1 1 0,-1-1 0,0 0 0,1 1 0,-1-1 0,0 1 0,1-1 0,-1 1 0,1 0 0,-1-1 0,1 1 0,-3 2 0,3-2 0,1 0 0,-1 0 0,1 0 0,-1 0 0,1 0 0,0 0 0,-1 1 0,1-1 0,0 0 0,0 0 0,0 0 0,0 0 0,0 0 0,0 1 0,0-1 0,0 0 0,0 0 0,0 0 0,1 0 0,-1 0 0,0 0 0,1 1 0,-1-1 0,1 0 0,-1 0 0,1 0 0,0 0 0,-1-1 0,1 1 0,1 2 0,15 16 0,1-1 0,1 0 0,0-1 0,2-1 0,35 22 0,-16-10 0,-4-4 0,-9-6 0,38 33 0,-59-45 0,0 0 0,1 0 0,-2 1 0,1 0 0,-1 1 0,0-1 0,-1 1 0,1 0 0,-2 0 0,5 12 0,-7-16 0,0 1 0,0-1 0,-1 1 0,0 0 0,0-1 0,0 1 0,0-1 0,-1 1 0,1 0 0,-1-1 0,-1 1 0,1-1 0,-1 0 0,1 1 0,-1-1 0,0 0 0,-1 0 0,1 0 0,-1 0 0,0-1 0,1 1 0,-2-1 0,1 1 0,0-1 0,-5 3 0,-9 7 0,1-1 0,-2-1 0,1 0 0,-25 9 0,-10 4-682,-87 24-1,79-31-6143</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03.182"/>
    </inkml:context>
    <inkml:brush xml:id="br0">
      <inkml:brushProperty name="width" value="0.05" units="cm"/>
      <inkml:brushProperty name="height" value="0.05" units="cm"/>
      <inkml:brushProperty name="color" value="#FFC114"/>
    </inkml:brush>
  </inkml:definitions>
  <inkml:trace contextRef="#ctx0" brushRef="#br0">88 14 24575,'0'-1'0,"-1"0"0,0 0 0,0 0 0,0 0 0,0 0 0,0 0 0,-1 0 0,1 0 0,0 0 0,0 1 0,0-1 0,-1 1 0,1-1 0,0 1 0,-1-1 0,1 1 0,0 0 0,-1 0 0,1-1 0,0 1 0,-1 0 0,1 0 0,-1 0 0,1 1 0,0-1 0,-1 0 0,1 0 0,0 1 0,-1-1 0,1 1 0,0-1 0,-1 1 0,1 0 0,0-1 0,0 1 0,0 0 0,0 0 0,0 0 0,-2 1 0,0 2 0,0 0 0,0 0 0,1 0 0,-1 0 0,1 0 0,0 0 0,0 1 0,0-1 0,1 0 0,-2 8 0,-3 41 0,2 0 0,2 0 0,9 82 0,-5-91 0,73 862-519,-36-483 354,-36-389 102,68 623-1125,-66-625-5068</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04.739"/>
    </inkml:context>
    <inkml:brush xml:id="br0">
      <inkml:brushProperty name="width" value="0.05" units="cm"/>
      <inkml:brushProperty name="height" value="0.05" units="cm"/>
      <inkml:brushProperty name="color" value="#FFC114"/>
    </inkml:brush>
  </inkml:definitions>
  <inkml:trace contextRef="#ctx0" brushRef="#br0">4 4 24575,'-3'-3'0,"2"2"0,4 5 0,4 6 0,7 10 0,7 11 0,5 12 0,4 9 0,6 8 0,5 2 0,1 2 0,0-2 0,0-5 0,-3-7 0,-3-8 0,-1-13 0,-8-10-8191</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04.910"/>
    </inkml:context>
    <inkml:brush xml:id="br0">
      <inkml:brushProperty name="width" value="0.05" units="cm"/>
      <inkml:brushProperty name="height" value="0.05" units="cm"/>
      <inkml:brushProperty name="color" value="#FFC114"/>
    </inkml:brush>
  </inkml:definitions>
  <inkml:trace contextRef="#ctx0" brushRef="#br0">318 35 24575,'-3'-6'0,"-4"-4"0,-4-1 0,-2 4 0,-5 9 0,-2 14 0,-4 14 0,-3 14 0,-3 14 0,1 11 0,-1 6 0,3 4 0,2 0 0,3-5 0,6-6 0,4-12 0,8-13 0,5-13-8191</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05.345"/>
    </inkml:context>
    <inkml:brush xml:id="br0">
      <inkml:brushProperty name="width" value="0.05" units="cm"/>
      <inkml:brushProperty name="height" value="0.05" units="cm"/>
      <inkml:brushProperty name="color" value="#FFC114"/>
    </inkml:brush>
  </inkml:definitions>
  <inkml:trace contextRef="#ctx0" brushRef="#br0">36 139 24575,'1'-3'0,"1"-1"0,-1 1 0,1 0 0,0 0 0,0 0 0,0 1 0,1-1 0,-1 0 0,1 1 0,4-4 0,-6 5 0,-1 1 0,1 0 0,-1 0 0,1-1 0,-1 1 0,1 0 0,0 0 0,-1 0 0,1 0 0,-1 0 0,1 0 0,-1 0 0,1 0 0,-1 0 0,1 0 0,0 0 0,-1 0 0,1 0 0,-1 0 0,1 1 0,-1-1 0,1 0 0,-1 0 0,1 1 0,0-1 0,0 2 0,1-1 0,-1 0 0,0 1 0,0-1 0,0 1 0,0-1 0,0 1 0,0 0 0,-1-1 0,1 1 0,-1 0 0,1 2 0,7 31 0,-2 1 0,2 71 0,-6-70 0,10 206 0,-37-467 0,-4-72 0,28 289 0,1 0 0,1 0 0,-1 0 0,3-10 0,-3 16 0,0 1 0,0-1 0,0 0 0,0 0 0,1 0 0,-1 0 0,0 0 0,1 0 0,-1 1 0,1-1 0,-1 0 0,1 0 0,-1 0 0,1 1 0,-1-1 0,1 0 0,0 1 0,-1-1 0,1 0 0,0 1 0,0-1 0,-1 1 0,1 0 0,0-1 0,0 1 0,0-1 0,0 1 0,-1 0 0,1 0 0,0-1 0,0 1 0,0 0 0,0 0 0,0 0 0,0 0 0,0 0 0,0 0 0,0 0 0,-1 1 0,1-1 0,0 0 0,1 1 0,11 6 0,0 0 0,-1 1 0,0 0 0,0 1 0,-1 0 0,-1 1 0,11 12 0,-2-4 0,105 112 0,-111-114 0,-1 0 0,0 0 0,-2 1 0,0 1 0,0 0 0,12 35 0,-21-48 0,1 1 0,-1 0 0,0-1 0,0 1 0,-1 0 0,1-1 0,-1 1 0,-1 0 0,1-1 0,-1 1 0,0 0 0,0-1 0,-1 1 0,1-1 0,-1 1 0,-1-1 0,-3 7 0,2-6 0,0 0 0,-1 0 0,0 0 0,0-1 0,-1 1 0,1-1 0,-1-1 0,0 1 0,0-1 0,-1 0 0,1 0 0,-13 4 0,-3 0-124,-1-1 0,1-1 0,-1-1 0,0-1 0,0-1 0,-1-1-1,1-1 1,0-1 0,-1-1 0,-44-8 0,21-3-6702</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05.671"/>
    </inkml:context>
    <inkml:brush xml:id="br0">
      <inkml:brushProperty name="width" value="0.05" units="cm"/>
      <inkml:brushProperty name="height" value="0.05" units="cm"/>
      <inkml:brushProperty name="color" value="#FFC114"/>
    </inkml:brush>
  </inkml:definitions>
  <inkml:trace contextRef="#ctx0" brushRef="#br0">85 21 24575,'0'0'0,"1"0"0,-1 0 0,0 0 0,1 0 0,-1 0 0,0 0 0,0 0 0,1 0 0,-1 0 0,0 0 0,0-1 0,1 1 0,-1 0 0,0 0 0,0 0 0,1 0 0,-1 0 0,0-1 0,0 1 0,0 0 0,1 0 0,-1 0 0,0-1 0,0 1 0,0 0 0,0 0 0,1 0 0,-1-1 0,0 1 0,0 0 0,0 0 0,0-1 0,0 1 0,0 0 0,0-1 0,0 1 0,0 0 0,0 0 0,0-1 0,0 1 0,0 0 0,0 0 0,0-1 0,0 1 0,0 0 0,0-1 0,0 1 0,0 0 0,0 0 0,-1-1 0,1 1 0,0-1 0,-1 0 0,1 1 0,0-1 0,-1 1 0,1-1 0,0 0 0,-1 1 0,1-1 0,-1 1 0,1-1 0,-1 1 0,1 0 0,-1-1 0,1 1 0,-1-1 0,0 1 0,1 0 0,-1 0 0,0-1 0,0 1 0,-2 0 0,1 0 0,-1 1 0,1-1 0,0 1 0,-1-1 0,1 1 0,0 0 0,0 0 0,-1 0 0,1 0 0,0 0 0,0 1 0,0-1 0,0 1 0,1-1 0,-1 1 0,0 0 0,1-1 0,-1 1 0,1 0 0,-1 0 0,1 0 0,0 0 0,0 1 0,0-1 0,-1 3 0,-3 7 0,1-1 0,0 0 0,-4 23 0,5-16 0,1 0 0,0-1 0,2 1 0,0 0 0,1 0 0,1 0 0,0-1 0,6 22 0,-6-32 0,0 1 0,1-1 0,0 0 0,0 1 0,0-1 0,1-1 0,0 1 0,1-1 0,-1 1 0,1-1 0,0 0 0,1-1 0,-1 1 0,1-1 0,0 0 0,0-1 0,1 0 0,0 0 0,-1 0 0,1 0 0,9 2 0,-12-5 0,0 1 0,0-1 0,0-1 0,0 1 0,0 0 0,0-1 0,0 0 0,0 0 0,0 0 0,0-1 0,0 1 0,0-1 0,0 0 0,-1 0 0,1 0 0,0 0 0,0-1 0,-1 0 0,1 0 0,-1 0 0,1 0 0,-1 0 0,0-1 0,0 1 0,0-1 0,0 0 0,0 0 0,-1 0 0,1 0 0,-1 0 0,3-6 0,0 0 0,-1 0 0,0 0 0,-1 0 0,0 0 0,0-1 0,-1 1 0,0-1 0,-1 0 0,0 1 0,-1-1 0,0 0 0,-1-10 0,0 9-49,-1 1 1,-1 0-1,1 0 0,-1 0 0,-1 1 1,0-1-1,0 1 0,-1 0 0,0 0 1,-1 0-1,0 1 0,0 0 0,-1 0 1,0 0-1,0 1 0,-1 0 0,0 0 1,0 1-1,-1 0 0,1 1 0,-1 0 1,0 0-1,-1 1 0,1 0 0,-1 0 0,0 1 1,-11-2-1,-1 2-6777</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05.856"/>
    </inkml:context>
    <inkml:brush xml:id="br0">
      <inkml:brushProperty name="width" value="0.05" units="cm"/>
      <inkml:brushProperty name="height" value="0.05" units="cm"/>
      <inkml:brushProperty name="color" value="#FFC114"/>
    </inkml:brush>
  </inkml:definitions>
  <inkml:trace contextRef="#ctx0" brushRef="#br0">1 23 24575,'2'-3'0,"5"0"0,0-4 0,3 1 0,1 3 0,0 5 0,0 9 0,2 7 0,1 10 0,1 8 0,1 10 0,1 8 0,0 7 0,0 4 0,-3 0 0,-1-3 0,-2-6 0,-4-13-8191</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06.154"/>
    </inkml:context>
    <inkml:brush xml:id="br0">
      <inkml:brushProperty name="width" value="0.05" units="cm"/>
      <inkml:brushProperty name="height" value="0.05" units="cm"/>
      <inkml:brushProperty name="color" value="#FFC114"/>
    </inkml:brush>
  </inkml:definitions>
  <inkml:trace contextRef="#ctx0" brushRef="#br0">39 19 24575,'-17'-9'0,"0"-1"0,13 14 0,6 10 0,40 95 0,-9-28 0,-16-32 0,-1 1 0,-3 0 0,8 61 0,-18-91 0,-2 0 0,0 0 0,-1 1 0,-1-1 0,-1 0 0,-1 0 0,0 0 0,-2 0 0,0 0 0,-1-1 0,-11 23 0,8-24-455,-1-1 0,-17 22 0,-24 21-6371</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06.406"/>
    </inkml:context>
    <inkml:brush xml:id="br0">
      <inkml:brushProperty name="width" value="0.05" units="cm"/>
      <inkml:brushProperty name="height" value="0.05" units="cm"/>
      <inkml:brushProperty name="color" value="#FFC114"/>
    </inkml:brush>
  </inkml:definitions>
  <inkml:trace contextRef="#ctx0" brushRef="#br0">237 21 24575,'-1'-1'0,"1"0"0,0 0 0,0 0 0,0 0 0,-1 0 0,1 1 0,0-1 0,-1 0 0,1 0 0,-1 0 0,1 1 0,-1-1 0,1 0 0,-1 0 0,0 1 0,1-1 0,-1 1 0,0-1 0,1 0 0,-1 1 0,0-1 0,0 1 0,0 0 0,1-1 0,-1 1 0,0 0 0,0-1 0,0 1 0,0 0 0,0 0 0,-1 0 0,-1-1 0,1 1 0,0 0 0,-1 0 0,1 0 0,0 0 0,-1 0 0,1 0 0,0 1 0,-1-1 0,1 1 0,-4 1 0,-2 3 0,0 1 0,0 0 0,0 0 0,1 0 0,0 1 0,0 0 0,-10 14 0,4-3 0,1 1 0,-13 28 0,14-23 0,0 0 0,2 1 0,1 0 0,1 0 0,1 1 0,2 0 0,0 0 0,2 0 0,0 0 0,4 34 0,-1-41 0,2-1 0,0 0 0,1 0 0,1 0 0,1-1 0,0 0 0,2 0 0,-1 0 0,2-1 0,0 0 0,1-1 0,1 0 0,0 0 0,1-1 0,22 20 0,-12-16-455,1-1 0,25 15 0,48 21-6371</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07.924"/>
    </inkml:context>
    <inkml:brush xml:id="br0">
      <inkml:brushProperty name="width" value="0.05" units="cm"/>
      <inkml:brushProperty name="height" value="0.05" units="cm"/>
      <inkml:brushProperty name="color" value="#FFC114"/>
    </inkml:brush>
  </inkml:definitions>
  <inkml:trace contextRef="#ctx0" brushRef="#br0">40 285 24575,'-12'-15'0,"-15"-25"0,26 39 0,19 41 0,-2-1 0,-2 2 0,-2 0 0,8 49 0,-14-65 0,1 7 0,-1 1 0,4 62 0,-12-87 0,-1-12 0,-2-13 0,-6-46 0,-6-99 0,13 109 0,1 13 0,2-1 0,5-52 0,-3 79 0,1 0 0,0 1 0,1-1 0,1 1 0,0 0 0,1 0 0,0 0 0,1 1 0,1 0 0,11-18 0,-16 27 0,1 0 0,-1 0 0,0 0 0,1 1 0,0-1 0,-1 1 0,1 0 0,0 0 0,0 0 0,0 0 0,1 0 0,-1 0 0,0 1 0,1 0 0,-1-1 0,1 2 0,-1-1 0,1 0 0,-1 0 0,1 1 0,0 0 0,-1 0 0,1 0 0,-1 0 0,1 1 0,0-1 0,-1 1 0,1 0 0,-1 0 0,1 0 0,-1 0 0,0 1 0,1 0 0,-1-1 0,0 1 0,0 0 0,0 1 0,0-1 0,-1 0 0,1 1 0,-1-1 0,1 1 0,-1 0 0,0 0 0,0 0 0,2 4 0,-1-1 0,1 1 0,-2-1 0,1 1 0,-1 0 0,0 0 0,0 0 0,-1 0 0,0 0 0,0 0 0,-1 0 0,0 0 0,0 0 0,-1 1 0,0-1 0,-2 11 0,0-7 0,0 0 0,-1 0 0,0-1 0,-1 1 0,0-1 0,-1 0 0,0 0 0,0-1 0,-10 11 0,16-20 0,-15 22 0,14-21 0,1-1 0,0 1 0,0-1 0,0 1 0,0-1 0,0 1 0,0-1 0,0 1 0,0-1 0,0 1 0,0 0 0,0-1 0,1 1 0,-1-1 0,0 1 0,0-1 0,0 1 0,1-1 0,-1 0 0,0 1 0,0-1 0,1 1 0,-1-1 0,1 1 0,-1-1 0,0 0 0,1 1 0,-1-1 0,1 0 0,-1 1 0,1-1 0,-1 0 0,1 0 0,-1 0 0,1 1 0,-1-1 0,1 0 0,-1 0 0,1 0 0,-1 0 0,1 0 0,-1 0 0,1 0 0,-1 0 0,2 0 0,70 8 0,-50-7 0,-1 1 0,43 10 0,-57-10 0,0 0 0,0 0 0,0 1 0,-1 0 0,11 7 0,-15-9 0,-1 0 0,1 0 0,-1 0 0,0 0 0,0 1 0,1-1 0,-1 0 0,0 1 0,0-1 0,0 0 0,-1 1 0,1 0 0,0-1 0,0 1 0,-1-1 0,1 1 0,-1 0 0,0-1 0,1 1 0,-1 0 0,0-1 0,0 1 0,0 0 0,0 0 0,0-1 0,0 1 0,-1 0 0,1-1 0,-1 1 0,0 2 0,-2 2 0,0 0 0,0 0 0,-1 0 0,0-1 0,0 1 0,0-1 0,-1 0 0,1-1 0,-1 1 0,-9 6 0,-2 0 0,-1 1 0,-23 10 0,28-16-151,-1 1-1,-1-2 0,1 0 0,-1-1 1,1 0-1,-1-1 0,-1 0 1,-19 0-1,10-3-6674</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08.328"/>
    </inkml:context>
    <inkml:brush xml:id="br0">
      <inkml:brushProperty name="width" value="0.05" units="cm"/>
      <inkml:brushProperty name="height" value="0.05" units="cm"/>
      <inkml:brushProperty name="color" value="#FFC114"/>
    </inkml:brush>
  </inkml:definitions>
  <inkml:trace contextRef="#ctx0" brushRef="#br0">1 151 24575,'4'-2'0,"0"0"0,1 1 0,-1-1 0,1 1 0,0-1 0,-1 1 0,1 1 0,8-1 0,-12 1 0,1 0 0,-1 0 0,1 0 0,-1 0 0,1 0 0,-1 1 0,0-1 0,1 1 0,-1-1 0,1 1 0,-1 0 0,0-1 0,0 1 0,1 0 0,-1 0 0,0 0 0,0 0 0,0 0 0,0 0 0,0 0 0,0 0 0,0 0 0,0 0 0,-1 1 0,1-1 0,0 0 0,-1 1 0,1-1 0,-1 0 0,1 1 0,0 2 0,1 13 0,0 0 0,0 33 0,-3-31 0,2-1 0,4 27 0,-1-23 0,1 1 0,1-2 0,1 1 0,1-1 0,1 0 0,18 32 0,-44-116 0,-2 9 0,-27-93 0,43 132 0,0 1 0,1-1 0,1 0 0,0 0 0,1-1 0,1 1 0,5-29 0,-5 38 0,1 1 0,0-1 0,0 1 0,0-1 0,1 1 0,0 0 0,0 0 0,0 0 0,1 0 0,-1 1 0,1-1 0,0 1 0,1 0 0,-1 0 0,1 0 0,-1 1 0,1 0 0,0 0 0,9-4 0,-9 5 0,-1 0 0,1 1 0,0-1 0,0 1 0,-1 1 0,1-1 0,0 0 0,0 1 0,0 0 0,0 0 0,0 1 0,0 0 0,0-1 0,-1 1 0,1 1 0,0-1 0,-1 1 0,1 0 0,-1 0 0,1 0 0,-1 1 0,0-1 0,7 7 0,-8-7 0,-1 0 0,1 1 0,-1-1 0,1 1 0,-1-1 0,0 1 0,0 0 0,0 0 0,-1 0 0,1 0 0,-1 0 0,1 0 0,-1 0 0,0 1 0,-1-1 0,1 0 0,0 5 0,-1-3 0,0-1 0,-1 1 0,1-1 0,-1 1 0,0-1 0,0 1 0,-1-1 0,1 0 0,-1 1 0,0-1 0,-4 6 0,-1 0 0,-1 0 0,0 0 0,0-1 0,-1 0 0,0 0 0,0-1 0,-1-1 0,-17 11 0,5-6-455,0-2 0,-29 11 0,27-14-6371</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08.514"/>
    </inkml:context>
    <inkml:brush xml:id="br0">
      <inkml:brushProperty name="width" value="0.05" units="cm"/>
      <inkml:brushProperty name="height" value="0.05" units="cm"/>
      <inkml:brushProperty name="color" value="#FFC114"/>
    </inkml:brush>
  </inkml:definitions>
  <inkml:trace contextRef="#ctx0" brushRef="#br0">0 23 24575,'3'-3'0,"4"-1"0,3-2 0,3-1 0,2 4 0,5 6 0,4 7 0,4 9 0,5 5 0,4 9 0,3 9 0,1 10 0,-4 3 0,-7 8 0,-16 4 0,-18 2 0,-20-2 0,-6-12-8191</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08.748"/>
    </inkml:context>
    <inkml:brush xml:id="br0">
      <inkml:brushProperty name="width" value="0.05" units="cm"/>
      <inkml:brushProperty name="height" value="0.05" units="cm"/>
      <inkml:brushProperty name="color" value="#FFC114"/>
    </inkml:brush>
  </inkml:definitions>
  <inkml:trace contextRef="#ctx0" brushRef="#br0">41 1 24575,'1'0'0,"0"0"0,0 0 0,0 0 0,0 0 0,0 0 0,0 1 0,0-1 0,0 0 0,0 1 0,0-1 0,0 1 0,0-1 0,0 1 0,0-1 0,0 1 0,-1 0 0,1-1 0,0 1 0,0 0 0,0 0 0,-1 0 0,1-1 0,-1 1 0,1 0 0,-1 0 0,1 0 0,-1 0 0,1 0 0,-1 0 0,0 0 0,1 0 0,-1 0 0,0 0 0,0 0 0,0 0 0,0 1 0,0-1 0,0 1 0,0 6 0,-1 0 0,0 0 0,-1 0 0,-2 9 0,3-12 0,-3 8 0,-11 45 0,2 1 0,2 0 0,-3 75 0,14-113 0,1 0 0,1-1 0,0 0 0,2 1 0,8 29 0,-6-36 0,-1 1 0,2-1 0,-1 0 0,2-1 0,0 0 0,1 0 0,0 0 0,15 14 0,-11-14 43,1 0 0,0-2-1,1 1 1,0-2 0,1 0-1,0-1 1,24 10 0,-15-9-385,1-1 1,0-2 0,0 0-1,37 4 1,19-4-6485</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7:26.322"/>
    </inkml:context>
    <inkml:brush xml:id="br0">
      <inkml:brushProperty name="width" value="0.05" units="cm"/>
      <inkml:brushProperty name="height" value="0.05" units="cm"/>
      <inkml:brushProperty name="color" value="#FFC114"/>
    </inkml:brush>
  </inkml:definitions>
  <inkml:trace contextRef="#ctx0" brushRef="#br0">963 150 24575,'-1'-4'0,"1"-1"0,-1 1 0,-1 0 0,1 0 0,-1 0 0,1 0 0,-5-7 0,-5-14 0,9 18 0,0-1 0,-1 0 0,0 1 0,0 0 0,-1 0 0,-5-9 0,7 14 0,0 0 0,0 0 0,0 0 0,0 0 0,0 0 0,0 1 0,0-1 0,0 1 0,-1 0 0,1-1 0,-1 1 0,1 0 0,-1 1 0,1-1 0,-1 0 0,0 1 0,1-1 0,-1 1 0,0 0 0,1 0 0,-1 0 0,-5 1 0,-26 5 0,1 1 0,-1 3 0,-56 22 0,66-23 0,-40 15 0,1 3 0,1 2 0,1 3 0,-65 47 0,101-61 0,1 2 0,1 1 0,1 0 0,-33 43 0,41-45 0,2 0 0,0 1 0,0 0 0,2 1 0,1 1 0,1 0 0,-7 24 0,9-21 0,1 1 0,1 0 0,2 0 0,0 0 0,1 0 0,2 0 0,7 50 0,-4-57 0,0-1 0,2 0 0,0-1 0,0 1 0,2-1 0,0 0 0,1-1 0,1 0 0,0 0 0,1-1 0,23 24 0,-12-18 0,2-1 0,0-1 0,1-2 0,1 0 0,0-2 0,2-1 0,-1-1 0,2-1 0,-1-1 0,37 8 0,-30-11 0,-1-2 0,1-1 0,0-1 0,0-2 0,0-1 0,0-2 0,0-2 0,58-11 0,-60 6 0,0-2 0,0-1 0,-1-2 0,-1-1 0,0-1 0,-1-2 0,-1 0 0,0-3 0,-1 0 0,-2-2 0,0-1 0,-1 0 0,-1-2 0,-2-1 0,0-1 0,-2-1 0,-1-1 0,-1 0 0,-2-1 0,-1-1 0,-1-1 0,-2 0 0,-1 0 0,9-45 0,-14 45 0,-2-1 0,-1 0 0,-2 0 0,-1 0 0,-1 0 0,-2 0 0,-11-51 0,10 68 0,-1 0 0,-1 0 0,0 1 0,-1-1 0,-1 1 0,0 1 0,-13-18 0,14 23 0,-1 0 0,-1 0 0,1 1 0,-1 0 0,0 0 0,-1 1 0,0 0 0,0 1 0,-1 0 0,0 1 0,-12-5 0,2 3 0,-1 1 0,0 1 0,-1 1 0,1 1 0,-1 1 0,0 1 0,0 1 0,1 1 0,-1 1 0,-25 6 0,13-1 0,0 2 0,0 1 0,1 2 0,1 1 0,-54 30 0,56-23-1365,8-4-5461</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14.298"/>
    </inkml:context>
    <inkml:brush xml:id="br0">
      <inkml:brushProperty name="width" value="0.05" units="cm"/>
      <inkml:brushProperty name="height" value="0.05" units="cm"/>
      <inkml:brushProperty name="color" value="#FFC114"/>
    </inkml:brush>
  </inkml:definitions>
  <inkml:trace contextRef="#ctx0" brushRef="#br0">957 150 24575,'2'1'0,"-1"0"0,1 0 0,-1 1 0,0-1 0,1 1 0,-1-1 0,0 1 0,0-1 0,0 1 0,0-1 0,1 4 0,2 1 0,-4-6 0,1 1 0,-1 0 0,1-1 0,-1 1 0,1-1 0,-1 1 0,1-1 0,0 1 0,-1-1 0,1 0 0,0 1 0,-1-1 0,1 0 0,0 1 0,-1-1 0,1 0 0,0 0 0,-1 1 0,1-1 0,0 0 0,0 0 0,-1 0 0,1 0 0,0 0 0,0 0 0,-1 0 0,1-1 0,0 1 0,1 0 0,0-1 0,0-1 0,1 1 0,-1 0 0,0-1 0,0 1 0,0-1 0,0 0 0,-1 0 0,3-2 0,2-3 0,-1 0 0,0-1 0,-1 0 0,7-14 0,-9 19 0,-1 1 0,0-1 0,-1 0 0,1 0 0,0 0 0,-1 0 0,1 0 0,-1 0 0,0 0 0,0 0 0,0 0 0,-1 1 0,1-1 0,-1 0 0,1 0 0,-1 0 0,0 0 0,0 0 0,-2-2 0,1 2 0,0-1 0,-1 2 0,1-1 0,-1 0 0,0 0 0,0 1 0,0-1 0,0 1 0,0 0 0,-1 0 0,1 0 0,-8-2 0,-2 0 0,-1 0 0,0 1 0,0 0 0,0 1 0,0 1 0,-27 0 0,5 4 0,0 1 0,0 2 0,1 2 0,-1 1 0,-45 18 0,36-9 0,-1 3 0,2 2 0,-56 38 0,81-48 0,1 1 0,0 1 0,-18 20 0,29-29 0,2 1 0,-1-1 0,1 1 0,0 1 0,1-1 0,-1 1 0,2-1 0,-1 1 0,1 1 0,0-1 0,-2 13 0,4-17 0,1 1 0,0-1 0,0 0 0,1 1 0,-1-1 0,1 0 0,0 1 0,0-1 0,0 0 0,1 0 0,-1 0 0,1 0 0,0 0 0,1 0 0,-1 0 0,0-1 0,1 1 0,0-1 0,0 1 0,0-1 0,4 3 0,4 3 0,1 0 0,-1-1 0,2-1 0,-1 0 0,18 7 0,11 3 0,0-3 0,74 16 0,88 3 0,58 13 0,-255-44 0,-1-2 0,-1 1 0,1 0 0,-1 1 0,0-1 0,1 1 0,-1-1 0,0 1 0,0 1 0,0-1 0,0 1 0,0-1 0,4 5 0,-7-6 0,-1 0 0,0-1 0,0 1 0,1-1 0,-1 1 0,0 0 0,0-1 0,0 1 0,0 0 0,1-1 0,-1 1 0,0 0 0,0-1 0,0 1 0,-1 0 0,1-1 0,0 1 0,0 0 0,0-1 0,0 1 0,-1-1 0,1 1 0,0 0 0,0-1 0,-1 1 0,1-1 0,-1 1 0,1-1 0,0 1 0,-1-1 0,1 1 0,-2 0 0,-19 14 0,2-5 0,-1-1 0,0-1 0,0-1 0,-22 5 0,-92 16 0,102-23 0,-283 40 0,240-40 0,0-3 0,-91-9 0,149 6-227,0-1-1,1-1 1,-1-1-1,1 0 1,-18-8-1,2-5-6598</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14.735"/>
    </inkml:context>
    <inkml:brush xml:id="br0">
      <inkml:brushProperty name="width" value="0.05" units="cm"/>
      <inkml:brushProperty name="height" value="0.05" units="cm"/>
      <inkml:brushProperty name="color" value="#FFC114"/>
    </inkml:brush>
  </inkml:definitions>
  <inkml:trace contextRef="#ctx0" brushRef="#br0">1 315 24575,'3'-2'0,"0"-1"0,0 1 0,-1 0 0,1-1 0,-1 0 0,1 1 0,1-5 0,-2 5 0,-1 0 0,0 0 0,0 1 0,1-1 0,-1 0 0,1 0 0,0 1 0,-1-1 0,1 1 0,0 0 0,0-1 0,0 1 0,0 0 0,0 0 0,3-1 0,-4 2 0,0 0 0,0 1 0,0-1 0,0 0 0,0 0 0,0 1 0,-1-1 0,1 0 0,0 1 0,0-1 0,-1 1 0,1-1 0,0 1 0,0 0 0,-1-1 0,1 1 0,-1-1 0,1 1 0,0 0 0,-1 0 0,0-1 0,1 1 0,0 1 0,8 22 0,-8-21 0,6 24 0,-2 0 0,0 0 0,1 50 0,-8 84 0,2-156 0,-5 64 0,4-61 0,0-1 0,-1 1 0,0-1 0,0 1 0,0-1 0,-6 11 0,7-18 0,1 1 0,0 0 0,0-1 0,-1 1 0,1-1 0,0 1 0,-1-1 0,1 1 0,-1-1 0,1 1 0,-1-1 0,1 1 0,-1-1 0,1 1 0,-1-1 0,1 0 0,-1 1 0,1-1 0,-1 0 0,1 0 0,-1 1 0,0-1 0,1 0 0,-2 0 0,1 0 0,0 0 0,1-1 0,-1 1 0,1 0 0,-1-1 0,0 1 0,1-1 0,-1 1 0,1-1 0,-1 1 0,1-1 0,-1 1 0,1-1 0,0 1 0,-1-1 0,1 0 0,0 1 0,-1-2 0,-10-34 0,6 1 0,2-1 0,1 0 0,2 1 0,7-60 0,3 25 0,26-94 0,-25 126 0,20-50 0,-27 77 0,1 1 0,0-1 0,1 1 0,1 0 0,-1 1 0,2-1 0,-1 1 0,1 1 0,10-9 0,-15 14 0,0 1 0,0-1 0,1 1 0,-1 0 0,1 0 0,-1 0 0,1 1 0,0-1 0,0 1 0,0 0 0,-1 0 0,1 0 0,0 1 0,0-1 0,0 1 0,7 1 0,-6-1 0,0 2 0,-1-1 0,1 0 0,0 1 0,-1 0 0,0 0 0,1 0 0,-1 1 0,0-1 0,0 1 0,0 0 0,3 4 0,5 6 0,0 0 0,-1 1 0,-1 1 0,-1-1 0,0 1 0,11 25 0,4 20-195,-1 1 0,-4 1 0,-2 1 0,-3 0 0,-3 1 0,6 126 0,-16-160-6631</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14.891"/>
    </inkml:context>
    <inkml:brush xml:id="br0">
      <inkml:brushProperty name="width" value="0.05" units="cm"/>
      <inkml:brushProperty name="height" value="0.05" units="cm"/>
      <inkml:brushProperty name="color" value="#FFC114"/>
    </inkml:brush>
  </inkml:definitions>
  <inkml:trace contextRef="#ctx0" brushRef="#br0">60 58 24575,'-6'-6'0,"-5"-1"0,-2-3 0,-4 0 0,6 2 0,9 3 0,12 1 0,11 2 0,12 2 0,11 0 0,10 0 0,7-2 0,-6-2-8191</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15.186"/>
    </inkml:context>
    <inkml:brush xml:id="br0">
      <inkml:brushProperty name="width" value="0.05" units="cm"/>
      <inkml:brushProperty name="height" value="0.05" units="cm"/>
      <inkml:brushProperty name="color" value="#FFC114"/>
    </inkml:brush>
  </inkml:definitions>
  <inkml:trace contextRef="#ctx0" brushRef="#br0">386 151 24575,'3'-1'0,"0"-1"0,-1 0 0,1 1 0,-1-1 0,0 0 0,1-1 0,-1 1 0,0 0 0,0 0 0,0-1 0,-1 0 0,4-4 0,-4 5 0,2-3 0,1-1 0,-1 0 0,0 0 0,-1 0 0,1 0 0,-1 0 0,0 0 0,-1-1 0,2-6 0,-3 11 0,0 0 0,0 0 0,0 0 0,0 0 0,-1 0 0,1 0 0,-1 1 0,1-1 0,-1 0 0,1 0 0,-1 0 0,0 1 0,0-1 0,0 0 0,0 1 0,0-1 0,0 1 0,-1 0 0,1-1 0,0 1 0,-1 0 0,1-1 0,-1 1 0,1 0 0,-1 0 0,0 0 0,1 1 0,-1-1 0,0 0 0,0 1 0,1-1 0,-1 1 0,0-1 0,0 1 0,0 0 0,-2 0 0,-7-1 0,1 0 0,-1 1 0,0 0 0,0 1 0,1 1 0,-1-1 0,1 2 0,-1-1 0,1 2 0,0-1 0,-13 7 0,0 2 0,0 1 0,0 0 0,-30 25 0,40-27 0,0 0 0,1 1 0,0 1 0,1-1 0,0 2 0,1 0 0,0 0 0,1 0 0,1 1 0,-8 22 0,13-29 0,0-1 0,1 1 0,0 0 0,0 0 0,1 0 0,0 0 0,1 0 0,-1 0 0,2 0 0,-1 0 0,1 0 0,0 0 0,1 0 0,0 0 0,0 0 0,1 0 0,0-1 0,0 1 0,0-1 0,1 0 0,1 0 0,-1 0 0,10 11 0,-5-10 23,1 1 0,-1-1 0,1 0-1,0-1 1,1-1 0,0 1 0,0-2-1,0 1 1,0-2 0,1 1 0,0-2-1,0 1 1,0-2 0,19 3 0,-7-3-267,1-1 0,-1-1 0,0 0 0,1-2 1,-1-2-1,34-7 0,-4-4-6582</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15.823"/>
    </inkml:context>
    <inkml:brush xml:id="br0">
      <inkml:brushProperty name="width" value="0.05" units="cm"/>
      <inkml:brushProperty name="height" value="0.05" units="cm"/>
      <inkml:brushProperty name="color" value="#FFC114"/>
    </inkml:brush>
  </inkml:definitions>
  <inkml:trace contextRef="#ctx0" brushRef="#br0">2883 290 24575,'-15'-13'0,"-1"0"0,-1 2 0,0 0 0,0 0 0,-1 2 0,-1 0 0,-24-7 0,-14-4-70,-2 2 0,-1 3-1,0 3 1,0 3 0,-1 2-1,-102 1 1,49 11-94,1 4 0,-189 41 0,177-20-88,1 5 0,1 6 0,3 5 0,-159 84 0,191-81 89,2 4-1,2 4 0,3 3 0,2 4 0,4 3 0,-76 86 1,118-116 95,3 2 1,1 1 0,2 1 0,1 1 0,-35 83 0,50-99 55,2 1 1,1 0-1,2 1 1,0-1 0,2 1-1,1 0 1,1 0-1,1 0 1,1 0 0,2 1-1,8 42 1,-3-42 7,1-1 1,1 0 0,1-1-1,2 0 1,1-1-1,0-1 1,2 0 0,20 26-1,-10-21-7,0-1 0,2-1 0,1-1 0,1-2 0,50 34-1,-21-23-1,1-4-1,2-1 0,1-4 0,1-2 0,1-3 0,118 25 0,-47-24-25,1-5-1,249 0 0,-187-25-19,263-42 0,-353 31 58,0-4 0,-2-5 1,-1-5-1,178-79 0,-228 84-1,-1-3 0,-1-1 0,-1-4 0,-3-1 0,0-2 0,-3-3 0,-1-1 0,-3-3 0,-1-1 0,35-52 0,-48 56 2,-2-2 0,-2 0 0,-2-2 0,-2 0 0,-2-2 0,-2 0 0,-2-1 0,-2 0 0,9-89 0,-19 101 0,0-1 0,-3 0 0,-1 0 0,-2 0 0,-1 1 0,-2 0 0,-2 0 0,-1 0 0,-2 1 0,-1 1 0,-2 0 0,-1 1 0,-35-54 0,25 53-5,-1 0 0,-1 2-1,-2 1 1,-2 1 0,0 2-1,-50-34 1,32 30 24,0 3-1,-2 2 1,-2 2-1,-66-22 1,37 21-50,-1 3 0,-108-15 0,-167 7-566,222 31-2572</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24.067"/>
    </inkml:context>
    <inkml:brush xml:id="br0">
      <inkml:brushProperty name="width" value="0.05" units="cm"/>
      <inkml:brushProperty name="height" value="0.05" units="cm"/>
      <inkml:brushProperty name="color" value="#FFC114"/>
    </inkml:brush>
  </inkml:definitions>
  <inkml:trace contextRef="#ctx0" brushRef="#br0">629 360 24575,'29'-31'0,"-12"15"0,0-2 0,-2 0 0,18-27 0,-26 34 0,-1 1 0,0-1 0,-1-1 0,0 1 0,-1-1 0,5-23 0,-8 31 0,0 0 0,-1 0 0,0 0 0,1 0 0,-2 0 0,1 1 0,0-1 0,-1 0 0,0 0 0,0 0 0,0 0 0,0 1 0,0-1 0,-1 0 0,0 1 0,0-1 0,0 1 0,0 0 0,0-1 0,-1 1 0,1 0 0,-1 1 0,0-1 0,0 0 0,-6-3 0,0 1 0,0 0 0,0 1 0,0 0 0,0 1 0,-1 0 0,1 0 0,-1 1 0,0 1 0,-11-1 0,-9 0 0,-54 4 0,42 2 0,1 2 0,0 2 0,-68 22 0,78-20 0,2 2 0,-1 1 0,2 2 0,0 0 0,-38 29 0,59-38 0,0 0 0,-1 0 0,2 1 0,-1 0 0,1 0 0,0 1 0,1-1 0,-9 16 0,12-18 0,0 0 0,0 0 0,1 0 0,-1 0 0,1 0 0,0 0 0,1 0 0,-1 1 0,1-1 0,0 0 0,0 0 0,1 1 0,-1-1 0,1 0 0,0 0 0,1 0 0,2 7 0,2-1 0,0 0 0,0 0 0,1-1 0,1 0 0,0 0 0,0-1 0,1 0 0,0 0 0,0-1 0,1 0 0,0-1 0,19 11 0,15 5 0,81 33 0,-125-56 0,191 68 0,-59-23 0,-122-41 0,-3-2 0,0 0 0,0 1 0,0 0 0,-1 0 0,1 1 0,-1-1 0,0 1 0,9 8 0,-15-12 0,1 1 0,-1-1 0,1 1 0,-1-1 0,0 0 0,1 1 0,-1-1 0,0 1 0,1-1 0,-1 1 0,0-1 0,0 1 0,1-1 0,-1 1 0,0 0 0,0-1 0,0 1 0,0-1 0,0 1 0,0-1 0,0 1 0,0 0 0,0-1 0,0 1 0,0-1 0,0 1 0,0-1 0,-1 1 0,1 0 0,0-1 0,0 1 0,-1-1 0,1 1 0,-1 0 0,0 0 0,-1 1 0,0-1 0,0 0 0,0 1 0,1-1 0,-1 0 0,0 0 0,-4 1 0,-16 5 0,-1-1 0,0-1 0,-1-1 0,-38 2 0,28-3 0,-63 7-455,0-5 0,-146-10 0,186-2-6371</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24.443"/>
    </inkml:context>
    <inkml:brush xml:id="br0">
      <inkml:brushProperty name="width" value="0.05" units="cm"/>
      <inkml:brushProperty name="height" value="0.05" units="cm"/>
      <inkml:brushProperty name="color" value="#FFC114"/>
    </inkml:brush>
  </inkml:definitions>
  <inkml:trace contextRef="#ctx0" brushRef="#br0">0 278 24575,'49'-12'0,"-36"8"0,0 0 0,0 2 0,0-1 0,0 1 0,0 1 0,1 1 0,15 0 0,-27 1 0,-1-1 0,0 0 0,0 1 0,0-1 0,0 1 0,0-1 0,0 1 0,0 0 0,0-1 0,0 1 0,0 0 0,0 0 0,0 0 0,0 0 0,0 0 0,-1-1 0,1 1 0,0 1 0,-1-1 0,1 0 0,-1 0 0,1 0 0,-1 0 0,0 0 0,1 0 0,-1 1 0,0-1 0,0 0 0,0 0 0,0 0 0,0 1 0,0-1 0,0 0 0,0 0 0,0 0 0,0 1 0,-1 0 0,-2 9 0,1-1 0,-1 0 0,-6 13 0,5-13 0,2-4 0,-46 136 0,42-121 0,1 1 0,1 0 0,1-1 0,0 41 0,3-61 0,0 1 0,0-1 0,0 1 0,0 0 0,1-1 0,-1 1 0,0-1 0,1 1 0,-1-1 0,1 1 0,-1-1 0,2 2 0,-2-3 0,1 1 0,-1-1 0,0 0 0,0 0 0,1 0 0,-1 0 0,0 0 0,0 0 0,1 0 0,-1 0 0,0 0 0,0 0 0,1 0 0,-1 0 0,0 0 0,1 0 0,-1 0 0,0 0 0,0 0 0,1 0 0,-1 0 0,0 0 0,0 0 0,1 0 0,-1 0 0,0 0 0,0-1 0,1 1 0,-1 0 0,0 0 0,0 0 0,1 0 0,-1-1 0,0 1 0,0 0 0,0 0 0,1-1 0,2-3 0,-1 0 0,1 0 0,-1 0 0,0 0 0,1 0 0,1-8 0,20-73 0,20-128 0,-28 120 0,30-92 0,-45 181 0,0-1 0,1 1 0,-1-1 0,1 0 0,0 1 0,0-1 0,1 1 0,-1-1 0,6-6 0,-7 11 0,-1 0 0,1-1 0,-1 1 0,1 0 0,0 0 0,-1-1 0,1 1 0,-1 0 0,1 0 0,0 0 0,-1 0 0,1 0 0,0 0 0,-1 0 0,1 0 0,-1 0 0,1 0 0,0 1 0,-1-1 0,1 0 0,-1 0 0,1 0 0,0 1 0,-1-1 0,1 0 0,-1 1 0,1-1 0,-1 0 0,1 1 0,-1-1 0,1 1 0,-1-1 0,0 1 0,1-1 0,-1 1 0,0-1 0,1 1 0,-1-1 0,0 1 0,0 0 0,1-1 0,-1 2 0,14 29 0,-13-29 0,63 193 0,-37-104 0,40 89 0,-24-95-1365,-27-56-5461</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24.985"/>
    </inkml:context>
    <inkml:brush xml:id="br0">
      <inkml:brushProperty name="width" value="0.05" units="cm"/>
      <inkml:brushProperty name="height" value="0.05" units="cm"/>
      <inkml:brushProperty name="color" value="#FFC114"/>
    </inkml:brush>
  </inkml:definitions>
  <inkml:trace contextRef="#ctx0" brushRef="#br0">9 354 24575,'-1'-1'0,"-6"-9"0,7 10 0,1-1 0,0 1 0,-1-1 0,1 1 0,0 0 0,-1-1 0,1 1 0,0 0 0,-1-1 0,1 1 0,0 0 0,0 0 0,-1 0 0,1 0 0,0 0 0,0 0 0,-1 0 0,2 0 0,43-5 0,235-28 0,-211 22 0,135-42 0,-182 42 0,-18 9 0,-1 1 0,1-1 0,-1 0 0,1 1 0,0 0 0,0 0 0,0 0 0,7-1 0,-11 2 0,1 1 0,0-1 0,0 0 0,-1 1 0,1-1 0,0 1 0,-1-1 0,1 1 0,-1-1 0,1 1 0,0 0 0,-1-1 0,1 1 0,-1 0 0,1-1 0,-1 1 0,0 0 0,1 0 0,-1-1 0,0 1 0,0 0 0,1 0 0,-1 0 0,0-1 0,0 1 0,0 0 0,0 1 0,2 31 0,-2-23 0,9 92 0,8 152 0,-17-246 0,1-6 0,-1 1 0,1 0 0,-1 0 0,0-1 0,0 1 0,0 0 0,-1-1 0,1 1 0,-1 0 0,1-1 0,-1 1 0,0 0 0,0-1 0,-3 5 0,4-7 0,0 1 0,-1-1 0,1 0 0,-1 0 0,1 0 0,0 0 0,-1 0 0,1 0 0,-1 0 0,1 0 0,-1-1 0,1 1 0,0 0 0,-1 0 0,1 0 0,-1 0 0,1 0 0,0-1 0,-1 1 0,1 0 0,0 0 0,-1-1 0,1 1 0,0 0 0,-1-1 0,1 1 0,0 0 0,0-1 0,-1 1 0,1 0 0,0-1 0,0 1 0,0-1 0,-1 1 0,1 0 0,0-1 0,0 1 0,0-1 0,0 1 0,0-1 0,-7-20 0,7 21 0,-16-74 0,4-1 0,-3-91 0,10 103 0,2 26 0,-2-2 0,3-1 0,4-63 0,-2 99 0,0 1 0,1-1 0,0 1 0,-1-1 0,1 1 0,1-1 0,-1 1 0,0 0 0,1 0 0,0-1 0,3-3 0,-4 6 0,0 0 0,0 0 0,0 0 0,1 0 0,-1 0 0,0 0 0,1 1 0,-1-1 0,1 1 0,-1-1 0,0 1 0,1-1 0,-1 1 0,1 0 0,-1 0 0,1-1 0,0 1 0,-1 0 0,1 1 0,-1-1 0,1 0 0,-1 0 0,1 1 0,-1-1 0,1 1 0,-1-1 0,0 1 0,2 0 0,15 8 0,0 0 0,0 1 0,-1 0 0,20 18 0,59 55 0,-95-82 0,7 6 0,13 12 0,-1 1 0,23 28 0,-39-43 0,0-1 0,-1 1 0,0 0 0,0 0 0,0 1 0,0-1 0,-1 1 0,0-1 0,0 1 0,0 0 0,-1-1 0,0 1 0,0 0 0,0 0 0,-1 0 0,0 0 0,-1 8 0,0-9 0,-1 1 0,0-1 0,-1 0 0,1 0 0,-1 0 0,0 0 0,0-1 0,-1 1 0,1-1 0,-1 0 0,0 0 0,0 0 0,-1 0 0,1-1 0,-1 1 0,0-1 0,-9 4 0,-3 1 0,0 0 0,-1-1 0,1-2 0,-23 5 0,-11 0-1365,4-5-5461</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25.328"/>
    </inkml:context>
    <inkml:brush xml:id="br0">
      <inkml:brushProperty name="width" value="0.05" units="cm"/>
      <inkml:brushProperty name="height" value="0.05" units="cm"/>
      <inkml:brushProperty name="color" value="#FFC114"/>
    </inkml:brush>
  </inkml:definitions>
  <inkml:trace contextRef="#ctx0" brushRef="#br0">279 172 24575,'14'-2'0,"0"0"0,0-1 0,0 0 0,-1-1 0,1 0 0,-1-2 0,0 1 0,-1-1 0,13-9 0,-19 12 0,0-1 0,-1 1 0,0-1 0,0-1 0,0 1 0,0-1 0,-1 0 0,5-7 0,-8 11 0,0 0 0,0 0 0,-1-1 0,1 1 0,0 0 0,-1-1 0,1 1 0,-1-1 0,0 1 0,1 0 0,-1-1 0,0 1 0,0-1 0,0 1 0,0-1 0,0 1 0,0-1 0,0 1 0,-1-1 0,1 1 0,0-1 0,-1 1 0,1 0 0,-1-1 0,0 1 0,1 0 0,-1-1 0,0 1 0,0 0 0,0 0 0,0 0 0,0 0 0,0 0 0,0 0 0,0 0 0,0 0 0,-1 0 0,1 0 0,0 0 0,-1 1 0,1-1 0,-2 0 0,-7-3 0,-1 0 0,1 0 0,-1 1 0,1 0 0,-1 1 0,0 1 0,0 0 0,0 0 0,-11 1 0,-2 1 0,0 1 0,1 1 0,-28 7 0,36-6 0,0 0 0,1 1 0,-1 1 0,1 0 0,0 1 0,-23 15 0,34-20 0,-1 1 0,0 0 0,1 0 0,0 0 0,0 0 0,-1 0 0,2 1 0,-1 0 0,0-1 0,1 1 0,0 0 0,0 0 0,0 0 0,0 0 0,1 1 0,-1-1 0,1 0 0,0 1 0,0-1 0,1 1 0,0-1 0,-1 1 0,1 0 0,1-1 0,-1 1 0,1-1 0,1 7 0,2-2 0,0 1 0,0-1 0,1 0 0,0 0 0,0 0 0,1-1 0,0 1 0,1-1 0,0-1 0,0 0 0,11 9 0,14 10 0,52 30 0,-74-50 0,78 48 0,44 28 0,-123-76 0,-1 0 0,0 0 0,0 1 0,8 10 0,-15-16 0,1 0 0,-1 0 0,0 0 0,-1 0 0,1 1 0,0-1 0,0 0 0,0 0 0,-1 1 0,1-1 0,-1 1 0,1-1 0,-1 0 0,1 1 0,-1-1 0,0 1 0,0-1 0,0 1 0,0-1 0,0 1 0,0-1 0,0 1 0,0-1 0,-1 1 0,1-1 0,0 1 0,-1-1 0,1 0 0,-1 1 0,0-1 0,1 0 0,-1 1 0,0-1 0,0 0 0,0 0 0,0 0 0,0 0 0,-2 2 0,-3 1 0,-1 0 0,1 0 0,-1 0 0,0-1 0,0 0 0,-1 0 0,1 0 0,-1-1 0,1-1 0,-14 2 0,-12 1 0,-37-2 0,60-2 0,-51-1-455,0-2 0,-62-12 0,52 1-6371</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25.812"/>
    </inkml:context>
    <inkml:brush xml:id="br0">
      <inkml:brushProperty name="width" value="0.05" units="cm"/>
      <inkml:brushProperty name="height" value="0.05" units="cm"/>
      <inkml:brushProperty name="color" value="#FFC114"/>
    </inkml:brush>
  </inkml:definitions>
  <inkml:trace contextRef="#ctx0" brushRef="#br0">3604 417 24575,'-1'-4'0,"1"0"0,-1 1 0,0-1 0,0 0 0,0 0 0,0 0 0,-1 1 0,1-1 0,-1 1 0,0-1 0,0 1 0,0 0 0,0 0 0,-1 0 0,-3-4 0,-4-2 0,0-1 0,-1 2 0,-12-9 0,-12-5 12,0 2 0,-1 1 1,-51-18-1,-126-31-254,43 24-500,-2 8 1,-247-19-1,210 43-668,-355 25 0,407 2 1234,-253 57 1,319-49-49,2 4 0,1 4 0,2 4 0,-93 51 0,137-62 203,1 1-1,1 3 0,2 1 0,1 2 0,1 1 0,1 2 0,-33 43 0,51-55 113,1 1 1,0 1-1,2 0 0,1 1 0,1 0 0,1 1 0,1 0 0,2 1 0,0 0 1,2 0-1,1 1 0,1 0 0,0 44 0,5-45-95,1 0 0,2 1-1,1-1 1,1 0 0,1-1 0,1 1-1,2-1 1,0-1 0,2 0 0,0-1-1,2 0 1,1 0 0,34 40 0,-15-27 159,2-1 0,1-1 0,2-2 0,1-2 0,2-2 0,77 42 0,-31-28-167,1-3-1,3-5 1,0-3 0,189 37-1,-124-44-30,1-6-1,209-4 0,-203-17-249,-1-8 0,0-6 0,-1-8 0,219-61-1,-271 51 198,-2-5 0,158-80-1,-185 76-91,-3-4 0,-2-3 1,117-102-1,-148 111 201,-1-2 0,61-79 1,-90 103 126,-1-2 0,-1 0 0,0 0 0,-2-1 0,-1-1 0,0 0-1,-2 0 1,0-1 0,4-30 0,-10 43-17,-1 1 0,-1-1 0,0 0-1,0 0 1,-1 0 0,-1 1 0,1-1-1,-2 0 1,1 1 0,-2 0 0,1-1-1,-1 1 1,-1 1 0,0-1 0,0 1-1,-14-18 1,6 12-63,-1 0-1,0 1 1,-1 1-1,-1 0 1,0 1-1,0 1 1,-2 0-1,-23-11 1,-27-8 181,-1 3 1,-2 3-1,-144-29 1,-223-8-1652,264 43-3118</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48.836"/>
    </inkml:context>
    <inkml:brush xml:id="br0">
      <inkml:brushProperty name="width" value="0.05" units="cm"/>
      <inkml:brushProperty name="height" value="0.05" units="cm"/>
      <inkml:brushProperty name="color" value="#FFC114"/>
    </inkml:brush>
  </inkml:definitions>
  <inkml:trace contextRef="#ctx0" brushRef="#br0">148 12 24575,'0'0'0,"0"-1"0,0 1 0,0-1 0,0 1 0,0-1 0,-1 1 0,1-1 0,0 1 0,0-1 0,0 1 0,0 0 0,-1-1 0,1 1 0,0-1 0,0 1 0,-1 0 0,1-1 0,0 1 0,-1 0 0,1-1 0,0 1 0,-1 0 0,1-1 0,0 1 0,-1 0 0,1 0 0,-1-1 0,1 1 0,-1 0 0,1 0 0,0 0 0,-1 0 0,1 0 0,-1 0 0,1-1 0,-1 1 0,1 0 0,-1 0 0,1 0 0,-1 1 0,1-1 0,-1 0 0,1 0 0,0 0 0,-1 0 0,1 0 0,-1 1 0,1-1 0,-1 0 0,0 1 0,0-1 0,-1 1 0,1 0 0,-1-1 0,0 1 0,1 0 0,0 0 0,-1 0 0,1 0 0,-1 1 0,1-1 0,0 0 0,0 1 0,-2 2 0,-1 9 0,1 0 0,0 0 0,1 0 0,0 1 0,1 0 0,1-1 0,1 15 0,-1 1 0,22 1026-91,-11-495-408,-17-384 519,-33 206 0,13-230 1,-29 253 417,54-389-424,0 1 0,1 0 1,1-1-1,1 0 0,1 1 1,0-1-1,10 29 0,-10-37-15,0-1 0,1 1-1,-1-1 1,2-1 0,-1 1 0,1 0-1,0-1 1,0 0 0,1 0-1,0-1 1,0 1 0,0-1 0,1-1-1,-1 1 1,1-1 0,0 0 0,15 5-1,-1-2 2,0-1 0,1-1 0,39 4 0,71-2 0,-96-6 0,774 4-2331,-481-7 1338,2539 57-6239,-960 41 6199,-1422-66 574,1174 53 322,-1323-83 1023,-6-26 1680,-328 25-2543,33-4 980,65-18 0,-93 21-716,1-1 1,-2 0 0,1 0 0,0-1 0,-1 0-1,1 0 1,-1 0 0,0-1 0,-1-1 0,1 1-1,-1-1 1,0 0 0,9-12 0,-13 14-213,0 0 0,0-1 0,0 0 0,0 0-1,-1 1 1,0-1 0,0 0 0,0 0 0,-1 0 0,1 0 0,-1 0 0,0 0 0,-1 0 0,1 0 0,-1 0 0,0 0 0,0 0 0,-1 0 0,-2-6 0,-5-10 203,0 1 1,-2 0-1,-13-19 1,10 17-217,-13-25-62,3 0 0,1-2 0,2 0 0,3-2 0,2 0 0,2-1 0,3 0 0,-8-85 0,6-58 0,9-1 0,31-300 0,120-380 0,-135 819 0,3-4 0,-3-1 0,-2 0 0,0-66 0,-10 122 0,0 0 0,0-1 0,-1 1 0,0 0 0,0-1 0,0 1 0,-1 0 0,0 0 0,-3-6 0,4 9 0,-1 0 0,0 1 0,0-1 0,0 1 0,0-1 0,-1 1 0,1 0 0,0 0 0,-1 0 0,0 0 0,1 0 0,-1 1 0,0-1 0,0 1 0,0 0 0,0 0 0,0 0 0,0 0 0,-4 0 0,-182-29 0,-217-6 0,350 33 0,-1530-63-3489,-2 44-1084,1199 18 4297,-868 16-220,1 29-142,978-31 605,-745 14 789,815-20-550,-528-24 4180,443 7-1594</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49.386"/>
    </inkml:context>
    <inkml:brush xml:id="br0">
      <inkml:brushProperty name="width" value="0.05" units="cm"/>
      <inkml:brushProperty name="height" value="0.05" units="cm"/>
      <inkml:brushProperty name="color" value="#FFC114"/>
    </inkml:brush>
  </inkml:definitions>
  <inkml:trace contextRef="#ctx0" brushRef="#br0">51 1 24575,'-6'269'0,"-6"-74"0,8-172 171,4-23-168,0 0 0,0 0 0,0 0 0,0 0 0,0 0 0,0 1 0,0-1-1,-1 0 1,1 0 0,0 0 0,0 0 0,0 0 0,0 0 0,0 0 0,0 0 0,-1 0 0,1 0 0,0 0 0,0 0 0,0 1 0,0-1 0,0 0 0,-1 0 0,1 0-1,0 0 1,0 0 0,0 0 0,0 0 0,0 0 0,-1-1 0,1 1 0,0 0 0,0 0 0,0 0 0,0 0 0,0 0 0,0 0 0,-1 0 0,1 0 0,0 0 0,0 0 0,0 0-1,0 0 1,0-1 0,0 1 0,0 0 0,0 0 0,-1 0 0,1 0 0,0 0 0,0 0 0,0-1 0,0 1 0,0 0 0,0 0 0,0 0 0,0 0 0,-13-38-1710,4 7-5119</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49.839"/>
    </inkml:context>
    <inkml:brush xml:id="br0">
      <inkml:brushProperty name="width" value="0.05" units="cm"/>
      <inkml:brushProperty name="height" value="0.05" units="cm"/>
      <inkml:brushProperty name="color" value="#FFC114"/>
    </inkml:brush>
  </inkml:definitions>
  <inkml:trace contextRef="#ctx0" brushRef="#br0">0 360 24575,'1'-37'0,"9"-65"0,-7 83 0,2 0 0,0 0 0,0 1 0,2 0 0,10-19 0,-14 31 0,0 0 0,1 0 0,0 0 0,0 1 0,0 0 0,1 0 0,0 0 0,0 0 0,0 1 0,1 0 0,-1 0 0,1 0 0,9-4 0,-6 5 0,0 0 0,0 0 0,0 0 0,1 1 0,-1 1 0,0 0 0,1 0 0,16 1 0,-2 2 0,-1 2 0,0 0 0,0 1 0,-1 1 0,0 2 0,0 0 0,23 12 0,-29-12 0,0 0 0,-1 2 0,0-1 0,-1 2 0,24 21 0,-34-28 0,0-1 0,-1 1 0,0 0 0,0 0 0,0 0 0,0 0 0,-1 1 0,1-1 0,-1 1 0,0-1 0,0 1 0,-1 0 0,0 0 0,0 0 0,0 0 0,0 0 0,-1 0 0,1 0 0,-1 0 0,-1 0 0,1 0 0,-1 0 0,0 0 0,-2 9 0,-2-4 0,1 0 0,-1-1 0,-1 0 0,1 0 0,-2 0 0,1-1 0,-16 15 0,-60 47 0,68-59 0,-54 37 0,44-33 0,1 1 0,-27 25 0,49-41 0,0 1 0,0 0 0,0-1 0,1 1 0,-1 0 0,0-1 0,1 1 0,-1 0 0,1 0 0,-1 0 0,1 0 0,-1 0 0,1-1 0,0 1 0,-1 0 0,1 0 0,0 0 0,0 0 0,-1 0 0,1 0 0,0 2 0,1-2 0,-1-1 0,0 1 0,1 0 0,-1-1 0,1 1 0,0 0 0,-1-1 0,1 1 0,-1-1 0,1 1 0,0-1 0,-1 1 0,1-1 0,0 0 0,0 1 0,-1-1 0,1 0 0,0 1 0,0-1 0,1 0 0,7 2 0,1-1 0,-1 0 0,15-1 0,-16 0 0,72 1 0,85 11 0,-140-8 0,0 0 0,0 2 0,-1 1 0,1 1 0,-2 1 0,1 0 0,36 23 0,-51-26 0,-1-1 0,0 2 0,0-1 0,-1 1 0,0 0 0,0 1 0,-1 0 0,0 0 0,0 0 0,7 15 0,-11-19 0,0 0 0,0 0 0,-1 1 0,1-1 0,-1 0 0,0 1 0,-1-1 0,1 1 0,-1-1 0,0 1 0,0-1 0,0 1 0,0-1 0,-1 0 0,0 1 0,0-1 0,0 1 0,-1-1 0,1 0 0,-1 0 0,0 0 0,0 0 0,0 0 0,-1 0 0,1-1 0,-4 5 0,-3 0 0,1 0 0,-1-1 0,0 0 0,0 0 0,-1-1 0,0-1 0,0 1 0,-1-1 0,1-1 0,-18 5 0,3-2 0,-1-1 0,0-2 0,-40 3 0,41-6 0,-1-1 0,1-1 0,-44-8 0,58 7 0,1-1 0,-1 0 0,0 0 0,1-1 0,-1 0 0,1-1 0,0 0 0,1-1 0,-1 0 0,-15-14 0,21 17-124,1-1 0,0 0 0,0 0 0,0 0 0,1 0 0,0 0-1,-1-1 1,1 1 0,1-1 0,-3-5 0,-1-15-6702</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50.120"/>
    </inkml:context>
    <inkml:brush xml:id="br0">
      <inkml:brushProperty name="width" value="0.05" units="cm"/>
      <inkml:brushProperty name="height" value="0.05" units="cm"/>
      <inkml:brushProperty name="color" value="#FFC114"/>
    </inkml:brush>
  </inkml:definitions>
  <inkml:trace contextRef="#ctx0" brushRef="#br0">51 53 24575,'-23'-16'0,"21"15"0,-1 0 0,1-1 0,-1 1 0,1 0 0,0-1 0,0 0 0,0 0 0,0 1 0,0-1 0,0 0 0,-2-4 0,4 6 0,0-1 0,1 1 0,-1-1 0,0 1 0,0-1 0,1 1 0,-1 0 0,0-1 0,0 1 0,1-1 0,-1 1 0,0-1 0,1 1 0,-1 0 0,1-1 0,-1 1 0,0 0 0,1 0 0,-1-1 0,1 1 0,-1 0 0,1 0 0,-1-1 0,1 1 0,-1 0 0,1 0 0,-1 0 0,1 0 0,-1 0 0,1 0 0,-1 0 0,1 0 0,0 0 0,23-3 0,-22 3 0,322-2 171,-174 4-1707,-135-2-5290</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50.274"/>
    </inkml:context>
    <inkml:brush xml:id="br0">
      <inkml:brushProperty name="width" value="0.05" units="cm"/>
      <inkml:brushProperty name="height" value="0.05" units="cm"/>
      <inkml:brushProperty name="color" value="#FFC114"/>
    </inkml:brush>
  </inkml:definitions>
  <inkml:trace contextRef="#ctx0" brushRef="#br0">224 17 24575,'-20'-5'0,"0"1"0,-1 1 0,1 0 0,-1 2 0,-29 1 0,47 0 0,0 0 0,0 0 0,0 0 0,0 0 0,0 1 0,0 0 0,0-1 0,0 1 0,0 0 0,1 0 0,-1 1 0,0-1 0,0 1 0,1-1 0,-1 1 0,1 0 0,-4 3 0,3-1 0,1-1 0,0 0 0,1 0 0,-1 1 0,0-1 0,1 1 0,0-1 0,0 1 0,0 0 0,0 0 0,1-1 0,-1 1 0,1 0 0,0 4 0,3 47 0,2 1 0,21 92 0,1 10 0,-13 86-1365,-14-201-5461</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50.836"/>
    </inkml:context>
    <inkml:brush xml:id="br0">
      <inkml:brushProperty name="width" value="0.05" units="cm"/>
      <inkml:brushProperty name="height" value="0.05" units="cm"/>
      <inkml:brushProperty name="color" value="#FFC114"/>
    </inkml:brush>
  </inkml:definitions>
  <inkml:trace contextRef="#ctx0" brushRef="#br0">3 306 24575,'0'-21'0,"0"39"0,0 6 0,4 57 0,18 107 0,4 45 0,-27-209 0,1-24 0,0 0 0,0 0 0,0 0 0,0 0 0,0 0 0,0 0 0,0 0 0,0 0 0,0-1 0,0 1 0,0 0 0,0 0 0,0 0 0,0 0 0,0 0 0,0 0 0,0 0 0,-1 0 0,1 0 0,0 0 0,0 0 0,0 0 0,0 0 0,0 0 0,0 0 0,0 0 0,0 0 0,0 0 0,0 0 0,0 0 0,-1 0 0,1-1 0,0 1 0,0 0 0,0 1 0,0-1 0,0 0 0,0 0 0,0 0 0,0 0 0,0 0 0,0 0 0,-1 0 0,1 0 0,0 0 0,0 0 0,0 0 0,0 0 0,0 0 0,0 0 0,-10-42 0,-5-33 0,-9-149 0,23 186 0,1 0 0,3 1 0,0-1 0,3 0 0,20-71 0,-21 95 0,1-1 0,0 1 0,1 0 0,1 0 0,0 1 0,1 0 0,0 0 0,1 1 0,0 0 0,1 1 0,18-14 0,-22 20 0,-1 0 0,1 1 0,0 0 0,0 0 0,0 0 0,0 1 0,0 0 0,1 1 0,0 0 0,-1 0 0,1 0 0,0 1 0,0 0 0,0 1 0,0 0 0,0 0 0,0 1 0,0 0 0,-1 0 0,1 0 0,0 1 0,-1 1 0,1-1 0,9 6 0,-10-5 0,1 2 0,-1-1 0,0 1 0,0 0 0,-1 0 0,1 1 0,-1 0 0,0 0 0,-1 1 0,1-1 0,-1 1 0,7 13 0,-7-10 0,-1 1 0,0 0 0,0 0 0,-1 0 0,0 0 0,-1 1 0,0-1 0,0 22 0,-2-19 0,-1 0 0,0 0 0,-1 1 0,0-1 0,-1 0 0,-1-1 0,0 1 0,-1 0 0,0-1 0,-1 0 0,-1-1 0,0 1 0,-1-1 0,0 0 0,-16 17 0,16-21 0,-1-1 0,-1 1 0,1-2 0,-1 1 0,-1-1 0,1-1 0,-1 0 0,0-1 0,0 0 0,0 0 0,-1-1 0,1 0 0,-1-1 0,-17 0 0,20-1 0,0-1 0,0 0 0,1-1 0,-1 0 0,0 0 0,0-1 0,0 0 0,1 0 0,-1-1 0,1 0 0,0-1 0,0 0 0,0 0 0,1-1 0,-1 0 0,1 0 0,0-1 0,0 0 0,-8-10 0,5 4-1365,3 4-5461</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52.039"/>
    </inkml:context>
    <inkml:brush xml:id="br0">
      <inkml:brushProperty name="width" value="0.05" units="cm"/>
      <inkml:brushProperty name="height" value="0.05" units="cm"/>
      <inkml:brushProperty name="color" value="#FFC114"/>
    </inkml:brush>
  </inkml:definitions>
  <inkml:trace contextRef="#ctx0" brushRef="#br0">1 5 24575,'0'-3'0,"0"2"0,0 4 0,0 4 0,0 4 0,0 3 0,0 5 0,0 2 0,0 0 0,0 3 0,0 2 0,0-2-8191</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52.198"/>
    </inkml:context>
    <inkml:brush xml:id="br0">
      <inkml:brushProperty name="width" value="0.05" units="cm"/>
      <inkml:brushProperty name="height" value="0.05" units="cm"/>
      <inkml:brushProperty name="color" value="#FFC114"/>
    </inkml:brush>
  </inkml:definitions>
  <inkml:trace contextRef="#ctx0" brushRef="#br0">0 1 24575,'0'3'0,"0"3"0,3 5 0,1 2 0,-1 2 0,0-1-8191</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52.354"/>
    </inkml:context>
    <inkml:brush xml:id="br0">
      <inkml:brushProperty name="width" value="0.05" units="cm"/>
      <inkml:brushProperty name="height" value="0.05" units="cm"/>
      <inkml:brushProperty name="color" value="#FFC114"/>
    </inkml:brush>
  </inkml:definitions>
  <inkml:trace contextRef="#ctx0" brushRef="#br0">29 0 24575,'0'3'0,"0"4"0,-3 0 0,-1 3 0,0 1 0,-2 3 0,0 1 0,1 1 0,5 1 0,1 0 0,1-2-8191</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53.249"/>
    </inkml:context>
    <inkml:brush xml:id="br0">
      <inkml:brushProperty name="width" value="0.05" units="cm"/>
      <inkml:brushProperty name="height" value="0.05" units="cm"/>
      <inkml:brushProperty name="color" value="#FFC114"/>
    </inkml:brush>
  </inkml:definitions>
  <inkml:trace contextRef="#ctx0" brushRef="#br0">1038 55 24575,'0'-1'0,"0"0"0,-1 0 0,1 0 0,0 0 0,-1 0 0,1 0 0,-1 0 0,0 0 0,1 1 0,-1-1 0,0 0 0,1 0 0,-1 0 0,0 1 0,0-1 0,0 0 0,1 1 0,-1-1 0,0 1 0,0-1 0,0 1 0,-2-1 0,-25-9 0,24 8 0,-26-5 0,0 1 0,0 1 0,-1 1 0,1 2 0,-47 2 0,-153 22 0,219-20 0,-22 2 0,-193 34 0,200-31 0,1 0 0,0 1 0,0 2 0,1 1 0,0 0 0,-34 24 0,52-30 0,0-1 0,0 1 0,1 0 0,-1 0 0,1 1 0,-6 9 0,10-14 0,0 1 0,0-1 0,0 0 0,0 1 0,0-1 0,1 1 0,-1-1 0,1 1 0,-1 0 0,1-1 0,0 1 0,-1 0 0,1-1 0,0 1 0,0 0 0,0-1 0,0 1 0,0 0 0,1-1 0,-1 1 0,1-1 0,-1 1 0,1 0 0,-1-1 0,1 1 0,0-1 0,-1 1 0,1-1 0,0 0 0,0 1 0,0-1 0,1 0 0,-1 0 0,2 2 0,4 3 0,1-1 0,0 0 0,0-1 0,0 0 0,0 0 0,1-1 0,0 0 0,13 3 0,77 10 0,-84-15 0,164 12 0,182-11 0,-203-3 0,617-30 0,-746 28 0,-13 2 0,0 0 0,0-1 0,0-1 0,-1-1 0,29-10 0,-42 14 0,-1 0 0,-1-1 0,1 1 0,0 0 0,0-1 0,0 1 0,0-1 0,0 1 0,0-1 0,0 0 0,-1 1 0,1-1 0,0 0 0,0 0 0,-1 1 0,1-1 0,0 0 0,-1 0 0,1 0 0,-1 0 0,0 0 0,1 0 0,-1 0 0,1 0 0,-1 0 0,0 0 0,0-2 0,0 2 0,-1-1 0,1 0 0,-1 1 0,0-1 0,0 1 0,0-1 0,0 1 0,0-1 0,0 1 0,0 0 0,0 0 0,0-1 0,-1 1 0,1 0 0,-2-1 0,-8-5 0,-1-1 0,0 2 0,-14-6 0,24 11 0,-57-23 0,-2 3 0,-100-22 0,-131-3 0,198 35-455,0 5 0,-139 8 0,190 2-6371</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53.608"/>
    </inkml:context>
    <inkml:brush xml:id="br0">
      <inkml:brushProperty name="width" value="0.05" units="cm"/>
      <inkml:brushProperty name="height" value="0.05" units="cm"/>
      <inkml:brushProperty name="color" value="#FFC114"/>
    </inkml:brush>
  </inkml:definitions>
  <inkml:trace contextRef="#ctx0" brushRef="#br0">0 0 24575,'8'123'0,"-1"-23"0,-4 74 205,-2-47-990,24 187 0,-21-293-6041</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53.841"/>
    </inkml:context>
    <inkml:brush xml:id="br0">
      <inkml:brushProperty name="width" value="0.05" units="cm"/>
      <inkml:brushProperty name="height" value="0.05" units="cm"/>
      <inkml:brushProperty name="color" value="#FFC114"/>
    </inkml:brush>
  </inkml:definitions>
  <inkml:trace contextRef="#ctx0" brushRef="#br0">1 42 24575,'413'-10'0,"-152"2"0,17 1 0,133-3 0,-336 7-1365,-53-1-5461</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54.199"/>
    </inkml:context>
    <inkml:brush xml:id="br0">
      <inkml:brushProperty name="width" value="0.05" units="cm"/>
      <inkml:brushProperty name="height" value="0.05" units="cm"/>
      <inkml:brushProperty name="color" value="#FFC114"/>
    </inkml:brush>
  </inkml:definitions>
  <inkml:trace contextRef="#ctx0" brushRef="#br0">12 2 24575,'-6'-1'0,"1"0"0,5 10 0,40 299 0,-30-189 0,27 205 0,-37-319 98,1-1-281,-1-1 0,0 1 1,1-1-1,0 0 0,0 1 0,0-1 0,3 5 0</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16.610"/>
    </inkml:context>
    <inkml:brush xml:id="br0">
      <inkml:brushProperty name="width" value="0.05" units="cm"/>
      <inkml:brushProperty name="height" value="0.05" units="cm"/>
      <inkml:brushProperty name="color" value="#FFC114"/>
    </inkml:brush>
  </inkml:definitions>
  <inkml:trace contextRef="#ctx0" brushRef="#br0">0 4 24575,'0'-2'0,"0"1"0,0 4 0,0 4 0,0 4 0,0 6 0,0 5 0,0 6 0,0 8 0,0 11 0,0 10 0,0 11 0,0 11 0,3 11 0,1 8 0,0-12-8191</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17.380"/>
    </inkml:context>
    <inkml:brush xml:id="br0">
      <inkml:brushProperty name="width" value="0.05" units="cm"/>
      <inkml:brushProperty name="height" value="0.05" units="cm"/>
      <inkml:brushProperty name="color" value="#FFC114"/>
    </inkml:brush>
  </inkml:definitions>
  <inkml:trace contextRef="#ctx0" brushRef="#br0">44 1 24575,'-20'122'0,"-2"126"0,20-171 0,4-1 0,21 141 0,27 54 0,47 339 0,-81-16-206,-53-1-130,12-231 249,15-129 87,23 254 0,30-39 0,15 303 0,-57 264 0,-3-467 0,35 160 0,-6-484 42,20 222-132,-40-324 376,-14 205 0,-56 130-156,12-119-155,-8 571 25,28-277 0,5-307 0,-54 885 0,77-1129-1365,-1-11-5461</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19.008"/>
    </inkml:context>
    <inkml:brush xml:id="br0">
      <inkml:brushProperty name="width" value="0.05" units="cm"/>
      <inkml:brushProperty name="height" value="0.05" units="cm"/>
      <inkml:brushProperty name="color" value="#FFC114"/>
    </inkml:brush>
  </inkml:definitions>
  <inkml:trace contextRef="#ctx0" brushRef="#br0">16 138 24575,'-7'-40'0,"5"30"0,0 1 0,0 0 0,0-15 0,2 22 0,0 0 0,0 0 0,0 0 0,0 0 0,0 0 0,1 0 0,-1 0 0,1 0 0,0 0 0,0 0 0,-1 0 0,1 0 0,0 1 0,1-1 0,-1 0 0,0 1 0,0-1 0,1 1 0,-1-1 0,1 1 0,1-2 0,-2 2 0,1 1 0,-1-1 0,0 1 0,1-1 0,-1 1 0,0 0 0,1-1 0,-1 1 0,1 0 0,-1 0 0,1 0 0,-1 0 0,0 0 0,1 0 0,-1 0 0,1 1 0,-1-1 0,1 0 0,-1 1 0,0-1 0,1 1 0,-1 0 0,0-1 0,0 1 0,1 0 0,-1 0 0,0 0 0,0 0 0,0 0 0,0 0 0,0 0 0,0 0 0,0 0 0,0 2 0,5 4 0,-1 1 0,0-1 0,-1 1 0,6 12 0,2 12 0,0 1 0,-3 1 0,-1 0 0,6 50 0,2 142 0,-31 353-332,-44-1-167,30-323 420,25-220 78,-20 219-43,22-191 32,2 0 0,8 63 0,-6-110 11,0 0-1,2-1 1,0 1-1,0-1 0,2 0 1,9 20-1,-10-26 72,0 0 0,1 0-1,1-1 1,-1 0 0,1 0-1,0 0 1,1-1 0,0 0-1,0 0 1,15 8 0,-3-4-38,1 0 1,1-2-1,0-1 1,0 0 0,0-2-1,30 5 1,144 11-25,-180-21-9,792 34-2611,-386-22 1649,1208 75-3995,-442-20 2070,2653 65 1678,-1892-180 2319,-1534 7-88,-7-31 958,-246 25 815,-133 35-2077,-1 0 0,0-2 0,36-23 0,-57 32-587,-1 0 0,1-1 0,-1 0 0,-1 0 0,1-1 0,-1 0 0,0 1 0,0-2-1,0 1 1,-1-1 0,0 1 0,4-12 0,-6 13-61,0-1 0,-1 0 0,0 0 0,0 1-1,0-1 1,-1 0 0,1 0 0,-1 0 0,-1 0 0,1 0 0,-1 0 0,0 0 0,-1 1 0,1-1-1,-1 0 1,-5-9 0,-4-6-69,-1 1 0,0 0 0,-20-23 0,-51-53 0,47 57 0,-7-11 0,1-2 0,3-3 0,2 0 0,3-2 0,3-2 0,1-1 0,4-1 0,-20-70 0,9-5 0,5-2 0,-16-177 0,6-285 0,35 475 0,6 96 0,-2 0 0,0 0 0,-2 0 0,-16-48 0,17 65 0,-1 0 0,0 0 0,-1 1 0,-1 0 0,0 0 0,0 1 0,-1 0 0,0 0 0,-1 1 0,0 0 0,0 0 0,-1 1 0,-15-10 0,1 4 0,-1 1 0,0 1 0,0 2 0,-1 0 0,-39-9 0,-142-17 0,-277 2-1501,-6 31-877,405 4 2106,-2180 50-6921,1955-42 6816,-4842 195-861,4684-185 1975,-321 17 5961,699-28-4916,67-3-6231</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19.808"/>
    </inkml:context>
    <inkml:brush xml:id="br0">
      <inkml:brushProperty name="width" value="0.05" units="cm"/>
      <inkml:brushProperty name="height" value="0.05" units="cm"/>
      <inkml:brushProperty name="color" value="#FFC114"/>
    </inkml:brush>
  </inkml:definitions>
  <inkml:trace contextRef="#ctx0" brushRef="#br0">137 605 24575,'-8'-9'0,"1"-1"0,-1 1 0,1-1 0,1-1 0,-7-13 0,8 14 0,-1 0 0,1 0 0,-1 1 0,-1 0 0,0 0 0,-10-9 0,17 18 0,0-1 0,-1 1 0,1-1 0,-1 1 0,1-1 0,0 1 0,-1-1 0,0 1 0,1-1 0,-1 1 0,1 0 0,-1-1 0,1 1 0,-1 0 0,0-1 0,1 1 0,-1 0 0,0 0 0,1 0 0,-1 0 0,0 0 0,1-1 0,-1 1 0,0 0 0,1 0 0,-1 1 0,0-1 0,1 0 0,-1 0 0,0 0 0,1 0 0,-1 1 0,0-1 0,1 0 0,-1 0 0,0 1 0,1-1 0,-1 1 0,1-1 0,-1 0 0,1 1 0,-1-1 0,1 1 0,-1-1 0,1 1 0,0 0 0,-1-1 0,1 1 0,0-1 0,-1 1 0,1 0 0,0-1 0,0 1 0,-1 0 0,1-1 0,0 1 0,0 1 0,-2 5 0,1 1 0,0 0 0,0 15 0,1-19 0,0 40 0,2 0 0,8 45 0,22 85 0,-28-158 0,-1-15 0,-4-28 0,-10-76 0,-13-185 0,23 240 0,2 0 0,3 1 0,1-1 0,11-46 0,-12 79 0,0 1 0,0-1 0,2 1 0,0 0 0,0 0 0,17-25 0,-20 35 0,0-1 0,1 1 0,-1 0 0,1 1 0,0-1 0,0 1 0,0-1 0,1 1 0,-1 1 0,1-1 0,0 0 0,-1 1 0,1 0 0,0 0 0,0 1 0,1-1 0,-1 1 0,0 0 0,0 1 0,1-1 0,-1 1 0,0 0 0,6 1 0,3 1 0,0 1 0,0 1 0,0 0 0,-1 1 0,1 0 0,-1 1 0,-1 0 0,1 1 0,-1 1 0,0 0 0,21 19 0,-19-14 0,0 1 0,-1 0 0,-1 1 0,0 0 0,-1 1 0,-1 0 0,0 1 0,10 25 0,-16-33 0,-1 1 0,0 0 0,0 0 0,-1 0 0,-1 0 0,0 1 0,0-1 0,-1 0 0,0 0 0,-1 1 0,0-1 0,0 0 0,-1 0 0,-1 0 0,0 0 0,-4 10 0,1-7 0,-1 0 0,0-1 0,0 0 0,-2-1 0,1 1 0,-1-1 0,-1-1 0,0 0 0,0 0 0,-1-1 0,-14 9 0,-1-3 0,21-13 0,0 1 0,0-1 0,0 1 0,1 0 0,-1 1 0,-6 6 0,11-10 0,0 0 0,0 0 0,0 0 0,0 0 0,-1 0 0,1 0 0,0 1 0,0-1 0,0 0 0,0 0 0,0 0 0,0 0 0,0 1 0,0-1 0,0 0 0,0 0 0,0 0 0,0 0 0,0 1 0,0-1 0,0 0 0,0 0 0,0 0 0,0 0 0,0 1 0,0-1 0,0 0 0,0 0 0,0 0 0,0 0 0,0 0 0,0 1 0,1-1 0,-1 0 0,0 0 0,0 0 0,0 0 0,0 0 0,0 0 0,1 1 0,9 3 0,14 0 0,-22-3 0,189 33 0,-171-29 0,0 2 0,-1 0 0,1 1 0,-2 0 0,1 2 0,-1 0 0,22 17 0,-36-24 0,0 1 0,1 0 0,-1 0 0,-1 0 0,1 0 0,-1 1 0,1-1 0,-1 1 0,4 8 0,-6-11 0,-1 0 0,1 0 0,0 1 0,-1-1 0,0 1 0,1-1 0,-1 0 0,0 1 0,0-1 0,0 1 0,-1-1 0,1 0 0,0 1 0,-1-1 0,0 0 0,1 1 0,-1-1 0,0 0 0,0 0 0,0 0 0,-1 0 0,1 0 0,0 0 0,-3 3 0,-4 2 0,1 0 0,-1 0 0,-1 0 0,1-1 0,-1-1 0,0 1 0,-1-2 0,1 1 0,-1-1 0,0 0 0,-14 2 0,-16 4 0,-60 6 0,59-11 114,0-2 0,-42-2 0,65-2-328,1-1 1,-1 0 0,1-1-1,0-1 1,0-1 0,0 0-1,-21-10 1,2-6-6613</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0.182"/>
    </inkml:context>
    <inkml:brush xml:id="br0">
      <inkml:brushProperty name="width" value="0.05" units="cm"/>
      <inkml:brushProperty name="height" value="0.05" units="cm"/>
      <inkml:brushProperty name="color" value="#FFC114"/>
    </inkml:brush>
  </inkml:definitions>
  <inkml:trace contextRef="#ctx0" brushRef="#br0">1 129 24575,'269'22'0,"-113"-5"0,148-5 0,-301-12 0,1 0 0,0 0 0,-1-1 0,1 1 0,0-1 0,-1 0 0,1 0 0,5-3 0,-8 4 0,-1 0 0,0-1 0,1 1 0,-1 0 0,0 0 0,1-1 0,-1 1 0,0 0 0,0 0 0,1-1 0,-1 1 0,0 0 0,0-1 0,0 1 0,1 0 0,-1-1 0,0 1 0,0 0 0,0-1 0,0 1 0,0-1 0,0 1 0,0 0 0,0-1 0,0 1 0,0 0 0,0-1 0,0 1 0,0-1 0,-1-1 0,0 1 0,1 0 0,-1-1 0,0 1 0,0 0 0,0 0 0,0 0 0,0 0 0,0 0 0,-1 0 0,-1-2 0,-35-21 0,0 2 0,-60-25 0,46 24 0,44 18 0,-1 1 0,0 0 0,1 0 0,-2 1 0,1 0 0,-17-3 0,25 5 0,-1 1 0,0 0 0,0 0 0,0 0 0,0 0 0,1 1 0,-1-1 0,0 0 0,0 1 0,0-1 0,1 1 0,-1 0 0,0 0 0,1-1 0,-1 1 0,1 0 0,-1 0 0,1 1 0,-1-1 0,1 0 0,0 0 0,-1 1 0,1-1 0,0 1 0,0-1 0,0 1 0,0-1 0,0 1 0,1 0 0,-1-1 0,0 1 0,1 0 0,-1 0 0,1-1 0,0 1 0,-1 3 0,-2 22 0,2 0 0,1 0 0,0 0 0,10 51 0,-7-54 0,81 440 0,-75-427-682,16 38-1,-9-35-6143</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0.632"/>
    </inkml:context>
    <inkml:brush xml:id="br0">
      <inkml:brushProperty name="width" value="0.05" units="cm"/>
      <inkml:brushProperty name="height" value="0.05" units="cm"/>
      <inkml:brushProperty name="color" value="#FFC114"/>
    </inkml:brush>
  </inkml:definitions>
  <inkml:trace contextRef="#ctx0" brushRef="#br0">1 356 24575,'1'0'0,"0"1"0,0-1 0,0 0 0,0 1 0,-1-1 0,1 0 0,0 1 0,0-1 0,0 1 0,-1 0 0,1-1 0,0 1 0,0 0 0,-1-1 0,1 1 0,-1 0 0,1 0 0,-1-1 0,1 1 0,-1 0 0,1 0 0,0 1 0,9 24 0,-8-20 0,101 364 0,-65-216 0,-37-143 0,-9-25 0,-17-55 0,-21-93 0,34 116 0,-39-201 0,45 202 0,3 0 0,1 0 0,7-71 0,-4 104 0,1 0 0,0 0 0,1 1 0,0-1 0,1 1 0,0 0 0,6-12 0,-8 20 0,-1 0 0,1 0 0,1 0 0,-1 0 0,0 0 0,1 1 0,-1-1 0,1 1 0,0-1 0,0 1 0,0 0 0,0 0 0,0 1 0,0-1 0,1 1 0,-1-1 0,0 1 0,1 0 0,-1 0 0,1 1 0,0-1 0,-1 1 0,1-1 0,-1 1 0,1 0 0,0 1 0,4 0 0,5 1 0,-1 1 0,0 1 0,-1 0 0,1 0 0,-1 1 0,22 13 0,59 46 0,-89-62 0,111 94 0,-97-80 0,-2 1 0,0 0 0,-1 1 0,17 29 0,-29-43 0,0 0 0,0 0 0,0 0 0,-1 0 0,1 0 0,-1 0 0,0 0 0,0 1 0,-1-1 0,1 0 0,-1 1 0,0-1 0,-1 6 0,1-7 0,-1 0 0,0 1 0,0-1 0,0 0 0,-1 0 0,1 0 0,-1-1 0,1 1 0,-1 0 0,0 0 0,0-1 0,0 0 0,-1 1 0,1-1 0,0 0 0,-1 0 0,0 0 0,-3 2 0,-11 5-170,-2-1-1,1-1 0,-1 0 1,0-2-1,0 0 0,0-1 1,-32 2-1,2-1-6655</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4.986"/>
    </inkml:context>
    <inkml:brush xml:id="br0">
      <inkml:brushProperty name="width" value="0.05" units="cm"/>
      <inkml:brushProperty name="height" value="0.05" units="cm"/>
      <inkml:brushProperty name="color" value="#FFC114"/>
    </inkml:brush>
  </inkml:definitions>
  <inkml:trace contextRef="#ctx0" brushRef="#br0">15 16 24575,'-3'0'0,"-4"0"0,3 0 0,4 0 0,5 0 0,8 0 0,7 0 0,6 0 0,7-3 0,4-1 0,4 1 0,3 0 0,-5 0-8191</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5.191"/>
    </inkml:context>
    <inkml:brush xml:id="br0">
      <inkml:brushProperty name="width" value="0.05" units="cm"/>
      <inkml:brushProperty name="height" value="0.05" units="cm"/>
      <inkml:brushProperty name="color" value="#FFC114"/>
    </inkml:brush>
  </inkml:definitions>
  <inkml:trace contextRef="#ctx0" brushRef="#br0">8 139 24575,'-3'0'0,"0"-3"0,2-3 0,7-5 0,9-2 0,8-2 0,7-2 0,11 0 0,7-1 0,7 4 0,5 0 0,-7 3-8191</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5.348"/>
    </inkml:context>
    <inkml:brush xml:id="br0">
      <inkml:brushProperty name="width" value="0.05" units="cm"/>
      <inkml:brushProperty name="height" value="0.05" units="cm"/>
      <inkml:brushProperty name="color" value="#FFC114"/>
    </inkml:brush>
  </inkml:definitions>
  <inkml:trace contextRef="#ctx0" brushRef="#br0">0 87 24575,'6'-3'0,"8"-1"0,9 1 0,8-3 0,6-3 0,2 0 0,5 2 0,1-1 0,4 1 0,0-2 0,2 2 0,0 1 0,3 2 0,1 1 0,-1 2 0,-9 1-8191</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5.999"/>
    </inkml:context>
    <inkml:brush xml:id="br0">
      <inkml:brushProperty name="width" value="0.05" units="cm"/>
      <inkml:brushProperty name="height" value="0.05" units="cm"/>
      <inkml:brushProperty name="color" value="#FFC114"/>
    </inkml:brush>
  </inkml:definitions>
  <inkml:trace contextRef="#ctx0" brushRef="#br0">1 114 24575,'3'0'0,"0"-3"0,4-4 0,2-3 0,7-4 0,2-1 0,4 1 0,5 1 0,3 2 0,2 0 0,1 2 0,-5 3-8191</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6.155"/>
    </inkml:context>
    <inkml:brush xml:id="br0">
      <inkml:brushProperty name="width" value="0.05" units="cm"/>
      <inkml:brushProperty name="height" value="0.05" units="cm"/>
      <inkml:brushProperty name="color" value="#FFC114"/>
    </inkml:brush>
  </inkml:definitions>
  <inkml:trace contextRef="#ctx0" brushRef="#br0">1 67 24575,'3'-3'0,"0"-3"0,4-2 0,3-1 0,2 0 0,3-1 0,1-2 0,-2 2-8191</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6.312"/>
    </inkml:context>
    <inkml:brush xml:id="br0">
      <inkml:brushProperty name="width" value="0.05" units="cm"/>
      <inkml:brushProperty name="height" value="0.05" units="cm"/>
      <inkml:brushProperty name="color" value="#FFC114"/>
    </inkml:brush>
  </inkml:definitions>
  <inkml:trace contextRef="#ctx0" brushRef="#br0">85 322 24575,'-3'-6'0,"-7"-7"0,-4-10 0,-3-8 0,2-6 0,3-3 0,4-3 0,3-3 0,5 1 0,3 8-8191</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29.778"/>
    </inkml:context>
    <inkml:brush xml:id="br0">
      <inkml:brushProperty name="width" value="0.05" units="cm"/>
      <inkml:brushProperty name="height" value="0.05" units="cm"/>
      <inkml:brushProperty name="color" value="#FFC114"/>
    </inkml:brush>
  </inkml:definitions>
  <inkml:trace contextRef="#ctx0" brushRef="#br0">775 270 24575,'4'-6'0,"0"1"0,-1-1 0,1 0 0,-1 0 0,0 0 0,2-8 0,2-2 0,-4 9 0,1-1 0,-2 0 0,1 0 0,-1 0 0,0 0 0,-1 0 0,0-1 0,0 1 0,-1 0 0,-1-12 0,1 15 0,-1 1 0,1 0 0,-1 0 0,-1 0 0,1 0 0,0 0 0,-1 0 0,0 0 0,0 0 0,0 1 0,0-1 0,-1 1 0,0 0 0,1-1 0,-1 1 0,0 0 0,0 0 0,-1 1 0,1-1 0,-1 1 0,-6-4 0,-2 1 0,-1 1 0,1 0 0,-1 1 0,0 0 0,0 1 0,0 0 0,0 1 0,0 1 0,0 0 0,0 1 0,-19 3 0,1 2 0,-1 1 0,1 1 0,-44 19 0,-8 11 0,75-33 0,0-1 0,0 2 0,0-1 0,1 1 0,-1 1 0,2-1 0,-10 11 0,15-15 0,-1 0 0,1 1 0,0-1 0,-1 0 0,1 1 0,0 0 0,1-1 0,-1 1 0,0-1 0,1 1 0,-1 0 0,1-1 0,0 1 0,0 0 0,0 0 0,0-1 0,0 1 0,1 0 0,-1-1 0,1 1 0,0 0 0,0-1 0,0 1 0,0-1 0,0 1 0,1-1 0,-1 0 0,0 1 0,1-1 0,3 3 0,4 5 0,0-1 0,0 0 0,1-1 0,0 0 0,13 8 0,139 78 0,-18-12 0,-112-62 0,-2 2 0,40 35 0,-65-52 0,0 0 0,0 0 0,0 1 0,0 0 0,-1-1 0,0 2 0,0-1 0,-1 0 0,5 13 0,-7-16 0,0 0 0,-1 0 0,1 0 0,-1-1 0,0 1 0,0 0 0,0 0 0,0 0 0,-1-1 0,1 1 0,-1 0 0,1 0 0,-1-1 0,0 1 0,0 0 0,-1-1 0,1 1 0,0-1 0,-1 0 0,1 1 0,-1-1 0,0 0 0,0 0 0,0 0 0,0 0 0,0 0 0,-5 3 0,-6 4 0,-2-1 0,1 0 0,-1-1 0,0 0 0,0-2 0,0 1 0,-22 3 0,-117 16 0,145-24 0,-51 6 171,-112-2 0,142-7-456,1 0 1,0-2-1,0-2 1,0 0-1,-50-19 1,27 1-6542</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29.999"/>
    </inkml:context>
    <inkml:brush xml:id="br0">
      <inkml:brushProperty name="width" value="0.05" units="cm"/>
      <inkml:brushProperty name="height" value="0.05" units="cm"/>
      <inkml:brushProperty name="color" value="#FFC114"/>
    </inkml:brush>
  </inkml:definitions>
  <inkml:trace contextRef="#ctx0" brushRef="#br0">62 15 24575,'3'0'0,"3"-3"0,4-4 0,1 3 0,-5 4 0,-4 8 0,-2 11 0,-3 12 0,-5 11 0,0 13 0,-3 8 0,-1 9 0,-2 2 0,1 1 0,0-1 0,3-5 0,2-13-8191</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30.386"/>
    </inkml:context>
    <inkml:brush xml:id="br0">
      <inkml:brushProperty name="width" value="0.05" units="cm"/>
      <inkml:brushProperty name="height" value="0.05" units="cm"/>
      <inkml:brushProperty name="color" value="#FFC114"/>
    </inkml:brush>
  </inkml:definitions>
  <inkml:trace contextRef="#ctx0" brushRef="#br0">67 107 24575,'1'-15'0,"-3"-33"0,2 45 0,-1 0 0,1 1 0,-1-1 0,0 1 0,1-1 0,-1 1 0,0 0 0,0-1 0,-1 1 0,1 0 0,0 0 0,-1 0 0,0 0 0,1 0 0,-3-2 0,3 3 0,1 1 0,-1-1 0,0 1 0,0 0 0,1-1 0,-1 1 0,0 0 0,1-1 0,-1 1 0,0 0 0,0 0 0,0 0 0,1 0 0,-1 0 0,0 0 0,0 0 0,0 0 0,1 0 0,-1 0 0,0 0 0,0 0 0,1 0 0,-1 1 0,0-1 0,0 0 0,1 1 0,-1-1 0,0 0 0,1 1 0,-1-1 0,0 1 0,1-1 0,-1 1 0,1 0 0,-1-1 0,1 1 0,-1-1 0,1 1 0,-1 0 0,1-1 0,0 1 0,-1 0 0,1 0 0,0-1 0,-1 2 0,-1 4 0,-1 0 0,1 0 0,0 1 0,-1 8 0,1 3 0,0 0 0,1 0 0,1 1 0,1-1 0,1 0 0,0 0 0,1 0 0,1 0 0,1 0 0,12 29 0,-11-33 0,0 0 0,1-1 0,0 0 0,1 0 0,1-1 0,0 0 0,0 0 0,2-1 0,-1 0 0,1-1 0,1 0 0,-1-1 0,21 11 0,-27-16 0,1-2 0,0 1 0,0-1 0,0 0 0,0 0 0,0 0 0,1-1 0,-1 0 0,0 0 0,1-1 0,-1 0 0,1 0 0,-1 0 0,0-1 0,1 0 0,-1 0 0,0 0 0,0-1 0,0 0 0,0-1 0,7-2 0,-4-1 0,0 0 0,0 0 0,0-1 0,-1 0 0,0-1 0,0 0 0,-1 0 0,0 0 0,0-1 0,-1 0 0,8-16 0,3-10 0,-1-1 0,15-51 0,13-77 0,-40 149 0,-3 14 0,0 4 0,0 14 0,-1 26 0,-7 68 122,-2 115 50,9-191-504,3-1 1,0 0-1,3 0 0,13 49 0,-7-48-6494</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30.590"/>
    </inkml:context>
    <inkml:brush xml:id="br0">
      <inkml:brushProperty name="width" value="0.05" units="cm"/>
      <inkml:brushProperty name="height" value="0.05" units="cm"/>
      <inkml:brushProperty name="color" value="#FFC114"/>
    </inkml:brush>
  </inkml:definitions>
  <inkml:trace contextRef="#ctx0" brushRef="#br0">35 22 24575,'0'-6'0,"0"-4"0,-3 4 0,-4 10 0,0 10 0,0 10 0,2 11 0,1 7 0,2 5 0,4 4 0,2 1 0,3 1 0,0-4 0,2-6 0,-1-8 0,-2-7 0,-1-9-8191</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30.886"/>
    </inkml:context>
    <inkml:brush xml:id="br0">
      <inkml:brushProperty name="width" value="0.05" units="cm"/>
      <inkml:brushProperty name="height" value="0.05" units="cm"/>
      <inkml:brushProperty name="color" value="#FFC114"/>
    </inkml:brush>
  </inkml:definitions>
  <inkml:trace contextRef="#ctx0" brushRef="#br0">34 441 24575,'-7'-16'0,"1"-1"0,1 0 0,1 1 0,0-2 0,1 1 0,1 0 0,0-1 0,2 1 0,1-26 0,-1 38 0,1 0 0,-1 0 0,1 0 0,0 1 0,0-1 0,1 0 0,-1 0 0,1 1 0,0-1 0,1 1 0,-1-1 0,5-5 0,-5 7 0,1 1 0,0-1 0,0 1 0,0 0 0,0 0 0,1 0 0,-1 0 0,1 0 0,-1 1 0,1-1 0,-1 1 0,1 0 0,0 0 0,-1 1 0,1-1 0,7 0 0,98 3 0,-70 0 0,44-3 0,-72 0 0,0-1 0,0 1 0,0-2 0,0 0 0,0 0 0,0-1 0,-1 0 0,15-8 0,-18 7 0,-1 1 0,0-1 0,0-1 0,-1 1 0,1-1 0,8-12 0,-12 15 0,0 0 0,1 0 0,-1-1 0,-1 1 0,1-1 0,0 1 0,-1-1 0,0 0 0,0 1 0,0-1 0,0 0 0,0 0 0,-1 0 0,0 0 0,0-5 0,0 9 0,0 0 0,0-1 0,0 1 0,0 0 0,0 0 0,0-1 0,0 1 0,0 0 0,0 0 0,0-1 0,0 1 0,0 0 0,0 0 0,0-1 0,0 1 0,0 0 0,0 0 0,0-1 0,-1 1 0,1 0 0,0 0 0,0 0 0,0-1 0,0 1 0,-1 0 0,1 0 0,0 0 0,0-1 0,0 1 0,-1 0 0,1 0 0,0 0 0,0 0 0,-1 0 0,1 0 0,0 0 0,0-1 0,-1 1 0,1 0 0,0 0 0,-1 0 0,-7 11 0,-5 19 0,2 17-195,1 1 0,3 0 0,1 1 0,3 0 0,2 0 0,9 88 0,0-93-6631</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31.183"/>
    </inkml:context>
    <inkml:brush xml:id="br0">
      <inkml:brushProperty name="width" value="0.05" units="cm"/>
      <inkml:brushProperty name="height" value="0.05" units="cm"/>
      <inkml:brushProperty name="color" value="#FFC114"/>
    </inkml:brush>
  </inkml:definitions>
  <inkml:trace contextRef="#ctx0" brushRef="#br0">253 85 24575,'2'-2'0,"0"0"0,0-1 0,0 1 0,0 0 0,-1-1 0,1 1 0,-1-1 0,1 1 0,-1-1 0,0 0 0,0 1 0,0-1 0,0 0 0,-1 0 0,1 0 0,-1 0 0,0 1 0,1-5 0,-2 6 0,1-1 0,-1 0 0,1 1 0,-1-1 0,0 1 0,1-1 0,-1 1 0,0-1 0,0 1 0,0 0 0,0-1 0,0 1 0,-1 0 0,1 0 0,0-1 0,-1 1 0,1 0 0,0 1 0,-1-1 0,1 0 0,-1 0 0,1 0 0,-1 1 0,0-1 0,1 1 0,-1 0 0,0-1 0,1 1 0,-1 0 0,0 0 0,-2 0 0,-5-1 0,1 1 0,-1 0 0,0 1 0,0 0 0,0 0 0,1 1 0,-1 0 0,0 0 0,1 1 0,0 0 0,0 1 0,0 0 0,0 0 0,0 1 0,1 0 0,0 0 0,0 0 0,0 1 0,-11 13 0,11-10 0,0-1 0,1 1 0,0 1 0,1-1 0,0 1 0,0-1 0,1 1 0,1 1 0,-1-1 0,2 1 0,-1-1 0,1 1 0,1 0 0,0-1 0,1 23 0,2-16 0,1-1 0,1 1 0,0-1 0,1 0 0,1 0 0,1 0 0,0-1 0,0 0 0,20 28 0,-19-32 0,0 0 0,1 0 0,1-1 0,-1 0 0,1-1 0,1 0 0,0 0 0,0-1 0,1-1 0,0 0 0,0 0 0,21 7 0,-26-12 0,0 0 0,0-1 0,0 0 0,0 0 0,0 0 0,1-1 0,-1 0 0,0-1 0,0 0 0,0 0 0,1 0 0,-1-1 0,7-3 0,-9 3 0,1 0 0,-1 0 0,-1-1 0,1 0 0,0 0 0,0 0 0,-1-1 0,0 0 0,0 1 0,0-1 0,0-1 0,-1 1 0,1-1 0,-1 1 0,0-1 0,0 0 0,2-6 0,5-24-1365,-4 3-5461</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31.810"/>
    </inkml:context>
    <inkml:brush xml:id="br0">
      <inkml:brushProperty name="width" value="0.05" units="cm"/>
      <inkml:brushProperty name="height" value="0.05" units="cm"/>
      <inkml:brushProperty name="color" value="#FFC114"/>
    </inkml:brush>
  </inkml:definitions>
  <inkml:trace contextRef="#ctx0" brushRef="#br0">3851 436 24575,'-47'-43'7,"-1"2"-1,-2 2 0,-2 2 1,-1 3-1,-2 2 0,-62-26 1,48 29-52,0 4 1,-2 3-1,-1 2 1,-138-18-1,76 26-535,0 6-1,-199 17 1,-265 72-418,-19 61 998,483-102 0,3 5 0,-191 97 0,275-119-96,0 2 0,2 3 1,2 1-1,0 2 0,2 2 1,2 1-1,-41 50 0,63-65 75,0 1-1,2 1 0,0 0 0,2 1 0,1 0 0,0 1 0,2 1 0,1 0 0,1 0 0,2 0 0,0 1 1,2 0-1,0 0 0,2 1 0,3 49 0,3-46 18,1 0 0,2 0 0,1-1 0,1 0 0,2 0 0,1-1 0,1-1 0,1 0 0,1 0 0,2-2-1,1 0 1,25 27 0,-5-11 8,1-1-1,3-3 0,1-1 1,1-2-1,95 55 0,-63-49-10,1-3-1,2-3 1,87 24-1,-57-28 102,209 32 0,-133-44-479,-1-8-1,321-23 1,274-92 222,-604 65-124,-2-7 0,230-95 0,-319 104 225,118-70 0,-147 72 90,-2-1-1,-2-3 0,48-47 1,-69 56-5,-1-1 0,-1-2 0,-2 0 0,-1-2 0,28-53 0,-38 58-27,-1-1-1,-2 0 0,-1-1 0,-2 0 1,-1 0-1,-1-1 0,4-55 1,-10 60 4,-1 1 0,-1-1 0,-2 0 0,-1 0 0,0 1 0,-3 0 0,0 0 0,-1 0 0,-2 1 0,-25-48 0,19 45 0,-2 1 0,-1 1 0,-2 1 0,0 0 0,-2 2 0,0 1 0,-2 0 0,-50-35 0,27 29 20,-1 1 0,-2 2 0,0 3 0,-1 2 0,-1 2 1,-1 3-1,-1 2 0,0 2 0,-1 3 0,0 2 0,-69 1 0,85 6 181,0 3 0,-62 11-1,32 2-3233</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32.574"/>
    </inkml:context>
    <inkml:brush xml:id="br0">
      <inkml:brushProperty name="width" value="0.05" units="cm"/>
      <inkml:brushProperty name="height" value="0.05" units="cm"/>
      <inkml:brushProperty name="color" value="#FFC114"/>
    </inkml:brush>
  </inkml:definitions>
  <inkml:trace contextRef="#ctx0" brushRef="#br0">804 215 24575,'6'-43'0,"-4"39"0,-1-1 0,0 1 0,-1-1 0,1 1 0,-1-1 0,1 0 0,-1 1 0,-1-1 0,1 1 0,-1-1 0,0 0 0,0 1 0,0-1 0,-2-4 0,-1 2 0,0 1 0,0 0 0,0 0 0,-1 0 0,0 1 0,0-1 0,0 1 0,-1 1 0,1-1 0,-1 1 0,-1 0 0,1 0 0,0 0 0,-1 1 0,0 0 0,0 1 0,0-1 0,-13-2 0,0 1 0,0 1 0,0 1 0,0 1 0,0 0 0,-36 5 0,25 0 0,0 2 0,0 0 0,1 3 0,-1 0 0,2 2 0,0 1 0,0 2 0,1 1 0,-29 20 0,40-24 0,1 1 0,0 0 0,1 2 0,1 0 0,0 0 0,1 2 0,0-1 0,1 2 0,1 0 0,1 0 0,0 0 0,1 2 0,1-1 0,1 1 0,-7 27 0,12-34 0,0 1 0,0 0 0,2 0 0,0 0 0,0-1 0,1 1 0,0 0 0,1 0 0,1-1 0,0 1 0,1-1 0,0 0 0,1 0 0,0 0 0,1-1 0,0 1 0,1-1 0,0-1 0,1 1 0,0-1 0,1-1 0,0 0 0,0 0 0,1 0 0,0-1 0,0-1 0,15 8 0,0-2 0,0-1 0,1-1 0,0-1 0,1-2 0,0-1 0,0 0 0,0-2 0,1-2 0,31 1 0,-11-3 0,1-3 0,-2-1 0,1-3 0,69-17 0,-21-6-1365,-15-1-5461</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33.058"/>
    </inkml:context>
    <inkml:brush xml:id="br0">
      <inkml:brushProperty name="width" value="0.05" units="cm"/>
      <inkml:brushProperty name="height" value="0.05" units="cm"/>
      <inkml:brushProperty name="color" value="#FFC114"/>
    </inkml:brush>
  </inkml:definitions>
  <inkml:trace contextRef="#ctx0" brushRef="#br0">4 213 24575,'-1'-32'0,"0"22"0,0 0 0,1 0 0,0 0 0,1 0 0,0 0 0,3-11 0,-4 20 0,1 0 0,-1 0 0,0 0 0,1 0 0,-1 0 0,1 0 0,-1 0 0,1 1 0,-1-1 0,1 0 0,0 0 0,-1 0 0,1 1 0,1-2 0,-2 2 0,1 0 0,-1-1 0,0 1 0,1 0 0,-1 0 0,0 0 0,1 0 0,-1 0 0,0 0 0,1 0 0,-1 0 0,0 1 0,1-1 0,-1 0 0,0 0 0,0 0 0,1 0 0,-1 0 0,0 0 0,0 1 0,1-1 0,-1 0 0,0 0 0,0 0 0,1 1 0,-1-1 0,0 0 0,0 0 0,1 1 0,0 1 0,1 1 0,-1-1 0,0 1 0,0-1 0,0 1 0,0 0 0,0-1 0,-1 1 0,1 3 0,5 64 0,-4-37 0,1 0 0,1 0 0,16 55 0,-18-80 0,1 0 0,0 0 0,1 0 0,-1 0 0,2-1 0,-1 0 0,1 0 0,0 0 0,0-1 0,1 1 0,0-1 0,0 0 0,0-1 0,1 1 0,0-2 0,0 1 0,0-1 0,1 0 0,12 6 0,-13-8 0,1 0 0,-1 0 0,1-1 0,-1 1 0,1-2 0,0 1 0,-1-1 0,1 0 0,0-1 0,-1 0 0,10-2 0,-6 0 0,0 0 0,-1-1 0,1 0 0,-1-1 0,0 0 0,0-1 0,9-7 0,-4 2 0,0-2 0,-1 1 0,0-2 0,-1 0 0,-1-1 0,0 0 0,-1-1 0,16-30 0,-17 24 0,-2-1 0,0 1 0,-1-2 0,-1 1 0,-1-1 0,-2 1 0,0-1 0,-1 0 0,-2-27 0,-1 45 0,1 1 0,-1 0 0,0 0 0,-1 0 0,-2-10 0,3 15 0,1-1 0,0 0 0,0 1 0,-1-1 0,1 1 0,-1-1 0,1 0 0,0 1 0,-1-1 0,1 1 0,-1-1 0,1 1 0,-1 0 0,1-1 0,-1 1 0,0-1 0,1 1 0,-1 0 0,1-1 0,-2 1 0,1 0 0,0 0 0,0 0 0,1 1 0,-1-1 0,0 0 0,0 1 0,0-1 0,1 0 0,-1 1 0,0-1 0,1 1 0,-1-1 0,0 1 0,1-1 0,-1 1 0,1 0 0,-1-1 0,1 1 0,-1 0 0,1-1 0,-1 1 0,0 1 0,-4 8 0,0 0 0,1 0 0,0 0 0,0 1 0,1 0 0,0 0 0,-2 22 0,-1 81 0,6-112 0,0 24-170,1 0-1,1 1 0,1-1 1,1-1-1,2 1 0,0 0 1,13 31-1,2-12-6655</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33.339"/>
    </inkml:context>
    <inkml:brush xml:id="br0">
      <inkml:brushProperty name="width" value="0.05" units="cm"/>
      <inkml:brushProperty name="height" value="0.05" units="cm"/>
      <inkml:brushProperty name="color" value="#FFC114"/>
    </inkml:brush>
  </inkml:definitions>
  <inkml:trace contextRef="#ctx0" brushRef="#br0">337 260 24575,'22'-40'0,"16"-33"0,-35 66 0,0-1 0,-1 1 0,0-1 0,0 0 0,0 0 0,-1 0 0,0-14 0,-1 19 0,0 0 0,0 0 0,-1 0 0,1 0 0,-1 1 0,1-1 0,-1 0 0,0 0 0,0 1 0,0-1 0,-1 1 0,1-1 0,-1 1 0,1-1 0,-1 1 0,0 0 0,0 0 0,0 0 0,-3-3 0,1 3 0,0 0 0,0 0 0,0 0 0,0 0 0,0 1 0,0-1 0,0 1 0,-1 0 0,1 0 0,0 1 0,-7-1 0,-2 1 0,1 1 0,-1 0 0,1 1 0,0 0 0,0 1 0,0 1 0,0-1 0,-12 7 0,9-2 0,0 0 0,1 1 0,0 1 0,1 0 0,0 1 0,1 1 0,0 0 0,1 0 0,0 1 0,1 0 0,0 1 0,1 0 0,1 1 0,0 0 0,-7 20 0,11-24 0,0 0 0,1 0 0,0 1 0,1-1 0,0 1 0,1-1 0,0 1 0,1 0 0,0 0 0,1-1 0,0 1 0,1-1 0,1 1 0,-1-1 0,2 1 0,0-1 0,0 0 0,1-1 0,0 1 0,0-1 0,2 0 0,11 15 0,-7-12 25,1-2-1,0 1 0,0-2 1,1 1-1,1-2 1,0 0-1,0-1 0,1 0 1,0-1-1,0 0 0,0-2 1,1 0-1,29 6 1,-19-7-239,0-1 1,0-1 0,0-1-1,1-2 1,-1 0 0,0-2-1,48-11 1,-8-4-6613</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8:33.840"/>
    </inkml:context>
    <inkml:brush xml:id="br0">
      <inkml:brushProperty name="width" value="0.05" units="cm"/>
      <inkml:brushProperty name="height" value="0.05" units="cm"/>
      <inkml:brushProperty name="color" value="#FFC114"/>
    </inkml:brush>
  </inkml:definitions>
  <inkml:trace contextRef="#ctx0" brushRef="#br0">3716 386 24575,'0'-4'0,"0"0"0,-1-1 0,0 1 0,0 0 0,0 0 0,-1 0 0,1 0 0,-1 0 0,0 0 0,0 1 0,0-1 0,-1 1 0,-3-6 0,-4-2 0,0 1 0,-20-16 0,-2 3-50,-1 1 1,-1 2-1,0 2 0,-1 1 0,-1 1 0,-66-18 1,-2 7-275,-131-17 0,13 15-81,-1 10 0,-1 9 0,0 10 0,0 10 0,-284 49 0,133 28 124,287-59 69,1 4 0,-99 51 0,132-54 77,1 2 0,1 2 0,2 3-1,-55 50 1,71-53 78,2 0-1,1 3 0,2 0 1,1 2-1,2 1 1,-26 51-1,37-58 45,1 0-1,1 1 1,2 0-1,1 1 1,2 1-1,1-1 1,2 1-1,1 0 1,2 57-1,3-64 16,2 1 0,1-1 0,1 0 0,2 0 0,0-1 0,2 0 1,1 0-1,1-1 0,2 0 0,0-1 0,1-1 0,24 31 0,-10-23-16,1-1 1,1-1-1,1-1 1,2-2-1,1-2 0,1 0 1,1-3-1,45 22 1,2-6-63,1-4 0,158 42 1,-76-36 31,255 26 0,177-39 40,-419-31 4,226-35 0,-301 21 0,-2-3 0,0-6 0,152-60 0,-200 64 22,-1-3 1,-2-2-1,0-3 0,-2-1 1,-2-3-1,-1-2 0,82-84 1,-102 92-23,-2-1 0,-1 0 0,-1-2 0,-1-1 1,-2 0-1,-2-2 0,-1 0 0,-2-1 0,-1 0 0,-1-1 1,-3 0-1,-1-1 0,4-44 0,-11 54 0,0 0 0,-2 0 0,-1-1-1,-2 2 1,0-1 0,-2 0 0,-1 1-1,-1 0 1,-1 1 0,-20-41 0,11 35 0,-1 0 0,-2 1 0,-1 2 0,-1 0 0,-1 1 0,-2 1 0,-46-37 0,26 29 9,-2 1-1,-1 3 1,-87-41 0,51 34-227,-133-38 1,74 37-1782</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6.532"/>
    </inkml:context>
    <inkml:brush xml:id="br0">
      <inkml:brushProperty name="width" value="0.05" units="cm"/>
      <inkml:brushProperty name="height" value="0.05" units="cm"/>
      <inkml:brushProperty name="color" value="#FFC114"/>
    </inkml:brush>
  </inkml:definitions>
  <inkml:trace contextRef="#ctx0" brushRef="#br0">181 487 24575,'-5'-6'0,"-9"-7"0,-3-8 0,-6-5 0,-4-5 0,0-5 0,1-2 0,5-1 0,7 1 0,8 1 0,7 1 0,8 1 0,4 4 0,3 1 0,2 3 0,0 3 0,-2 6-8191</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6.673"/>
    </inkml:context>
    <inkml:brush xml:id="br0">
      <inkml:brushProperty name="width" value="0.05" units="cm"/>
      <inkml:brushProperty name="height" value="0.05" units="cm"/>
      <inkml:brushProperty name="color" value="#FFC114"/>
    </inkml:brush>
  </inkml:definitions>
  <inkml:trace contextRef="#ctx0" brushRef="#br0">128 229 24575,'-6'-3'0,"-7"-6"0,-5-8 0,-5-4 0,-1-3 0,4-5 0,4-1 0,9-3 0,8-1 0,3 5-8191</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6.828"/>
    </inkml:context>
    <inkml:brush xml:id="br0">
      <inkml:brushProperty name="width" value="0.05" units="cm"/>
      <inkml:brushProperty name="height" value="0.05" units="cm"/>
      <inkml:brushProperty name="color" value="#FFC114"/>
    </inkml:brush>
  </inkml:definitions>
  <inkml:trace contextRef="#ctx0" brushRef="#br0">8 97 24575,'-3'0'0,"-1"-3"0,3-1 0,5-2 0,4-4 0,7-2 0,6-2 0,6-2 0,6-1 0,-2 2-8191</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6.937"/>
    </inkml:context>
    <inkml:brush xml:id="br0">
      <inkml:brushProperty name="width" value="0.05" units="cm"/>
      <inkml:brushProperty name="height" value="0.05" units="cm"/>
      <inkml:brushProperty name="color" value="#FFC114"/>
    </inkml:brush>
  </inkml:definitions>
  <inkml:trace contextRef="#ctx0" brushRef="#br0">1 40 24575,'6'0'0,"10"0"0,14-3 0,11 0 0,9-4 0,8-3 0,8 1 0,-7 1-8191</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7.030"/>
    </inkml:context>
    <inkml:brush xml:id="br0">
      <inkml:brushProperty name="width" value="0.05" units="cm"/>
      <inkml:brushProperty name="height" value="0.05" units="cm"/>
      <inkml:brushProperty name="color" value="#FFC114"/>
    </inkml:brush>
  </inkml:definitions>
  <inkml:trace contextRef="#ctx0" brushRef="#br0">0 20 24575,'9'0'0,"11"0"0,8 0 0,8 0 0,6-3 0,5 0 0,6-4 0,-7 1-8191</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7.891"/>
    </inkml:context>
    <inkml:brush xml:id="br0">
      <inkml:brushProperty name="width" value="0.05" units="cm"/>
      <inkml:brushProperty name="height" value="0.05" units="cm"/>
      <inkml:brushProperty name="color" value="#FFC114"/>
    </inkml:brush>
  </inkml:definitions>
  <inkml:trace contextRef="#ctx0" brushRef="#br0">1 59 24575,'267'-18'0,"-111"5"0,373-8 0,-359 15 0,274 6 0,495 105 0,-369-62 0,-232-25 0,-103-6 0,138 15 0,-216-6 0,16 4 0,185 3 0,152-5 0,-2 23 0,-485-44 0,52 6 0,149-5 0,-111-20 0,-83 11 0,-1 1 0,1 1 0,53 1 0,198 26 0,125 4 0,-143-25-1365,-244-3-5461</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8.185"/>
    </inkml:context>
    <inkml:brush xml:id="br0">
      <inkml:brushProperty name="width" value="0.05" units="cm"/>
      <inkml:brushProperty name="height" value="0.05" units="cm"/>
      <inkml:brushProperty name="color" value="#FFC114"/>
    </inkml:brush>
  </inkml:definitions>
  <inkml:trace contextRef="#ctx0" brushRef="#br0">230 50 24575,'-21'-9'0,"-1"0"0,0 2 0,-1 0 0,0 2 0,0 0 0,0 2 0,-26-1 0,48 4 0,0-1 0,-1 1 0,1 0 0,0 0 0,-1 0 0,1 0 0,-1 0 0,1 1 0,0-1 0,-1 0 0,1 1 0,0-1 0,0 1 0,-1-1 0,-1 2 0,3-1 0,0-1 0,0 0 0,0 1 0,-1-1 0,1 1 0,0-1 0,0 1 0,0-1 0,0 0 0,1 1 0,-1-1 0,0 1 0,0-1 0,0 1 0,0-1 0,0 0 0,0 1 0,1-1 0,-1 1 0,0-1 0,0 0 0,1 1 0,-1-1 0,0 0 0,0 1 0,1-1 0,-1 0 0,0 1 0,1-1 0,6 6 0,0-1 0,0 0 0,11 6 0,20 10 0,5 2 0,66 49 0,-98-65 0,-1 1 0,-1 1 0,0 0 0,0 0 0,0 1 0,-2 0 0,1 0 0,-1 1 0,0 0 0,-1 0 0,7 20 0,-11-26 11,-1-1 0,0 1-1,0 0 1,0 0 0,-1 0-1,1 0 1,-1 0 0,0 1-1,-1-1 1,1 0 0,-1 0-1,0 0 1,0-1 0,-1 1-1,-2 5 1,1-3 6,-1 0 0,0-1 0,0 0 0,0 0 0,-1 0 0,0 0 0,0-1 0,-1 0 1,-7 6-1,-5 1-261,-1 0 0,0-1 0,0-1 0,-1-1 1,0-1-1,-22 6 0,1-3-6582</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28.564"/>
    </inkml:context>
    <inkml:brush xml:id="br0">
      <inkml:brushProperty name="width" value="0.05" units="cm"/>
      <inkml:brushProperty name="height" value="0.05" units="cm"/>
      <inkml:brushProperty name="color" value="#FFC114"/>
    </inkml:brush>
  </inkml:definitions>
  <inkml:trace contextRef="#ctx0" brushRef="#br0">609 8 24575,'3'0'0,"1"-3"0,-4-1 0,-3 3 0,-8 2 0,-8 1 0,-9 2 0,-11 2 0,-10-2 0,-12 0 0,-9-1 0,-10-2 0,-6 3 0,-6-1 0,14 1-8191</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30.004"/>
    </inkml:context>
    <inkml:brush xml:id="br0">
      <inkml:brushProperty name="width" value="0.05" units="cm"/>
      <inkml:brushProperty name="height" value="0.05" units="cm"/>
      <inkml:brushProperty name="color" value="#FFC114"/>
    </inkml:brush>
  </inkml:definitions>
  <inkml:trace contextRef="#ctx0" brushRef="#br0">6228 29 24575,'-60'8'0,"-1"-2"0,-93-3 0,86-4 0,-755-20 0,48-2 0,50 52 0,544-22 0,-81 2 0,157-7 0,1 4 0,0 5 0,-128 31 0,204-36 0,15-4 0,1 0 0,0 1 0,-1 1 0,-15 7 0,24-9 0,0 0 0,1 1 0,-1-1 0,1 1 0,-1-1 0,1 1 0,0 0 0,0 1 0,1-1 0,-1 0 0,0 1 0,1-1 0,0 1 0,0 0 0,0 0 0,1 0 0,-3 6 0,-2 17 0,1 0 0,-2 41 0,1-14 0,-113 600 0,30-203 0,68-328 0,-66 513 0,83-494 0,25 249 0,-11-304 0,-5 0 0,-8 145 0,2-218 0,-1 1 0,0-1 0,-1 0 0,-7 19 0,9-30 0,-1 1 0,1-1 0,-1 0 0,0 1 0,0-1 0,0 0 0,0 0 0,-1 0 0,1-1 0,-1 1 0,1-1 0,-1 1 0,0-1 0,0 0 0,0 0 0,0 0 0,-1 0 0,1-1 0,0 1 0,-1-1 0,1 0 0,-5 1 0,-29 2 0,1-1 0,-66-4 0,17-1 0,-112 11 0,-266 46 0,-188 73 0,560-109 0,34-6 0,-16 3 0,-118 12 0,167-29-1365,8-1-5461</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30.291"/>
    </inkml:context>
    <inkml:brush xml:id="br0">
      <inkml:brushProperty name="width" value="0.05" units="cm"/>
      <inkml:brushProperty name="height" value="0.05" units="cm"/>
      <inkml:brushProperty name="color" value="#FFC114"/>
    </inkml:brush>
  </inkml:definitions>
  <inkml:trace contextRef="#ctx0" brushRef="#br0">295 26 24575,'1'-1'0,"-1"0"0,1-1 0,-1 1 0,1-1 0,-1 1 0,1 0 0,0 0 0,0 0 0,-1-1 0,1 1 0,0 0 0,0 0 0,0 0 0,0 0 0,0 0 0,1 0 0,-1 1 0,0-1 0,0 0 0,1 1 0,-1-1 0,0 0 0,1 1 0,-1 0 0,0-1 0,1 1 0,1 0 0,2 2 0,-8 4 0,-10 6 0,-85 60 0,0-1 0,82-58 0,2 1 0,-1 0 0,2 0 0,-12 18 0,21-27 0,0 1 0,0-1 0,1 1 0,-1 0 0,1 1 0,1-1 0,0 0 0,-1 1 0,2-1 0,-1 1 0,1 0 0,0 0 0,1-1 0,-1 1 0,1 0 0,1 0 0,-1 0 0,1-1 0,0 1 0,1 0 0,-1-1 0,1 1 0,1-1 0,-1 1 0,1-1 0,0 0 0,1 0 0,0 0 0,-1-1 0,2 1 0,-1-1 0,1 0 0,-1 0 0,2-1 0,9 8 0,0-2-273,0 0 0,0-1 0,1-1 0,30 10 0,11 1-6553</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31.608"/>
    </inkml:context>
    <inkml:brush xml:id="br0">
      <inkml:brushProperty name="width" value="0.05" units="cm"/>
      <inkml:brushProperty name="height" value="0.05" units="cm"/>
      <inkml:brushProperty name="color" value="#FFC114"/>
    </inkml:brush>
  </inkml:definitions>
  <inkml:trace contextRef="#ctx0" brushRef="#br0">0 219 24575,'6'-4'0,"-1"-1"0,1 1 0,0 1 0,1-1 0,-1 1 0,0 0 0,9-3 0,49-12 0,-50 15 0,70-15 0,1 5 0,0 3 0,158 1 0,419 19-348,58 0-47,280-1-958,43-1 1362,201-33 1428,-1115 18-1200,405-43 176,-497 42-413,39-14 0,-25 6 0,-24 9 0,0 1 0,0 2 0,30-2 0,83 4 0,-86 3 0,-36 1 299,-15-1-507,0-1 0,0 1 0,0-1 0,0 0 0,0 0 0,0 0 0,4-1 0</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38.813"/>
    </inkml:context>
    <inkml:brush xml:id="br0">
      <inkml:brushProperty name="width" value="0.05" units="cm"/>
      <inkml:brushProperty name="height" value="0.05" units="cm"/>
      <inkml:brushProperty name="color" value="#FFC114"/>
    </inkml:brush>
  </inkml:definitions>
  <inkml:trace contextRef="#ctx0" brushRef="#br0">491 262 24575,'2'-3'0,"0"0"0,0 1 0,0-1 0,-1 0 0,0 0 0,1 0 0,-1 0 0,0-1 0,-1 1 0,1 0 0,0 0 0,-1-5 0,1-44 0,-1 32 0,0 3 0,0 0 0,-4-20 0,4 33 0,-1-1 0,0 1 0,-1-1 0,1 1 0,-1-1 0,1 1 0,-1 0 0,0 0 0,-1 0 0,1 0 0,-1 0 0,0 1 0,-4-5 0,5 6 0,0 1 0,0 0 0,0-1 0,0 1 0,-1 0 0,1 0 0,0 1 0,-1-1 0,1 0 0,-1 1 0,1-1 0,-1 1 0,1 0 0,-1 0 0,1 0 0,-1 0 0,1 0 0,-1 1 0,1-1 0,-1 1 0,-3 1 0,-4 1 0,0 1 0,0 1 0,-17 9 0,5 1 0,1 1 0,1 0 0,0 1 0,1 2 0,1 0 0,0 0 0,2 2 0,-18 27 0,9-6 0,1 1 0,3 0 0,-26 72 0,33-72 0,2 0 0,-12 80 0,21-99 0,1 0 0,1 0 0,1 0 0,2 0 0,0 0 0,10 44 0,-9-59 0,0 1 0,1 0 0,0-1 0,0 0 0,1 0 0,0 0 0,1-1 0,0 1 0,0-1 0,1-1 0,0 1 0,0-1 0,1 0 0,14 10 0,-10-10 0,0-1 0,0 0 0,1 0 0,0-1 0,0-1 0,0 0 0,0-1 0,1 0 0,-1-1 0,22 1 0,-2-4-195,0 0 0,0-3 0,-1-1 0,1-1 0,-1-1 0,38-15 0,10-7-6631</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39.468"/>
    </inkml:context>
    <inkml:brush xml:id="br0">
      <inkml:brushProperty name="width" value="0.05" units="cm"/>
      <inkml:brushProperty name="height" value="0.05" units="cm"/>
      <inkml:brushProperty name="color" value="#FFC114"/>
    </inkml:brush>
  </inkml:definitions>
  <inkml:trace contextRef="#ctx0" brushRef="#br0">274 296 24575,'0'-14'0,"-1"1"0,-1-1 0,0 0 0,0 0 0,-2 1 0,1-1 0,-2 1 0,-8-18 0,11 26 0,-1 1 0,0-1 0,0 1 0,0 0 0,0 0 0,-1 0 0,0 0 0,1 0 0,-1 1 0,-1 0 0,-4-3 0,6 4 0,-1 0 0,0 1 0,0 0 0,1-1 0,-1 1 0,0 1 0,0-1 0,0 0 0,0 1 0,0 0 0,0 0 0,0 0 0,0 1 0,0-1 0,0 1 0,-5 1 0,3 0 0,0 1 0,0-1 0,0 1 0,0 0 0,1 1 0,-1-1 0,1 1 0,0 0 0,0 0 0,0 1 0,1-1 0,0 1 0,-1 0 0,2 1 0,-1-1 0,1 1 0,-1-1 0,1 1 0,1 0 0,-1 0 0,-1 7 0,-2 9 0,1 1 0,0 0 0,2 0 0,-2 36 0,5-39 0,0 0 0,1 0 0,1 0 0,0 0 0,2 0 0,0-1 0,2 1 0,7 19 0,-9-32 0,-1 0 0,1 1 0,1-1 0,-1 0 0,1-1 0,0 1 0,0-1 0,1 0 0,11 9 0,-12-12 0,1 1 0,-1-1 0,0 0 0,1-1 0,0 1 0,0-1 0,0 0 0,0-1 0,0 0 0,0 1 0,0-2 0,0 1 0,0-1 0,9 0 0,-9-1 0,0 1 0,0-1 0,0 0 0,-1-1 0,1 1 0,0-1 0,-1 0 0,1-1 0,-1 1 0,0-1 0,0 0 0,0 0 0,0-1 0,7-6 0,-6 4 0,0-1 0,-1 0 0,0 0 0,0 0 0,-1 0 0,0-1 0,0 0 0,-1 0 0,4-10 0,-2-1 0,-1-1 0,-1 0 0,0 1 0,-1-1 0,-2 0 0,0 0 0,-1 0 0,-3-21 0,1 22 0,-1 1 0,-1-1 0,0 1 0,-1 0 0,-1 0 0,-14-24 0,17 35 0,0 0 0,0 0 0,-1 1 0,0 0 0,-1 0 0,1 0 0,-1 1 0,0 0 0,-1 0 0,1 0 0,-1 1 0,0 0 0,0 0 0,0 1 0,-1-1 0,1 2 0,-14-4 0,21 6 0,0 0 0,0 0 0,0 0 0,0 0 0,0 0 0,0 0 0,0 0 0,0 0 0,0 0 0,0 0 0,0 0 0,0 0 0,0 0 0,0-1 0,1 1 0,-1 0 0,0 0 0,0 0 0,0 0 0,0 0 0,0 0 0,0 0 0,0 0 0,0 0 0,0 0 0,0 0 0,0 0 0,0 0 0,0 0 0,0 0 0,0 0 0,0 0 0,0 0 0,0-1 0,0 1 0,0 0 0,0 0 0,0 0 0,0 0 0,0 0 0,0 0 0,0 0 0,0 0 0,0 0 0,0 0 0,0 0 0,0 0 0,0 0 0,0 0 0,0 0 0,0 0 0,0 0 0,11-4 0,18-3 0,-27 7 0,22-6 0,1 2 0,-1 1 0,36-1 0,-52 4 0,0 1 0,0 0 0,0 0 0,0 0 0,0 1 0,0 0 0,0 0 0,-1 1 0,1 0 0,-1 1 0,0-1 0,0 2 0,0-1 0,9 8 0,-3 2 0,0-1 0,-1 2 0,-1 0 0,0 0 0,-1 1 0,-1 0 0,0 1 0,-2 0 0,7 19 0,-4-6 0,-1 1 0,-2 0 0,-1 1 0,3 46 0,-9-71 0,0-11 0,0-24 0,-2-31 0,2 7 0,10-75 0,-7 104 0,1 1 0,2 0 0,0-1 0,1 2 0,18-39 0,-23 56 0,1 0 0,-1-1 0,1 1 0,0 1 0,0-1 0,0 0 0,1 1 0,4-5 0,-6 7 0,-1 1 0,0-1 0,0 0 0,1 0 0,-1 1 0,0-1 0,1 1 0,-1-1 0,1 1 0,-1 0 0,1-1 0,-1 1 0,0 0 0,1 0 0,-1 0 0,1 0 0,-1 0 0,1 1 0,-1-1 0,1 0 0,-1 1 0,1-1 0,-1 1 0,0-1 0,1 1 0,-1 0 0,0-1 0,0 1 0,1 0 0,0 1 0,3 3 0,-1-1 0,1 1 0,-1 0 0,0 0 0,-1 0 0,1 0 0,-1 1 0,4 9 0,17 53 0,-18-50 0,70 261-1365,-67-251-5461</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39.795"/>
    </inkml:context>
    <inkml:brush xml:id="br0">
      <inkml:brushProperty name="width" value="0.05" units="cm"/>
      <inkml:brushProperty name="height" value="0.05" units="cm"/>
      <inkml:brushProperty name="color" value="#FFC114"/>
    </inkml:brush>
  </inkml:definitions>
  <inkml:trace contextRef="#ctx0" brushRef="#br0">168 68 24575,'0'-3'0,"-1"1"0,1-1 0,-1 0 0,0 1 0,0-1 0,0 1 0,-1-1 0,1 1 0,-1 0 0,1 0 0,-1-1 0,0 1 0,1 0 0,-1 0 0,0 0 0,-1 1 0,1-1 0,0 0 0,0 1 0,-1 0 0,1-1 0,-1 1 0,1 0 0,-4-1 0,-2-1 0,0 0 0,0 1 0,0-1 0,-1 1 0,1 1 0,-14-1 0,20 2 0,0 0 0,0 0 0,0 0 0,0 0 0,0 0 0,0 1 0,0-1 0,0 1 0,0-1 0,0 1 0,1 0 0,-1 0 0,0 0 0,0 0 0,1 0 0,-1 0 0,1 0 0,-1 0 0,1 1 0,-1-1 0,-1 3 0,1-1 0,1 0 0,0 0 0,-1 0 0,1 0 0,0 0 0,1 0 0,-1 0 0,1 0 0,-1 0 0,1 1 0,0-1 0,0 4 0,1 4 0,1-1 0,0 1 0,0-1 0,1 0 0,1 0 0,-1 0 0,7 11 0,10 10 0,1 0 0,30 34 0,-28-38 0,-1 1 0,28 50 0,-48-75 0,0 0 0,0 1 0,0-1 0,-1 1 0,0 0 0,0-1 0,0 1 0,0 0 0,-1 0 0,1 0 0,-1 0 0,0-1 0,0 1 0,0 0 0,-1 0 0,-1 7 0,1-8 0,0 0 0,-1-1 0,0 1 0,1-1 0,-1 1 0,0-1 0,0 1 0,-1-1 0,1 0 0,0 0 0,-1 0 0,1 0 0,-1-1 0,0 1 0,1-1 0,-1 1 0,0-1 0,0 0 0,0 0 0,0 0 0,-4 0 0,-23 3-1365,1-3-5461</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0.156"/>
    </inkml:context>
    <inkml:brush xml:id="br0">
      <inkml:brushProperty name="width" value="0.05" units="cm"/>
      <inkml:brushProperty name="height" value="0.05" units="cm"/>
      <inkml:brushProperty name="color" value="#FFC114"/>
    </inkml:brush>
  </inkml:definitions>
  <inkml:trace contextRef="#ctx0" brushRef="#br0">1 54 24575,'2'0'0,"1"0"0,-1 1 0,1-1 0,-1 1 0,1 0 0,-1 0 0,0 0 0,1 0 0,-1 0 0,0 0 0,0 1 0,0-1 0,0 1 0,0 0 0,0-1 0,0 1 0,-1 0 0,3 3 0,4 5 0,-1 1 0,8 16 0,-8-15 0,12 22 0,63 103 0,-70-120 0,1 0 0,0-1 0,1-1 0,1 0 0,24 19 0,-34-30 0,1 0 0,0 0 0,1-1 0,-1 0 0,0 0 0,1 0 0,0-1 0,0 0 0,-1 0 0,10 1 0,-13-3 0,0 0 0,0 0 0,0 0 0,0 0 0,0-1 0,0 1 0,0-1 0,0 1 0,0-1 0,0 0 0,-1 0 0,1-1 0,0 1 0,-1 0 0,1-1 0,0 0 0,-1 0 0,0 1 0,0-1 0,1-1 0,-1 1 0,0 0 0,0 0 0,-1-1 0,1 1 0,1-5 0,1-2 0,0 0 0,-1-1 0,0 1 0,-1-1 0,0 0 0,0 0 0,-1 0 0,0 0 0,-1 0 0,-1 0 0,1 0 0,-1 0 0,-1 0 0,0 0 0,-3-10 0,-2-3 0,-1 0 0,-1 1 0,-1 0 0,0 1 0,-18-26 0,-10-5 0,34 48 0,0 0 0,0 0 0,0 0 0,-1 0 0,1 1 0,-1 0 0,0 0 0,-10-5 0,15 8-31,-1-1 0,0 1 0,0 0 0,1-1 0,-1 1 0,0 0 0,0-1 0,0 1 0,1 0 0,-1 0 0,0 0 0,0 0 0,0 0 0,0 0 0,0 0 0,1 0 0,-1 0 0,0 0 0,0 0 0,0 0 0,0 1 0,1-1 0,-1 0 0,0 1-1,0-1 1,0 1 0,1-1 0,-1 1 0,0-1 0,1 1 0,-1-1 0,1 1 0,-1-1 0,0 1 0,1 0 0,-1 0 0,1-1 0,0 1 0,-1 0 0,1 0 0,-1-1 0,1 1 0,0 1 0,-1 9-6795</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1.069"/>
    </inkml:context>
    <inkml:brush xml:id="br0">
      <inkml:brushProperty name="width" value="0.05" units="cm"/>
      <inkml:brushProperty name="height" value="0.05" units="cm"/>
      <inkml:brushProperty name="color" value="#FFC114"/>
    </inkml:brush>
  </inkml:definitions>
  <inkml:trace contextRef="#ctx0" brushRef="#br0">61 284 24575,'-38'-40'0,"36"37"0,-1 0 0,1 0 0,0 0 0,0 0 0,0 0 0,0-1 0,1 1 0,-1-1 0,1 1 0,0-1 0,-1-6 0,2 9 0,0 0 0,0 0 0,0 0 0,0 0 0,0 0 0,1 0 0,-1 0 0,0 0 0,1 0 0,-1 0 0,0 0 0,1 0 0,-1 0 0,1 0 0,0 0 0,-1 0 0,1 0 0,0 1 0,-1-1 0,1 0 0,0 1 0,0-1 0,0 0 0,-1 1 0,1-1 0,0 1 0,0-1 0,0 1 0,0 0 0,0-1 0,0 1 0,0 0 0,0 0 0,0 0 0,0-1 0,0 1 0,0 0 0,1 0 0,-1 1 0,2-1 0,3 1 0,0 0 0,0 0 0,1 0 0,-1 1 0,8 4 0,4 2 0,-1 0 0,-1 2 0,0 0 0,0 1 0,-1 0 0,15 15 0,-20-16 0,0 0 0,-1 0 0,0 1 0,-1 0 0,0 1 0,0 0 0,-1 0 0,10 25 0,-16-31 0,1-1 0,-1 1 0,0 0 0,-1-1 0,0 1 0,1 0 0,-2 0 0,1-1 0,-1 1 0,0 0 0,0-1 0,0 1 0,-4 7 0,5-10 0,-1-1 0,0 0 0,0 0 0,0 0 0,0 0 0,-1-1 0,1 1 0,-1 0 0,1 0 0,-1-1 0,1 1 0,-1-1 0,0 1 0,0-1 0,0 0 0,1 0 0,-1 0 0,-1 0 0,1 0 0,0 0 0,0 0 0,0-1 0,0 1 0,0-1 0,-1 1 0,1-1 0,0 0 0,0 0 0,-1 0 0,1 0 0,0-1 0,0 1 0,-1 0 0,1-1 0,0 0 0,-3-1 0,1 1 0,0 0 0,1-1 0,-1 0 0,1 0 0,0 0 0,-1 0 0,1-1 0,0 1 0,0-1 0,0 0 0,1 1 0,-1-1 0,1-1 0,-4-5 0,2 3 0,2-1 0,-1 1 0,1-1 0,0 0 0,0 1 0,0-1 0,0-13 0,1 1 0,2-1 0,0 1 0,1-1 0,0 1 0,7-22 0,-2 15 0,1 0 0,21-48 0,-25 65 0,1 0 0,0 1 0,0-1 0,1 1 0,0 0 0,0 1 0,1 0 0,0 0 0,0 0 0,0 0 0,13-7 0,-18 13 0,1 0 0,-1-1 0,0 1 0,1 0 0,0 0 0,-1 0 0,1 1 0,-1-1 0,1 1 0,0-1 0,-1 1 0,1 0 0,0 0 0,0 0 0,-1 0 0,1 1 0,0-1 0,2 2 0,-1-1 0,-1 1 0,0-1 0,0 1 0,1 0 0,-1 0 0,-1 1 0,1-1 0,0 1 0,0-1 0,-1 1 0,4 5 0,2 4 0,-1 1 0,0 0 0,-1 0 0,-1 0 0,7 24 0,-4-6 0,-2 0 0,-2 0 0,0 0 0,-2 0 0,-3 46 0,2-132 0,-1 29 0,0-1 0,7-37 0,-2 38 0,14-39 0,-17 59 0,0 0 0,1 0 0,0 0 0,0 0 0,0 0 0,1 1 0,-1-1 0,1 1 0,1 0 0,-1 1 0,1-1 0,5-4 0,-7 8 0,-1-1 0,0 1 0,1 0 0,-1 0 0,1 0 0,0 1 0,-1-1 0,1 1 0,-1-1 0,1 1 0,0 0 0,-1 0 0,1 0 0,0 0 0,-1 1 0,1-1 0,0 1 0,-1-1 0,1 1 0,-1 0 0,1 0 0,-1 0 0,1 1 0,-1-1 0,0 0 0,0 1 0,1 0 0,-1-1 0,3 4 0,3 4 0,1 0 0,-1 0 0,-1 0 0,1 1 0,6 12 0,24 55 0,4 7 0,-36-74 0,0-1 0,0-1 0,1 1 0,0-1 0,0 0 0,12 9 0,-18-16 0,1 0 0,-1 1 0,1-1 0,-1 0 0,1 0 0,0 0 0,-1 0 0,1 0 0,0-1 0,0 1 0,0-1 0,0 1 0,0-1 0,0 1 0,0-1 0,-1 0 0,1 0 0,0 0 0,0 0 0,0 0 0,3-1 0,-3 0 0,0-1 0,1 1 0,-1 0 0,0-1 0,0 1 0,0-1 0,0 1 0,0-1 0,0 0 0,-1 0 0,1 0 0,-1 0 0,1 0 0,1-3 0,3-9 0,0 0 0,0-1 0,-1 1 0,3-21 0,-6 27 0,14-52 0,20-99 0,-36 157 0,1 1 0,-1 0 0,0-1 0,0 1 0,0-1 0,1 1 0,-2-1 0,1 1 0,0-1 0,0 1 0,0 0 0,-1-1 0,1 1 0,0-1 0,-1 1 0,0 0 0,1-1 0,-2-1 0,1 3 0,1-1 0,-1 1 0,0-1 0,1 1 0,-1 0 0,0-1 0,0 1 0,0 0 0,1-1 0,-1 1 0,0 0 0,0 0 0,0 0 0,1 0 0,-1 0 0,0 0 0,0 0 0,0 0 0,0 0 0,1 0 0,-1 0 0,-2 1 0,-1 1 0,0-1 0,0 1 0,1 0 0,-1 0 0,0 0 0,1 1 0,-1-1 0,1 1 0,-1 0 0,-4 6 0,3-1 0,-1 1 0,1-1 0,1 2 0,0-1 0,0 0 0,1 1 0,0-1 0,1 1 0,-1 0 0,2 0 0,0 0 0,0 0 0,1 0 0,1 13 0,-1-11 0,2 0 0,-1 0 0,2 0 0,-1 0 0,2 0 0,0-1 0,0 1 0,1-1 0,0 0 0,1-1 0,11 17 0,-12-21-85,0-1 0,1 1-1,0-1 1,0-1 0,0 1-1,0-1 1,1 0 0,0 0-1,0-1 1,0 0 0,0 0-1,0 0 1,1-1 0,-1 0-1,10 0 1,12 2-6741</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1.425"/>
    </inkml:context>
    <inkml:brush xml:id="br0">
      <inkml:brushProperty name="width" value="0.05" units="cm"/>
      <inkml:brushProperty name="height" value="0.05" units="cm"/>
      <inkml:brushProperty name="color" value="#FFC114"/>
    </inkml:brush>
  </inkml:definitions>
  <inkml:trace contextRef="#ctx0" brushRef="#br0">38 284 24575,'-11'-9'0,"-12"-13"0,22 22 0,1-1 0,-1 1 0,1-1 0,0 0 0,-1 1 0,1-1 0,0 0 0,0 1 0,-1-1 0,1 0 0,0 0 0,0 1 0,0-1 0,0 0 0,0 1 0,0-1 0,0 0 0,0 0 0,0 1 0,1-1 0,-1 0 0,0 1 0,0-1 0,1 0 0,-1 1 0,0-1 0,1 0 0,-1 1 0,0-1 0,1 1 0,-1-1 0,1 1 0,-1-1 0,1 1 0,-1-1 0,1 1 0,0-1 0,0 0 0,0 1 0,1-1 0,-1 1 0,0-1 0,1 1 0,-1-1 0,1 1 0,-1 0 0,1 0 0,-1 0 0,1 0 0,-1 0 0,1 0 0,-1 0 0,1 0 0,-1 0 0,0 1 0,1-1 0,-1 1 0,1-1 0,-1 1 0,2 0 0,29 18 0,-21-10 0,-1 0 0,0 0 0,-1 1 0,0 1 0,0 0 0,-1 0 0,0 0 0,-1 1 0,-1 0 0,10 25 0,-9-20 0,-1 2 0,-1-1 0,-1 1 0,0-1 0,-2 1 0,0 0 0,-1 25 0,0-42 0,-2 0 0,1 0 0,0 0 0,0-1 0,-1 1 0,1 0 0,-1 0 0,1 0 0,-1-1 0,0 1 0,0 0 0,-1 2 0,1-3 0,1-1 0,0 0 0,0 0 0,-1 0 0,1 1 0,0-1 0,-1 0 0,1 0 0,0 0 0,0 0 0,-1 1 0,1-1 0,0 0 0,-1 0 0,1 0 0,0 0 0,-1 0 0,1 0 0,0 0 0,-1 0 0,1 0 0,0 0 0,-1 0 0,1 0 0,0 0 0,-1-1 0,-11-10 0,7 2 0,0 0 0,0-1 0,1 0 0,1 0 0,-1 0 0,2 0 0,-1-1 0,2 1 0,-1-1 0,1-20 0,1 6 0,1 1 0,2 0 0,9-43 0,-6 45 0,1 0 0,0 0 0,2 1 0,1 0 0,0 0 0,2 1 0,20-28 0,-25 39 0,1 0 0,-1 0 0,1 1 0,1-1 0,0 2 0,0-1 0,1 1 0,-1 1 0,1 0 0,1 0 0,-1 1 0,1 0 0,0 1 0,0 0 0,1 1 0,16-3 0,-22 6-52,0 0-1,0 0 1,0 0-1,0 0 1,1 1-1,-1 0 1,-1 1-1,1-1 1,0 1-1,0 0 1,-1 1-1,1-1 1,-1 1-1,1 0 1,-1 1-1,0-1 1,0 1-1,-1 0 1,1 0-1,-1 0 0,0 1 1,0 0-1,0-1 1,-1 1-1,5 9 1,8 19-6774</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3.724"/>
    </inkml:context>
    <inkml:brush xml:id="br0">
      <inkml:brushProperty name="width" value="0.05" units="cm"/>
      <inkml:brushProperty name="height" value="0.05" units="cm"/>
      <inkml:brushProperty name="color" value="#FFC114"/>
    </inkml:brush>
  </inkml:definitions>
  <inkml:trace contextRef="#ctx0" brushRef="#br0">53 15 24575,'0'-3'0,"0"-4"0,-3 2 0,-4 5 0,-3 8 0,0 12 0,1 10 0,3 12 0,2 10 0,1 11 0,3 6 0,-1 2 0,5 1 0,0-3 0,3-5 0,0-7 0,-1-14-8191</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4.006"/>
    </inkml:context>
    <inkml:brush xml:id="br0">
      <inkml:brushProperty name="width" value="0.05" units="cm"/>
      <inkml:brushProperty name="height" value="0.05" units="cm"/>
      <inkml:brushProperty name="color" value="#FFC114"/>
    </inkml:brush>
  </inkml:definitions>
  <inkml:trace contextRef="#ctx0" brushRef="#br0">126 640 24575,'-20'-52'0,"-53"-146"0,65 168 0,0 0 0,2 0 0,1 0 0,-1-53 0,6 74 0,1 1 0,-1-1 0,1 1 0,1-1 0,0 1 0,0 0 0,1 0 0,0 0 0,0 0 0,8-14 0,-7 16 0,0 0 0,1 1 0,-1 0 0,1 0 0,0 0 0,0 1 0,1-1 0,-1 1 0,1 0 0,0 1 0,0-1 0,0 1 0,12-4 0,-2 3 0,0 0 0,0 1 0,0 1 0,0 0 0,0 2 0,0-1 0,0 2 0,0 0 0,0 1 0,0 1 0,0 0 0,26 10 0,-13-3 0,-1 2 0,0 1 0,-1 1 0,-1 1 0,46 34 0,-54-34 0,-1 0 0,0 1 0,-1 0 0,-1 1 0,-1 1 0,0 1 0,-1 0 0,13 27 0,-21-36 0,0 0 0,-1 0 0,0 1 0,-1-1 0,0 1 0,-1 0 0,0 0 0,-1 0 0,0 0 0,-1 0 0,0 0 0,-1 0 0,0 0 0,0 0 0,-1 0 0,-1 0 0,0-1 0,0 1 0,-7 11 0,2-6 25,-2 0-1,0-2 0,-1 1 1,-1-1-1,0-1 1,0 0-1,-2 0 0,1-2 1,-2 1-1,1-2 0,-2 0 1,1-1-1,-18 8 1,-3-1-367,0-1 1,-1-2 0,-1-2-1,-73 13 1,53-16-6485</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4.322"/>
    </inkml:context>
    <inkml:brush xml:id="br0">
      <inkml:brushProperty name="width" value="0.05" units="cm"/>
      <inkml:brushProperty name="height" value="0.05" units="cm"/>
      <inkml:brushProperty name="color" value="#FFC114"/>
    </inkml:brush>
  </inkml:definitions>
  <inkml:trace contextRef="#ctx0" brushRef="#br0">1 109 24575,'31'-6'0,"-27"4"0,-1 1 0,0 0 0,1 1 0,0-1 0,-1 0 0,1 1 0,-1 0 0,1 0 0,0 0 0,3 1 0,4 2 0,0 1 0,-1 0 0,0 0 0,0 1 0,0 1 0,0-1 0,16 15 0,2 3 0,27 29 0,-44-40 0,1 1 0,-1 0 0,13 22 0,-21-29 0,0-1 0,0 1 0,0 0 0,-1 0 0,0 0 0,0 0 0,0 0 0,-1 0 0,0 0 0,0 1 0,0-1 0,-1 10 0,0-14 0,-1 0 0,1 1 0,-1-1 0,1 0 0,-1 0 0,1 0 0,-1 0 0,0-1 0,0 1 0,0 0 0,0 0 0,-1 0 0,1-1 0,0 1 0,-1-1 0,1 1 0,-1-1 0,1 1 0,-1-1 0,0 0 0,0 0 0,1 0 0,-1 0 0,0 0 0,0 0 0,0 0 0,0-1 0,0 1 0,0-1 0,0 1 0,-1-1 0,1 0 0,-4 0 0,1 0 0,0 0 0,-1-1 0,1 1 0,0-1 0,0-1 0,0 1 0,0-1 0,0 1 0,0-1 0,0-1 0,1 1 0,-8-5 0,6 1 0,0 0 0,1 0 0,-1 0 0,1 0 0,1-1 0,-1 0 0,1 0 0,0 0 0,1-1 0,0 1 0,0-1 0,0 0 0,1 0 0,0 0 0,1 0 0,0 0 0,0 0 0,1-13 0,0 8 0,0 0 0,1 0 0,1 0 0,0 0 0,1 0 0,1 0 0,0 0 0,0 1 0,1 0 0,12-21 0,-12 25-65,0 1 0,1 0 0,0 0 0,0 1 0,1 0 0,0 0 0,0 0 0,0 1 0,0 0 0,1 0 0,0 1 0,0 0 0,0 1 0,1-1 0,-1 2 0,1-1 0,0 1 0,-1 0 0,1 1 0,13-1 0,16 1-6761</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4.618"/>
    </inkml:context>
    <inkml:brush xml:id="br0">
      <inkml:brushProperty name="width" value="0.05" units="cm"/>
      <inkml:brushProperty name="height" value="0.05" units="cm"/>
      <inkml:brushProperty name="color" value="#FFC114"/>
    </inkml:brush>
  </inkml:definitions>
  <inkml:trace contextRef="#ctx0" brushRef="#br0">35 68 24575,'13'-1'0,"-10"1"0,0-1 0,0 1 0,0 0 0,0 0 0,0 0 0,1 0 0,-1 1 0,0-1 0,0 1 0,0 0 0,4 1 0,-8-1 0,1 0 0,0 0 0,0 0 0,-1 0 0,1 0 0,-1 0 0,1 0 0,-1 0 0,1 0 0,-1 0 0,0-1 0,1 1 0,-1 0 0,0 0 0,0-1 0,1 1 0,-1 0 0,0-1 0,0 1 0,-1 0 0,-1 2 0,-4 4 0,0 1 0,0 0 0,1 0 0,0 0 0,1 1 0,0 0 0,0 0 0,1 0 0,0 1 0,0 0 0,1 0 0,1 0 0,-3 13 0,4-16 0,1 0 0,-1 0 0,1 0 0,0 0 0,1 0 0,0 0 0,0 0 0,0 0 0,1 0 0,0 0 0,0-1 0,1 1 0,0-1 0,0 0 0,0 1 0,1-1 0,0-1 0,0 1 0,1-1 0,8 9 0,-8-10 0,0 0 0,1 0 0,0-1 0,0 0 0,0 0 0,0-1 0,0 1 0,0-1 0,1-1 0,-1 1 0,1-1 0,-1 0 0,1 0 0,-1-1 0,1 0 0,-1 0 0,1-1 0,0 0 0,-1 0 0,1 0 0,-1-1 0,0 0 0,1 0 0,-1-1 0,0 1 0,0-1 0,-1-1 0,1 1 0,-1-1 0,1 0 0,-1 0 0,0-1 0,-1 1 0,1-1 0,-1 0 0,0 0 0,0-1 0,0 1 0,-1-1 0,3-7 0,-3 4 0,0-1 0,0 1 0,-1-1 0,0 0 0,-1 0 0,0 0 0,-1 0 0,0 0 0,0 0 0,-1 0 0,0 0 0,-1 0 0,0 1 0,-1-1 0,0 0 0,0 1 0,-9-17 0,7 17 0,0 0 0,0 1 0,-1 0 0,0 0 0,0 0 0,-1 0 0,0 1 0,0 0 0,-1 1 0,1 0 0,-1 0 0,-1 0 0,1 1 0,-1 1 0,0-1 0,0 1 0,-18-4 0,23 7-124,0 0 0,0 0 0,0 1 0,0 0 0,0 0 0,0 0-1,0 0 1,0 0 0,0 1 0,-6 1 0,-6 5-6702</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4.978"/>
    </inkml:context>
    <inkml:brush xml:id="br0">
      <inkml:brushProperty name="width" value="0.05" units="cm"/>
      <inkml:brushProperty name="height" value="0.05" units="cm"/>
      <inkml:brushProperty name="color" value="#FFC114"/>
    </inkml:brush>
  </inkml:definitions>
  <inkml:trace contextRef="#ctx0" brushRef="#br0">13 2 24575,'-1'1'0,"1"-1"0,-1 0 0,0 0 0,1 1 0,-1-1 0,0 0 0,1 1 0,-1-1 0,1 1 0,-1-1 0,1 0 0,-1 1 0,1 0 0,-1-1 0,1 1 0,-1-1 0,1 1 0,0-1 0,-1 1 0,1 0 0,0-1 0,0 1 0,-1 0 0,1-1 0,0 1 0,0 0 0,0-1 0,0 1 0,0 0 0,0 0 0,0 0 0,1 24 0,5 0 0,0 0 0,2-1 0,1 0 0,1-1 0,14 25 0,-11-23 0,-6-10 0,27 48 0,-31-58 0,0 0 0,1 0 0,-1 0 0,1-1 0,0 0 0,1 0 0,-1 0 0,1 0 0,6 4 0,-9-7 0,0 0 0,-1-1 0,1 1 0,0-1 0,0 1 0,-1-1 0,1 1 0,0-1 0,0 0 0,0 0 0,-1 0 0,1 0 0,0 0 0,0-1 0,-1 1 0,1 0 0,0-1 0,0 1 0,-1-1 0,1 0 0,0 1 0,-1-1 0,1 0 0,-1 0 0,1 0 0,-1 0 0,1 0 0,-1-1 0,0 1 0,0 0 0,1-1 0,-1 1 0,0-1 0,0 1 0,1-4 0,3-4 0,0-1 0,0 0 0,-1 0 0,4-16 0,2-7 0,-3-1 0,0-1 0,-3 0 0,0 1 0,-3-39 0,-6 43 0,5 30 0,0 0 0,0-1 0,0 1 0,0 0 0,0 0 0,0-1 0,0 1 0,-1 0 0,1 0 0,0-1 0,0 1 0,0 0 0,0 0 0,-1-1 0,1 1 0,0 0 0,0 0 0,-1 0 0,1-1 0,0 1 0,0 0 0,-1 0 0,1 0 0,0 0 0,0 0 0,-1 0 0,1 0 0,0 0 0,-1-1 0,0 2 0,1-1 0,-1 1 0,0-1 0,1 1 0,-1-1 0,1 1 0,-1 0 0,1-1 0,-1 1 0,1 0 0,-1-1 0,1 1 0,0 0 0,-1 0 0,1-1 0,-1 2 0,-1 5-105,0-1 0,0 0 0,1 1 0,0-1 0,0 1 0,0-1 0,1 1 0,0-1 0,0 1 0,1 0 0,0-1 0,2 10 0,3 6-6721</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5.134"/>
    </inkml:context>
    <inkml:brush xml:id="br0">
      <inkml:brushProperty name="width" value="0.05" units="cm"/>
      <inkml:brushProperty name="height" value="0.05" units="cm"/>
      <inkml:brushProperty name="color" value="#FFC114"/>
    </inkml:brush>
  </inkml:definitions>
  <inkml:trace contextRef="#ctx0" brushRef="#br0">1 30 24575,'3'-3'0,"0"-4"0,1-3 0,-1 2 0,-1 6 0,0 9 0,-2 6 0,1 7 0,-1 5 0,-1 4 0,4 4 0,0-2 0,1-6-8191</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5.287"/>
    </inkml:context>
    <inkml:brush xml:id="br0">
      <inkml:brushProperty name="width" value="0.05" units="cm"/>
      <inkml:brushProperty name="height" value="0.05" units="cm"/>
      <inkml:brushProperty name="color" value="#FFC114"/>
    </inkml:brush>
  </inkml:definitions>
  <inkml:trace contextRef="#ctx0" brushRef="#br0">81 156 24575,'0'-8'0,"-3"-9"0,-4-10 0,0-4 0,-3 2 0,-1 4 0,-3 11 0,2 9 0,2 12 0,4 5-8191</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5.724"/>
    </inkml:context>
    <inkml:brush xml:id="br0">
      <inkml:brushProperty name="width" value="0.05" units="cm"/>
      <inkml:brushProperty name="height" value="0.05" units="cm"/>
      <inkml:brushProperty name="color" value="#FFC114"/>
    </inkml:brush>
  </inkml:definitions>
  <inkml:trace contextRef="#ctx0" brushRef="#br0">272 406 24575,'-1'-4'0,"0"0"0,-1 0 0,1 0 0,-1 0 0,0 1 0,0-1 0,0 1 0,0-1 0,-4-3 0,0-1 0,0-1 0,-1 0 0,1 1 0,-2 0 0,1 1 0,-1-1 0,0 1 0,-1 1 0,1 0 0,-1 0 0,0 0 0,-1 1 0,-19-7 0,25 11 0,1 1 0,0 0 0,0 0 0,-1 0 0,1 0 0,0 0 0,0 1 0,-1-1 0,1 1 0,0 0 0,0 0 0,0 0 0,0 1 0,0-1 0,0 0 0,0 1 0,1 0 0,-1 0 0,1 0 0,-1 0 0,1 0 0,0 1 0,-1-1 0,1 0 0,0 1 0,1 0 0,-4 4 0,0 2 0,0 1 0,0 0 0,0-1 0,1 2 0,1-1 0,0 0 0,-2 12 0,3-14 0,1 0 0,0 0 0,1 0 0,0 0 0,0 1 0,2 14 0,-1-21 0,-1 0 0,1 0 0,0 0 0,0 0 0,-1 0 0,1 0 0,0 0 0,1 0 0,-1-1 0,0 1 0,0 0 0,1-1 0,-1 1 0,1-1 0,-1 1 0,1-1 0,0 0 0,0 0 0,-1 0 0,1 0 0,0 0 0,0 0 0,0 0 0,0-1 0,0 1 0,0-1 0,0 1 0,1-1 0,-1 0 0,0 0 0,3 0 0,6 0 0,0-1 0,1-1 0,-1 1 0,0-2 0,0 0 0,0 0 0,10-5 0,2-2 0,-1-1 0,25-16 0,-33 17 0,1-1 0,-1 0 0,-1-1 0,0-1 0,0 0 0,-1-1 0,-1 0 0,-1-1 0,0 0 0,10-19 0,-14 22 0,-1 0 0,0 0 0,0-1 0,-1 0 0,-1 0 0,0 0 0,-1 0 0,0-1 0,-1 1 0,-1 0 0,0-1 0,-1 1 0,0-1 0,-5-17 0,-6-4 0,11 33 0,0 1 0,1-1 0,-1 1 0,0 0 0,0-1 0,0 1 0,0 0 0,0 0 0,0 0 0,0 0 0,-1-1 0,1 1 0,0 1 0,-1-1 0,1 0 0,0 0 0,-1 0 0,1 1 0,-1-1 0,-1 0 0,2 1 0,0 1 0,0-1 0,0 0 0,1 0 0,-1 1 0,0-1 0,0 0 0,0 1 0,1-1 0,-1 0 0,0 1 0,0-1 0,1 1 0,-1 0 0,0-1 0,1 1 0,-1-1 0,1 1 0,-1 0 0,1 0 0,-1-1 0,1 1 0,-1 0 0,1 0 0,0-1 0,0 1 0,-1 0 0,1 0 0,0 1 0,-6 30 0,6-29 0,-2 21-105,2-1 0,1 1 0,1 0 0,0-1 0,2 0 0,1 0 0,1 0 0,0 0 0,2-1 0,1 0 0,1 0 0,22 37 0,-13-33-6721</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6.051"/>
    </inkml:context>
    <inkml:brush xml:id="br0">
      <inkml:brushProperty name="width" value="0.05" units="cm"/>
      <inkml:brushProperty name="height" value="0.05" units="cm"/>
      <inkml:brushProperty name="color" value="#FFC114"/>
    </inkml:brush>
  </inkml:definitions>
  <inkml:trace contextRef="#ctx0" brushRef="#br0">58 141 24575,'0'3'0,"0"-1"0,0 1 0,0-1 0,0 1 0,0-1 0,1 1 0,-1-1 0,1 1 0,-1-1 0,1 1 0,0-1 0,0 0 0,0 0 0,0 1 0,0-1 0,1 0 0,-1 0 0,1 0 0,-1 0 0,1 0 0,0-1 0,0 1 0,0 0 0,0-1 0,0 0 0,0 1 0,0-1 0,0 0 0,1 0 0,-1 0 0,0 0 0,1 0 0,-1-1 0,0 1 0,1-1 0,-1 1 0,1-1 0,2 0 0,7 0 0,-1 0 0,0-1 0,1 0 0,-1 0 0,0-1 0,0-1 0,18-6 0,-23 7 0,-1 0 0,1 0 0,-1-1 0,1 0 0,-1 0 0,0 0 0,0-1 0,0 0 0,-1 0 0,1 0 0,-1 0 0,0-1 0,0 1 0,-1-1 0,6-10 0,-7 13 0,-1-1 0,0 0 0,0 1 0,-1-1 0,1 0 0,-1 0 0,1 1 0,-1-1 0,0 0 0,0 0 0,0 0 0,0 0 0,-1 1 0,1-1 0,-1 0 0,1 0 0,-1 0 0,-2-4 0,1 4 0,-1-1 0,1 1 0,-1-1 0,0 1 0,0 0 0,0 0 0,0 0 0,0 0 0,0 0 0,-1 1 0,-5-3 0,1 0 0,0 1 0,0 1 0,-1 0 0,0 0 0,0 0 0,1 1 0,-1 1 0,-1-1 0,1 2 0,0-1 0,-10 1 0,11 1 0,1 1 0,-1 0 0,0 0 0,1 0 0,0 1 0,0 0 0,0 0 0,0 1 0,0 0 0,0 0 0,1 1 0,0 0 0,0 0 0,0 0 0,1 1 0,-8 9 0,10-11 0,0 1 0,-1 0 0,2 0 0,-1 1 0,0-1 0,1 1 0,0-1 0,0 1 0,1 0 0,0-1 0,0 1 0,0 0 0,1 0 0,-1 0 0,1 0 0,1 0 0,-1 0 0,1-1 0,0 1 0,1 0 0,-1 0 0,4 7 0,-1-5 27,0 1-1,1-1 0,0 0 0,0 0 1,1-1-1,0 0 0,0 0 0,1 0 1,0-1-1,0 1 0,1-2 0,9 7 1,-3-4-271,1 0 0,-1-1 0,2-1 0,-1-1 1,0 0-1,20 4 0,9-2-6582</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6.360"/>
    </inkml:context>
    <inkml:brush xml:id="br0">
      <inkml:brushProperty name="width" value="0.05" units="cm"/>
      <inkml:brushProperty name="height" value="0.05" units="cm"/>
      <inkml:brushProperty name="color" value="#FFC114"/>
    </inkml:brush>
  </inkml:definitions>
  <inkml:trace contextRef="#ctx0" brushRef="#br0">35 172 24575,'-7'-18'0,"1"0"0,1 0 0,-4-20 0,5 21 0,3 12 0,0 0 0,1 0 0,-1 0 0,1 0 0,0 0 0,0 0 0,1 0 0,0-6 0,0 10 0,-1 0 0,0 1 0,0-1 0,0 1 0,0-1 0,1 1 0,-1-1 0,0 1 0,0-1 0,1 1 0,-1-1 0,0 1 0,1-1 0,-1 1 0,1 0 0,-1-1 0,0 1 0,1-1 0,-1 1 0,1 0 0,-1 0 0,1-1 0,-1 1 0,1 0 0,0 0 0,-1 0 0,1-1 0,0 1 0,1 1 0,-1-1 0,1 1 0,0-1 0,-1 1 0,1 0 0,-1-1 0,1 1 0,-1 0 0,0 0 0,1 0 0,-1 0 0,0 0 0,0 1 0,1-1 0,0 2 0,18 20 0,-1 2 0,-2 0 0,0 0 0,15 33 0,44 116 0,-71-161 0,0 1 0,-1 0 0,0 0 0,2 20 0,-6-31 0,0-1 0,1 1 0,-1 0 0,-1 0 0,1 0 0,0 0 0,-1 0 0,0-1 0,1 1 0,-1 0 0,0 0 0,0-1 0,-2 3 0,2-3 0,0-1 0,-1 0 0,1 1 0,0-1 0,-1 0 0,1 0 0,-1 0 0,1 0 0,-1 0 0,0 0 0,1-1 0,-1 1 0,0 0 0,1-1 0,-1 1 0,0-1 0,0 0 0,0 0 0,1 0 0,-1 0 0,0 0 0,-3 0 0,-2-1 0,0-1 0,0 1 0,0-1 0,0-1 0,1 1 0,-1-1 0,1 0 0,0 0 0,0-1 0,0 0 0,0 0 0,1 0 0,-1-1 0,1 0 0,-7-8 0,6 6 0,0-1 0,0 0 0,1 0 0,0-1 0,0 1 0,0-1 0,2 0 0,-1 0 0,1-1 0,-4-15 0,7 14 0,-1 0 0,1 0 0,1 0 0,0 0 0,1 1 0,0-1 0,0 0 0,1 1 0,0 0 0,1-1 0,0 1 0,1 1 0,0-1 0,1 1 0,0 0 0,13-17 0,-9 15 0,-1 1 0,1-1 0,1 1 0,0 1 0,0 0 0,1 1 0,0 0 0,1 1 0,0 0 0,0 1 0,0 0 0,18-4 0,-24 8 31,0 1 0,-1 0 0,1 0 0,0 1 0,0-1 0,0 2 0,0-1 0,-1 1 1,1 0-1,9 3 0,-13-3-109,1 0 0,-1 0 1,0 1-1,0-1 1,0 1-1,1 0 1,-2 0-1,1 0 0,0 0 1,0 1-1,-1-1 1,1 1-1,-1 0 1,0-1-1,0 1 0,0 0 1,0 0-1,0 1 1,-1-1-1,1 0 1,0 4-1,4 26-6748</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6.829"/>
    </inkml:context>
    <inkml:brush xml:id="br0">
      <inkml:brushProperty name="width" value="0.05" units="cm"/>
      <inkml:brushProperty name="height" value="0.05" units="cm"/>
      <inkml:brushProperty name="color" value="#FFC114"/>
    </inkml:brush>
  </inkml:definitions>
  <inkml:trace contextRef="#ctx0" brushRef="#br0">1 300 24575,'9'-10'0,"0"-1"0,-1 0 0,9-15 0,-12 17 0,0 1 0,1-1 0,0 1 0,1 0 0,0 1 0,10-10 0,-16 17 0,-1 0 0,0-1 0,1 1 0,-1 0 0,0-1 0,1 1 0,-1 0 0,1-1 0,-1 1 0,1 0 0,-1 0 0,1 0 0,-1 0 0,1-1 0,-1 1 0,1 0 0,-1 0 0,1 0 0,-1 0 0,1 0 0,-1 0 0,1 0 0,-1 0 0,1 0 0,-1 1 0,1-1 0,-1 0 0,1 0 0,0 1 0,-1 0 0,1-1 0,-1 1 0,1 0 0,-1 0 0,1-1 0,-1 1 0,0 0 0,1 0 0,-1 0 0,0 0 0,0-1 0,0 1 0,1 0 0,-1 1 0,-2 35 0,2-35 0,-28 162 0,-4 43 0,32-182 0,2-17 0,4-16 0,60-168 0,-20 47 0,-38 107 0,55-122 0,-55 128 0,1 0 0,1 1 0,0 0 0,1 1 0,0 0 0,21-19 0,-28 30 0,-1 0 0,0 1 0,1-1 0,0 1 0,-1 0 0,1 0 0,0 0 0,0 0 0,0 1 0,0-1 0,0 1 0,1 0 0,-1 1 0,8-1 0,-8 1 0,-1 0 0,0 1 0,0 0 0,1-1 0,-1 1 0,0 0 0,0 1 0,0-1 0,0 1 0,0-1 0,-1 1 0,1 0 0,0 0 0,-1 0 0,1 0 0,-1 0 0,0 1 0,0-1 0,1 1 0,0 2 0,4 6 0,-1 0 0,-1-1 0,0 2 0,0-1 0,-1 1 0,4 19 0,9 76 0,-14-81 0,14 168-1365,-15-143-5461</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6.966"/>
    </inkml:context>
    <inkml:brush xml:id="br0">
      <inkml:brushProperty name="width" value="0.05" units="cm"/>
      <inkml:brushProperty name="height" value="0.05" units="cm"/>
      <inkml:brushProperty name="color" value="#FFC114"/>
    </inkml:brush>
  </inkml:definitions>
  <inkml:trace contextRef="#ctx0" brushRef="#br0">29 81 24575,'-6'-5'0,"-1"-6"0,-1-3 0,2-2 0,5 2 0,8 3 0,8 3 0,11 6 0,9 4 0,11 1 0,8 0 0,-5 0-8191</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7.123"/>
    </inkml:context>
    <inkml:brush xml:id="br0">
      <inkml:brushProperty name="width" value="0.05" units="cm"/>
      <inkml:brushProperty name="height" value="0.05" units="cm"/>
      <inkml:brushProperty name="color" value="#FFC114"/>
    </inkml:brush>
  </inkml:definitions>
  <inkml:trace contextRef="#ctx0" brushRef="#br0">88 15 24575,'0'-3'0,"0"-4"0,-3 2 0,-1 8 0,1 9 0,-3 11 0,-3 10 0,0 11 0,-1 13 0,-1 7 0,0 5 0,0-1 0,1-12-8191</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47.405"/>
    </inkml:context>
    <inkml:brush xml:id="br0">
      <inkml:brushProperty name="width" value="0.05" units="cm"/>
      <inkml:brushProperty name="height" value="0.05" units="cm"/>
      <inkml:brushProperty name="color" value="#FFC114"/>
    </inkml:brush>
  </inkml:definitions>
  <inkml:trace contextRef="#ctx0" brushRef="#br0">300 94 24575,'0'-4'0,"-1"1"0,0-1 0,0 0 0,0 1 0,0-1 0,-1 1 0,0-1 0,1 1 0,-1 0 0,0 0 0,0 0 0,-1 0 0,1 0 0,-1 0 0,0 0 0,1 1 0,-1 0 0,0-1 0,-6-2 0,3 1 0,0 0 0,-1 1 0,1 0 0,-1 0 0,1 0 0,-1 1 0,0 0 0,0 0 0,-12-1 0,13 4 0,-1-1 0,1 1 0,-1 0 0,1 0 0,-1 1 0,1 0 0,0 0 0,0 0 0,0 1 0,0 0 0,1 0 0,-1 1 0,1-1 0,0 1 0,0 1 0,0-1 0,0 0 0,1 1 0,-1 0 0,1 0 0,1 1 0,-1-1 0,-3 7 0,0 0 0,1 1 0,0 1 0,1-1 0,0 1 0,1 0 0,0 0 0,1 0 0,1 1 0,-1 20 0,3-26 0,0 1 0,0-1 0,1 0 0,1 1 0,0-1 0,0 0 0,0 0 0,1 0 0,1 0 0,0-1 0,0 1 0,0-1 0,1 0 0,0 0 0,1-1 0,0 1 0,0-1 0,0 0 0,1-1 0,0 0 0,0 0 0,1 0 0,0-1 0,0 0 0,0 0 0,0-1 0,18 6 0,-3-3-97,-1-2-1,1 0 1,0-1-1,1-1 1,-1-2-1,1 0 1,-1-1-1,0-2 1,1 0-1,-1-1 1,0-2-1,0 0 0,43-17 1,-9-3-6729</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56.554"/>
    </inkml:context>
    <inkml:brush xml:id="br0">
      <inkml:brushProperty name="width" value="0.05" units="cm"/>
      <inkml:brushProperty name="height" value="0.05" units="cm"/>
      <inkml:brushProperty name="color" value="#FFC114"/>
    </inkml:brush>
  </inkml:definitions>
  <inkml:trace contextRef="#ctx0" brushRef="#br0">705 62 24575,'0'-3'0,"0"1"0,-1-1 0,1 1 0,-1 0 0,0-1 0,0 1 0,0 0 0,0 0 0,0 0 0,0-1 0,-1 1 0,1 0 0,-1 1 0,1-1 0,-1 0 0,0 0 0,0 1 0,1-1 0,-1 1 0,0-1 0,-1 1 0,1 0 0,0 0 0,0 0 0,0 0 0,-4-1 0,-2-1 0,0 1 0,0 0 0,0 0 0,0 1 0,-1 0 0,-13 0 0,-2 3 0,-1 1 0,0 1 0,1 1 0,-41 15 0,-91 44 0,155-64 0,-124 60 0,103-48 0,1 0 0,0 2 0,-28 24 0,45-34 0,1-1 0,-1 1 0,1-1 0,0 1 0,0 0 0,0 0 0,-4 9 0,6-12 0,1 1 0,-1-1 0,1 1 0,0-1 0,-1 1 0,1 0 0,0-1 0,0 1 0,0-1 0,0 1 0,0-1 0,0 1 0,0 0 0,0-1 0,1 1 0,-1-1 0,1 1 0,-1-1 0,1 1 0,0-1 0,-1 0 0,1 1 0,0-1 0,0 0 0,0 1 0,0-1 0,0 0 0,2 1 0,2 2 0,0 0 0,1 0 0,-1-1 0,1 0 0,0 0 0,0 0 0,0-1 0,0 0 0,13 2 0,7 1 0,29 1 0,-50-5 0,160 6 0,-100-6 0,1 3 0,79 15 0,-137-18 0,0 1 0,0 1 0,0-1 0,-1 1 0,1 0 0,-1 1 0,9 6 0,-14-9 0,0 1 0,0-1 0,0 1 0,0-1 0,-1 1 0,1 0 0,-1 0 0,1 0 0,-1 0 0,1 0 0,-1 0 0,0 0 0,0 0 0,0 0 0,-1 1 0,1-1 0,0 0 0,-1 1 0,1-1 0,-1 0 0,0 1 0,0-1 0,0 1 0,0-1 0,0 0 0,-1 1 0,1-1 0,-1 0 0,0 3 0,-2 2 0,0-1 0,0 0 0,-1 0 0,1 0 0,-1 0 0,-1-1 0,1 1 0,-1-1 0,0 0 0,0 0 0,0-1 0,-1 0 0,-9 6 0,-5 2 0,-1-1 0,-36 14 0,22-12-273,0-2 0,0-1 0,-1-3 0,-49 6 0,41-9-6553</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56.805"/>
    </inkml:context>
    <inkml:brush xml:id="br0">
      <inkml:brushProperty name="width" value="0.05" units="cm"/>
      <inkml:brushProperty name="height" value="0.05" units="cm"/>
      <inkml:brushProperty name="color" value="#FFC114"/>
    </inkml:brush>
  </inkml:definitions>
  <inkml:trace contextRef="#ctx0" brushRef="#br0">1 23 24575,'0'-2'0,"0"1"0,0 0 0,0 0 0,0 0 0,0-1 0,0 1 0,0 0 0,1 0 0,-1 0 0,0 0 0,1 0 0,-1-1 0,1 1 0,-1 0 0,1 0 0,-1 0 0,2-1 0,4 5 0,-2 12 0,12 73 0,3-1 0,50 136 0,89 160 0,-126-308 0,-27-63 27,54 110-1419,-44-96-5434</inkml:trace>
</inkml:ink>
</file>

<file path=ppt/ink/ink7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57.225"/>
    </inkml:context>
    <inkml:brush xml:id="br0">
      <inkml:brushProperty name="width" value="0.05" units="cm"/>
      <inkml:brushProperty name="height" value="0.05" units="cm"/>
      <inkml:brushProperty name="color" value="#FFC114"/>
    </inkml:brush>
  </inkml:definitions>
  <inkml:trace contextRef="#ctx0" brushRef="#br0">462 165 24575,'-1'-7'0,"1"1"0,-1-1 0,-1 1 0,1-1 0,-1 1 0,0 0 0,-1-1 0,1 1 0,-1 0 0,0 1 0,-1-1 0,1 0 0,-7-7 0,4 7 0,0 0 0,0-1 0,0 2 0,-1-1 0,0 1 0,0 0 0,0 0 0,0 1 0,-16-7 0,13 9 0,1-1 0,-1 1 0,0 0 0,0 1 0,0 1 0,0-1 0,0 1 0,0 1 0,0 0 0,0 0 0,0 1 0,0 1 0,0-1 0,1 1 0,-1 1 0,-13 7 0,9-4 0,0 1 0,1 1 0,-1 0 0,2 1 0,-1 0 0,2 1 0,-1 0 0,1 1 0,-15 22 0,23-30 0,0 1 0,1-1 0,0 0 0,0 1 0,0-1 0,0 1 0,1 0 0,-1 0 0,1-1 0,0 1 0,1 0 0,-1 7 0,1-8 0,1 0 0,-1-1 0,1 1 0,0-1 0,0 0 0,0 1 0,1-1 0,-1 0 0,1 0 0,-1 1 0,1-1 0,0-1 0,1 1 0,-1 0 0,0 0 0,1-1 0,-1 1 0,4 2 0,5 2 0,0 0 0,1 0 0,-1-1 0,1 0 0,1-1 0,-1 0 0,26 5 0,98 11 0,-91-15 0,6 0 0,-5-1 0,-1 2 0,66 18 0,-109-24 0,0 0 0,1-1 0,-1 1 0,0 0 0,0 0 0,1 1 0,-1-1 0,0 0 0,0 1 0,0-1 0,0 1 0,-1 0 0,1-1 0,2 5 0,-3-5 0,-1 0 0,0 0 0,1 1 0,-1-1 0,0 0 0,0 1 0,0-1 0,0 0 0,0 1 0,0-1 0,-1 0 0,1 1 0,0-1 0,-1 0 0,1 0 0,0 1 0,-1-1 0,0 0 0,1 0 0,-1 0 0,0 0 0,0 0 0,1 0 0,-1 0 0,0 0 0,0 0 0,0 0 0,-2 1 0,-5 6 0,-2-1 0,1 0 0,-1-1 0,0 1 0,0-2 0,-1 1 0,-21 6 0,-83 20 0,112-31 0,-45 9-341,0-1 0,-1-3-1,-59 1 1,57-8-6485</inkml:trace>
</inkml:ink>
</file>

<file path=ppt/ink/ink7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57.473"/>
    </inkml:context>
    <inkml:brush xml:id="br0">
      <inkml:brushProperty name="width" value="0.05" units="cm"/>
      <inkml:brushProperty name="height" value="0.05" units="cm"/>
      <inkml:brushProperty name="color" value="#FFC114"/>
    </inkml:brush>
  </inkml:definitions>
  <inkml:trace contextRef="#ctx0" brushRef="#br0">1 69 24575,'15'-68'0,"-9"85"0,9 39 0,2 0 0,35 71 0,62 101 0,-13-29 0,-74-138 0,27 84 0,-44-108-1365,-2-8-5461</inkml:trace>
</inkml:ink>
</file>

<file path=ppt/ink/ink7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57.940"/>
    </inkml:context>
    <inkml:brush xml:id="br0">
      <inkml:brushProperty name="width" value="0.05" units="cm"/>
      <inkml:brushProperty name="height" value="0.05" units="cm"/>
      <inkml:brushProperty name="color" value="#FFC114"/>
    </inkml:brush>
  </inkml:definitions>
  <inkml:trace contextRef="#ctx0" brushRef="#br0">487 186 24575,'-1'-4'0,"0"-1"0,-1 1 0,1 0 0,-1 0 0,0 0 0,0 0 0,0 1 0,0-1 0,-5-4 0,-2-6 0,2 0 0,-1 1 0,-1 0 0,0 0 0,0 1 0,-17-15 0,22 23 0,0 0 0,-1 1 0,0-1 0,0 1 0,0 1 0,0-1 0,0 1 0,-1 0 0,1 0 0,-1 0 0,0 1 0,1 0 0,-1 0 0,0 0 0,0 1 0,1 0 0,-12 1 0,1 2 0,0 1 0,1 0 0,-1 1 0,1 1 0,0 0 0,1 1 0,-1 1 0,1 0 0,1 1 0,0 0 0,0 1 0,1 1 0,0 0 0,0 1 0,2 0 0,-1 0 0,2 1 0,-12 19 0,18-25 0,0 0 0,0 0 0,1 0 0,0 0 0,0 1 0,0-1 0,1 1 0,0-1 0,1 1 0,0 9 0,0-13 0,1 0 0,-1 0 0,1 0 0,0 0 0,0-1 0,0 1 0,1 0 0,-1 0 0,1-1 0,0 1 0,0-1 0,0 0 0,0 1 0,1-1 0,-1 0 0,1 0 0,0-1 0,0 1 0,0 0 0,0-1 0,5 3 0,10 4 0,0-1 0,0-1 0,36 10 0,63 6 0,-34-7 0,-30-6 0,-28-6 0,0 1 0,-1 1 0,0 0 0,0 2 0,38 19 0,-59-25 0,1 0 0,0 1 0,-1-1 0,0 1 0,0 0 0,0-1 0,0 2 0,0-1 0,0 0 0,-1 0 0,0 1 0,3 4 0,-4-6 0,-1 0 0,1 0 0,0 1 0,-1-1 0,0 0 0,0 0 0,1 1 0,-1-1 0,0 0 0,-1 0 0,1 1 0,0-1 0,-1 0 0,1 0 0,-1 0 0,0 1 0,0-1 0,0 0 0,0 0 0,0 0 0,0 0 0,0-1 0,0 1 0,-3 2 0,-3 4 0,0-1 0,-1 0 0,-1 0 0,1 0 0,-1-1 0,0 0 0,0-1 0,-1 0 0,1-1 0,-1 1 0,0-2 0,-14 4 0,-5 0 0,0-2 0,0-1 0,-38 1 0,39-5-682,-53-6-1,36-2-6143</inkml:trace>
</inkml:ink>
</file>

<file path=ppt/ink/ink7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49:58.221"/>
    </inkml:context>
    <inkml:brush xml:id="br0">
      <inkml:brushProperty name="width" value="0.05" units="cm"/>
      <inkml:brushProperty name="height" value="0.05" units="cm"/>
      <inkml:brushProperty name="color" value="#FFC114"/>
    </inkml:brush>
  </inkml:definitions>
  <inkml:trace contextRef="#ctx0" brushRef="#br0">25 19 24575,'0'-1'0,"0"0"0,0 1 0,0-1 0,0 0 0,0 0 0,-1 0 0,1 1 0,0-1 0,-1 0 0,1 0 0,0 1 0,-1-1 0,1 0 0,-1 1 0,1-1 0,-1 0 0,1 1 0,-1-1 0,1 1 0,-1-1 0,0 1 0,1-1 0,-1 1 0,0-1 0,0 1 0,1 0 0,-1-1 0,-1 1 0,2 0 0,-1 0 0,1 0 0,0-1 0,-1 1 0,1 0 0,0 0 0,-1 1 0,1-1 0,0 0 0,-1 0 0,1 0 0,0 0 0,-1 0 0,1 0 0,0 0 0,-1 0 0,1 1 0,0-1 0,-1 0 0,1 0 0,0 0 0,0 1 0,-1-1 0,1 0 0,0 1 0,-1 0 0,1 0 0,0-1 0,-1 1 0,1 0 0,0 0 0,0 0 0,-1 0 0,1 0 0,0 0 0,0-1 0,0 1 0,0 0 0,0 0 0,1 0 0,-1 1 0,5 15 0,0 0 0,1-1 0,1 1 0,0-2 0,16 25 0,2 6 0,18 47 0,55 177 0,2 107 0,-63-229 0,-13-48-1365,-18-83-5461</inkml:trace>
</inkml:ink>
</file>

<file path=ppt/ink/ink7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1.404"/>
    </inkml:context>
    <inkml:brush xml:id="br0">
      <inkml:brushProperty name="width" value="0.05" units="cm"/>
      <inkml:brushProperty name="height" value="0.05" units="cm"/>
      <inkml:brushProperty name="color" value="#FFC114"/>
    </inkml:brush>
  </inkml:definitions>
  <inkml:trace contextRef="#ctx0" brushRef="#br0">48 2480 24575,'0'-2'0,"-1"0"0,1 0 0,-1 0 0,0 1 0,0-1 0,1 0 0,-1 0 0,-1 0 0,1 1 0,0-1 0,-2-2 0,-8-13 0,4-9 0,2 0 0,0-1 0,2 0 0,0-53 0,2 53 0,24-712-480,-12 571 330,23-323-2,13-284 179,-46 722 728,-1 65-2120,-1 2-5461</inkml:trace>
</inkml:ink>
</file>

<file path=ppt/ink/ink7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1.762"/>
    </inkml:context>
    <inkml:brush xml:id="br0">
      <inkml:brushProperty name="width" value="0.05" units="cm"/>
      <inkml:brushProperty name="height" value="0.05" units="cm"/>
      <inkml:brushProperty name="color" value="#FFC114"/>
    </inkml:brush>
  </inkml:definitions>
  <inkml:trace contextRef="#ctx0" brushRef="#br0">153 93 24575,'-1'6'0,"0"0"0,0-1 0,-1 1 0,0 0 0,0-1 0,0 0 0,-4 6 0,-4 12 0,-69 143 0,48-105 0,20-45 0,10-16 0,1 0 0,0 0 0,0 0 0,0 0 0,0 0 0,-1 0 0,1 0 0,0 0 0,0 0 0,0 0 0,0-1 0,0 1 0,-1 0 0,1 0 0,0 0 0,0 0 0,0 0 0,0 0 0,0 0 0,-1-1 0,1 1 0,0 0 0,0 0 0,0 0 0,0 0 0,0 0 0,0-1 0,0 1 0,0 0 0,0 0 0,0 0 0,0 0 0,0-1 0,0 1 0,0 0 0,0 0 0,0 0 0,0 0 0,0-1 0,0 1 0,0 0 0,0 0 0,0 0 0,0 0 0,0-1 0,0 1 0,5-37 0,2 9 0,2 1 0,1 0 0,0 0 0,2 1 0,2 1 0,0 0 0,1 1 0,1 0 0,2 2 0,22-24 0,-34 40 0,0 0 0,1 0 0,-1 1 0,1-1 0,0 2 0,1-1 0,-1 1 0,1 0 0,0 1 0,0 0 0,0 0 0,1 0 0,-1 1 0,1 1 0,-1-1 0,1 2 0,-1-1 0,1 1 0,0 0 0,-1 1 0,1 0 0,-1 0 0,1 1 0,-1 0 0,1 0 0,-1 1 0,0 0 0,11 6 0,6 6-227,-1 2-1,-1 0 1,0 1-1,-1 2 1,34 39-1,-4-1-6598</inkml:trace>
</inkml:ink>
</file>

<file path=ppt/ink/ink7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2.558"/>
    </inkml:context>
    <inkml:brush xml:id="br0">
      <inkml:brushProperty name="width" value="0.05" units="cm"/>
      <inkml:brushProperty name="height" value="0.05" units="cm"/>
      <inkml:brushProperty name="color" value="#FFC114"/>
    </inkml:brush>
  </inkml:definitions>
  <inkml:trace contextRef="#ctx0" brushRef="#br0">390 222 24575,'-2'0'0,"0"-1"0,0 1 0,0-1 0,0 1 0,0-1 0,0 0 0,0 1 0,0-1 0,0 0 0,1 0 0,-1-1 0,0 1 0,-2-3 0,-22-23 0,10 10 0,12 13 0,0 0 0,0 1 0,-1 0 0,1 0 0,-1 0 0,0 0 0,0 1 0,0 0 0,0 0 0,0 0 0,-1 1 0,1 0 0,0 0 0,-1 0 0,1 0 0,-1 1 0,1 0 0,-1 0 0,-6 1 0,3 1 0,1 1 0,-1-1 0,1 1 0,0 0 0,0 1 0,0 0 0,1 0 0,-1 1 0,1 0 0,0 0 0,-9 10 0,5-4 0,0 0 0,2 0 0,-1 1 0,1 0 0,1 1 0,0 0 0,1 0 0,1 0 0,0 1 0,0 0 0,-5 23 0,9-26 0,0 0 0,1 0 0,0 0 0,0 0 0,1 0 0,1 0 0,0 0 0,0 0 0,1 0 0,1 0 0,0-1 0,0 1 0,1-1 0,0 1 0,1-1 0,8 13 0,-5-12 0,0 0 0,1 0 0,0-1 0,1 0 0,0 0 0,0-1 0,1-1 0,21 14 0,-14-13 0,0 0 0,0-1 0,0-1 0,1-1 0,30 7 0,-11-7 0,1-2 0,0-1 0,0-2 0,0-2 0,66-9 0,-56 2 0,-1-1 0,-1-3 0,48-19 0,-68 21 0,-2-1 0,1-1 0,-2-2 0,0 0 0,0-2 0,36-31 0,-51 39 0,-1-1 0,0 0 0,0 0 0,0-1 0,-2 0 0,1 0 0,-1-1 0,-1 1 0,1-1 0,-2-1 0,0 1 0,4-18 0,-6 18 0,-1 1 0,0 0 0,-1-1 0,0 1 0,0-1 0,-1 1 0,-1 0 0,0 0 0,0-1 0,-1 1 0,0 0 0,-1 1 0,0-1 0,-9-16 0,4 12 31,0 1 0,-1 0 0,-1 0 0,0 1 0,0 0 0,-1 1 0,-1 0 0,0 1 1,0 0-1,-28-14 0,18 13-275,1 1 0,-2 2 0,1 0 0,-1 1 1,0 1-1,-37-3 0,-20 2-6582</inkml:trace>
</inkml:ink>
</file>

<file path=ppt/ink/ink7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3.010"/>
    </inkml:context>
    <inkml:brush xml:id="br0">
      <inkml:brushProperty name="width" value="0.05" units="cm"/>
      <inkml:brushProperty name="height" value="0.05" units="cm"/>
      <inkml:brushProperty name="color" value="#FFC114"/>
    </inkml:brush>
  </inkml:definitions>
  <inkml:trace contextRef="#ctx0" brushRef="#br0">408 106 24575,'-15'-1'0,"-1"2"0,1 0 0,-1 1 0,1 0 0,-1 1 0,1 1 0,0 1 0,1 0 0,-1 1 0,1 0 0,0 1 0,0 1 0,1 0 0,0 1 0,0 0 0,1 1 0,1 0 0,-18 20 0,12-9 0,0 1 0,1 0 0,2 1 0,-13 26 0,22-38 0,0 0 0,1 1 0,0 0 0,0 0 0,1 0 0,1 0 0,0 0 0,1 0 0,0 1 0,1-1 0,1 16 0,0-23 0,0 0 0,1 0 0,-1 0 0,1 0 0,0 0 0,0-1 0,0 1 0,1-1 0,-1 0 0,1 1 0,0-1 0,6 6 0,-3-4 0,1-1 0,0 1 0,0-1 0,0 0 0,0-1 0,16 7 0,4-1 0,0-2 0,1 0 0,41 4 0,-64-11 0,76 13 0,1-4 0,100 0 0,-152-10 0,0-2 0,-1-1 0,1-1 0,-1-1 0,0-2 0,-1-1 0,0-1 0,0-1 0,44-24 0,-55 23 0,0 0 0,-1-2 0,-1 0 0,0-1 0,-1 0 0,0-1 0,-1 0 0,0-2 0,-2 1 0,0-1 0,10-22 0,-15 27 0,0-1 0,0 0 0,-2 0 0,0-1 0,0 1 0,-1-1 0,-1 0 0,0 0 0,-1 0 0,0 0 0,-1 0 0,-1 0 0,0 0 0,-1 0 0,-1 1 0,-7-27 0,5 31 0,0-1 0,0 1 0,-1 0 0,0 0 0,0 1 0,-1-1 0,0 2 0,-1-1 0,0 1 0,0 0 0,0 0 0,-1 1 0,0 0 0,0 1 0,-1 0 0,1 0 0,-20-5 0,0 1 0,-1 1 0,0 1 0,-1 2 0,-57-3 0,64 7-682,-39 4-1,32 2-6143</inkml:trace>
</inkml:ink>
</file>

<file path=ppt/ink/ink7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3.414"/>
    </inkml:context>
    <inkml:brush xml:id="br0">
      <inkml:brushProperty name="width" value="0.05" units="cm"/>
      <inkml:brushProperty name="height" value="0.05" units="cm"/>
      <inkml:brushProperty name="color" value="#FFC114"/>
    </inkml:brush>
  </inkml:definitions>
  <inkml:trace contextRef="#ctx0" brushRef="#br0">820 217 24575,'1'-4'0,"1"0"0,-1 0 0,0 0 0,0 0 0,0-1 0,-1 1 0,1 0 0,-1 0 0,0-1 0,0 1 0,-1 0 0,1-1 0,-1 1 0,0 0 0,0 0 0,0 0 0,-1 0 0,0 0 0,1 0 0,-1 0 0,-1 0 0,-2-4 0,-1 0 0,0 0 0,0 1 0,-1 0 0,0 0 0,0 0 0,-1 1 0,1 0 0,-17-9 0,7 7 0,-1 0 0,0 2 0,0 0 0,-1 1 0,0 0 0,0 2 0,0 0 0,0 1 0,-31 2 0,14 1 0,0 3 0,0 0 0,0 3 0,-42 13 0,55-14 0,1 2 0,0 1 0,0 1 0,1 0 0,1 2 0,0 0 0,-36 30 0,48-35 0,0 0 0,1 0 0,0 1 0,1 0 0,0 0 0,0 1 0,0 0 0,1 0 0,1 0 0,0 0 0,0 1 0,0 0 0,2-1 0,-1 1 0,1 1 0,0-1 0,1 0 0,0 0 0,1 0 0,1 17 0,1-16 0,0 0 0,0 0 0,1 0 0,1 0 0,-1 0 0,2-1 0,-1 0 0,2 0 0,-1 0 0,1 0 0,14 16 0,-9-15 0,0 1 0,1-2 0,0 0 0,1 0 0,0-2 0,0 1 0,28 11 0,-15-9 0,0-2 0,0-1 0,1-1 0,0-1 0,1-1 0,-1-2 0,1-1 0,0-1 0,39-3 0,-44-1 0,0-1 0,0 0 0,-1-2 0,1-1 0,-1 0 0,-1-2 0,1 0 0,-2-2 0,1 0 0,24-19 0,-35 22 0,0 0 0,-1-1 0,0 0 0,0 0 0,-1-1 0,-1 0 0,1 0 0,10-23 0,-14 24 0,0-1 0,-1 1 0,0-1 0,-1 0 0,0 0 0,0 0 0,-1 0 0,-1 0 0,0-1 0,0 1 0,-1 0 0,-2-13 0,1 12 0,-1 1 0,0-1 0,0 0 0,-2 1 0,1 0 0,-1-1 0,0 2 0,-1-1 0,0 1 0,-1 0 0,0 0 0,-11-10 0,11 13 0,1 0 0,-1 0 0,-1 1 0,1 0 0,-1 1 0,0-1 0,0 1 0,0 1 0,0 0 0,-1 0 0,1 0 0,-1 1 0,0 1 0,1-1 0,-1 2 0,-10-1 0,-37 7-1365,4 7-5461</inkml:trace>
</inkml:ink>
</file>

<file path=ppt/ink/ink7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3.806"/>
    </inkml:context>
    <inkml:brush xml:id="br0">
      <inkml:brushProperty name="width" value="0.05" units="cm"/>
      <inkml:brushProperty name="height" value="0.05" units="cm"/>
      <inkml:brushProperty name="color" value="#FFC114"/>
    </inkml:brush>
  </inkml:definitions>
  <inkml:trace contextRef="#ctx0" brushRef="#br0">231 19 24575,'5'25'0,"-5"-23"0,1 0 0,-1 0 0,1-1 0,-1 1 0,1 0 0,-1 0 0,0 0 0,0-1 0,0 1 0,0 0 0,0 0 0,0 0 0,-1-1 0,1 1 0,-1 0 0,1 0 0,-1-1 0,1 1 0,-1 0 0,0-1 0,0 1 0,0-1 0,0 1 0,0-1 0,-2 3 0,-39 42 0,17-19 0,-41 56 0,45-50 0,-21 42 0,37-65 0,0 1 0,1 0 0,0 0 0,1 0 0,0 0 0,0 0 0,2 1 0,-2 20 0,4-27 0,-1 0 0,1-1 0,0 1 0,0 0 0,0 0 0,1 0 0,-1-1 0,1 1 0,0-1 0,1 1 0,-1-1 0,1 0 0,5 7 0,-2-5 0,0 0 0,0 0 0,1-1 0,0 0 0,0 0 0,0-1 0,11 6 0,6 0 0,1-1 0,0-1 0,0-1 0,30 4 0,-13-4 0,1-2 0,0-2 0,0-2 0,78-8 0,-90 3 0,0-1 0,-1-2 0,0 0 0,0-3 0,-1 0 0,0-2 0,39-22 0,-55 26 0,-1 0 0,0-1 0,-1-1 0,0 0 0,0 0 0,-1-1 0,0 0 0,-1-1 0,0 0 0,-1-1 0,11-21 0,-15 26 0,-1-1 0,0 0 0,0 1 0,-1-1 0,0-1 0,0 1 0,-1 0 0,0 0 0,-1-1 0,0 1 0,0 0 0,-1-1 0,0 1 0,-1 0 0,0 0 0,0 0 0,-1 0 0,0 0 0,-7-12 0,2 7 31,-1 1 0,0 0 0,-1 0 0,-1 1 0,0 1 0,0 0 0,-1 0 0,0 1 1,-1 0-1,-20-10 0,8 6-373,0 1 1,-1 2 0,0 1-1,-55-14 1,50 17-6485</inkml:trace>
</inkml:ink>
</file>

<file path=ppt/ink/ink7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4.181"/>
    </inkml:context>
    <inkml:brush xml:id="br0">
      <inkml:brushProperty name="width" value="0.05" units="cm"/>
      <inkml:brushProperty name="height" value="0.05" units="cm"/>
      <inkml:brushProperty name="color" value="#FFC114"/>
    </inkml:brush>
  </inkml:definitions>
  <inkml:trace contextRef="#ctx0" brushRef="#br0">727 388 24575,'6'-5'0,"1"0"0,-1-1 0,0 0 0,0 0 0,0-1 0,-1 1 0,0-1 0,-1-1 0,1 1 0,-1 0 0,-1-1 0,1 0 0,-2 0 0,1 0 0,-1 0 0,0 0 0,0-1 0,-1 1 0,0-1 0,-1 1 0,0-1 0,0 1 0,-1 0 0,0-1 0,0 1 0,-1-1 0,0 1 0,-1 0 0,1 0 0,-2 0 0,1 1 0,-1-1 0,0 1 0,-1-1 0,0 1 0,0 1 0,0-1 0,-1 1 0,-9-9 0,1 5 0,0 1 0,0 0 0,-1 1 0,0 0 0,-1 2 0,1 0 0,-1 0 0,-1 1 0,1 1 0,-1 1 0,-21-2 0,10 3 0,1 1 0,-1 1 0,0 2 0,0 0 0,0 2 0,-28 8 0,35-7 0,1 2 0,0 0 0,1 2 0,0 0 0,0 1 0,1 0 0,0 2 0,1 0 0,1 1 0,-27 27 0,35-32 0,0 1 0,1 0 0,0 0 0,1 1 0,-1 0 0,2 0 0,0 1 0,0-1 0,1 1 0,0 0 0,1 0 0,0 1 0,1-1 0,0 1 0,1-1 0,0 1 0,1-1 0,0 1 0,1 0 0,4 22 0,-3-24 0,1 0 0,1-1 0,-1 1 0,2 0 0,-1-1 0,1 0 0,1 0 0,0-1 0,0 1 0,9 8 0,-5-6 0,1-1 0,0-1 0,1 0 0,0 0 0,1-2 0,20 11 0,-5-6 0,1-2 0,0 0 0,0-2 0,1-2 0,0 0 0,43 1 0,-35-5 0,0-1 0,-1-3 0,1-1 0,48-10 0,-65 8 0,1-1 0,-1 0 0,0-2 0,0 0 0,-1-1 0,0-2 0,0 0 0,27-21 0,-39 26 0,0-1 0,-1 0 0,0 0 0,-1-1 0,0 0 0,0 0 0,0 0 0,-1-1 0,7-16 0,-10 19 0,0 0 0,0 0 0,0 0 0,-1 0 0,0-1 0,0 1 0,-1-1 0,0 1 0,0 0 0,0-1 0,-1 1 0,0-1 0,0 1 0,-1 0 0,1 0 0,-4-7 0,-15-24-1365,-3 5-5461</inkml:trace>
</inkml:ink>
</file>

<file path=ppt/ink/ink7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4.568"/>
    </inkml:context>
    <inkml:brush xml:id="br0">
      <inkml:brushProperty name="width" value="0.05" units="cm"/>
      <inkml:brushProperty name="height" value="0.05" units="cm"/>
      <inkml:brushProperty name="color" value="#FFC114"/>
    </inkml:brush>
  </inkml:definitions>
  <inkml:trace contextRef="#ctx0" brushRef="#br0">320 1 24575,'-5'9'0,"0"0"0,0-1 0,-1 1 0,-1-1 0,1 0 0,-10 8 0,-5 1 0,-25 17 0,43-32 0,-14 11 0,1 0 0,1 1 0,0 1 0,1 1 0,0 0 0,2 0 0,0 2 0,0-1 0,2 1 0,0 1 0,-13 37 0,16-37 0,1 0 0,1 0 0,1 1 0,1 0 0,0 0 0,2 0 0,0 0 0,1 0 0,1 0 0,1-1 0,1 1 0,8 31 0,-8-43 0,-1 0 0,2-1 0,-1 1 0,1-1 0,0 1 0,0-1 0,1 0 0,0-1 0,0 1 0,1-1 0,0 0 0,10 8 0,-7-8 0,1 0 0,0 0 0,0-1 0,0 0 0,1-1 0,-1 0 0,1-1 0,20 4 0,-1-3 0,1 0 0,0-2 0,-1-2 0,1 0 0,38-7 0,-45 4 0,1-2 0,-1-1 0,-1 0 0,1-2 0,-1-1 0,-1-1 0,22-13 0,-34 17 0,-1 0 0,0-1 0,-1 0 0,1 0 0,-1-1 0,-1 0 0,0-1 0,0 1 0,10-18 0,-10 12 0,0 0 0,-1 0 0,0-1 0,-2 0 0,1 0 0,2-21 0,-4 8 0,-1 1 0,-1-1 0,-2 0 0,0 1 0,-2-1 0,-1 0 0,-12-39 0,13 53 69,-2 0-1,0 1 0,0-1 0,-10-15 1,14 26-138,-1 0 1,0 0 0,0 1 0,0-1-1,0 0 1,0 1 0,0-1-1,-1 1 1,1 0 0,-1 0 0,1 0-1,-1 0 1,0 1 0,0-1 0,0 1-1,0-1 1,0 1 0,0 0 0,0 0-1,-1 0 1,1 1 0,0-1-1,0 1 1,-6 0 0,-9 3-6758</inkml:trace>
</inkml:ink>
</file>

<file path=ppt/ink/ink7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5.568"/>
    </inkml:context>
    <inkml:brush xml:id="br0">
      <inkml:brushProperty name="width" value="0.05" units="cm"/>
      <inkml:brushProperty name="height" value="0.05" units="cm"/>
      <inkml:brushProperty name="color" value="#FFC114"/>
    </inkml:brush>
  </inkml:definitions>
  <inkml:trace contextRef="#ctx0" brushRef="#br0">199 335 24575,'0'0'0,"-1"-1"0,1 0 0,-1 1 0,1-1 0,-1 0 0,1 1 0,-1-1 0,0 1 0,1-1 0,-1 1 0,0 0 0,1-1 0,-1 1 0,0 0 0,0-1 0,0 1 0,1 0 0,-1 0 0,0-1 0,0 1 0,0 0 0,1 0 0,-1 0 0,0 0 0,0 0 0,0 1 0,0-1 0,1 0 0,-1 0 0,0 0 0,0 1 0,0-1 0,1 0 0,-1 1 0,0-1 0,1 1 0,-1-1 0,0 1 0,1-1 0,-1 1 0,0-1 0,1 1 0,-1-1 0,1 1 0,-1 0 0,1 0 0,-1 0 0,-1 3 0,0 0 0,0 0 0,0 0 0,1 1 0,0-1 0,-1 0 0,0 8 0,-7 114 0,3-20 0,-53 401-293,-9 107-96,59-413 496,9-157-29,3 1 0,12 67 0,-10-88-44,0-1-1,2 0 1,1 0-1,1-1 1,1 0-1,15 23 1,-15-29-22,1-1-1,0 0 1,1-1 0,1 0 0,0-1 0,1-1 0,1 0-1,29 19 1,-9-11-1,1-2 0,1-2 0,1-1 0,51 13 0,164 25-286,342 15-1616,7-39-56,-347-19 1619,490 26-2348,566 21-1,-2-44 2489,-700-38-224,-7-46 268,-337 12 938,-230 48-532,-1-1 0,-1-1 0,0-2 0,-1-1 1,42-29-1,-61 35 128,0 0 1,0-1 0,-1 0-1,-1-1 1,0-1-1,0 0 1,-2 0 0,1-1-1,11-24 1,-12 18 67,-1-1-1,-1 0 1,-1 0 0,0-1 0,-2 1 0,3-38-1,2-182 288,0-13-484,34-76-261,-10 98 0,-28 191 0,-3 1 0,-1-1 0,-2 1 0,-1-1 0,-16-76 0,10 87 0,0 1 0,-2 0 0,-2 0 0,0 1 0,-2 1 0,-1 0 0,-1 1 0,-29-36 0,14 27-66,-1 1 0,-2 2 0,-1 2-1,-2 1 1,0 1 0,-2 2 0,-1 2-1,-63-27 1,14 14-83,-2 3 0,-1 5 0,-104-20 0,-458-41-1941,-8 60-764,-2197 70-623,1707 32 2241,665-20 3111,321-26 1129,128-14-1975,38-12-958,-1 0-1,1 0 1,-1 0-1,1 0 1,-1 0-1,1 1 0,-1-1 1,1 0-1,-1 1 1,1-1-1,-1 0 0,1 1 1,-1-1-1,1 0 1,0 1-1,-1-1 0,1 1 1,0-1-1,-1 1 1,1-1-1,0 1 0,0-1 1,-1 1-1,1-1 1,0 1-1,0-1 0,0 1 1,0 0-97,0 0 0,1-1 0,-1 1 0,1-1 1,-1 1-1,0-1 0,1 1 0,0-1 0,-1 1 0,1-1 0,-1 1 1,1-1-1,0 1 0,-1-1 0,1 0 0,0 0 0,0 1 0,21 6-4730</inkml:trace>
</inkml:ink>
</file>

<file path=ppt/ink/ink7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8.021"/>
    </inkml:context>
    <inkml:brush xml:id="br0">
      <inkml:brushProperty name="width" value="0.05" units="cm"/>
      <inkml:brushProperty name="height" value="0.05" units="cm"/>
      <inkml:brushProperty name="color" value="#FFC114"/>
    </inkml:brush>
  </inkml:definitions>
  <inkml:trace contextRef="#ctx0" brushRef="#br0">12 683 24575,'-6'-31'0,"4"28"0,1 1 0,1-1 0,-1 0 0,0 0 0,1 0 0,-1 1 0,1-1 0,0 0 0,0 0 0,0 0 0,0 0 0,1 0 0,0-4 0,-1 7 0,0 0 0,0 0 0,0 0 0,0-1 0,0 1 0,0 0 0,0 0 0,0 0 0,0 0 0,1 0 0,-1-1 0,0 1 0,0 0 0,0 0 0,0 0 0,0 0 0,0 0 0,0 0 0,0-1 0,0 1 0,1 0 0,-1 0 0,0 0 0,0 0 0,0 0 0,0 0 0,0 0 0,0 0 0,1 0 0,-1 0 0,0-1 0,0 1 0,0 0 0,0 0 0,1 0 0,-1 0 0,0 0 0,0 0 0,0 0 0,0 0 0,0 0 0,1 0 0,-1 0 0,0 0 0,0 1 0,6 6 0,2 12 0,-4 1 0,-1 0 0,-2-1 0,0 35 0,-1-68 0,0 5 0,-1-1 0,2 0 0,0 0 0,0 1 0,0-1 0,2 1 0,-1-1 0,1 1 0,5-12 0,36-63 0,-42 85 0,-1 8 0,0 14 0,-6 78 0,-35 186 0,40-286 0,-1 6 0,0-1 0,-1 0 0,0 0 0,0 0 0,-2 6 0,4-12 0,0 0 0,-1 0 0,1 1 0,0-1 0,0 0 0,0 0 0,0 0 0,0 0 0,0 0 0,0 0 0,0 0 0,0 0 0,0 0 0,0 0 0,0 0 0,0 1 0,0-1 0,0 0 0,0 0 0,0 0 0,-1 0 0,1 0 0,0 0 0,0 0 0,0 0 0,0 0 0,0 0 0,0 0 0,0 0 0,0 0 0,0 0 0,-1 0 0,1 0 0,0 0 0,0 0 0,0 0 0,0 0 0,0 0 0,0 0 0,0 0 0,0 0 0,0 0 0,0 0 0,-1 0 0,1 0 0,0 0 0,0 0 0,0 0 0,0 0 0,0 0 0,0-1 0,0 1 0,0 0 0,0 0 0,0 0 0,0 0 0,0 0 0,0 0 0,-1 0 0,-2-10 0,0-11 0,0-56 0,4 1 0,2 0 0,20-104 0,-13 125 0,3 2 0,2 0 0,2 1 0,3 0 0,37-69 0,-47 102 0,1 1 0,1 0 0,0 1 0,1 1 0,1 0 0,29-25 0,-38 37 0,0 0 0,0 0 0,1 1 0,0 0 0,0 0 0,0 0 0,0 1 0,0 0 0,0 0 0,1 1 0,7-2 0,-9 3 0,0 0 0,1 0 0,-1 1 0,0 0 0,0-1 0,1 2 0,-1-1 0,0 1 0,0 0 0,0 0 0,0 0 0,-1 0 0,1 1 0,-1 0 0,7 5 0,-1 1 0,0 1 0,-1 0 0,0 0 0,0 1 0,-1 0 0,-1 0 0,0 1 0,0 0 0,-1 0 0,4 14 0,0 0 0,-2 1 0,0 1 0,6 51 0,-12-61 0,-1 0 0,-1-1 0,0 1 0,-2 0 0,0 0 0,0-1 0,-2 1 0,0-1 0,-1 0 0,-1 0 0,0-1 0,-2 0 0,1 0 0,-2 0 0,0-1 0,-1 0 0,-12 14 0,20-28 0,1 0 0,-1 1 0,1-1 0,0 1 0,0-1 0,0 1 0,0 0 0,0-1 0,0 1 0,1 0 0,-2 3 0,2-4 0,0 0 0,1-1 0,-1 1 0,1 0 0,-1-1 0,0 1 0,1 0 0,-1-1 0,1 1 0,0 0 0,-1-1 0,1 1 0,-1-1 0,1 1 0,0-1 0,-1 1 0,1-1 0,0 0 0,0 1 0,-1-1 0,1 0 0,0 0 0,0 1 0,-1-1 0,1 0 0,0 0 0,0 0 0,1 0 0,37 9 0,11 1 0,67 24 0,-102-28 0,0 0 0,-1 1 0,1 1 0,-2 0 0,1 0 0,-1 2 0,-1-1 0,21 21 0,-30-26 0,1-1 0,-1 1 0,0 0 0,0 0 0,-1 0 0,1 0 0,-1 1 0,0-1 0,0 0 0,-1 1 0,1 0 0,-1-1 0,0 1 0,0 0 0,0 0 0,-1 0 0,0 6 0,-1-6 0,0 0 0,0 0 0,0 0 0,-1 0 0,0 0 0,0 0 0,0 0 0,-1 0 0,0-1 0,0 1 0,0-1 0,0 0 0,0 0 0,-1 0 0,-7 6 0,-4 2 0,-1 0 0,-1 0 0,0-2 0,0 0 0,-1-1 0,-26 9 0,19-9 0,-1-1 0,0-2 0,-1 0 0,-31 1 0,47-6 0,0 0 0,-1-1 0,-19-3 0,28 3 0,1-1 0,-1 1 0,0-1 0,1 0 0,-1 0 0,1 0 0,-1-1 0,1 1 0,-4-3 0,5 3 0,0 1 0,1-1 0,-1 0 0,0 0 0,0 0 0,0 0 0,1 0 0,-1-1 0,1 1 0,-1 0 0,1 0 0,-1 0 0,1-1 0,0 1 0,-1 0 0,1 0 0,0-1 0,0 1 0,0 0 0,0 0 0,0-2 0,1-2 0,0 1 0,0-1 0,0 0 0,1 1 0,0-1 0,0 1 0,0 0 0,0 0 0,1 0 0,0 0 0,5-7 0,5-3 0,23-20 0,19-9 0,1 2 0,2 2 0,2 3 0,1 3 0,113-44 0,-154 69 0,1 0 0,0 1 0,1 2 0,36-6 0,-51 10 0,-1 1 0,1 0 0,-1 0 0,0 1 0,1-1 0,-1 1 0,1 1 0,-1-1 0,0 1 0,0 0 0,0 1 0,0-1 0,0 1 0,0 0 0,-1 1 0,0 0 0,1-1 0,-1 2 0,-1-1 0,7 7 0,-1 1 0,0 1 0,0 0 0,-1 0 0,-1 1 0,0 1 0,-1-1 0,0 1 0,-2 0 0,0 1 0,4 18 0,-8-30 0,-1-1 0,0 1 0,0 0 0,-1 0 0,1-1 0,-1 1 0,1 0 0,-1-1 0,-1 1 0,1-1 0,0 1 0,-1-1 0,1 0 0,-1 1 0,0-1 0,0 0 0,-1 0 0,1 0 0,-3 2 0,0-1 0,1 0 0,-1 0 0,0 0 0,0-1 0,0 0 0,0 0 0,-1 0 0,1-1 0,-1 1 0,1-1 0,-7 1 0,10-3 0,1 1 0,0-1 0,-1 0 0,1 0 0,0 1 0,-1-1 0,1 0 0,0 0 0,-1 0 0,1-1 0,0 1 0,-1 0 0,1 0 0,0-1 0,-1 1 0,1-1 0,0 1 0,-1-1 0,-1-1 0,3 2 0,-1-1 0,0 0 0,1 0 0,-1 0 0,1 0 0,-1 0 0,1 0 0,-1 0 0,1 0 0,0 0 0,-1 0 0,1 0 0,0 0 0,0 0 0,0 0 0,0 0 0,0 0 0,0 0 0,0-2 0,1-2 0,0 0 0,0 0 0,1 0 0,-1 0 0,1 0 0,0 1 0,1-1 0,4-7 0,11-10 0,0 2 0,1 0 0,1 1 0,1 1 0,1 1 0,0 1 0,1 1 0,1 1 0,0 0 0,47-16 0,-64 27 0,1 0 0,0 1 0,-1 0 0,1 0 0,0 1 0,0 0 0,0 1 0,14 0 0,-18 0 0,-1 1 0,1 0 0,-1 0 0,1 0 0,-1 0 0,1 0 0,-1 1 0,0-1 0,0 1 0,0 0 0,0 0 0,0 0 0,0 1 0,-1-1 0,1 1 0,-1-1 0,1 1 0,-1 0 0,0 0 0,0 0 0,2 5 0,25 61 0,-19-44 0,20 39 0,-27-57 0,1-1 0,1 1 0,-1-1 0,1 0 0,0-1 0,0 1 0,1-1 0,0 0 0,0 0 0,9 5 0,-13-9 0,0 0 0,0 0 0,0 0 0,1 0 0,-1 0 0,1 0 0,-1-1 0,0 1 0,1-1 0,-1 0 0,1 1 0,-1-1 0,1 0 0,-1-1 0,1 1 0,-1 0 0,1-1 0,-1 1 0,5-2 0,-4 0 0,1 0 0,0-1 0,-1 1 0,1 0 0,-1-1 0,0 0 0,0 0 0,0 0 0,0 0 0,4-7 0,-1 1 0,-1 0 0,0-1 0,0 1 0,-1-1 0,0 0 0,-1-1 0,0 1 0,2-17 0,-5 18 0,0 0 0,0 0 0,-1 0 0,0 1 0,0-1 0,-1 0 0,0 0 0,0 1 0,-1 0 0,-1-1 0,1 1 0,-1 0 0,-1 0 0,1 1 0,-1-1 0,0 1 0,-1 0 0,0 1 0,0-1 0,-9-6 0,8 7 0,-1 0 0,0 0 0,-1 1 0,1 0 0,-1 1 0,0-1 0,0 2 0,0-1 0,0 1 0,-1 1 0,1 0 0,-1 0 0,0 1 0,1 0 0,-1 1 0,0 0 0,0 0 0,-12 3 0,19-3 0,0 1 0,0 0 0,0-1 0,0 1 0,1 1 0,-1-1 0,0 0 0,1 1 0,-1-1 0,1 1 0,-1 0 0,1-1 0,0 1 0,-1 1 0,1-1 0,0 0 0,1 0 0,-1 1 0,0-1 0,1 1 0,-2 3 0,2-4 0,0 0 0,1 0 0,-1 1 0,1-1 0,0 0 0,0 1 0,0-1 0,0 0 0,0 0 0,0 1 0,1-1 0,-1 0 0,1 0 0,0 1 0,-1-1 0,1 0 0,0 0 0,0 0 0,0 0 0,1 0 0,-1 0 0,0 0 0,1-1 0,-1 1 0,1 0 0,0-1 0,3 3 0,3 2 0,1 0 0,0 0 0,0-1 0,1-1 0,0 1 0,-1-2 0,1 1 0,1-1 0,-1-1 0,0 0 0,1 0 0,15 0 0,-6-2 0,0 0 0,-1-2 0,0 0 0,1-1 0,35-10 0,-38 7 0,-1-1 0,0-1 0,17-10 0,8-5 0,-40 23 0,0-1 0,0 1 0,0 0 0,0-1 0,0 1 0,0 0 0,0 0 0,-1 0 0,1 0 0,0 0 0,0 0 0,0 0 0,0 0 0,0 0 0,0 0 0,0 0 0,0 1 0,0-1 0,0 0 0,0 1 0,0-1 0,0 1 0,-1-1 0,1 1 0,0-1 0,0 1 0,-1-1 0,1 1 0,0 0 0,-1 0 0,1-1 0,0 1 0,-1 0 0,1 0 0,-1 0 0,1-1 0,-1 1 0,0 0 0,1 0 0,-1 0 0,0 2 0,3 6 0,0 0 0,-1 1 0,2 14 0,-2-10 0,0 0 0,23 90 0,-22-95 0,0 0 0,1 0 0,0-1 0,0 1 0,1-1 0,0 0 0,0 0 0,13 13 0,-17-20 0,0 0 0,0 0 0,0 0 0,0 0 0,0 0 0,0-1 0,0 1 0,0 0 0,0-1 0,1 1 0,-1-1 0,0 1 0,0-1 0,1 0 0,-1 1 0,0-1 0,0 0 0,1 0 0,-1 0 0,0 0 0,1 0 0,-1 0 0,2-1 0,0 0 0,-1 0 0,0 0 0,0 0 0,0-1 0,0 1 0,0 0 0,0-1 0,0 0 0,0 1 0,0-1 0,2-3 0,2-5 0,0 0 0,0 0 0,-1 0 0,6-14 0,15-60 0,-17 54 0,17-43 0,-25 71 0,0 0 0,0 0 0,0 0 0,0 0 0,0 0 0,1 0 0,-1 0 0,0 0 0,1 1 0,0-1 0,-1 1 0,3-2 0,-4 3 0,1-1 0,-1 1 0,1 0 0,-1 0 0,0 0 0,1 0 0,-1 0 0,1 0 0,-1 0 0,0 0 0,1 0 0,-1 0 0,1 0 0,-1 0 0,0 0 0,1 0 0,-1 0 0,0 0 0,1 1 0,-1-1 0,1 0 0,-1 0 0,0 0 0,1 1 0,-1-1 0,10 16 0,-2 11 0,-1 1 0,4 30 0,9 35 0,-16-82 0,-1 0 0,2 0 0,-1 0 0,2-1 0,-1 1 0,9 9 0,-12-17 0,0 0 0,1 0 0,-1 0 0,1 0 0,0-1 0,0 1 0,0-1 0,0 0 0,0 1 0,0-1 0,1-1 0,-1 1 0,1-1 0,-1 1 0,1-1 0,0 0 0,0 0 0,-1 0 0,1-1 0,0 1 0,0-1 0,0 0 0,3-1 0,-1 0 0,-1 0 0,0 0 0,0-1 0,-1 1 0,1-1 0,0-1 0,0 1 0,-1-1 0,0 1 0,1-1 0,-1-1 0,0 1 0,0-1 0,-1 1 0,1-1 0,4-7 0,0-1 0,-1 0 0,-1-1 0,0 0 0,-1 0 0,0 0 0,-1-1 0,0 1 0,-2-1 0,1 0 0,-1 0 0,-1 0 0,-1 0 0,0-1 0,-1 1 0,0 0 0,-1 0 0,-1 0 0,0 1 0,-7-19 0,9 30 0,1-1 0,-1 1 0,-1 0 0,1 0 0,0-1 0,0 1 0,-1 0 0,0 0 0,1 0 0,-1 1 0,0-1 0,0 0 0,0 1 0,0-1 0,0 1 0,0-1 0,0 1 0,0 0 0,-1 0 0,1 0 0,0 0 0,-1 1 0,1-1 0,-1 1 0,-3-1 0,3 1 0,1 0 0,-1 1 0,0 0 0,1-1 0,-1 1 0,1 0 0,-1 0 0,1 1 0,-1-1 0,1 0 0,0 1 0,0-1 0,0 1 0,0 0 0,0 0 0,0 0 0,0 0 0,0 0 0,1 0 0,-1 0 0,1 0 0,-1 1 0,-1 4 0,2-4-54,0 0-1,-1 0 0,1 0 1,1 1-1,-1-1 1,0 0-1,1 0 0,-1 1 1,1-1-1,0 0 1,0 1-1,1-1 0,-1 0 1,1 1-1,-1-1 0,1 0 1,0 0-1,0 0 1,1 0-1,-1 0 0,0 0 1,1 0-1,0 0 1,3 4-1,9 7-6771</inkml:trace>
</inkml:ink>
</file>

<file path=ppt/ink/ink7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8.662"/>
    </inkml:context>
    <inkml:brush xml:id="br0">
      <inkml:brushProperty name="width" value="0.05" units="cm"/>
      <inkml:brushProperty name="height" value="0.05" units="cm"/>
      <inkml:brushProperty name="color" value="#FFC114"/>
    </inkml:brush>
  </inkml:definitions>
  <inkml:trace contextRef="#ctx0" brushRef="#br0">1 380 24575,'4'1'0,"0"0"0,1-1 0,-1 1 0,0 1 0,0-1 0,0 1 0,0-1 0,5 4 0,19 7 0,-14-9 0,0 0 0,0-1 0,0 0 0,1-1 0,-1-1 0,0 0 0,1-1 0,-1 0 0,24-7 0,-36 8 0,0-1 0,0 0 0,0 0 0,0 0 0,0 0 0,0 0 0,0 0 0,0 0 0,0-1 0,-1 1 0,1-1 0,-1 1 0,1-1 0,-1 0 0,0 1 0,1-1 0,-1 0 0,0 0 0,1-3 0,-1 2 0,0-1 0,0 1 0,-1 0 0,0 0 0,1-1 0,-1 1 0,0 0 0,0-1 0,-1 1 0,1 0 0,-1 0 0,-1-4 0,1 2 0,-1 0 0,0 0 0,0 0 0,0 0 0,-1 0 0,0 0 0,0 1 0,0-1 0,0 1 0,-1 0 0,0 0 0,0 0 0,0 0 0,0 1 0,-8-5 0,10 6 0,-1 1 0,0 0 0,0 0 0,0 0 0,0 0 0,0 0 0,0 0 0,0 1 0,0 0 0,0 0 0,0-1 0,0 2 0,0-1 0,0 0 0,0 1 0,0-1 0,0 1 0,0 0 0,0 0 0,0 0 0,0 0 0,1 1 0,-1-1 0,0 1 0,1-1 0,-1 1 0,1 0 0,0 0 0,-1 0 0,1 1 0,0-1 0,0 0 0,1 1 0,-1-1 0,0 1 0,-1 3 0,-1 2 0,0 1 0,0 0 0,0 1 0,1-1 0,1 1 0,0-1 0,0 1 0,1 0 0,0 0 0,0 12 0,2-16 0,-1 1 0,1 0 0,0 0 0,1 0 0,-1-1 0,2 1 0,-1-1 0,0 1 0,1-1 0,0 0 0,1 0 0,0 0 0,-1-1 0,2 1 0,-1-1 0,1 0 0,-1 0 0,1 0 0,1-1 0,-1 0 0,1 0 0,6 4 0,-4-4 0,0-1 0,0 1 0,0-1 0,1-1 0,-1 0 0,1 0 0,-1-1 0,1 0 0,0 0 0,-1-1 0,1 0 0,0 0 0,-1-1 0,1-1 0,0 1 0,-1-1 0,10-4 0,-8 3 0,-1-1 0,0 0 0,0 0 0,-1-1 0,1-1 0,-1 1 0,0-1 0,-1-1 0,1 1 0,-1-1 0,0 0 0,-1-1 0,0 0 0,9-15 0,-9 11 0,-1 1 0,0-1 0,-1 0 0,0 0 0,-1 0 0,0 0 0,-1-1 0,-1 0 0,0 1 0,0-1 0,-2-15 0,-2 4 0,-8-35 0,6 41 0,2 0 0,0-1 0,0-23 0,2 41 0,1 1 0,0-1 0,0 1 0,0-1 0,0 0 0,0 1 0,0-1 0,0 1 0,0-1 0,0 0 0,0 1 0,0-1 0,0 1 0,1-1 0,-1 0 0,0 1 0,0-1 0,1 1 0,-1-1 0,0 1 0,1-1 0,-1 1 0,0-1 0,1 1 0,-1-1 0,1 1 0,-1 0 0,1-1 0,-1 1 0,1 0 0,-1-1 0,1 1 0,-1 0 0,1-1 0,-1 1 0,1 0 0,0 0 0,-1 0 0,1 0 0,-1 0 0,1 0 0,0 0 0,-1 0 0,1 0 0,-1 0 0,1 0 0,0 0 0,-1 0 0,1 0 0,-1 0 0,1 0 0,0 1 0,-1-1 0,1 0 0,-1 1 0,1-1 0,-1 0 0,1 1 0,0 0 0,4 2 0,0 0 0,0 1 0,-1-1 0,1 1 0,3 5 0,18 23 0,-2 1 0,-2 2 0,-1 0 0,-1 1 0,-2 0 0,21 66 0,-36-93 0,0 0 0,-1 0 0,0 0 0,-1 0 0,1 18 0,-2-25 0,0-1 0,0 1 0,0 0 0,0-1 0,-1 1 0,1 0 0,-1-1 0,1 1 0,-1-1 0,1 1 0,-1-1 0,0 1 0,0-1 0,0 0 0,0 1 0,-2 1 0,2-2 0,-1 0 0,1 0 0,-1-1 0,1 1 0,-1-1 0,1 1 0,-1-1 0,1 0 0,-1 1 0,1-1 0,-1 0 0,1 0 0,-1 0 0,0 0 0,1-1 0,-1 1 0,1 0 0,-1 0 0,1-1 0,-1 1 0,-1-2 0,-2 0 0,1 0 0,0 0 0,0 0 0,-1 0 0,2-1 0,-1 0 0,0 0 0,0 0 0,1 0 0,0 0 0,0-1 0,0 1 0,0-1 0,0 0 0,1 0 0,0 0 0,-1 0 0,2-1 0,-1 1 0,0-1 0,1 1 0,0-1 0,0 1 0,0-1 0,1 0 0,-1-6 0,1-5 0,0 1 0,1-1 0,0 0 0,2 1 0,0 0 0,8-27 0,-2 16 0,2 0 0,1 0 0,0 1 0,19-26 0,-21 35 0,1 2 0,1-1 0,0 1 0,1 1 0,0 0 0,1 1 0,20-13 0,-8 12 342,-14 13-684,-12 0 302,1 0 0,-1 0 0,0 1 0,0-1-1,0 0 1,1 0 0,-1 1 0,0-1 0,0 0 0,0 1 0,0-1-1,0 0 1,1 1 0,-1-1 0,0 0 0,0 0 0,0 1-1,0-1 1,0 0 0,0 1 0,0-1 0,0 0 0,0 1 0,0-1-1,0 0 1,-1 1 0,1-1 0,0 0 0,0 1 0,0-1-1,0 0 1,0 0 0,-1 1 0,-6 13-6786</inkml:trace>
</inkml:ink>
</file>

<file path=ppt/ink/ink7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9.051"/>
    </inkml:context>
    <inkml:brush xml:id="br0">
      <inkml:brushProperty name="width" value="0.05" units="cm"/>
      <inkml:brushProperty name="height" value="0.05" units="cm"/>
      <inkml:brushProperty name="color" value="#FFC114"/>
    </inkml:brush>
  </inkml:definitions>
  <inkml:trace contextRef="#ctx0" brushRef="#br0">68 22 24575,'-2'0'0,"1"0"0,0-1 0,-1 1 0,1-1 0,0 0 0,-1 1 0,1-1 0,0 0 0,0 0 0,-1 0 0,1 0 0,-2-2 0,-12-7 0,15 10 0,-1 0 0,1 0 0,-1 0 0,1 0 0,-1 0 0,1 0 0,-1 0 0,1 0 0,-1 1 0,1-1 0,-1 0 0,1 0 0,-1 0 0,1 1 0,-1-1 0,1 0 0,-1 1 0,1-1 0,0 0 0,-1 1 0,1-1 0,0 0 0,-1 1 0,1-1 0,0 1 0,-1-1 0,1 1 0,0-1 0,0 1 0,-1-1 0,1 1 0,0 0 0,-5 14 0,1 0 0,0 1 0,1-1 0,1 1 0,1-1 0,0 1 0,2 20 0,-2-4 0,2 72-341,4 0 0,4 0-1,24 106 1,-24-166-6485</inkml:trace>
</inkml:ink>
</file>

<file path=ppt/ink/ink7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9.329"/>
    </inkml:context>
    <inkml:brush xml:id="br0">
      <inkml:brushProperty name="width" value="0.05" units="cm"/>
      <inkml:brushProperty name="height" value="0.05" units="cm"/>
      <inkml:brushProperty name="color" value="#FFC114"/>
    </inkml:brush>
  </inkml:definitions>
  <inkml:trace contextRef="#ctx0" brushRef="#br0">47 100 24575,'-1'-3'0,"0"0"0,0 1 0,0-1 0,0 1 0,0-1 0,0 1 0,-1-1 0,1 1 0,-1 0 0,0 0 0,0 0 0,0 0 0,0 0 0,0 0 0,0 0 0,0 0 0,0 1 0,-1 0 0,-4-3 0,7 4 0,-1 0 0,1 0 0,-1 1 0,1-1 0,-1 0 0,1 0 0,0 1 0,-1-1 0,1 0 0,-1 0 0,1 1 0,0-1 0,0 0 0,-1 1 0,1-1 0,0 1 0,-1-1 0,1 0 0,0 1 0,0-1 0,0 1 0,-1-1 0,1 1 0,0-1 0,0 0 0,0 1 0,0-1 0,0 1 0,0-1 0,0 1 0,0-1 0,0 1 0,0 0 0,2 19 0,-2-18 0,4 16 0,0 0 0,1 1 0,8 19 0,-9-28 0,0-1 0,0 0 0,1 0 0,1-1 0,-1 1 0,1-1 0,12 12 0,-17-18 0,1-1 0,-1 1 0,1-1 0,0 0 0,0 0 0,-1 0 0,1 0 0,0 0 0,0 0 0,0 0 0,0 0 0,0-1 0,0 1 0,0-1 0,0 0 0,0 1 0,0-1 0,0 0 0,1 0 0,3-1 0,-3 0 0,0 0 0,0 0 0,0-1 0,0 1 0,0-1 0,0 0 0,0 0 0,0 0 0,-1 0 0,1 0 0,3-5 0,4-5 0,-1 0 0,-1 0 0,0-1 0,10-22 0,5-27 0,-17 45 0,0 1 0,1 0 0,10-19 0,-16 33-85,0 0 0,0 1-1,1-1 1,-1 0 0,0 1-1,1 0 1,-1-1 0,1 1-1,-1 0 1,1-1 0,-1 1-1,1 0 1,0 0 0,0 0-1,2 0 1,9-1-6741</inkml:trace>
</inkml:ink>
</file>

<file path=ppt/ink/ink7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9.565"/>
    </inkml:context>
    <inkml:brush xml:id="br0">
      <inkml:brushProperty name="width" value="0.05" units="cm"/>
      <inkml:brushProperty name="height" value="0.05" units="cm"/>
      <inkml:brushProperty name="color" value="#FFC114"/>
    </inkml:brush>
  </inkml:definitions>
  <inkml:trace contextRef="#ctx0" brushRef="#br0">16 158 24575,'-1'-39'0,"-11"-75"0,10 110 0,1 15 0,2 20 0,37 405-1365,-33-371-5461</inkml:trace>
</inkml:ink>
</file>

<file path=ppt/ink/ink7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09.878"/>
    </inkml:context>
    <inkml:brush xml:id="br0">
      <inkml:brushProperty name="width" value="0.05" units="cm"/>
      <inkml:brushProperty name="height" value="0.05" units="cm"/>
      <inkml:brushProperty name="color" value="#FFC114"/>
    </inkml:brush>
  </inkml:definitions>
  <inkml:trace contextRef="#ctx0" brushRef="#br0">52 128 24575,'-2'-14'0,"0"1"0,-1 0 0,-1-1 0,0 1 0,-9-19 0,9 23 0,4 7 0,0 1 0,0 0 0,-1 0 0,1 0 0,0 0 0,-1 0 0,1 0 0,-1 0 0,0 0 0,1 0 0,-1 0 0,0 0 0,1 0 0,-1 0 0,0 0 0,0 1 0,0-1 0,-1-1 0,1 3 0,1-1 0,-1 1 0,1-1 0,-1 1 0,1-1 0,0 1 0,-1-1 0,1 1 0,-1-1 0,1 1 0,0 0 0,0-1 0,-1 1 0,1 0 0,0-1 0,0 1 0,0-1 0,0 1 0,0 0 0,0 0 0,0 0 0,-2 50 0,3-35 0,0 0 0,1 0 0,1 0 0,1 0 0,0 0 0,1-1 0,13 29 0,-15-39 0,-1 0 0,1-1 0,0 0 0,0 0 0,1 0 0,-1 0 0,1 0 0,0-1 0,0 1 0,0-1 0,1 0 0,4 3 0,-5-5 0,1 1 0,-1-1 0,0 0 0,0 0 0,0 0 0,1 0 0,-1-1 0,0 0 0,1 0 0,-1 0 0,1 0 0,-1-1 0,0 0 0,0 0 0,1 0 0,6-3 0,4-2 0,0-2 0,0 1 0,-1-2 0,0 0 0,-1 0 0,0-2 0,18-16 0,4-10 0,32-43 0,-54 67 171,-14 13-169,1 0 1,0 0-1,0 0 1,0 0-1,0 0 1,0 0-1,0 1 0,0-1 1,0 0-1,0 0 1,0 0-1,0 0 1,0 0-1,0 0 0,0 0 1,0 0-1,0 0 1,0 0-1,0 0 1,0 1-1,0-1 1,0 0-1,0 0 0,0 0 1,0 0-1,0 0 1,0 0-1,0 0 1,0 0-1,0 0 0,0 0 1,0 0-1,0 0 1,0 1-1,1-1 1,-1 0-1,0 0 1,0 0-1,0 0 0,0 0 1,0 0-1,0 0 1,0 0-1,0 0 1,0 0-1,0 0 0,0 0 1,0 0-1,1 0 1,-1 0-1,0 0 1,0 0-1,0 0 1,0 0-1,0 0 0,0 0 1,0 0-1,0 0 1,0 0-1,0 0 1,0 0-1,1 0 0,-1 0 1,0 0-1,0 0 1,0 0-1,0 0 1,0 0-1,0 0 1,-9 25-1710,2-9-5119</inkml:trace>
</inkml:ink>
</file>

<file path=ppt/ink/ink7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10.105"/>
    </inkml:context>
    <inkml:brush xml:id="br0">
      <inkml:brushProperty name="width" value="0.05" units="cm"/>
      <inkml:brushProperty name="height" value="0.05" units="cm"/>
      <inkml:brushProperty name="color" value="#FFC114"/>
    </inkml:brush>
  </inkml:definitions>
  <inkml:trace contextRef="#ctx0" brushRef="#br0">0 102 24575,'7'-22'0,"-2"6"0,0 0 0,13-25 0,-18 41 0,0-1 0,0 1 0,0 0 0,0-1 0,0 1 0,1 0 0,-1-1 0,0 1 0,0 0 0,0 0 0,1-1 0,-1 1 0,0 0 0,0 0 0,1-1 0,-1 1 0,0 0 0,0 0 0,1 0 0,-1-1 0,0 1 0,1 0 0,-1 0 0,0 0 0,1 0 0,0 0 0,2 7 0,-1 19 0,-15 150 0,1-24 0,6 308-1365,6-414-5461</inkml:trace>
</inkml:ink>
</file>

<file path=ppt/ink/ink7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10.274"/>
    </inkml:context>
    <inkml:brush xml:id="br0">
      <inkml:brushProperty name="width" value="0.05" units="cm"/>
      <inkml:brushProperty name="height" value="0.05" units="cm"/>
      <inkml:brushProperty name="color" value="#FFC114"/>
    </inkml:brush>
  </inkml:definitions>
  <inkml:trace contextRef="#ctx0" brushRef="#br0">56 80 24575,'-6'-9'0,"-4"-5"0,-1-7 0,-1 1 0,1 7 0,5 11 0,7 11 0,6 10 0,5 8 0,6 5 0,2 2 0,4 2 0,4-3 0,0-4 0,-3-4 0,1-6 0,-4-7-8191</inkml:trace>
</inkml:ink>
</file>

<file path=ppt/ink/ink7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11.539"/>
    </inkml:context>
    <inkml:brush xml:id="br0">
      <inkml:brushProperty name="width" value="0.05" units="cm"/>
      <inkml:brushProperty name="height" value="0.05" units="cm"/>
      <inkml:brushProperty name="color" value="#FFC114"/>
    </inkml:brush>
  </inkml:definitions>
  <inkml:trace contextRef="#ctx0" brushRef="#br0">1 1 24575,'13'348'-414,"-1"-93"-93,0 943-1669,-5-271 1946,-7-899 139,23 902 668,-22-913-5927</inkml:trace>
</inkml:ink>
</file>

<file path=ppt/ink/ink7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0:11.834"/>
    </inkml:context>
    <inkml:brush xml:id="br0">
      <inkml:brushProperty name="width" value="0.05" units="cm"/>
      <inkml:brushProperty name="height" value="0.05" units="cm"/>
      <inkml:brushProperty name="color" value="#FFC114"/>
    </inkml:brush>
  </inkml:definitions>
  <inkml:trace contextRef="#ctx0" brushRef="#br0">35 86 24575,'-1'0'0,"-26"3"0,20 4 0,7-6 0,0-1 0,0 1 0,1 0 0,-1 0 0,0 0 0,0 0 0,0-1 0,1 1 0,-1 0 0,0 0 0,1-1 0,-1 1 0,1 0 0,-1-1 0,2 2 0,154 167 0,-145-157 0,0-1 0,1-1 0,1 0 0,0 0 0,0-2 0,19 11 0,-29-18 0,1 1 0,0-1 0,0 1 0,0-1 0,-1 0 0,1-1 0,0 1 0,0-1 0,0 0 0,0 0 0,0 0 0,0 0 0,0 0 0,0-1 0,0 0 0,0 0 0,0 0 0,0 0 0,0-1 0,-1 0 0,1 1 0,-1-1 0,1-1 0,-1 1 0,0 0 0,0-1 0,0 1 0,0-1 0,0 0 0,3-4 0,7-11 0,0 0 0,-1-1 0,-1 0 0,-1-1 0,8-21 0,33-107 0,-45 128 0,1-5 0,-7 25 4,0 0 0,0 0-1,0 0 1,0 0 0,0 0 0,0 0-1,0 0 1,0 0 0,0 0-1,0 0 1,-1 0 0,1 0-1,0 0 1,0 0 0,0 0 0,0 0-1,0 0 1,0 0 0,0 0-1,0 0 1,0 0 0,0 0 0,0 0-1,0 0 1,0 0 0,0 0-1,-1 0 1,1 0 0,0 0 0,0 0-1,0 0 1,0 0 0,0 0-1,0 0 1,0 0 0,0 0 0,0-1-1,0 1 1,0 0 0,0 0-1,0 0 1,0 0 0,0 0 0,0 0-1,0 0 1,-9 11 167,-8 16-1878,-6 12-5119</inkml:trace>
</inkml:ink>
</file>

<file path=ppt/ink/ink7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03.442"/>
    </inkml:context>
    <inkml:brush xml:id="br0">
      <inkml:brushProperty name="width" value="0.05" units="cm"/>
      <inkml:brushProperty name="height" value="0.05" units="cm"/>
      <inkml:brushProperty name="color" value="#FFC114"/>
    </inkml:brush>
  </inkml:definitions>
  <inkml:trace contextRef="#ctx0" brushRef="#br0">2023 364 24575,'5'-9'0,"27"-46"0,-30 51 0,0 0 0,0 0 0,-1 0 0,0 0 0,1 0 0,-1-1 0,-1 1 0,1 0 0,-1-1 0,1 1 0,-1 0 0,-1-1 0,1 1 0,0 0 0,-1-1 0,0 1 0,-2-7 0,1 3 0,-1 0 0,0 1 0,0-1 0,-1 0 0,0 1 0,0 0 0,-1 0 0,-6-8 0,5 9 0,0 1 0,0 0 0,-1 0 0,1 1 0,-1 0 0,0 0 0,0 1 0,-1-1 0,1 1 0,-1 1 0,1 0 0,-1 0 0,0 0 0,-13 0 0,-3 0 0,0 2 0,0 1 0,-43 6 0,6 5-99,1 2-1,0 3 0,2 3 1,-93 44-1,33-3-403,-123 84 1,126-67-105,5 4 1,-179 173-1,225-189 629,3 3 0,4 2 0,2 2 0,4 3 0,-51 100 0,81-133-110,2 1 0,1 1 1,3 0-1,2 2 1,-9 49-1,18-70 44,2-1 0,0 1 0,1 0 1,2-1-1,1 1 0,0-1 0,2 1 0,1-1 1,1 0-1,1 0 0,13 27 0,-7-26 40,1 0 1,1-1-1,1-1 0,2-1 1,0 0-1,1-1 0,2-1 1,0 0-1,1-2 0,1-1 1,33 21-1,-4-8-300,0-3 1,3-2-1,0-2 1,94 26-1,-30-19-148,2-5-1,0-6 1,157 7-1,374-38-1307,-402-13 1585,462-105 0,-495 70 198,-3-9 0,274-127 1,-346 128-228,-3-7 0,228-163 1,-290 177-5,128-129 1,-158 136 163,-1-1-1,-3-2 1,43-75 0,-65 94 150,-1 0 1,-3-1-1,0-1 1,-3-1-1,-1 0 1,11-66 0,-20 83-51,-2-1 0,0 0-1,-2 0 1,0 0 0,-2 0 0,-1 0 0,0 1 0,-2-1 0,-1 1 0,-1 0 0,0 0 0,-21-41 0,15 42-39,-1 0 0,-1 1 0,0 0 0,-2 2 0,0 0 0,-1 0 1,-24-18-1,11 14 51,-1 1 0,-1 1 0,0 2 1,-44-18-1,-5 6 154,-1 4 0,-1 3-1,-132-19 1,17 15-73,-203-1-1,-201 37-172,48 58 1121,424-39-2638</inkml:trace>
</inkml:ink>
</file>

<file path=ppt/ink/ink7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03.767"/>
    </inkml:context>
    <inkml:brush xml:id="br0">
      <inkml:brushProperty name="width" value="0.05" units="cm"/>
      <inkml:brushProperty name="height" value="0.05" units="cm"/>
      <inkml:brushProperty name="color" value="#FFC114"/>
    </inkml:brush>
  </inkml:definitions>
  <inkml:trace contextRef="#ctx0" brushRef="#br0">366 57 24575,'-1'0'0,"0"-1"0,-1 0 0,1 0 0,0 0 0,0 0 0,0 0 0,0-1 0,0 1 0,0 0 0,0 0 0,0-1 0,0 1 0,1-1 0,-1 1 0,0-1 0,1 1 0,-1-1 0,1-2 0,-10-14 0,8 16 0,0 1 0,0 0 0,0-1 0,0 1 0,-1 0 0,1 0 0,0 1 0,-1-1 0,1 0 0,-1 1 0,1-1 0,0 1 0,-1 0 0,1 0 0,-1 0 0,1 0 0,-1 0 0,1 1 0,-1-1 0,1 1 0,-1-1 0,1 1 0,0 0 0,-1 0 0,1 0 0,-2 2 0,-8 2 0,0 2 0,1 0 0,-17 12 0,7-2 0,1 1 0,0 1 0,1 1 0,1 0 0,-27 42 0,36-48 0,0 2 0,1-1 0,0 1 0,2 0 0,-1 0 0,2 1 0,1 0 0,0 0 0,1 0 0,-1 20 0,3-29 0,2 0 0,-1 0 0,1 0 0,0 0 0,0 0 0,1 0 0,0 0 0,1-1 0,0 1 0,0-1 0,1 1 0,-1-1 0,1 0 0,1-1 0,0 1 0,0-1 0,0 0 0,0 0 0,1 0 0,0-1 0,1 1 0,-1-2 0,1 1 0,0-1 0,13 7 0,0-3 0,1 0 0,0-1 0,1 0 0,-1-2 0,1-1 0,0-1 0,0 0 0,29-2 0,-5-2-455,-1-3 0,56-11 0,-13-3-6371</inkml:trace>
</inkml:ink>
</file>

<file path=ppt/ink/ink7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04.141"/>
    </inkml:context>
    <inkml:brush xml:id="br0">
      <inkml:brushProperty name="width" value="0.05" units="cm"/>
      <inkml:brushProperty name="height" value="0.05" units="cm"/>
      <inkml:brushProperty name="color" value="#FFC114"/>
    </inkml:brush>
  </inkml:definitions>
  <inkml:trace contextRef="#ctx0" brushRef="#br0">53 62 24575,'-1'-1'0,"1"0"0,-1 0 0,1 0 0,-1 1 0,0-1 0,1 0 0,-1 1 0,0-1 0,0 0 0,1 1 0,-1-1 0,0 1 0,0-1 0,0 1 0,0 0 0,0-1 0,0 1 0,0 0 0,1 0 0,-1-1 0,0 1 0,0 0 0,0 0 0,0 0 0,0 0 0,0 0 0,0 0 0,0 1 0,0-1 0,0 0 0,0 0 0,0 1 0,0-1 0,0 1 0,0-1 0,1 1 0,-1-1 0,0 1 0,0-1 0,-1 2 0,0 0 0,1 1 0,-1-1 0,1 1 0,-1-1 0,1 1 0,0-1 0,0 1 0,0 0 0,0 0 0,0 0 0,1-1 0,-1 7 0,0 15 0,0 1 0,3 0 0,0 0 0,1-1 0,7 27 0,-6-35 0,0 0 0,2-1 0,-1 1 0,2-2 0,0 1 0,1-1 0,0 0 0,19 23 0,-23-32 0,1 0 0,-1-1 0,1 0 0,0 0 0,0 0 0,0 0 0,1-1 0,-1 0 0,1 0 0,0 0 0,0-1 0,0 0 0,0 0 0,0-1 0,0 1 0,0-1 0,1-1 0,-1 1 0,0-1 0,1 0 0,-1-1 0,12-1 0,-9-1 0,1 1 0,-1-1 0,0-1 0,0 0 0,-1 0 0,1-1 0,-1 0 0,0 0 0,0-1 0,-1 0 0,0-1 0,0 0 0,0 0 0,8-11 0,-2-1 0,-1 0 0,-1 0 0,-1-1 0,0 0 0,7-25 0,24-109 0,-20 68 0,-16 77 0,-2 19 0,-1 29 0,-2-32 0,4 69-455,3-1 0,29 131 0,-23-157-6371</inkml:trace>
</inkml:ink>
</file>

<file path=ppt/ink/ink7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04.420"/>
    </inkml:context>
    <inkml:brush xml:id="br0">
      <inkml:brushProperty name="width" value="0.05" units="cm"/>
      <inkml:brushProperty name="height" value="0.05" units="cm"/>
      <inkml:brushProperty name="color" value="#FFC114"/>
    </inkml:brush>
  </inkml:definitions>
  <inkml:trace contextRef="#ctx0" brushRef="#br0">484 58 24575,'2'-3'0,"-1"0"0,1-1 0,-1 1 0,0-1 0,0 1 0,-1-1 0,1 1 0,0-6 0,-1 8 0,0 0 0,0 0 0,0 0 0,0 0 0,-1 1 0,1-1 0,0 0 0,0 0 0,-1 0 0,1 0 0,0 0 0,-1 1 0,1-1 0,-1 0 0,1 0 0,-1 1 0,1-1 0,-1 0 0,0 1 0,1-1 0,-1 1 0,0-1 0,0 1 0,1-1 0,-1 1 0,0-1 0,0 1 0,0 0 0,1-1 0,-1 1 0,0 0 0,0 0 0,0-1 0,0 1 0,0 0 0,0 0 0,1 0 0,-1 0 0,-1 1 0,-6-1 0,0 1 0,1 1 0,-1 0 0,0 0 0,1 0 0,0 1 0,-1 0 0,-8 5 0,-58 37 0,67-40 0,-30 20 0,1 1 0,2 2 0,-57 57 0,79-72 0,1 1 0,-1 0 0,2 1 0,0 0 0,1 0 0,1 1 0,0 0 0,1 1 0,0 0 0,2 0 0,0 0 0,-3 22 0,7-32 0,1 0 0,-1 1 0,1-1 0,1 0 0,0 0 0,0 0 0,0 0 0,1 0 0,0 0 0,0 0 0,0 0 0,1-1 0,0 1 0,7 10 0,-4-10 0,0 1 0,1-1 0,0 0 0,0-1 0,0 0 0,1 0 0,0 0 0,0-1 0,16 8 0,0-4 0,0 0 0,1-1 0,0-2 0,0-1 0,1 0 0,-1-2 0,34 0 0,-13-2 0,0-3 0,-1-1 0,0-3 0,0-1 0,0-2 0,73-26 0,-110 32-195,-1 0 0,0 0 0,0-1 0,0 1 0,-1-2 0,12-8 0,-8 1-6631</inkml:trace>
</inkml:ink>
</file>

<file path=ppt/ink/ink7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05.454"/>
    </inkml:context>
    <inkml:brush xml:id="br0">
      <inkml:brushProperty name="width" value="0.05" units="cm"/>
      <inkml:brushProperty name="height" value="0.05" units="cm"/>
      <inkml:brushProperty name="color" value="#FFC114"/>
    </inkml:brush>
  </inkml:definitions>
  <inkml:trace contextRef="#ctx0" brushRef="#br0">3330 240 24575,'0'-3'0,"-1"0"0,1 0 0,-1 1 0,0-1 0,0 0 0,0 1 0,0-1 0,0 0 0,0 1 0,-1-1 0,0 1 0,1 0 0,-4-3 0,-27-27 0,30 30 0,-17-14 5,-1 1 0,-1 2 0,0 0 0,-1 1 0,0 1 0,0 1 0,-36-11 0,9 7-71,-1 2 0,-83-8 1,46 13-285,-1 4 1,0 4-1,0 4 1,-157 30-1,110-5 17,1 6 0,-174 72-1,162-46-39,2 7 0,-248 161 0,278-150 93,3 6 1,4 4-1,-144 156 0,187-173 184,-60 92 0,89-113-46,3 2 1,-49 111 0,67-129 70,2 1 1,1 0-1,2 0 1,2 1-1,-5 69 0,11-78 50,2 0 0,0 0-1,3-1 1,0 1-1,2 0 1,0-1 0,3 0-1,16 40 1,-8-34 18,1 0 0,2-2 0,1 0 0,2-2 0,0 0 0,2-1-1,2-2 1,0-1 0,62 46 0,-27-30-245,3-2 0,1-3 0,2-3-1,79 28 1,-14-14-275,242 51 0,157-19-416,-184-51-69,462-21-1,346-128-666,-836 61 1638,367-120-1,-484 112-149,-2-10 0,338-182 0,-429 195 285,110-85 1,-170 110 174,-1-2 0,-2-3 1,-3-1-1,40-52 0,-68 76-220,0-1 1,-1-1-1,-2 0 0,0-1 0,-2-1 0,16-45 0,-23 54 136,-1 0 0,0 0-1,-1 0 1,0-1 0,-1 1 0,-1-1 0,-1 1 0,0 0-1,-1-1 1,-1 1 0,-1 0 0,-6-18 0,0 10-108,0 0 1,-2 1-1,0 0 0,-2 1 1,-1 0-1,0 1 1,-2 1-1,-28-28 1,-2 6 393,-1 2 0,-79-51 0,8 18-265,-3 6 0,-151-61 0,-277-68-1392,232 107 1121,-3 14 0,-4 14-1,-590-34 1,687 89 79</inkml:trace>
</inkml:ink>
</file>

<file path=ppt/ink/ink7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05.906"/>
    </inkml:context>
    <inkml:brush xml:id="br0">
      <inkml:brushProperty name="width" value="0.05" units="cm"/>
      <inkml:brushProperty name="height" value="0.05" units="cm"/>
      <inkml:brushProperty name="color" value="#FFC114"/>
    </inkml:brush>
  </inkml:definitions>
  <inkml:trace contextRef="#ctx0" brushRef="#br0">727 321 24575,'0'-26'0,"0"1"0,0-1 0,-1 1 0,-2 0 0,-6-30 0,7 49 0,0-1 0,0 0 0,-1 0 0,0 1 0,0 0 0,0-1 0,-1 1 0,0 0 0,0 1 0,-1-1 0,0 1 0,0 0 0,0 0 0,0 0 0,-1 1 0,0 0 0,0 0 0,0 0 0,-10-4 0,0 2 0,1 1 0,-1 1 0,0 1 0,0 0 0,-1 1 0,1 0 0,0 1 0,-1 1 0,1 1 0,-27 4 0,12 1 0,0 1 0,1 1 0,0 2 0,-47 21 0,58-22 0,0 1 0,1 1 0,0 1 0,1 0 0,0 1 0,-20 21 0,31-27 0,0-1 0,1 1 0,0 0 0,0 1 0,0-1 0,1 1 0,-6 16 0,9-18 0,-1-1 0,1 1 0,0 0 0,0 0 0,1 0 0,0 0 0,0 0 0,0 0 0,1 0 0,0 0 0,0-1 0,3 12 0,1-7 0,-1 1 0,2-1 0,0 0 0,0 0 0,0 0 0,1-1 0,1 0 0,0 0 0,17 14 0,3-1 0,0-1 0,32 17 0,34 13 0,146 56 0,-100-48 0,-132-55 0,-3-2 0,0 0 0,0 0 0,0 0 0,0 1 0,0 0 0,0 0 0,-1 0 0,0 1 0,1-1 0,4 6 0,-9-8 0,0-1 0,0 1 0,1-1 0,-1 1 0,0-1 0,0 1 0,0-1 0,1 1 0,-1-1 0,0 1 0,0-1 0,0 1 0,0-1 0,0 1 0,0-1 0,0 1 0,0-1 0,0 1 0,0-1 0,-1 1 0,1-1 0,0 1 0,0-1 0,0 1 0,-1-1 0,1 1 0,0-1 0,0 0 0,-1 1 0,1-1 0,0 1 0,-1-1 0,1 0 0,0 1 0,-1-1 0,1 0 0,-1 1 0,-20 9 0,20-10 0,-23 7 0,0-1 0,0-1 0,-39 3 0,-78-1 0,133-7 0,-202-4 342,184 1-627,-1 0 1,2-2-1,-1-1 1,1-1-1,-47-19 1,32 4-6542</inkml:trace>
</inkml:ink>
</file>

<file path=ppt/ink/ink7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06.112"/>
    </inkml:context>
    <inkml:brush xml:id="br0">
      <inkml:brushProperty name="width" value="0.05" units="cm"/>
      <inkml:brushProperty name="height" value="0.05" units="cm"/>
      <inkml:brushProperty name="color" value="#FFC114"/>
    </inkml:brush>
  </inkml:definitions>
  <inkml:trace contextRef="#ctx0" brushRef="#br0">0 29 24575,'47'-11'0,"-32"6"0,0 1 0,1 1 0,-1 0 0,1 2 0,-1-1 0,29 3 0,-43-1 0,0 0 0,-1 0 0,1 0 0,0 0 0,0 0 0,0 1 0,-1-1 0,1 0 0,0 1 0,0-1 0,-1 1 0,1-1 0,0 1 0,-1-1 0,1 1 0,-1-1 0,1 1 0,0-1 0,-1 1 0,1 0 0,-1-1 0,0 1 0,1 0 0,-1 0 0,1-1 0,-1 1 0,0 0 0,0 0 0,0 0 0,1-1 0,-1 1 0,0 0 0,0 0 0,0 0 0,0-1 0,0 1 0,0 0 0,0 0 0,-1 0 0,1 0 0,-1 1 0,0 4 0,-2 0 0,1 1 0,-1-1 0,-4 7 0,3-5 0,-37 73 171,-47 139 0,76-181-415,1 0 0,2 1 0,2 0 0,2 0 1,1 0-1,2 44 0,5-40-6582</inkml:trace>
</inkml:ink>
</file>

<file path=ppt/ink/ink7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06.502"/>
    </inkml:context>
    <inkml:brush xml:id="br0">
      <inkml:brushProperty name="width" value="0.05" units="cm"/>
      <inkml:brushProperty name="height" value="0.05" units="cm"/>
      <inkml:brushProperty name="color" value="#FFC114"/>
    </inkml:brush>
  </inkml:definitions>
  <inkml:trace contextRef="#ctx0" brushRef="#br0">82 107 24575,'10'-29'0,"11"-40"0,-20 61 0,-6 11 0,-6 14 0,-7 21 0,1 1 0,-20 70 0,30-81 0,0 1 0,3 0 0,0 0 0,0 54 0,5-74 0,-1 1 0,1 0 0,1-1 0,0 1 0,1-1 0,-1 1 0,2-1 0,-1 0 0,1 0 0,9 14 0,-11-20 0,1 0 0,-1 1 0,1-1 0,0 0 0,0 0 0,0-1 0,1 1 0,-1-1 0,0 1 0,1-1 0,0 0 0,0-1 0,-1 1 0,1 0 0,0-1 0,0 0 0,0 0 0,0 0 0,0-1 0,1 1 0,-1-1 0,0 0 0,0 0 0,0-1 0,0 1 0,0-1 0,6-1 0,1-1 0,0-1 0,0-1 0,-1 1 0,0-2 0,0 1 0,0-1 0,0-1 0,-1 0 0,0 0 0,-1-1 0,15-16 0,1-5 0,-1-2 0,23-40 0,-12 11 0,48-128 0,-71 165 0,-11 23 0,0-1 0,0 1 0,0 0 0,0 0 0,0-1 0,0 1 0,0 0 0,0 0 0,0 0 0,1-1 0,-1 1 0,0 0 0,0 0 0,0 0 0,0 0 0,1-1 0,-1 1 0,0 0 0,0 0 0,0 0 0,1 0 0,-1 0 0,0-1 0,0 1 0,1 0 0,-1 0 0,0 0 0,0 0 0,1 0 0,-1 0 0,0 0 0,0 0 0,1 0 0,2 8 0,-1 15 0,-20 227 0,1-17 0,15-185-1365,2-8-5461</inkml:trace>
</inkml:ink>
</file>

<file path=ppt/ink/ink7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06.705"/>
    </inkml:context>
    <inkml:brush xml:id="br0">
      <inkml:brushProperty name="width" value="0.05" units="cm"/>
      <inkml:brushProperty name="height" value="0.05" units="cm"/>
      <inkml:brushProperty name="color" value="#FFC114"/>
    </inkml:brush>
  </inkml:definitions>
  <inkml:trace contextRef="#ctx0" brushRef="#br0">88 19 24575,'3'-3'0,"3"-4"0,-1 0 0,-2 6 0,-5 6 0,-1 9 0,-4 10 0,-3 6 0,-2 7 0,-3 6 0,-2 4 0,3 6 0,0 2 0,3-9-8191</inkml:trace>
</inkml:ink>
</file>

<file path=ppt/ink/ink7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07.064"/>
    </inkml:context>
    <inkml:brush xml:id="br0">
      <inkml:brushProperty name="width" value="0.05" units="cm"/>
      <inkml:brushProperty name="height" value="0.05" units="cm"/>
      <inkml:brushProperty name="color" value="#FFC114"/>
    </inkml:brush>
  </inkml:definitions>
  <inkml:trace contextRef="#ctx0" brushRef="#br0">0 489 24575,'0'-9'0,"1"1"0,0-1 0,0 1 0,0-1 0,1 1 0,1 0 0,-1-1 0,1 1 0,1 1 0,4-10 0,-6 13 0,1 0 0,0 0 0,0 0 0,0 1 0,0-1 0,0 1 0,1 0 0,-1 0 0,1 0 0,0 1 0,0-1 0,0 1 0,0 0 0,0 0 0,1 0 0,-1 0 0,1 1 0,-1 0 0,9-1 0,127-1 0,-94 4 0,55-5 0,-87 2 0,1 0 0,0-1 0,-1-1 0,1 0 0,-1-1 0,-1 0 0,25-14 0,-30 14 0,-1 0 0,0-1 0,1 0 0,-2 0 0,1-1 0,-1 0 0,0 0 0,-1-1 0,1 1 0,-1-1 0,-1 0 0,7-17 0,-6 11 0,0 1 0,-1-1 0,-1-1 0,0 1 0,-2 0 0,1-1 0,-2-22 0,-6 5 0,6 31 0,0 1 0,0-1 0,0 1 0,0-1 0,-1 1 0,1-1 0,0 1 0,0-1 0,0 1 0,-1 0 0,1-1 0,0 1 0,0-1 0,-1 1 0,1 0 0,0-1 0,-1 1 0,1-1 0,0 1 0,-1 0 0,1 0 0,-1-1 0,1 1 0,-1 0 0,1 0 0,-1-1 0,1 1 0,0 0 0,-1 0 0,1 0 0,-1 0 0,1 0 0,-1 0 0,1 0 0,-1 0 0,1 0 0,-1 0 0,1 0 0,-1 0 0,1 0 0,-1 0 0,1 0 0,-1 0 0,1 1 0,-1-1 0,1 0 0,-1 0 0,1 1 0,0-1 0,-1 0 0,1 1 0,-1-1 0,1 0 0,0 1 0,-1-1 0,1 0 0,0 1 0,-1 0 0,-3 4 0,0 1 0,1-1 0,0 1 0,0 0 0,0 0 0,1 0 0,-3 8 0,-10 52 0,10-42 0,-30 167 342,31-151-911,1 1 0,5 70 0,1-80-6257</inkml:trace>
</inkml:ink>
</file>

<file path=ppt/ink/ink7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07.424"/>
    </inkml:context>
    <inkml:brush xml:id="br0">
      <inkml:brushProperty name="width" value="0.05" units="cm"/>
      <inkml:brushProperty name="height" value="0.05" units="cm"/>
      <inkml:brushProperty name="color" value="#FFC114"/>
    </inkml:brush>
  </inkml:definitions>
  <inkml:trace contextRef="#ctx0" brushRef="#br0">58 303 24575,'16'-43'0,"41"-75"0,-57 116 0,1 1 0,-1 0 0,1-1 0,0 1 0,0 0 0,-1-1 0,1 1 0,0 0 0,0 0 0,0 0 0,0 0 0,0 0 0,1 0 0,-1 0 0,0 0 0,3-1 0,-4 2 0,1 1 0,-1-1 0,1 0 0,-1 1 0,1-1 0,-1 1 0,0-1 0,1 1 0,-1-1 0,1 1 0,-1-1 0,0 1 0,0-1 0,1 1 0,-1-1 0,0 1 0,0 0 0,0-1 0,0 1 0,0-1 0,1 1 0,-1 0 0,0-1 0,0 1 0,-1-1 0,1 2 0,0 9 0,0 1 0,-4 21 0,-8 27 0,-3-1 0,-2 0 0,-3-2 0,-40 80 0,58-133 0,1-1 0,-1 0 0,0 0 0,-1-1 0,1 1 0,0 0 0,-4 2 0,6-5 0,0 0 0,0 0 0,0 1 0,0-1 0,0 0 0,-1 0 0,1 0 0,0 0 0,0 0 0,0 0 0,0 0 0,-1 0 0,1 1 0,0-1 0,0 0 0,0 0 0,0 0 0,-1 0 0,1 0 0,0 0 0,0 0 0,0 0 0,0 0 0,-1 0 0,1 0 0,0 0 0,0 0 0,0 0 0,-1 0 0,1-1 0,0 1 0,0 0 0,0 0 0,0 0 0,0 0 0,-1 0 0,1 0 0,0 0 0,0 0 0,0-1 0,0 1 0,0 0 0,0 0 0,-1 0 0,2-19 0,12-26 0,1 1 0,3 0 0,25-48 0,-24 54 0,60-117 0,-67 136 0,1 1 0,0 0 0,1 1 0,1 1 0,31-29 0,-43 43 0,0 1 0,0-1 0,0 0 0,1 0 0,-1 1 0,1-1 0,-1 1 0,1 0 0,-1 0 0,1 0 0,0 0 0,0 0 0,-1 1 0,1-1 0,0 1 0,0 0 0,0 0 0,0 0 0,-1 0 0,1 0 0,4 2 0,-3-1 0,-2 0 0,1 1 0,0 0 0,0 0 0,0 0 0,-1 0 0,1 0 0,-1 1 0,0-1 0,0 0 0,0 1 0,0 0 0,0 0 0,0 0 0,-1-1 0,1 1 0,-1 1 0,1 2 0,7 20 0,-2 1 0,0-1 0,-2 1 0,3 54 0,-10 112 0,0-154-341,-1 1 0,-3-1-1,-11 43 1,9-55-6485</inkml:trace>
</inkml:ink>
</file>

<file path=ppt/ink/ink7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08.001"/>
    </inkml:context>
    <inkml:brush xml:id="br0">
      <inkml:brushProperty name="width" value="0.05" units="cm"/>
      <inkml:brushProperty name="height" value="0.05" units="cm"/>
      <inkml:brushProperty name="color" value="#FFC114"/>
    </inkml:brush>
  </inkml:definitions>
  <inkml:trace contextRef="#ctx0" brushRef="#br0">25 404 24575,'-1'-12'0,"0"1"0,-1 0 0,-1 0 0,-7-22 0,2 8 0,10 20 0,6 8 0,16 13 0,-12-8 0,0-2 0,-1 0 0,1 0 0,0-2 0,0 1 0,1-1 0,-1-1 0,1 0 0,0-1 0,-1 0 0,1-1 0,0-1 0,0 0 0,0 0 0,0-1 0,0-1 0,17-4 0,-16 1 0,1 0 0,-1 0 0,0-1 0,0-1 0,-1-1 0,0 0 0,0 0 0,-1-1 0,0-1 0,0 0 0,-1-1 0,-1 0 0,16-20 0,-11 7 0,-1-1 0,0 0 0,-2-1 0,-1 0 0,14-54 0,-25 80 0,0 0 0,0 0 0,0 0 0,0 0 0,0 0 0,0 0 0,1 0 0,-1 0 0,0 0 0,0 0 0,0 0 0,0 0 0,0 0 0,0 0 0,0 0 0,0 0 0,0 0 0,0 0 0,0 0 0,1-1 0,-3 21 0,-6 30 0,-10 28 0,-35 201 0,51-259 0,2-20 0,0 0 0,0 0 0,0 0 0,0 0 0,0 1 0,0-1 0,-1 0 0,1 0 0,0 0 0,0 0 0,0 0 0,0 0 0,0 0 0,0 0 0,0 0 0,0 1 0,0-1 0,0 0 0,0 0 0,0 0 0,0 0 0,0 0 0,0 0 0,0 0 0,0 0 0,0 0 0,1 1 0,-1-1 0,0 0 0,0 0 0,0 0 0,0 0 0,0 0 0,0 0 0,0 0 0,0 0 0,0 0 0,0 0 0,0 0 0,0 0 0,0 1 0,0-1 0,1 0 0,-1 0 0,0 0 0,0 0 0,0 0 0,0 0 0,0 0 0,0 0 0,0 0 0,0 0 0,0 0 0,1 0 0,-1 0 0,0 0 0,0 0 0,0 0 0,0 0 0,6-7 0,4-12 0,36-80 0,41-82 0,-84 176 0,-1 1 0,1-1 0,0 1 0,0 0 0,0 0 0,0 0 0,1 1 0,7-7 0,-10 10 0,0-1 0,-1 1 0,1-1 0,0 1 0,0-1 0,0 1 0,0 0 0,0 0 0,0-1 0,0 1 0,0 0 0,0 0 0,0 0 0,0 0 0,0 0 0,0 0 0,0 0 0,0 1 0,1-1 0,0 1 0,0 0 0,-1 0 0,1 0 0,-1 0 0,1 1 0,-1-1 0,0 0 0,1 1 0,-1-1 0,0 0 0,0 1 0,0 0 0,0-1 0,1 3 0,8 17 0,-2 1 0,10 32 0,-12-34 0,0 0 0,2 0 0,15 30 0,-19-44 0,0 1 0,0-1 0,1 0 0,0 0 0,0-1 0,0 0 0,1 1 0,-1-2 0,1 1 0,1-1 0,9 6 0,-12-8 0,0-1 0,0 0 0,0 1 0,0-1 0,0-1 0,0 1 0,0-1 0,0 1 0,0-1 0,0 0 0,0-1 0,1 1 0,-1-1 0,0 0 0,0 0 0,0 0 0,0 0 0,-1-1 0,1 0 0,0 1 0,-1-1 0,6-4 0,0-1 0,0 0 0,-1-1 0,1 0 0,-2-1 0,1 1 0,-1-1 0,-1-1 0,0 1 0,0-1 0,-1 0 0,0-1 0,0 1 0,-1-1 0,3-15 0,-3 12 0,-1 1 0,-1-1 0,0-1 0,-1 1 0,-1 0 0,0 0 0,-1 0 0,0 0 0,-1 0 0,-1 0 0,-4-17 0,6 27-76,0 0 1,-1 1-1,1-1 0,-1 0 0,0 1 0,1-1 0,-1 1 0,-1 0 1,1 0-1,0 0 0,-1 0 0,0 0 0,0 0 0,0 0 1,0 1-1,0 0 0,-7-5 0,-5 4-6750</inkml:trace>
</inkml:ink>
</file>

<file path=ppt/ink/ink7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08.354"/>
    </inkml:context>
    <inkml:brush xml:id="br0">
      <inkml:brushProperty name="width" value="0.05" units="cm"/>
      <inkml:brushProperty name="height" value="0.05" units="cm"/>
      <inkml:brushProperty name="color" value="#FFC114"/>
    </inkml:brush>
  </inkml:definitions>
  <inkml:trace contextRef="#ctx0" brushRef="#br0">0 267 24575,'3'0'0,"-1"-1"0,0 1 0,0 0 0,0 1 0,0-1 0,1 0 0,-1 1 0,0-1 0,0 1 0,0 0 0,0 0 0,0-1 0,0 1 0,0 1 0,0-1 0,0 0 0,-1 0 0,1 1 0,0-1 0,-1 1 0,1-1 0,-1 1 0,1 0 0,-1 0 0,0-1 0,0 1 0,0 0 0,0 0 0,0 0 0,0 0 0,-1 0 0,1 0 0,0 4 0,4 12 0,-1 1 0,-1 0 0,1 36 0,-6 60 0,1-61 0,4-83 0,1 1 0,1 0 0,10-29 0,36-103 0,-42 134 0,9-29 0,2 1 0,43-80 0,-62 132 0,0 1 0,0-1 0,0 0 0,0 1 0,0-1 0,0 1 0,1 0 0,-1-1 0,0 1 0,3-2 0,-4 3 0,1 0 0,-1 0 0,0 0 0,0 0 0,1 0 0,-1 0 0,0 0 0,0 0 0,1 0 0,-1 0 0,0 0 0,0 0 0,1 0 0,-1 0 0,0 0 0,0 0 0,1 0 0,-1 0 0,0 1 0,0-1 0,1 0 0,-1 0 0,0 0 0,0 0 0,0 0 0,1 1 0,-1-1 0,0 0 0,0 0 0,0 0 0,0 1 0,0-1 0,1 0 0,-1 0 0,0 1 0,0-1 0,0 0 0,0 0 0,0 1 0,1 4 0,0-1 0,0 1 0,-1 0 0,1-1 0,-1 1 0,-1 8 0,-13 93-682,-52 203-1,52-259-6143</inkml:trace>
</inkml:ink>
</file>

<file path=ppt/ink/ink7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08.494"/>
    </inkml:context>
    <inkml:brush xml:id="br0">
      <inkml:brushProperty name="width" value="0.05" units="cm"/>
      <inkml:brushProperty name="height" value="0.05" units="cm"/>
      <inkml:brushProperty name="color" value="#FFC114"/>
    </inkml:brush>
  </inkml:definitions>
  <inkml:trace contextRef="#ctx0" brushRef="#br0">59 182 24575,'-6'-3'0,"-7"-6"0,-2-8 0,1-4 0,4-4 0,9 0 0,11 1 0,11 1 0,12 6 0,8 4 0,9 9 0,4 6 0,2 7 0,0 5 0,-4 2 0,-11-2-8191</inkml:trace>
</inkml:ink>
</file>

<file path=ppt/ink/ink7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10.295"/>
    </inkml:context>
    <inkml:brush xml:id="br0">
      <inkml:brushProperty name="width" value="0.05" units="cm"/>
      <inkml:brushProperty name="height" value="0.05" units="cm"/>
      <inkml:brushProperty name="color" value="#FFC114"/>
    </inkml:brush>
  </inkml:definitions>
  <inkml:trace contextRef="#ctx0" brushRef="#br0">28 10 24575,'0'0'0,"0"-1"0,0 1 0,0-1 0,0 1 0,0-1 0,-1 1 0,1-1 0,0 1 0,0-1 0,-1 1 0,1 0 0,0-1 0,-1 1 0,1 0 0,0-1 0,-1 1 0,1 0 0,0-1 0,-1 1 0,1 0 0,-1-1 0,1 1 0,-1 0 0,1 0 0,0 0 0,-1 0 0,1-1 0,-1 1 0,1 0 0,-1 0 0,1 0 0,-1 0 0,1 0 0,-1 0 0,1 0 0,-1 0 0,1 0 0,-1 1 0,1-1 0,-1 0 0,1 0 0,-1 0 0,1 0 0,-1 1 0,0-1 0,0 1 0,1-1 0,-1 0 0,1 1 0,-1-1 0,1 0 0,-1 1 0,1-1 0,-1 1 0,1-1 0,-1 1 0,1-1 0,-1 1 0,1-1 0,0 1 0,-1-1 0,1 1 0,0 0 0,0-1 0,-1 1 0,1 0 0,0-1 0,0 1 0,0 0 0,0-1 0,0 1 0,0-1 0,0 1 0,0 0 0,0-1 0,0 1 0,0 0 0,0-1 0,1 1 0,-1 0 0,0-1 0,0 1 0,1-1 0,-1 1 0,0 0 0,1-1 0,-1 1 0,1 0 0,2 2 0,0 1 0,0 0 0,0-1 0,1 0 0,-1 0 0,1 0 0,0 0 0,0-1 0,0 1 0,8 2 0,50 17 0,-53-19 0,73 19-334,146 21-1,99-10-941,-304-31 1192,272 20-946,56 0-1465,1217 54-2989,791-21 2389,-2062-53 3274,-238-2-63,584-13 4538,-630 12-4467,10-1 972,-1 0 0,41-10-1,-46 4-1091,-17 1-2804</inkml:trace>
</inkml:ink>
</file>

<file path=ppt/ink/ink7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11.167"/>
    </inkml:context>
    <inkml:brush xml:id="br0">
      <inkml:brushProperty name="width" value="0.05" units="cm"/>
      <inkml:brushProperty name="height" value="0.05" units="cm"/>
      <inkml:brushProperty name="color" value="#FFC114"/>
    </inkml:brush>
  </inkml:definitions>
  <inkml:trace contextRef="#ctx0" brushRef="#br0">926 71 24575,'-8'-8'0,"-1"1"0,0-1 0,-1 1 0,0 1 0,0 0 0,0 0 0,0 1 0,-17-6 0,22 9 0,0 1 0,0 0 0,0 0 0,0 0 0,0 1 0,0 0 0,-1 0 0,1 0 0,0 1 0,0-1 0,0 1 0,0 1 0,0-1 0,0 0 0,1 1 0,-1 0 0,0 1 0,1-1 0,-1 1 0,1-1 0,-7 7 0,1 0 0,1 1 0,0 0 0,0 0 0,1 1 0,1 0 0,0 1 0,-9 17 0,-32 93 0,45-116 0,-120 424-451,72-237 145,-274 855 127,317-1025 164,-17 47-47,-19 97 0,43-163 61,-1 6-8,1-1 0,-1 1 0,1 18-1,1-26 18,1 0 1,-1 0-1,0 0 0,1 0 0,-1 0 0,1 1 0,-1-1 1,1 0-1,0 0 0,0 0 0,0-1 0,0 1 0,0 0 1,0 0-1,1 0 0,-1-1 0,1 1 0,-1-1 0,1 1 0,-1-1 1,1 0-1,3 3 0,1-2 76,-1 0 0,0 0 1,1-1-1,-1 1 0,1-1 1,-1 0-1,1-1 0,10 1 1,49-7-30,-34 3 27,-30 3-82,729-51-1263,297 79-1516,-1 58-391,-923-77 3130,685 68-506,860 71-1238,-1641-148 1778,127 9 622,163-9 0,-282 0-299,0-1 0,0-1 0,0 0 0,0-1 0,0 0 0,-1-2 1,15-5-1,-27 9-218,1 0 0,-1-1 0,0 1 0,0 0 1,0-1-1,0 0 0,0 1 0,0-1 0,0 0 1,0 0-1,-1 0 0,1 0 0,-1 0 1,1 0-1,-1-1 0,0 1 0,0 0 0,1-5 1,-1 4 33,-1-1 0,0 1 1,0-1-1,0 1 1,0-1-1,0 1 1,-1-1-1,1 1 0,-1-1 1,0 1-1,0 0 1,-2-5-1,-5-6 190,1 1 0,-2-1-1,0 1 1,-19-21 0,-33-35-98,10 12-30,-50-72 0,63 68-232,2-1 0,3-2 1,3-2-1,3 0 0,3-2 0,2-1 0,4 0 0,-11-84 0,16 51-18,5 0 0,5-1-1,3 0 1,6 1 0,20-116-1,-4 111 56,5 0 0,59-149 0,-82 246 0,-1 1 0,1 0 0,-1 0 0,2-15 0,-5 22 0,1 0 0,-1 0 0,0 0 0,0 0 0,0-1 0,0 1 0,0 0 0,-1 0 0,1 0 0,-1 0 0,1 0 0,-1 0 0,0 0 0,0 1 0,0-1 0,0 0 0,0 0 0,0 0 0,0 1 0,0-1 0,-1 1 0,-1-3 0,-3 1 45,0-1 0,-1 1-1,1 1 1,-1-1 0,0 1-1,0 0 1,0 1 0,0-1-1,0 1 1,0 1 0,-7-1-1,11 1-26,-336-14-150,162 10-710,-425-19-1514,-846-26-1034,3 43 2959,1413 7 228,-303 10-832,226-3 1122,-106 22 0,137-12 47</inkml:trace>
</inkml:ink>
</file>

<file path=ppt/ink/ink7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11.808"/>
    </inkml:context>
    <inkml:brush xml:id="br0">
      <inkml:brushProperty name="width" value="0.05" units="cm"/>
      <inkml:brushProperty name="height" value="0.05" units="cm"/>
      <inkml:brushProperty name="color" value="#FFC114"/>
    </inkml:brush>
  </inkml:definitions>
  <inkml:trace contextRef="#ctx0" brushRef="#br0">322 403 24575,'-73'21'0,"49"-16"0,0 2 0,1 1 0,-32 15 0,48-20 0,0 1 0,0 1 0,1-1 0,-1 1 0,1 0 0,0 1 0,1 0 0,-1 0 0,1 0 0,0 0 0,1 1 0,0-1 0,0 1 0,-5 13 0,1 5 0,2 0 0,1 0 0,1 1 0,1-1 0,1 43 0,0-24 0,-1 57 0,1-249 0,5-127 0,0 234 0,2 1 0,2-1 0,1 1 0,22-62 0,-23 85 0,-1 2 0,2-1 0,0 1 0,1 0 0,1 0 0,0 1 0,16-17 0,-18 23 0,-1 1 0,1 0 0,1 1 0,-1 0 0,1 0 0,0 1 0,0 0 0,1 0 0,-1 1 0,1 0 0,0 1 0,0 0 0,15-2 0,-8 4 0,-1 0 0,1 0 0,-1 2 0,0 0 0,1 1 0,-1 0 0,0 2 0,20 6 0,-26-7 0,0 1 0,0 0 0,-1 0 0,1 1 0,-1 0 0,0 1 0,-1 0 0,0 1 0,0-1 0,0 1 0,-1 1 0,0 0 0,0 0 0,6 9 0,-10-11 0,0-1 0,-1 1 0,0 0 0,0 0 0,0 0 0,0 0 0,-1 0 0,0 0 0,0 1 0,-1-1 0,0 0 0,0 0 0,-1 1 0,1-1 0,-1 0 0,0 0 0,-1 0 0,0 0 0,0 0 0,0 0 0,0 0 0,-1 0 0,-5 7 0,-2 3 0,-1-1 0,-1 0 0,0 0 0,-1-1 0,-1-1 0,-23 19 0,-6-3 0,-1-1 0,-1-2 0,-52 21 0,30-14 0,58-29 0,5-3 0,1 1 0,-1 0 0,0 0 0,0 0 0,1 0 0,-1 1 0,1-1 0,0 1 0,0 0 0,0 0 0,-4 4 0,7-6 0,0-1 0,0 1 0,0-1 0,0 1 0,0-1 0,0 1 0,0-1 0,0 1 0,0-1 0,1 1 0,-1-1 0,0 0 0,0 1 0,0-1 0,0 1 0,1-1 0,-1 1 0,0-1 0,1 0 0,-1 1 0,0-1 0,1 1 0,-1-1 0,0 0 0,1 0 0,-1 1 0,1-1 0,-1 0 0,0 0 0,1 1 0,-1-1 0,1 0 0,-1 0 0,1 0 0,-1 0 0,1 1 0,22 5 0,-21-6 0,191 26 0,-6-1 0,-29 12 0,-136-30 0,0 1 0,0 1 0,-1 1 0,38 23 0,-54-29 0,0-1 0,0 1 0,0 0 0,-1 0 0,0 1 0,1-1 0,-2 1 0,1 0 0,0 0 0,-1 0 0,0 0 0,4 10 0,-6-12 0,0 1 0,-1-1 0,1 1 0,-1-1 0,0 1 0,1-1 0,-2 1 0,1-1 0,0 1 0,-1-1 0,0 1 0,1-1 0,-1 1 0,-1-1 0,1 0 0,0 1 0,-1-1 0,0 0 0,0 0 0,0 0 0,0 0 0,-4 4 0,-3 2 0,0 0 0,0-1 0,-1-1 0,0 0 0,0 0 0,-1-1 0,0 0 0,0 0 0,-20 5 0,-3 0 0,-1-1 0,-38 4 0,23-6 86,-1-2-1,0-3 0,-60-3 1,86-1-276,-1-2 0,0 0 1,1-2-1,0-1 0,0-1 1,1-1-1,0-1 1,-27-14-1,4-7-6636</inkml:trace>
</inkml:ink>
</file>

<file path=ppt/ink/ink7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12.139"/>
    </inkml:context>
    <inkml:brush xml:id="br0">
      <inkml:brushProperty name="width" value="0.05" units="cm"/>
      <inkml:brushProperty name="height" value="0.05" units="cm"/>
      <inkml:brushProperty name="color" value="#FFC114"/>
    </inkml:brush>
  </inkml:definitions>
  <inkml:trace contextRef="#ctx0" brushRef="#br0">0 181 24575,'153'2'0,"243"-9"0,-333 2 0,0-2 0,0-4 0,-1-2 0,71-25 0,-126 35 0,0 0 0,-1 0 0,1 0 0,-1 0 0,12-9 0,-18 11 0,1 0 0,0 1 0,0-1 0,-1 0 0,1 1 0,0-1 0,-1 0 0,1 0 0,-1 0 0,1 1 0,-1-1 0,0 0 0,1 0 0,-1 0 0,0 0 0,1 0 0,-1 0 0,0 0 0,0 0 0,0-1 0,0 0 0,-1 1 0,1 0 0,-1 0 0,0-1 0,0 1 0,1 0 0,-1 0 0,0 0 0,0 0 0,0 0 0,0 0 0,0 0 0,0 0 0,0 1 0,0-1 0,0 0 0,-1 0 0,1 1 0,-2-1 0,-16-7 0,1 2 0,-1 0 0,0 2 0,0 0 0,-1 1 0,1 0 0,-1 2 0,-26 1 0,37 0 0,0 1 0,1 0 0,-1 0 0,0 1 0,1 1 0,-1-1 0,1 1 0,0 0 0,-13 8 0,15-7 0,1-1 0,-1 2 0,1-1 0,1 0 0,-1 1 0,1 0 0,-1 0 0,1 0 0,1 1 0,-1-1 0,1 1 0,0 0 0,-4 10 0,-2 12 0,2 1 0,0 0 0,2 0 0,-2 30 0,2 122 0,13 52 342,-2-178-911,2-1 0,19 65 0,-13-74-6257</inkml:trace>
</inkml:ink>
</file>

<file path=ppt/ink/ink7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12.543"/>
    </inkml:context>
    <inkml:brush xml:id="br0">
      <inkml:brushProperty name="width" value="0.05" units="cm"/>
      <inkml:brushProperty name="height" value="0.05" units="cm"/>
      <inkml:brushProperty name="color" value="#FFC114"/>
    </inkml:brush>
  </inkml:definitions>
  <inkml:trace contextRef="#ctx0" brushRef="#br0">1 518 24575,'35'-62'0,"-26"44"0,0 2 0,2-1 0,21-26 0,-32 42 0,1 0 0,0 0 0,-1 0 0,1 0 0,0 0 0,0 0 0,0 1 0,0-1 0,0 0 0,0 0 0,0 1 0,0-1 0,0 1 0,0-1 0,0 1 0,1-1 0,-1 1 0,0 0 0,0-1 0,0 1 0,1 0 0,1 0 0,-2 0 0,0 1 0,-1 0 0,1-1 0,0 1 0,0 0 0,-1-1 0,1 1 0,0 0 0,-1 0 0,1 0 0,-1-1 0,1 1 0,-1 0 0,1 0 0,-1 0 0,0 0 0,1 0 0,-1 0 0,0 0 0,1 2 0,0 9 0,0 0 0,0 0 0,-2 16 0,1-26 0,-5 84 0,-4 130 0,10-171 0,2-1 0,15 82 0,-17-122 0,12 41 0,-12-42 0,0-1 0,0 1 0,0-1 0,0 0 0,1 1 0,-1-1 0,1 0 0,-1 0 0,1 0 0,0 0 0,0 0 0,0 0 0,0-1 0,3 3 0,-4-4 0,0 1 0,0-1 0,-1 0 0,1 0 0,0 0 0,-1 0 0,1 0 0,0 0 0,0 0 0,-1 0 0,1 0 0,0 0 0,-1 0 0,1 0 0,0-1 0,-1 1 0,1 0 0,0 0 0,-1-1 0,1 1 0,0-1 0,-1 1 0,1 0 0,-1-1 0,1 1 0,-1-1 0,1 1 0,-1-1 0,1 1 0,-1-1 0,1 0 0,-1 1 0,0-1 0,1 0 0,-1 1 0,0-1 0,0 0 0,1 1 0,-1-1 0,0-1 0,8-31 0,-8 33 0,4-56 0,-1 0 0,-4 0 0,-12-91 0,3 28 0,9 112 0,-4-61 0,7-115 0,-1 165 0,2 0 0,-1-1 0,2 1 0,1 1 0,0-1 0,1 1 0,1-1 0,0 2 0,1-1 0,1 1 0,16-22 0,-20 33 0,0-1 0,0 1 0,0 0 0,0 0 0,1 1 0,0 0 0,0 0 0,0 0 0,1 0 0,-1 1 0,1 0 0,0 1 0,11-4 0,-9 5 0,1-1 0,-1 2 0,0-1 0,1 1 0,-1 1 0,0-1 0,1 2 0,-1-1 0,14 5 0,-5 1 0,0 0 0,-1 0 0,0 2 0,-1 0 0,0 1 0,0 1 0,-1 0 0,0 1 0,25 27 0,-29-26 0,0 0 0,-1 1 0,-1 0 0,0 0 0,0 1 0,-2 0 0,0 1 0,0-1 0,6 28 0,-11-34 0,0 0 0,-1 1 0,0-1 0,-1 0 0,0 1 0,0-1 0,-1 0 0,0 1 0,-1-1 0,0 0 0,0 0 0,-1 0 0,0 0 0,-1-1 0,0 1 0,0-1 0,-1 0 0,0 0 0,-6 8 0,-1-3 27,0 0-1,-1-1 0,-1-1 0,0 0 1,-1 0-1,0-2 0,0 0 0,-1 0 1,0-2-1,0 0 0,-1 0 0,-19 3 1,-13 2-454,0-2 0,0-2 1,-52 0-1,24-4-6399</inkml:trace>
</inkml:ink>
</file>

<file path=ppt/ink/ink7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13.198"/>
    </inkml:context>
    <inkml:brush xml:id="br0">
      <inkml:brushProperty name="width" value="0.05" units="cm"/>
      <inkml:brushProperty name="height" value="0.05" units="cm"/>
      <inkml:brushProperty name="color" value="#FFC114"/>
    </inkml:brush>
  </inkml:definitions>
  <inkml:trace contextRef="#ctx0" brushRef="#br0">277 65 24575,'-18'-7'0,"-1"1"0,0 1 0,0 0 0,-26-3 0,16 3 0,-4-1 0,-62-4 0,314 18 0,-97-1 0,4609 28-13258,-4509-39 13248,704-30 2531,-896 33-1844,-13 0 33,-1 0-1,1-1 0,29-7 0,-46 9-661,0 0 0,0 0 0,0-1-1,0 1 1,0 0 0,0 0-1,0 0 1,0 0 0,0 0 0,-1 0-1,1 0 1,0-1 0,0 1 0,0 0-1,0 0 1,0 0 0,0 0 0,0 0-1,0-1 1,0 1 0,0 0-1,0 0 1,0 0 0,0 0 0,0 0-1,0-1 1,0 1 0,0 0 0,0 0-1,0 0 1,0 0 0,1 0-1,-1 0 1,0-1 0,0 1 0,0 0-1,0 0 1,0 0 0,0 0 0,0 0-1,0 0 1,0 0 0,1 0 0,-1 0-1,0-1 1,0 1 0,0 0-1,0 0 1,-11-2 351,-1 1-1,0 0 1,0 1-1,-13 1 1,16-1-548,-46 2-4992</inkml:trace>
</inkml:ink>
</file>

<file path=ppt/ink/ink7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16.440"/>
    </inkml:context>
    <inkml:brush xml:id="br0">
      <inkml:brushProperty name="width" value="0.05" units="cm"/>
      <inkml:brushProperty name="height" value="0.05" units="cm"/>
      <inkml:brushProperty name="color" value="#FFC114"/>
    </inkml:brush>
  </inkml:definitions>
  <inkml:trace contextRef="#ctx0" brushRef="#br0">9 1263 24575,'-4'-23'0,"3"21"0,0-1 0,0 0 0,0 0 0,1 0 0,-1 1 0,1-1 0,0 0 0,0-3 0,3-11 0,1 1 0,0 1 0,1-1 0,1 1 0,0 0 0,1 0 0,1 0 0,18-25 0,7-4 0,50-52 0,-31 43-28,1 3-1,2 2 1,87-57 0,-60 53-69,2 4 1,98-40-1,-11 21-169,4 8 0,237-49 0,9 25-865,3 18-1,750-16 1,-899 81 1307,0 12 0,-1 11 0,338 75 0,-424-53 124,313 119 1,-355-102-128,-3 6-1,207 132 1,-277-148 1421,-65-45-1398,0 0 1,0 1-1,-1 0 1,0 1-1,12 17 0,-32-39-1561</inkml:trace>
</inkml:ink>
</file>

<file path=ppt/ink/ink7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16.786"/>
    </inkml:context>
    <inkml:brush xml:id="br0">
      <inkml:brushProperty name="width" value="0.05" units="cm"/>
      <inkml:brushProperty name="height" value="0.05" units="cm"/>
      <inkml:brushProperty name="color" value="#FFC114"/>
    </inkml:brush>
  </inkml:definitions>
  <inkml:trace contextRef="#ctx0" brushRef="#br0">1 106 24575,'35'30'0,"2"-2"0,1-1 0,1-2 0,70 33 0,-97-52 0,0 0 0,-1-2 0,2 1 0,-1-2 0,0 1 0,20 1 0,-28-4 0,1-1 0,-1 0 0,1 0 0,-1 0 0,1 0 0,-1-1 0,1 0 0,-1 0 0,0 0 0,0-1 0,1 1 0,-1-1 0,0 0 0,0 0 0,0 0 0,-1-1 0,1 1 0,0-1 0,-1 0 0,0 0 0,6-7 0,-3 1 0,0 0 0,-1 0 0,0-1 0,0 0 0,-1 0 0,0 0 0,4-20 0,9-80 0,-12 69 0,-5 39 0,0 1 0,0 0 0,1-1 0,-1 1 0,0-1 0,1 1 0,-1 0 0,1 0 0,-1-1 0,1 1 0,0 0 0,-1 0 0,3-3 0,1 7 0,-1 11 0,-2 4-1365,-1 0-5461</inkml:trace>
</inkml:ink>
</file>

<file path=ppt/ink/ink7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17.863"/>
    </inkml:context>
    <inkml:brush xml:id="br0">
      <inkml:brushProperty name="width" value="0.05" units="cm"/>
      <inkml:brushProperty name="height" value="0.05" units="cm"/>
      <inkml:brushProperty name="color" value="#FFC114"/>
    </inkml:brush>
  </inkml:definitions>
  <inkml:trace contextRef="#ctx0" brushRef="#br0">0 1300 24575,'1'-4'0,"0"-1"0,-1 1 0,2 0 0,-1-1 0,0 1 0,1 0 0,0 0 0,0 0 0,0 0 0,0 0 0,1 1 0,-1-1 0,5-4 0,7-8 0,25-20 0,-28 26 0,116-96 0,140-89 0,-209 155 0,71-46-132,4 5 0,4 6 0,2 6 0,4 6 0,151-44 0,-47 36-986,255-38-1,265 4-251,691 36 117,1 157 0,-911-18 762,740 192 0,-571-31 268,-584-175 569,-2 6 0,-3 5 0,142 99 0,-125-57 1364,87 55 2909,-228-161-4587,1-1 1,-1 1-1,0-1 0,1 0 1,0-1-1,0 1 0,6 1 0,-10-3-26,0 0-1,0 0 0,-1 0 0,1 0 0,0 0 1,0 0-1,0 0 0,0-1 0,-1 1 1,1 0-1,0 0 0,0-1 0,0 1 0,-1-1 1,1 1-1,0-1 0,-1 1 0,2-2 1,-1 1-4,0 0 1,0-1 0,0 1 0,0 0 0,-1-1 0,1 1-1,0-1 1,-1 0 0,0 1 0,1-1 0,-1 1 0,0-1-1,0-2 1,1-21-3,-2 1 0,-1-1 0,-7-35 0,-2-38 0,10 82 0,-1-7 0,1 0 0,2-1 0,0 1 0,1 0 0,8-35 0,-10 57 0,1 0 0,-1 0 0,0 0 0,1 0 0,-1 0 0,1 0 0,-1 0 0,1 0 0,-1 0 0,1 0 0,0 0 0,-1 0 0,1 0 0,0 1 0,0-1 0,0 0 0,0 0 0,1 0 0,4 4 0,-2 11 0,-1 89 0,1 2 0,-1-86 0,-1-7 0,0 0 0,-1 0 0,-1 21 0,-1-30 0,1 0 0,0 0 0,-1 0 0,0 0 0,1-1 0,-1 1 0,0 0 0,-1-1 0,1 1 0,0-1 0,-1 1 0,1-1 0,-1 0 0,0 1 0,0-1 0,0 0 0,0 0 0,0 0 0,0-1 0,0 1 0,-4 1 0,-10 5 36,-1-2 0,0 0 0,0 0-1,-31 4 1,-7 2-1580,22-2-5282</inkml:trace>
</inkml:ink>
</file>

<file path=ppt/ink/ink7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18.550"/>
    </inkml:context>
    <inkml:brush xml:id="br0">
      <inkml:brushProperty name="width" value="0.05" units="cm"/>
      <inkml:brushProperty name="height" value="0.05" units="cm"/>
      <inkml:brushProperty name="color" value="#FFC114"/>
    </inkml:brush>
  </inkml:definitions>
  <inkml:trace contextRef="#ctx0" brushRef="#br0">6653 0 24575,'0'0'0,"1"0"0,-1 0 0,1 0 0,-1 0 0,0 0 0,1 0 0,-1 0 0,1 0 0,-1 1 0,0-1 0,1 0 0,-1 0 0,0 0 0,1 0 0,-1 1 0,1-1 0,-1 0 0,0 0 0,0 1 0,1-1 0,-1 0 0,0 0 0,1 1 0,-1-1 0,0 0 0,0 1 0,0-1 0,1 0 0,-1 1 0,0-1 0,0 1 0,-1 15 0,-12 13 0,-12 5 0,-2 0 0,-60 57 0,51-55 0,-16 13-74,-2-2 0,-3-3 0,-1-2-1,-2-3 1,-1-2 0,-133 56 0,52-38-99,-3-7 0,-187 37-1,-11-18-858,-378 22 0,-355-54-1033,650-48 1554,1-18 0,-650-133-1,522 16 327,435 106 1395,2-5 0,-170-95 1,239 113-266,-71-60 1,104 78-7772</inkml:trace>
</inkml:ink>
</file>

<file path=ppt/ink/ink7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18.909"/>
    </inkml:context>
    <inkml:brush xml:id="br0">
      <inkml:brushProperty name="width" value="0.05" units="cm"/>
      <inkml:brushProperty name="height" value="0.05" units="cm"/>
      <inkml:brushProperty name="color" value="#FFC114"/>
    </inkml:brush>
  </inkml:definitions>
  <inkml:trace contextRef="#ctx0" brushRef="#br0">481 1 24575,'-14'11'0,"-1"-1"0,0 0 0,0-1 0,0-1 0,-2-1 0,-28 10 0,19-6 0,-8 3 0,0-2 0,-1-1 0,-1-1 0,1-3 0,-1 0 0,-39 1 0,49-12 0,19 0 0,16 0 0,-1 2 17,1 1-1,-1 1 0,0-1 0,0 1 1,1 1-1,-1 0 0,0 0 0,0 0 1,1 1-1,-1 0 0,-1 1 0,1 0 1,0 0-1,-1 1 0,1 0 0,-1 0 1,0 0-1,0 1 0,-1 0 0,7 6 1,-1 0-188,-1 1 0,0 0 1,-1 1-1,0 0 0,-1 0 1,0 1-1,-1 1 0,-1-1 1,8 20-1,-3 5-6655</inkml:trace>
</inkml:ink>
</file>

<file path=ppt/ink/ink7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19.765"/>
    </inkml:context>
    <inkml:brush xml:id="br0">
      <inkml:brushProperty name="width" value="0.05" units="cm"/>
      <inkml:brushProperty name="height" value="0.05" units="cm"/>
      <inkml:brushProperty name="color" value="#FFC114"/>
    </inkml:brush>
  </inkml:definitions>
  <inkml:trace contextRef="#ctx0" brushRef="#br0">8543 1408 24575,'-32'-5'0,"27"4"0,0 0 0,0 0 0,-1 0 0,-8 0 0,-14 4 0,0 2 0,0 1 0,1 1 0,-51 20 0,12-4 0,-631 157-1177,-12-50 0,-40-27-918,-1052 8 1,700-145 1629,778 1 232,-442-102 1,615 97 251,1-6 0,3-6 0,-187-92 0,248 98 34,2-4 1,2-3 0,3-3 0,2-4 0,2-3 0,-105-114 0,98 78 291,5-4 0,4-4 0,-111-214 1,126 204 1491,-88-153 1863,144 266-3690,0 0 0,0 1 0,0-1 0,-1 0-1,1 1 1,-1-1 0,1 1 0,-1 0 0,1 0-1,-1-1 1,0 1 0,-2-1 0,4 2-11,-1 0 1,1 0 0,0 0-1,0 0 1,0 0 0,-1 0-1,1 0 1,0 0 0,0 0-1,0 0 1,-1 0 0,1 0-1,0 0 1,0 0 0,0 0-1,0 0 1,-1 0 0,1 0 0,0 0-1,0 1 1,0-1 0,0 0-1,-1 0 1,1 0 0,0 0-1,0 0 1,0 0 0,0 1-1,0-1 1,-1 0 0,1 0-1,0 0 1,0 1 0,0-1-1,0 0 1,0 0 0,0 0-1,0 1 1,2 16-13,2-3-27,1 0 0,9 15 0,-7-15-1205,0 2-5581</inkml:trace>
</inkml:ink>
</file>

<file path=ppt/ink/ink7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20.110"/>
    </inkml:context>
    <inkml:brush xml:id="br0">
      <inkml:brushProperty name="width" value="0.05" units="cm"/>
      <inkml:brushProperty name="height" value="0.05" units="cm"/>
      <inkml:brushProperty name="color" value="#FFC114"/>
    </inkml:brush>
  </inkml:definitions>
  <inkml:trace contextRef="#ctx0" brushRef="#br0">530 44 24575,'2'-2'0,"-1"0"0,1 0 0,-1-1 0,0 1 0,0 0 0,0-1 0,0 1 0,0-1 0,1-5 0,-2 8 0,0 0 0,0-1 0,0 1 0,1-1 0,-1 1 0,0-1 0,0 1 0,0 0 0,0-1 0,0 1 0,0-1 0,0 1 0,0-1 0,0 1 0,0-1 0,0 1 0,0 0 0,0-1 0,-1 1 0,1-1 0,0 1 0,0 0 0,0-1 0,-1 1 0,1-1 0,0 1 0,0 0 0,-1-1 0,1 1 0,0 0 0,-1-1 0,1 1 0,0 0 0,-1 0 0,1-1 0,0 1 0,-1 0 0,1 0 0,-1 0 0,1 0 0,-1-1 0,1 1 0,0 0 0,-1 0 0,1 0 0,-1 0 0,1 0 0,-1 0 0,1 0 0,0 0 0,-1 0 0,1 0 0,-1 1 0,1-1 0,-1 0 0,1 0 0,0 0 0,-1 0 0,1 1 0,-1-1 0,1 0 0,0 0 0,-1 1 0,1-1 0,-78 39 0,33-15 0,-94 33 0,107-46 0,-1-3 0,0 0 0,-1-2 0,-56 3 0,86-10 0,-1 1 0,1 0 0,-1-1 0,1 0 0,-7-2 0,10 3 0,1 0 0,0 0 0,-1 0 0,1 0 0,-1 0 0,1-1 0,-1 1 0,1 0 0,-1 0 0,1 0 0,0-1 0,-1 1 0,1 0 0,0-1 0,-1 1 0,1 0 0,0-1 0,-1 1 0,1 0 0,0-1 0,0 1 0,-1 0 0,1-1 0,0 1 0,0-1 0,0 1 0,0-1 0,-1 1 0,1-1 0,0 1 0,0 0 0,0-1 0,0 1 0,0-1 0,0 1 0,0-1 0,0 1 0,0-1 0,1 1 0,-1-1 0,0 1 0,0-1 0,0 1 0,0 0 0,1-1 0,-1 1 0,0-1 0,0 1 0,1 0 0,-1-1 0,0 1 0,1 0 0,-1-1 0,0 1 0,1 0 0,-1 0 0,0-1 0,1 1 0,-1 0 0,1 0 0,-1 0 0,1-1 0,4-2 0,-1 0 0,0 1 0,1-1 0,-1 1 0,1 0 0,0 0 0,-1 0 0,1 1 0,0 0 0,0 0 0,0 0 0,0 0 0,0 1 0,0 0 0,1 0 0,-1 0 0,0 1 0,0 0 0,0 0 0,0 0 0,0 0 0,-1 1 0,1 0 0,7 3 0,-3 0 0,1 1 0,-1-1 0,0 2 0,-1-1 0,1 1 0,-1 0 0,-1 1 0,1 0 0,-1 0 0,9 16 0,-3-2-455,-1 2 0,16 47 0,-8-9-6371</inkml:trace>
</inkml:ink>
</file>

<file path=ppt/ink/ink7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22.452"/>
    </inkml:context>
    <inkml:brush xml:id="br0">
      <inkml:brushProperty name="width" value="0.05" units="cm"/>
      <inkml:brushProperty name="height" value="0.05" units="cm"/>
      <inkml:brushProperty name="color" value="#FFC114"/>
    </inkml:brush>
  </inkml:definitions>
  <inkml:trace contextRef="#ctx0" brushRef="#br0">151 368 24575,'5'-23'0,"-3"18"0,-1 0 0,0 0 0,0 0 0,0 0 0,0-10 0,-1 14 0,0 1 0,0-1 0,-1 1 0,1-1 0,0 0 0,0 1 0,0-1 0,-1 1 0,1-1 0,0 1 0,0-1 0,-1 1 0,1-1 0,0 1 0,-1-1 0,1 1 0,-1-1 0,1 1 0,-1 0 0,1-1 0,-1 0 0,-1 1 0,1 0 0,0-1 0,0 1 0,-1 0 0,1 0 0,0 0 0,-1 0 0,1 0 0,0 0 0,0 0 0,-1 0 0,1 1 0,0-1 0,-2 1 0,-3 1 0,0 1 0,0 0 0,0 0 0,0 1 0,1-1 0,-1 1 0,1 0 0,0 1 0,0-1 0,1 1 0,0 0 0,-1 0 0,-4 9 0,1-1 0,0 1 0,0 0 0,1 0 0,-7 23 0,11-29 0,1 1 0,0-1 0,0 0 0,1 1 0,0-1 0,0 1 0,1-1 0,0 1 0,1-1 0,1 11 0,-1-15 0,0-1 0,1 1 0,-1-1 0,0 0 0,1 0 0,0 1 0,0-1 0,0 0 0,0-1 0,0 1 0,1 0 0,-1-1 0,1 1 0,-1-1 0,1 0 0,0 0 0,0 0 0,0 0 0,0 0 0,1-1 0,-1 1 0,0-1 0,1 0 0,-1 0 0,1 0 0,-1-1 0,4 1 0,2 0 0,0-1 0,0 0 0,1 0 0,-1-1 0,-1 0 0,1-1 0,0 0 0,0 0 0,0-1 0,-1 0 0,13-7 0,-10 5 0,0-1 0,-1-1 0,0 0 0,0 0 0,-1-1 0,1 0 0,-2 0 0,9-11 0,-10 9 0,-1 0 0,0-1 0,0 0 0,-2 0 0,1-1 0,-1 1 0,-1-1 0,0 0 0,-1 0 0,0 0 0,0-1 0,-2 1 0,0-15 0,-2-20 0,-3 0 0,-10-48 0,14 88 0,0 3 0,-28-133 0,26 133 0,2 11 0,0 13 0,9 55 0,4-1 0,28 101 0,-32-142 0,-1-4 63,-2-5-301,1 0 0,1 0 0,1 0 0,1-1 0,18 34 0,-13-38-6588</inkml:trace>
</inkml:ink>
</file>

<file path=ppt/ink/ink7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22.823"/>
    </inkml:context>
    <inkml:brush xml:id="br0">
      <inkml:brushProperty name="width" value="0.05" units="cm"/>
      <inkml:brushProperty name="height" value="0.05" units="cm"/>
      <inkml:brushProperty name="color" value="#FFC114"/>
    </inkml:brush>
  </inkml:definitions>
  <inkml:trace contextRef="#ctx0" brushRef="#br0">136 131 24575,'7'-35'0,"1"5"0,-8 27 0,0 0 0,1 0 0,-1 0 0,-1 0 0,1-1 0,0 1 0,-1 0 0,1 0 0,-1 0 0,0 0 0,0 0 0,0 0 0,-1 0 0,1 0 0,-4-4 0,4 5 0,0 1 0,-1 0 0,1 0 0,-1 0 0,1 0 0,-1 0 0,1 1 0,-1-1 0,1 0 0,-1 1 0,0-1 0,0 1 0,1-1 0,-1 1 0,0 0 0,1 0 0,-1 0 0,0 0 0,0 0 0,0 0 0,1 0 0,-1 1 0,0-1 0,1 1 0,-1-1 0,0 1 0,1-1 0,-1 1 0,-2 2 0,-6 1 0,1 1 0,0 1 0,0 0 0,0 0 0,-10 10 0,17-14 0,0 0 0,0 1 0,0-1 0,0 1 0,0-1 0,0 1 0,1 0 0,-1 0 0,1 0 0,-1 3 0,1-4 0,1-1 0,0 1 0,0-1 0,0 1 0,0-1 0,0 1 0,0 0 0,0-1 0,0 1 0,1-1 0,-1 1 0,1-1 0,-1 1 0,1-1 0,-1 1 0,1-1 0,0 0 0,0 1 0,0-1 0,0 0 0,1 2 0,-2-3 8,0 1 1,1-1-1,-1 0 0,0 1 0,0-1 0,1 0 0,-1 0 0,0 1 0,0-1 1,1 0-1,-1 0 0,0 0 0,1 1 0,-1-1 0,0 0 0,1 0 0,-1 0 1,0 0-1,1 0 0,-1 0 0,0 1 0,1-1 0,-1 0 0,1 0 0,-1 0 1,0 0-1,1 0 0,-1-1 0,0 1 0,1 0 0,-1 0 0,0 0 0,1 0 1,-1 0-1,0 0 0,1-1 0,-1 1 0,0 0 0,1 0 0,-1 0 0,1-1 1,-1 0-116,1 1 0,-1-1 1,1 0-1,-1 0 0,1 0 1,-1 1-1,0-1 0,1 0 1,-1 0-1,0 0 0,0 0 1,1 0-1,-1 0 0,0 0 1,0-1-1,-2-7-6719</inkml:trace>
</inkml:ink>
</file>

<file path=ppt/ink/ink7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23.119"/>
    </inkml:context>
    <inkml:brush xml:id="br0">
      <inkml:brushProperty name="width" value="0.05" units="cm"/>
      <inkml:brushProperty name="height" value="0.05" units="cm"/>
      <inkml:brushProperty name="color" value="#FFC114"/>
    </inkml:brush>
  </inkml:definitions>
  <inkml:trace contextRef="#ctx0" brushRef="#br0">12 84 24575,'-12'-2'0,"23"-3"0,22-3 0,254-35 0,-125 23 0,-121 15 0,-69 6 0,-31-2 0,7 0 0,-12 1-1365,48 0-5461</inkml:trace>
</inkml:ink>
</file>

<file path=ppt/ink/ink7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23.539"/>
    </inkml:context>
    <inkml:brush xml:id="br0">
      <inkml:brushProperty name="width" value="0.05" units="cm"/>
      <inkml:brushProperty name="height" value="0.05" units="cm"/>
      <inkml:brushProperty name="color" value="#FFC114"/>
    </inkml:brush>
  </inkml:definitions>
  <inkml:trace contextRef="#ctx0" brushRef="#br0">14 25 24575,'-13'-22'0,"12"20"0,4 12 0,-2-7 0,53 274 0,-20-90 0,-15-102-1365,-11-52-5461</inkml:trace>
</inkml:ink>
</file>

<file path=ppt/ink/ink7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23.914"/>
    </inkml:context>
    <inkml:brush xml:id="br0">
      <inkml:brushProperty name="width" value="0.05" units="cm"/>
      <inkml:brushProperty name="height" value="0.05" units="cm"/>
      <inkml:brushProperty name="color" value="#FFC114"/>
    </inkml:brush>
  </inkml:definitions>
  <inkml:trace contextRef="#ctx0" brushRef="#br0">1 124 24575,'0'0'0,"0"-1"0,1 0 0,-1 1 0,0-1 0,0 1 0,1-1 0,-1 0 0,0 1 0,1-1 0,-1 1 0,1-1 0,-1 1 0,1-1 0,-1 1 0,1-1 0,-1 1 0,1 0 0,0-1 0,-1 1 0,1 0 0,-1-1 0,1 1 0,0 0 0,-1 0 0,1 0 0,0 0 0,-1 0 0,1-1 0,0 1 0,-1 0 0,1 0 0,0 0 0,-1 1 0,1-1 0,0 0 0,-1 0 0,1 0 0,0 0 0,0 1 0,29 7 0,81 43 0,-80-35 0,0-2 0,58 20 0,-87-34 0,1 1 0,-1 0 0,1-1 0,-1 1 0,1-1 0,-1 0 0,1 0 0,-1 1 0,1-2 0,-1 1 0,1 0 0,-1-1 0,1 1 0,-1-1 0,1 0 0,1 0 0,-2-1 0,-1 1 0,1 0 0,-1-1 0,0 1 0,0-1 0,1 1 0,-1-1 0,0 0 0,-1 1 0,1-1 0,0 0 0,0 0 0,-1 1 0,1-1 0,-1 0 0,1 0 0,-1 0 0,0 0 0,0 0 0,0 0 0,0-3 0,-2-12 0,0 0 0,-1 1 0,-1-1 0,0 1 0,-2 0 0,1 0 0,-2 1 0,0-1 0,-12-17 0,19 32 0,-1 0 0,1 0 0,-1 0 0,0 0 0,1 0 0,-1 0 0,0 1 0,1-1 0,-1 0 0,0 0 0,0 0 0,0 1 0,0-1 0,0 1 0,0-1 0,0 0 0,0 1 0,0 0 0,0-1 0,-1 1 0,1 0 0,0 0 0,0 0 0,0 0 0,0 0 0,0 1 0,0-1 0,0 0 0,0 1 0,1-1 0,-1 1 0,0-1 0,0 1 0,0-1 0,1 1 0,-1-1 0,0 1 0,1 0 0,-2 1 0,-3 5 0,0 0 0,1 1 0,0 0 0,-4 10 0,4-8 0,-17 30-455,-1-1 0,-53 70 0,37-61-6371</inkml:trace>
</inkml:ink>
</file>

<file path=ppt/ink/ink8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24.615"/>
    </inkml:context>
    <inkml:brush xml:id="br0">
      <inkml:brushProperty name="width" value="0.05" units="cm"/>
      <inkml:brushProperty name="height" value="0.05" units="cm"/>
      <inkml:brushProperty name="color" value="#FFC114"/>
    </inkml:brush>
  </inkml:definitions>
  <inkml:trace contextRef="#ctx0" brushRef="#br0">1 3 24575,'2'-3'0</inkml:trace>
</inkml:ink>
</file>

<file path=ppt/ink/ink8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25.363"/>
    </inkml:context>
    <inkml:brush xml:id="br0">
      <inkml:brushProperty name="width" value="0.05" units="cm"/>
      <inkml:brushProperty name="height" value="0.05" units="cm"/>
      <inkml:brushProperty name="color" value="#FFC114"/>
    </inkml:brush>
  </inkml:definitions>
  <inkml:trace contextRef="#ctx0" brushRef="#br0">219 515 24575,'0'-7'0,"1"0"0,1 0 0,-1 0 0,1 1 0,0-1 0,5-10 0,8-26 0,-15 39 0,1 1 0,0-1 0,-1 0 0,0 1 0,0-1 0,0 0 0,0 0 0,-1 1 0,0-1 0,1 0 0,-1 1 0,-1-1 0,-2-6 0,3 8 0,0 1 0,-1-1 0,1 0 0,-1 0 0,1 1 0,-1-1 0,0 1 0,0 0 0,0 0 0,0-1 0,0 1 0,0 0 0,0 1 0,0-1 0,0 0 0,0 0 0,-1 1 0,1 0 0,0-1 0,0 1 0,-1 0 0,1 0 0,0 0 0,-4 1 0,-1 0 0,0 0 0,-1 1 0,1 0 0,0 1 0,0-1 0,0 1 0,0 1 0,0-1 0,1 1 0,0 1 0,0-1 0,0 1 0,0 0 0,1 0 0,-1 0 0,-6 10 0,3-3 0,0 0 0,1 1 0,0 0 0,1 0 0,0 1 0,1 0 0,-6 20 0,10-27 0,1 0 0,-1-1 0,1 1 0,1 0 0,-1 0 0,1 0 0,0-1 0,1 1 0,0 0 0,0 0 0,0-1 0,1 1 0,2 7 0,-2-10 0,1 0 0,-1 1 0,1-1 0,0 0 0,-1 0 0,2-1 0,-1 1 0,0 0 0,1-1 0,0 0 0,-1 0 0,1 0 0,1 0 0,-1-1 0,0 0 0,1 0 0,-1 0 0,1 0 0,4 1 0,-1-1 0,1 0 0,-1-1 0,0 1 0,1-2 0,-1 1 0,0-1 0,1-1 0,-1 1 0,1-1 0,-1-1 0,0 0 0,0 0 0,0 0 0,0-1 0,0 0 0,-1-1 0,1 0 0,11-7 0,-9 3 0,0 0 0,-1 0 0,0-1 0,0 0 0,-1-1 0,0 1 0,-1-2 0,0 1 0,0-1 0,-1 0 0,8-21 0,-6 5 0,0 0 0,-2 0 0,-1 0 0,-1-1 0,-1 0 0,-2-47 0,-4 14 0,-23-118 0,25 172 0,0 0 0,-1 1 0,0-1 0,0 1 0,-4-9 0,6 15 0,0 0 0,0 0 0,0 0 0,0-1 0,0 1 0,0 0 0,0 0 0,0 0 0,-1 0 0,1-1 0,0 1 0,0 0 0,0 0 0,0 0 0,0 0 0,0 0 0,0-1 0,-1 1 0,1 0 0,0 0 0,0 0 0,0 0 0,0 0 0,-1 0 0,1 0 0,0 0 0,0 0 0,0 0 0,0 0 0,-1-1 0,1 1 0,0 0 0,0 0 0,0 0 0,0 0 0,-1 0 0,1 0 0,0 0 0,0 1 0,-3 6 0,2 15 0,7 35 0,24 109 0,31 54 0,-9-70-1365,-38-117-5461</inkml:trace>
</inkml:ink>
</file>

<file path=ppt/ink/ink8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26.036"/>
    </inkml:context>
    <inkml:brush xml:id="br0">
      <inkml:brushProperty name="width" value="0.05" units="cm"/>
      <inkml:brushProperty name="height" value="0.05" units="cm"/>
      <inkml:brushProperty name="color" value="#FFC114"/>
    </inkml:brush>
  </inkml:definitions>
  <inkml:trace contextRef="#ctx0" brushRef="#br0">16 230 24575,'-1'-1'0,"0"1"0,0 0 0,1-1 0,-1 1 0,0-1 0,0 1 0,1-1 0,-1 1 0,0-1 0,1 0 0,-1 1 0,1-1 0,-1 0 0,1 0 0,-1 1 0,1-1 0,-1 0 0,1 0 0,0 0 0,-1 1 0,1-1 0,0 0 0,0 0 0,0 0 0,0 0 0,0 0 0,0-1 0,-3-25 0,4 21 0,0 0 0,0 0 0,1 0 0,0 1 0,0-1 0,0 1 0,0-1 0,1 1 0,0 0 0,0 0 0,6-7 0,-7 10 0,0 0 0,-1 0 0,1 0 0,0 1 0,0-1 0,0 0 0,0 1 0,0 0 0,1-1 0,-1 1 0,0 0 0,5-1 0,-6 2 0,1 0 0,0-1 0,-1 1 0,1 0 0,-1 1 0,1-1 0,0 0 0,-1 0 0,1 1 0,-1-1 0,1 1 0,-1-1 0,1 1 0,-1 0 0,1-1 0,-1 1 0,1 0 0,-1 0 0,0 0 0,0 0 0,2 2 0,4 5 0,0 1 0,-1-1 0,0 1 0,0 0 0,-1 0 0,-1 1 0,1 0 0,5 19 0,16 88 0,-24-105 0,2 15 0,-5-25 0,-3-17 0,0-5 0,1 0 0,0-1 0,1-32 0,2 43 0,1-1 0,0 1 0,0 0 0,1 0 0,0 0 0,1 1 0,0-1 0,1 0 0,6-11 0,-10 19 0,1 1 0,0-1 0,0 0 0,0 1 0,0-1 0,1 1 0,-1 0 0,0-1 0,1 1 0,-1 0 0,1 0 0,-1 0 0,1 0 0,-1 0 0,1 0 0,0 0 0,0 0 0,2 0 0,-2 1 0,0 0 0,-1 0 0,1 0 0,0 0 0,0 0 0,-1 1 0,1-1 0,-1 0 0,1 1 0,0 0 0,-1-1 0,1 1 0,-1 0 0,1 0 0,-1 0 0,3 2 0,1 2 0,1 1 0,0 0 0,-1 0 0,0 1 0,-1 0 0,1 0 0,2 7 0,5 11 0,7 26 0,9 21 0,-28-72 0,0 1 0,1-1 0,-1 1 0,0-1 0,0 1 0,0-1 0,1 1 0,-1-1 0,0 0 0,0 1 0,1-1 0,-1 0 0,0 1 0,1-1 0,-1 0 0,0 1 0,1-1 0,-1 0 0,1 1 0,-1-1 0,0 0 0,1 0 0,-1 0 0,1 1 0,-1-1 0,1 0 0,-1 0 0,1 0 0,-1 0 0,0 0 0,2 0 0,-1 0 0,0-1 0,-1 0 0,1 1 0,0-1 0,0 0 0,-1 1 0,1-1 0,0 0 0,-1 0 0,1 1 0,0-1 0,-1 0 0,0 0 0,1-1 0,13-38 0,-13 38 0,3-13 0,34-106 0,-33 108 0,1-1 0,1 1 0,0 1 0,0-1 0,1 1 0,16-17 0,-22 26 0,0 1 0,0 0 0,0 0 0,0 0 0,1 1 0,-1-1 0,1 0 0,-1 1 0,1 0 0,0-1 0,-1 1 0,6-1 0,-7 2 0,0 0 0,1 0 0,-1 0 0,1 0 0,-1 0 0,1 1 0,-1-1 0,0 0 0,1 1 0,-1-1 0,0 1 0,1-1 0,-1 1 0,0 0 0,0 0 0,0-1 0,0 1 0,0 0 0,1 0 0,-1 0 0,-1 0 0,1 0 0,0 0 0,0 1 0,0-1 0,-1 0 0,2 3 0,4 8 0,0 1 0,-1 0 0,0 0 0,4 21 0,7 60 0,-10-55 0,22 164-1365,-24-181-5461</inkml:trace>
</inkml:ink>
</file>

<file path=ppt/ink/ink8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27.250"/>
    </inkml:context>
    <inkml:brush xml:id="br0">
      <inkml:brushProperty name="width" value="0.05" units="cm"/>
      <inkml:brushProperty name="height" value="0.05" units="cm"/>
      <inkml:brushProperty name="color" value="#FFC114"/>
    </inkml:brush>
  </inkml:definitions>
  <inkml:trace contextRef="#ctx0" brushRef="#br0">204 494 24575,'5'-6'0,"1"-1"0,-1 1 0,-1-1 0,1 0 0,-1-1 0,-1 1 0,1-1 0,-1 1 0,0-1 0,-1 0 0,0 0 0,2-14 0,-3 13 0,0-1 0,-1 1 0,0 0 0,0-1 0,-1 1 0,-1-1 0,1 1 0,-1 0 0,-1 0 0,-6-17 0,8 24 0,0 0 0,0 0 0,0 0 0,0-1 0,-1 1 0,1 0 0,-1 1 0,1-1 0,-1 0 0,0 0 0,0 1 0,0-1 0,0 1 0,0-1 0,0 1 0,0 0 0,0 0 0,-1 0 0,1 0 0,0 0 0,-1 1 0,1-1 0,0 0 0,-1 1 0,1 0 0,-1 0 0,1 0 0,-1 0 0,1 0 0,0 0 0,-1 1 0,1-1 0,-5 2 0,0 0 0,1 1 0,-1 0 0,1 0 0,-1 1 0,1 0 0,0 0 0,1 0 0,-1 1 0,1-1 0,-8 10 0,2 0 0,1 0 0,0 0 0,1 1 0,0 0 0,2 1 0,0 0 0,0 0 0,-6 26 0,11-32 0,0-1 0,0 0 0,1 1 0,0-1 0,0 1 0,1-1 0,1 1 0,0 0 0,0-1 0,0 0 0,1 1 0,1-1 0,0 0 0,0 0 0,1 0 0,0 0 0,5 9 0,-6-15 0,-1 1 0,1-1 0,0 0 0,0 0 0,0 0 0,1 0 0,-1 0 0,1-1 0,-1 1 0,1-1 0,0 0 0,0 0 0,0-1 0,0 1 0,0-1 0,0 0 0,1 0 0,-1 0 0,0 0 0,1-1 0,-1 0 0,0 0 0,1 0 0,-1 0 0,0-1 0,1 0 0,-1 0 0,0 0 0,8-3 0,-1 0 0,0-1 0,0 0 0,0-1 0,0-1 0,-1 1 0,0-1 0,-1-1 0,1 0 0,12-15 0,-9 6 0,0 0 0,-1-1 0,0-1 0,-2 0 0,0-1 0,-2 0 0,0 0 0,-1-1 0,-1 0 0,6-35 0,-8 26 0,-1-1 0,-1 1 0,-2-1 0,-1 1 0,-1-1 0,-2 1 0,-7-31 0,9 54 0,0 0 0,0 0 0,0 0 0,-1 0 0,-5-9 0,8 16 0,0 0 0,0 0 0,0-1 0,0 1 0,0 0 0,0 0 0,0-1 0,0 1 0,0 0 0,0 0 0,0 0 0,0-1 0,-1 1 0,1 0 0,0 0 0,0-1 0,0 1 0,0 0 0,-1 0 0,1 0 0,0 0 0,0-1 0,0 1 0,-1 0 0,1 0 0,0 0 0,0 0 0,-1 0 0,1 0 0,0 0 0,0 0 0,-1 0 0,1 0 0,0 0 0,0 0 0,-1 0 0,1 0 0,0 0 0,0 0 0,-1 0 0,1 0 0,0 0 0,0 0 0,-1 0 0,1 0 0,0 0 0,0 0 0,0 0 0,-1 1 0,1-1 0,0 0 0,0 0 0,0 0 0,-1 0 0,1 1 0,0-1 0,0 0 0,0 0 0,0 0 0,-1 1 0,1-1 0,0 0 0,0 0 0,0 1 0,0-1 0,0 0 0,-4 20 0,6 5 0,0 1 0,2-1 0,1 1 0,1-1 0,12 32 0,-8-24 0,10 36-455,2-1 0,40 81 0,-47-122-6371</inkml:trace>
</inkml:ink>
</file>

<file path=ppt/ink/ink8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27.905"/>
    </inkml:context>
    <inkml:brush xml:id="br0">
      <inkml:brushProperty name="width" value="0.05" units="cm"/>
      <inkml:brushProperty name="height" value="0.05" units="cm"/>
      <inkml:brushProperty name="color" value="#FFC114"/>
    </inkml:brush>
  </inkml:definitions>
  <inkml:trace contextRef="#ctx0" brushRef="#br0">17 258 24575,'-2'-3'0,"0"-1"0,0 1 0,0-1 0,0 1 0,1-1 0,0 0 0,0 1 0,0-1 0,0 0 0,0 0 0,1-7 0,-1-40 0,1 45 0,1 302 0,-1-350 0,10-254 0,-9 300 0,4-30 0,-4 36 0,-1 0 0,0 0 0,1 0 0,0 0 0,-1 1 0,1-1 0,0 0 0,0 0 0,0 1 0,0-1 0,0 1 0,0-1 0,0 1 0,1-1 0,-1 1 0,2-2 0,-2 3 0,-1 0 0,1 0 0,0 0 0,-1 0 0,1 0 0,-1 0 0,1 0 0,0 0 0,-1 1 0,1-1 0,-1 0 0,1 0 0,0 0 0,-1 1 0,1-1 0,-1 0 0,1 1 0,-1-1 0,1 0 0,-1 1 0,1-1 0,-1 1 0,1-1 0,-1 0 0,0 1 0,1-1 0,-1 1 0,0-1 0,1 1 0,-1 0 0,0-1 0,0 1 0,1 0 0,10 25 0,-10-22 0,26 70 0,24 59 0,-49-129 0,1 1 0,-1-1 0,1 0 0,0 0 0,6 8 0,-8-12 0,-1 1 0,1-1 0,-1 1 0,1-1 0,0 1 0,-1-1 0,1 1 0,-1-1 0,1 0 0,0 1 0,-1-1 0,1 0 0,0 0 0,-1 1 0,1-1 0,0 0 0,-1 0 0,1 0 0,0 0 0,0 0 0,-1 0 0,1 0 0,0 0 0,0 0 0,-1 0 0,1 0 0,0-1 0,-1 1 0,1 0 0,0 0 0,-1-1 0,1 1 0,0-1 0,-1 1 0,1 0 0,-1-1 0,1 1 0,-1-1 0,1 1 0,-1-1 0,1 1 0,-1-1 0,1 0 0,-1 1 0,0-1 0,1 0 0,-1 1 0,0-1 0,1 0 0,6-16 0,-1 1 0,0-1 0,-1-1 0,-1 1 0,2-20 0,0 2 0,0-3 0,-5 28 0,0-1 0,1 1 0,1-1 0,-1 1 0,2 0 0,4-11 0,-8 21 0,0 0 0,0-1 0,0 1 0,0 0 0,0 0 0,0-1 0,0 1 0,1 0 0,-1 0 0,0-1 0,0 1 0,0 0 0,0 0 0,1 0 0,-1 0 0,0-1 0,0 1 0,1 0 0,-1 0 0,0 0 0,0 0 0,1 0 0,-1-1 0,0 1 0,0 0 0,1 0 0,-1 0 0,0 0 0,0 0 0,1 0 0,-1 0 0,0 0 0,1 0 0,5 9 0,1 16 0,-7-25 0,7 35 0,37 159 0,-34-161 0,1 0 0,1 0 0,28 50 0,-23-58-1365,-3-7-5461</inkml:trace>
</inkml:ink>
</file>

<file path=ppt/ink/ink8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28.654"/>
    </inkml:context>
    <inkml:brush xml:id="br0">
      <inkml:brushProperty name="width" value="0.05" units="cm"/>
      <inkml:brushProperty name="height" value="0.05" units="cm"/>
      <inkml:brushProperty name="color" value="#FFC114"/>
    </inkml:brush>
  </inkml:definitions>
  <inkml:trace contextRef="#ctx0" brushRef="#br0">14 58 24575,'0'-2'0,"-3"-8"0,-1-4 0,0-3 0,1 5 0,4 9 0,2 15 0,2 16 0,5 15 0,2 14 0,3 12 0,1 9 0,1 5 0,0 0 0,1-3 0,-4-6 0,-3-16-8191</inkml:trace>
</inkml:ink>
</file>

<file path=ppt/ink/ink8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29.397"/>
    </inkml:context>
    <inkml:brush xml:id="br0">
      <inkml:brushProperty name="width" value="0.05" units="cm"/>
      <inkml:brushProperty name="height" value="0.05" units="cm"/>
      <inkml:brushProperty name="color" value="#FFC114"/>
    </inkml:brush>
  </inkml:definitions>
  <inkml:trace contextRef="#ctx0" brushRef="#br0">72 474 24575,'-8'-10'0,"0"-1"0,0 1 0,1-2 0,1 1 0,0-1 0,1 0 0,0 0 0,0-1 0,2 1 0,-1-1 0,2 0 0,0 0 0,0 0 0,1 0 0,2-26 0,1 27 0,0 0 0,1 0 0,1 0 0,0 1 0,0-1 0,1 1 0,1 0 0,0 1 0,0-1 0,1 1 0,0 0 0,1 1 0,0 0 0,1 0 0,0 1 0,0 0 0,1 0 0,0 1 0,0 0 0,0 1 0,1 0 0,17-6 0,-18 8 0,0 1 0,0 0 0,0 0 0,1 1 0,-1 1 0,1 0 0,0 0 0,-1 1 0,1 0 0,0 1 0,15 2 0,-17 0 0,0-1 0,-1 1 0,1 0 0,-1 1 0,1 0 0,-1 1 0,0-1 0,-1 2 0,1-1 0,-1 1 0,0 0 0,-1 0 0,1 1 0,8 11 0,-9-8 0,0 0 0,0 0 0,-1 0 0,0 1 0,-1 0 0,0 0 0,-1 0 0,0 0 0,-1 1 0,0-1 0,-1 1 0,0-1 0,-1 1 0,-1 17 0,0-21 0,0 1 0,0 0 0,-1 0 0,0-1 0,-1 1 0,0-1 0,0 0 0,0 0 0,-1 0 0,-1 0 0,1-1 0,-1 1 0,-1-1 0,1 0 0,-1-1 0,0 1 0,0-1 0,-1 0 0,-11 7 0,15-11 0,-1 0 0,1-1 0,0 1 0,-1-1 0,1 1 0,-1-1 0,1 0 0,-1-1 0,1 1 0,-1-1 0,0 1 0,1-1 0,-1 0 0,0 0 0,0-1 0,1 1 0,-1-1 0,-5-2 0,6 2 0,0 0 0,1 0 0,-1-1 0,1 0 0,-1 1 0,1-1 0,0 0 0,-1 0 0,1 0 0,0-1 0,0 1 0,1 0 0,-1-1 0,0 1 0,1-1 0,0 0 0,-1 1 0,1-1 0,0 0 0,1 0 0,-1 0 0,0 0 0,0-4 0,1-4 0,-1 0 0,2 1 0,-1-1 0,2 0 0,-1 1 0,1-1 0,1 1 0,0-1 0,0 1 0,1 0 0,1 1 0,0-1 0,6-10 0,-1 4 0,1 1 0,0 1 0,1-1 0,0 2 0,1 0 0,28-22 0,-28 26 0,0 1 0,1 0 0,0 1 0,1 0 0,-1 1 0,1 1 0,27-7 0,-30 10 0,1 0 0,-1 1 0,1 0 0,-1 1 0,1 0 0,-1 1 0,1 0 0,-1 1 0,0 1 0,16 4 0,-22-4 0,25 5 0,-30-7 0,0-1 0,-1 0 0,1 0 0,-1 0 0,1 0 0,-1-1 0,1 1 0,-1 0 0,1 0 0,-1 0 0,1 0 0,-1 0 0,1-1 0,-1 1 0,1 0 0,-1-1 0,1 1 0,-1 0 0,0 0 0,1-1 0,-1 1 0,1-1 0,-1 1 0,0 0 0,1-1 0,-1 1 0,0-1 0,0 1 0,1-1 0,-1 1 0,0-1 0,0 1 0,0-1 0,0 1 0,0-1 0,1 1 0,-1-1 0,0 1 0,0-1 0,0 0 0,0 1 0,-1-1 0,1 1 0,0-1 0,0 1 0,0-1 0,0 1 0,0-1 0,-1 1 0,1-1 0,-1 0 0,0-3 0,0-1 0,-1 1 0,0 0 0,1 0 0,-2 0 0,1 0 0,0 1 0,-1-1 0,1 0 0,-6-4 0,7 7 0,1 1 0,-1-1 0,0 1 0,1-1 0,-1 1 0,0-1 0,0 1 0,1 0 0,-1-1 0,0 1 0,0 0 0,0 0 0,1-1 0,-1 1 0,0 0 0,0 0 0,0 0 0,0 0 0,0 0 0,1 0 0,-1 0 0,-2 1 0,2 0 0,-1 0 0,1 0 0,0 0 0,-1 0 0,1 0 0,0 0 0,-1 1 0,1-1 0,0 1 0,0-1 0,0 0 0,0 1 0,1-1 0,-1 1 0,-1 3 0,-6 16 0,1 0 0,1 0 0,1 1 0,-3 24 0,-3 91 0,10-132 0,-1 22 0,-1 58 0,3-76 0,1 1 0,0-1 0,0 0 0,1 0 0,0-1 0,6 17 0,-7-24 0,-1 0 0,1 1 0,-1-1 0,1 0 0,-1 0 0,1 0 0,-1 0 0,1 0 0,0-1 0,-1 1 0,1 0 0,0 0 0,0 0 0,0-1 0,0 1 0,0 0 0,0-1 0,0 1 0,0-1 0,0 1 0,0-1 0,0 1 0,0-1 0,0 0 0,2 1 0,-1-2 0,-1 1 0,1 0 0,0-1 0,0 1 0,-1-1 0,1 0 0,0 1 0,-1-1 0,1 0 0,-1 0 0,1 0 0,-1 0 0,0 0 0,3-2 0,3-5 0,0 0 0,0-1 0,-1 1 0,6-11 0,16-37 0,-2 0 0,-2-2 0,22-83 0,-45 140 0,-1-1 0,1 0 0,-1 0 0,1 1 0,-1-1 0,1 1 0,0-1 0,0 1 0,0-1 0,0 1 0,0-1 0,1 0 0,-1 2 0,-1 0 0,0 0 0,0 0 0,1 0 0,-1 0 0,0 0 0,1 0 0,-1 0 0,0 0 0,1 0 0,-1 0 0,0 0 0,0 0 0,1 1 0,-1-1 0,0 0 0,0 0 0,1 0 0,-1 0 0,0 1 0,0-1 0,1 0 0,-1 0 0,0 1 0,0-1 0,0 0 0,0 0 0,0 1 0,1-1 0,-1 0 0,0 1 0,0-1 0,0 0 0,0 0 0,0 1 0,0-1 0,0 1 0,8 44 0,-6-33 0,16 112 0,-15-112 0,0-1 0,0 1 0,1 0 0,1-1 0,0 0 0,1 0 0,0 0 0,8 10 0,-13-19-68,1 1 0,1-1-1,-1 0 1,0 0 0,0 0 0,1 0-1,-1 0 1,1-1 0,0 1 0,0-1-1,-1 1 1,1-1 0,0 0 0,0 0-1,0 0 1,0-1 0,0 1-1,0-1 1,4 1 0,11-3-6758</inkml:trace>
</inkml:ink>
</file>

<file path=ppt/ink/ink8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29.645"/>
    </inkml:context>
    <inkml:brush xml:id="br0">
      <inkml:brushProperty name="width" value="0.05" units="cm"/>
      <inkml:brushProperty name="height" value="0.05" units="cm"/>
      <inkml:brushProperty name="color" value="#FFC114"/>
    </inkml:brush>
  </inkml:definitions>
  <inkml:trace contextRef="#ctx0" brushRef="#br0">55 265 24575,'6'-13'0,"-1"0"0,0 0 0,-2 0 0,1 0 0,-1-1 0,1-20 0,-3 25 0,-1-1 0,0 1 0,0 0 0,-1-1 0,0 1 0,0 0 0,-1 0 0,-1 0 0,0 0 0,-5-12 0,6 17 0,-1 0 0,0 0 0,1 0 0,-1 1 0,-1-1 0,-6-5 0,10 8 0,-1 1 0,1-1 0,-1 1 0,1-1 0,-1 1 0,0-1 0,1 1 0,-1 0 0,0-1 0,1 1 0,-1 0 0,0-1 0,1 1 0,-1 0 0,0 0 0,0 0 0,1 0 0,-1 0 0,0-1 0,0 1 0,1 1 0,-1-1 0,0 0 0,0 0 0,1 0 0,-1 0 0,0 0 0,0 1 0,1-1 0,-1 0 0,0 1 0,1-1 0,-1 0 0,0 1 0,1-1 0,-1 1 0,1-1 0,-1 1 0,1-1 0,-1 1 0,1 0 0,-1-1 0,1 1 0,-1 0 0,1-1 0,0 1 0,-1 0 0,1-1 0,0 1 0,0 1 0,-3 6 0,1 1 0,1 0 0,-1 0 0,1 0 0,1 0 0,0-1 0,0 1 0,1 0 0,0 0 0,3 10 0,0 2 0,2 0 0,0-1 0,11 22 0,-8-23 0,1 0 0,1 0 0,0-1 0,15 17 0,-21-28 0,1 0 0,0-1 0,0 1 0,1-1 0,0-1 0,0 1 0,0-1 0,0-1 0,1 1 0,0-1 0,0 0 0,12 3 0,-15-6 19,0 0 0,0-1 0,0 0 0,1 0 0,-1 0 0,0 0 0,0-1 0,0 0 0,0 0 0,0 0 0,0-1 0,0 1 0,0-1 0,0 0 0,-1-1 0,1 1 0,5-5 0,-2 1-209,-1 0 0,1 0 1,-1-1-1,0 0 0,-1 0 1,0-1-1,0 0 1,6-10-1,2-8-6636</inkml:trace>
</inkml:ink>
</file>

<file path=ppt/ink/ink8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30.236"/>
    </inkml:context>
    <inkml:brush xml:id="br0">
      <inkml:brushProperty name="width" value="0.05" units="cm"/>
      <inkml:brushProperty name="height" value="0.05" units="cm"/>
      <inkml:brushProperty name="color" value="#FFC114"/>
    </inkml:brush>
  </inkml:definitions>
  <inkml:trace contextRef="#ctx0" brushRef="#br0">94 143 24575,'-21'-37'0,"-48"-66"0,66 100 0,3 9 0,11 23 0,18 40 0,95 259-1365,-109-284-5461</inkml:trace>
</inkml:ink>
</file>

<file path=ppt/ink/ink8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30.623"/>
    </inkml:context>
    <inkml:brush xml:id="br0">
      <inkml:brushProperty name="width" value="0.05" units="cm"/>
      <inkml:brushProperty name="height" value="0.05" units="cm"/>
      <inkml:brushProperty name="color" value="#FFC114"/>
    </inkml:brush>
  </inkml:definitions>
  <inkml:trace contextRef="#ctx0" brushRef="#br0">63 401 24575,'-6'-8'0,"-1"0"0,1 0 0,0 0 0,1-1 0,0 0 0,0 0 0,1 0 0,1-1 0,-1 1 0,1-1 0,1 0 0,0 0 0,0 0 0,0-16 0,1 18 0,1-1 0,0 1 0,1-1 0,0 1 0,0 0 0,1 0 0,0-1 0,0 1 0,1 0 0,0 1 0,1-1 0,-1 0 0,1 1 0,1 0 0,-1 0 0,1 0 0,11-11 0,-3 7 0,0 1 0,1 1 0,0 0 0,0 1 0,1 1 0,0 0 0,0 1 0,1 0 0,0 1 0,17-3 0,-15 5 0,1 0 0,-1 1 0,1 1 0,0 0 0,0 2 0,-1 0 0,1 1 0,29 8 0,-37-7 0,0 0 0,0 2 0,-1-1 0,0 1 0,0 0 0,0 1 0,-1 1 0,0-1 0,0 1 0,15 16 0,-20-19 0,-1-1 0,0 1 0,0 0 0,-1 0 0,1 1 0,-1-1 0,0 0 0,0 1 0,0-1 0,-1 1 0,0 0 0,0 0 0,0-1 0,0 1 0,-1 0 0,1 0 0,-1 0 0,-1 0 0,1 0 0,-1-1 0,1 1 0,-1 0 0,-1 0 0,1-1 0,-1 1 0,0 0 0,-3 5 0,2-5 0,0 0 0,0 0 0,-1-1 0,0 1 0,0-1 0,0 0 0,0 0 0,0 0 0,-1-1 0,-9 6 0,10-7 0,0 0 0,0 0 0,0 0 0,0-1 0,0 0 0,0 0 0,0 0 0,0 0 0,-1 0 0,1-1 0,0 0 0,-1 0 0,1 0 0,0-1 0,-5 0 0,7 1 0,0-1 0,1 1 0,-1-1 0,1 1 0,-1-1 0,0 0 0,1 0 0,-1 0 0,1 0 0,0 0 0,-1 0 0,1 0 0,0 0 0,0 0 0,0 0 0,0-1 0,0 1 0,0-1 0,0 1 0,0 0 0,0-1 0,0 0 0,1 1 0,-1-1 0,1 1 0,-1-1 0,1 0 0,0 1 0,0-1 0,0 0 0,-1 0 0,2 1 0,-1-1 0,0 0 0,0 1 0,0-1 0,1 0 0,-1 1 0,2-3 0,0-3 0,0 0 0,1 0 0,0 1 0,1-1 0,-1 1 0,1 0 0,9-10 0,2-1 0,1 2 0,0 0 0,1 1 0,1 0 0,24-13 0,-28 18 0,1 2 0,0-1 0,1 2 0,-1 0 0,1 1 0,1 0 0,25-3 0,-35 8-273,-1 0 0,1 0 0,-1 0 0,13 3 0,-2 1-6553</inkml:trace>
</inkml:ink>
</file>

<file path=ppt/ink/ink8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30.817"/>
    </inkml:context>
    <inkml:brush xml:id="br0">
      <inkml:brushProperty name="width" value="0.05" units="cm"/>
      <inkml:brushProperty name="height" value="0.05" units="cm"/>
      <inkml:brushProperty name="color" value="#FFC114"/>
    </inkml:brush>
  </inkml:definitions>
  <inkml:trace contextRef="#ctx0" brushRef="#br0">1 141 24575,'1'-4'0,"0"-1"0,0 1 0,1 0 0,0 0 0,0 0 0,4-7 0,1-3 0,3-11 0,-8 17 0,1 0 0,0 1 0,1-1 0,0 1 0,0 0 0,8-11 0,-12 18 0,1 0 0,-1-1 0,0 1 0,1 0 0,-1 0 0,0-1 0,1 1 0,-1 0 0,0 0 0,1 0 0,-1 0 0,1-1 0,-1 1 0,0 0 0,1 0 0,-1 0 0,1 0 0,-1 0 0,0 0 0,1 0 0,-1 0 0,1 0 0,-1 0 0,0 0 0,1 0 0,-1 0 0,1 1 0,-1-1 0,1 0 0,12 12 0,7 23 0,-18-30 0,7 12-1365,-2-1-5461</inkml:trace>
</inkml:ink>
</file>

<file path=ppt/ink/ink8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32.401"/>
    </inkml:context>
    <inkml:brush xml:id="br0">
      <inkml:brushProperty name="width" value="0.05" units="cm"/>
      <inkml:brushProperty name="height" value="0.05" units="cm"/>
      <inkml:brushProperty name="color" value="#FFC114"/>
    </inkml:brush>
  </inkml:definitions>
  <inkml:trace contextRef="#ctx0" brushRef="#br0">36 73 24575,'-3'-4'0,"0"-1"0,0 1 0,0-1 0,0 1 0,1-1 0,0 0 0,0 0 0,0 0 0,-2-8 0,-1-5 0,2 46 0,10 91 0,4 156 0,-10-131-1365,-1-85-5461</inkml:trace>
</inkml:ink>
</file>

<file path=ppt/ink/ink8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32.775"/>
    </inkml:context>
    <inkml:brush xml:id="br0">
      <inkml:brushProperty name="width" value="0.05" units="cm"/>
      <inkml:brushProperty name="height" value="0.05" units="cm"/>
      <inkml:brushProperty name="color" value="#FFC114"/>
    </inkml:brush>
  </inkml:definitions>
  <inkml:trace contextRef="#ctx0" brushRef="#br0">134 213 24575,'0'-9'0,"-1"0"0,0-1 0,-1 1 0,0 0 0,0 0 0,-7-17 0,8 23 0,-1 1 0,1-1 0,0 1 0,-1 0 0,1-1 0,-1 1 0,0 0 0,0 0 0,0 0 0,0 0 0,0 1 0,-3-3 0,3 3 0,0 0 0,1 1 0,-1-1 0,0 1 0,1 0 0,-1-1 0,0 1 0,0 0 0,1 0 0,-1 0 0,0 0 0,0 0 0,1 0 0,-1 1 0,0-1 0,0 1 0,1-1 0,-1 1 0,1-1 0,-1 1 0,-2 1 0,1 1 0,-1-1 0,1 1 0,-1 0 0,1 0 0,0 1 0,0-1 0,1 0 0,-1 1 0,1 0 0,0-1 0,-1 1 0,2 0 0,-1 0 0,0 1 0,-1 6 0,1-2 0,0 0 0,0-1 0,1 1 0,0 0 0,1-1 0,0 1 0,1 10 0,0-12 0,1 0 0,-1 0 0,1 0 0,1 0 0,-1 0 0,1-1 0,1 1 0,-1-1 0,1 1 0,0-1 0,9 10 0,-5-8 0,0-1 0,0 0 0,0 0 0,1-1 0,0 0 0,1 0 0,13 5 0,-5-3 0,1-2 0,0 0 0,0-1 0,1 0 0,0-2 0,-1-1 0,1 0 0,26-2 0,-32 0 0,1-2 0,-1 0 0,0-1 0,0 0 0,0-1 0,0-1 0,-1 0 0,1 0 0,-1-2 0,20-13 0,-28 17 0,0-1 0,0 1 0,0-2 0,-1 1 0,1 0 0,-1-1 0,0 0 0,0 0 0,-1 0 0,0 0 0,0-1 0,0 1 0,0-1 0,-1 1 0,0-1 0,0 0 0,-1 0 0,0 0 0,0-1 0,0 1 0,0 0 0,-1 0 0,0 0 0,-1 0 0,1-1 0,-1 1 0,-2-6 0,0 1 29,-1 0-1,0 0 1,-1 1-1,0 0 0,-1 0 1,0 0-1,0 1 1,-1 0-1,0 0 1,-1 1-1,-9-9 1,4 5-273,-2 0 0,1 1 0,-2 1 0,1 0 1,-1 1-1,-18-7 0,-5 1-6582</inkml:trace>
</inkml:ink>
</file>

<file path=ppt/ink/ink8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33.429"/>
    </inkml:context>
    <inkml:brush xml:id="br0">
      <inkml:brushProperty name="width" value="0.05" units="cm"/>
      <inkml:brushProperty name="height" value="0.05" units="cm"/>
      <inkml:brushProperty name="color" value="#FFC114"/>
    </inkml:brush>
  </inkml:definitions>
  <inkml:trace contextRef="#ctx0" brushRef="#br0">0 204 24575,'1'-4'0,"-1"0"0,1 0 0,0 0 0,1 0 0,-1 0 0,1 0 0,0 0 0,0 0 0,0 1 0,0-1 0,4-3 0,31-37 0,-26 34 0,1 0 0,0 1 0,1 0 0,0 1 0,0 1 0,1 0 0,0 0 0,0 2 0,30-9 0,-12 7 0,0 1 0,1 1 0,52 0 0,-62 4 57,0 2 0,1 1 0,-1 1 0,0 1 0,27 8 0,-41-10-171,1 2 0,-1-1 0,0 1 0,0 1 1,0-1-1,0 1 0,-1 1 0,0 0 1,0 0-1,-1 0 0,0 1 0,0 0 1,0 1-1,9 13 0,-7-4-6712</inkml:trace>
</inkml:ink>
</file>

<file path=ppt/ink/ink8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34.843"/>
    </inkml:context>
    <inkml:brush xml:id="br0">
      <inkml:brushProperty name="width" value="0.05" units="cm"/>
      <inkml:brushProperty name="height" value="0.05" units="cm"/>
      <inkml:brushProperty name="color" value="#FFC114"/>
    </inkml:brush>
  </inkml:definitions>
  <inkml:trace contextRef="#ctx0" brushRef="#br0">2 8 24575,'-1'-1'0,"1"1"0,0 0 0,0 0 0,0 0 0,0 0 0,0-1 0,0 1 0,0 0 0,0 0 0,0 0 0,0-1 0,0 1 0,0 0 0,0 0 0,0 0 0,0 0 0,0-1 0,0 1 0,0 0 0,0 0 0,0 0 0,0-1 0,0 1 0,0 0 0,1 0 0,-1 0 0,0 0 0,0 0 0,0-1 0,0 1 0,0 0 0,0 0 0,1 0 0,-1 0 0,0 0 0,0 0 0,0-1 0,0 1 0,1 0 0,-1 0 0,0 0 0,0 0 0,0 0 0,0 0 0,1 0 0,-1 0 0,0 0 0,0 0 0,0 0 0,1 0 0,-1 0 0,0 0 0,0 0 0,0 0 0,0 0 0,1 0 0,-1 0 0,0 0 0,0 0 0,0 1 0,8 10 0,-4 13 0,-2 1 0,0 0 0,-3 30 0,1 18 0,6 34 147,25 259-1659,-26-341-5314</inkml:trace>
</inkml:ink>
</file>

<file path=ppt/ink/ink8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35.663"/>
    </inkml:context>
    <inkml:brush xml:id="br0">
      <inkml:brushProperty name="width" value="0.05" units="cm"/>
      <inkml:brushProperty name="height" value="0.05" units="cm"/>
      <inkml:brushProperty name="color" value="#FFC114"/>
    </inkml:brush>
  </inkml:definitions>
  <inkml:trace contextRef="#ctx0" brushRef="#br0">0 1 24575,'1'0'0,"0"0"0,0 1 0,0-1 0,0 1 0,0-1 0,0 1 0,0 0 0,0-1 0,-1 1 0,1 0 0,0 0 0,-1-1 0,1 1 0,0 0 0,-1 0 0,1 0 0,-1 0 0,2 1 0,9 23 0,-8-19 0,8 19 0,1-1 0,1-1 0,22 31 0,-28-46 0,0 0 0,0 0 0,1 0 0,0-1 0,0-1 0,1 1 0,0-1 0,0-1 0,0 0 0,1 0 0,16 5 0,-13-5 0,0-1 0,0-1 0,0-1 0,1 0 0,0 0 0,-1-1 0,1-1 0,0 0 0,-1-1 0,1-1 0,-1 0 0,1 0 0,-1-2 0,0 0 0,0 0 0,0-1 0,-1 0 0,1-1 0,-1-1 0,-1 0 0,1-1 0,-1 0 0,-1 0 0,1-2 0,-2 1 0,17-20 0,-10 5 0,-1-1 0,15-31 0,-16 28 0,-14 27-91,1-1 0,-1 1 0,1 0 0,0-1 0,0 1 0,0 0 0,-1 0 0,1-1 0,1 1 0,-1 0 0,0 0 0,0 0 0,0 0 0,3-1 0</inkml:trace>
</inkml:ink>
</file>

<file path=ppt/ink/ink8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36.893"/>
    </inkml:context>
    <inkml:brush xml:id="br0">
      <inkml:brushProperty name="width" value="0.05" units="cm"/>
      <inkml:brushProperty name="height" value="0.05" units="cm"/>
      <inkml:brushProperty name="color" value="#FFC114"/>
    </inkml:brush>
  </inkml:definitions>
  <inkml:trace contextRef="#ctx0" brushRef="#br0">204 2 24575,'0'0'0,"0"0"0,0 0 0,0 0 0,0 0 0,0 0 0,0 0 0,0 0 0,0 0 0,0 0 0,-1 0 0,1 0 0,0 0 0,0 0 0,0 0 0,0 0 0,0 0 0,0 0 0,0 0 0,0 0 0,0 0 0,-1 0 0,1 0 0,0 0 0,0 0 0,0 0 0,0 0 0,0 0 0,0 0 0,0 0 0,0 0 0,0 0 0,0 0 0,0 0 0,-1 0 0,1 0 0,0 0 0,0 0 0,0-1 0,0 1 0,0 0 0,0 0 0,0 0 0,0 0 0,0 0 0,0 0 0,0 0 0,-9 17 0,-10 34 0,17-45 0,-41 115 0,5 0 0,-36 207 0,59-174-1365,15-139-5461</inkml:trace>
</inkml:ink>
</file>

<file path=ppt/ink/ink8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37.518"/>
    </inkml:context>
    <inkml:brush xml:id="br0">
      <inkml:brushProperty name="width" value="0.05" units="cm"/>
      <inkml:brushProperty name="height" value="0.05" units="cm"/>
      <inkml:brushProperty name="color" value="#FFC114"/>
    </inkml:brush>
  </inkml:definitions>
  <inkml:trace contextRef="#ctx0" brushRef="#br0">222 97 24575,'0'0'0,"1"0"0,-1 0 0,0 0 0,1 0 0,-1 0 0,1 0 0,-1 0 0,0 0 0,1 0 0,-1 0 0,1 0 0,-1-1 0,0 1 0,1 0 0,-1 0 0,0 0 0,1-1 0,-1 1 0,0 0 0,1 0 0,-1-1 0,0 1 0,1 0 0,-1-1 0,0 1 0,0 0 0,1-1 0,-1 1 0,0-1 0,0 1 0,0 0 0,0-1 0,0 1 0,0-1 0,1 1 0,-1 0 0,0-1 0,0 1 0,0-1 0,0 1 0,0-1 0,-1 1 0,1 0 0,0-1 0,0 1 0,0-1 0,0 1 0,0 0 0,0-1 0,-1 1 0,1-1 0,-1-1 0,0 0 0,0 0 0,0 0 0,0 1 0,0-1 0,0 0 0,0 1 0,0-1 0,-3-1 0,0 0 0,1 1 0,-1 0 0,0 0 0,0 1 0,0-1 0,-1 1 0,1 0 0,0 0 0,-1 0 0,1 1 0,0-1 0,-1 1 0,1 0 0,0 1 0,-1-1 0,1 1 0,0-1 0,-1 1 0,1 1 0,0-1 0,0 1 0,0-1 0,0 1 0,0 0 0,-4 3 0,0 0 0,1 0 0,-1 0 0,1 1 0,0 0 0,1 0 0,-1 0 0,1 1 0,0 0 0,1 0 0,0 1 0,-5 9 0,5-8 0,2 1 0,-1 0 0,1-1 0,1 1 0,0 0 0,0 1 0,1-1 0,0 0 0,1 0 0,0 0 0,2 14 0,-1-17 0,0-1 0,1 1 0,0-1 0,0 0 0,0 0 0,0 0 0,1 0 0,0 0 0,1-1 0,-1 1 0,1-1 0,0 0 0,0 0 0,1 0 0,-1 0 0,1-1 0,0 0 0,10 7 0,-3-5 0,0 0 0,0-1 0,1 0 0,-1-1 0,1 0 0,0-1 0,0-1 0,0 0 0,1-1 0,19 0 0,-17-1 0,0-2 0,0 0 0,0 0 0,0-2 0,0 0 0,0-1 0,-1 0 0,21-11 0,-25 10 0,0 0 0,0-1 0,-1 0 0,0-1 0,0 0 0,-1 0 0,0-1 0,0-1 0,-1 1 0,13-21 0,-16 21 0,0 0 0,-1 0 0,0-1 0,-1 1 0,0-1 0,-1 0 0,1 0 0,-2 0 0,0 0 0,0 0 0,0 0 0,-2-1 0,1 1 0,-4-16 0,3 19 22,0 1-1,-1-1 0,0 1 1,-1-1-1,1 1 0,-1 0 1,0 0-1,-1 0 0,1 1 1,-1-1-1,0 1 0,-1 0 1,1 0-1,-1 0 0,-7-5 1,8 7-100,0 0 0,-1 1 1,1-1-1,0 1 1,-1 0-1,0 0 1,1 1-1,-1 0 0,0-1 1,0 2-1,0-1 1,1 0-1,-1 1 1,0 0-1,0 0 0,0 1 1,0-1-1,0 1 1,0 0-1,0 0 1,-5 3-1,-8 3-6748</inkml:trace>
</inkml:ink>
</file>

<file path=ppt/ink/ink8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38.141"/>
    </inkml:context>
    <inkml:brush xml:id="br0">
      <inkml:brushProperty name="width" value="0.05" units="cm"/>
      <inkml:brushProperty name="height" value="0.05" units="cm"/>
      <inkml:brushProperty name="color" value="#FFC114"/>
    </inkml:brush>
  </inkml:definitions>
  <inkml:trace contextRef="#ctx0" brushRef="#br0">262 1 24575,'-1'0'0,"-3"3"0,-8 15 0,-22 36 0,17-28 0,-14 17 120,-53 58 0,18-25-1725,53-60-5221</inkml:trace>
</inkml:ink>
</file>

<file path=ppt/ink/ink8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38.876"/>
    </inkml:context>
    <inkml:brush xml:id="br0">
      <inkml:brushProperty name="width" value="0.05" units="cm"/>
      <inkml:brushProperty name="height" value="0.05" units="cm"/>
      <inkml:brushProperty name="color" value="#FFC114"/>
    </inkml:brush>
  </inkml:definitions>
  <inkml:trace contextRef="#ctx0" brushRef="#br0">0 1 24575,'1'-1'0,"-1"1"0,1 0 0,-1 0 0,1 0 0,0 0 0,-1 0 0,1 0 0,-1 0 0,1 0 0,0 0 0,-1 0 0,1 1 0,-1-1 0,1 0 0,0 0 0,-1 0 0,1 1 0,-1-1 0,1 0 0,-1 1 0,1-1 0,-1 1 0,1-1 0,-1 0 0,0 1 0,1-1 0,0 2 0,19 14 0,44 52 0,-34-36 0,44 39 0,-21-28 0,3-3 0,1-3 0,71 36 0,-105-63-1365,-4-3-5461</inkml:trace>
</inkml:ink>
</file>

<file path=ppt/ink/ink8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43.194"/>
    </inkml:context>
    <inkml:brush xml:id="br0">
      <inkml:brushProperty name="width" value="0.05" units="cm"/>
      <inkml:brushProperty name="height" value="0.05" units="cm"/>
      <inkml:brushProperty name="color" value="#FFC114"/>
    </inkml:brush>
  </inkml:definitions>
  <inkml:trace contextRef="#ctx0" brushRef="#br0">1 5 24575,'0'-3'0,"0"2"0,0 4 0,0 7 0,0 5 0,3 6 0,3 4 0,2 4 0,1 4 0,3 0 0,1 2 0,0-4 0,-1 0 0,-1-3 0,-4-3 0,-2-6-8191</inkml:trace>
</inkml:ink>
</file>

<file path=ppt/ink/ink8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43.382"/>
    </inkml:context>
    <inkml:brush xml:id="br0">
      <inkml:brushProperty name="width" value="0.05" units="cm"/>
      <inkml:brushProperty name="height" value="0.05" units="cm"/>
      <inkml:brushProperty name="color" value="#FFC114"/>
    </inkml:brush>
  </inkml:definitions>
  <inkml:trace contextRef="#ctx0" brushRef="#br0">8 91 24575,'-3'0'0,"-1"-3"0,4 0 0,3-4 0,6 0 0,8-1 0,8 0 0,8 1 0,5 3 0,6-2 0,5 1 0,0 1 0,-1-2 0,-1 0 0,-4 1 0,-6-1 0,-10 1-8191</inkml:trace>
</inkml:ink>
</file>

<file path=ppt/ink/ink8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43.571"/>
    </inkml:context>
    <inkml:brush xml:id="br0">
      <inkml:brushProperty name="width" value="0.05" units="cm"/>
      <inkml:brushProperty name="height" value="0.05" units="cm"/>
      <inkml:brushProperty name="color" value="#FFC114"/>
    </inkml:brush>
  </inkml:definitions>
  <inkml:trace contextRef="#ctx0" brushRef="#br0">16 155 24575,'-3'-6'0,"-1"-7"0,1-4 0,0-3 0,1 0 0,3 0 0,5 3 0,4 2 0,6 4 0,3 3 0,7 3 0,5 3 0,3 1 0,4 4 0,1 2 0,0-1 0,-7 0-8191</inkml:trace>
</inkml:ink>
</file>

<file path=ppt/ink/ink8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43.974"/>
    </inkml:context>
    <inkml:brush xml:id="br0">
      <inkml:brushProperty name="width" value="0.05" units="cm"/>
      <inkml:brushProperty name="height" value="0.05" units="cm"/>
      <inkml:brushProperty name="color" value="#FFC114"/>
    </inkml:brush>
  </inkml:definitions>
  <inkml:trace contextRef="#ctx0" brushRef="#br0">130 117 24575,'5'-1'0,"0"-1"0,0 1 0,0-1 0,0 0 0,0 0 0,-1-1 0,1 1 0,0-1 0,6-6 0,-2 3 0,-6 4 0,0 0 0,0-1 0,0 1 0,0-1 0,-1 0 0,1 0 0,-1 0 0,0 0 0,0 0 0,0-1 0,0 1 0,2-6 0,-4 8 0,0 0 0,1 0 0,-1 0 0,0-1 0,0 1 0,1 0 0,-1 0 0,0 0 0,0-1 0,-1 1 0,1 0 0,0 0 0,0-1 0,0 1 0,-1 0 0,1 0 0,-1 0 0,1 0 0,-1 0 0,1 0 0,-1 0 0,0 0 0,1 0 0,-1 0 0,0 0 0,0 0 0,0 0 0,0 0 0,0 0 0,0 1 0,0-1 0,0 0 0,0 1 0,0-1 0,0 1 0,0-1 0,0 1 0,0 0 0,-1-1 0,1 1 0,0 0 0,-1 0 0,-6-1 0,1 0 0,0 1 0,0 0 0,0 0 0,-1 0 0,1 1 0,0 0 0,0 1 0,0-1 0,0 2 0,0-1 0,1 1 0,-9 4 0,7-3 0,0 0 0,1 1 0,-1 0 0,1 0 0,0 1 0,0 0 0,1 0 0,-1 1 0,1 0 0,-6 9 0,11-14 0,-1 1 0,0 0 0,1 0 0,0 0 0,-1 0 0,1 0 0,1 0 0,-1 0 0,0 1 0,1-1 0,-1 0 0,1 0 0,0 1 0,0-1 0,0 0 0,2 7 0,-1-6 0,1 0 0,0 1 0,0-1 0,0 0 0,0 0 0,0 0 0,1 0 0,0-1 0,0 1 0,6 5 0,6 3 0,0 0 0,1-1 0,0 0 0,27 11 0,-42-21 0,62 28 0,-34-17 0,36 22 0,-64-34 0,1 1 0,-1 0 0,1 0 0,-1 0 0,0 0 0,0 0 0,1 0 0,-1 0 0,0 0 0,0 0 0,0 0 0,0 1 0,0-1 0,0 0 0,0 1 0,-1-1 0,1 1 0,0-1 0,-1 1 0,1 0 0,-1-1 0,0 1 0,1-1 0,-1 4 0,-1-3 0,1 0 0,-1 0 0,0 0 0,0-1 0,0 1 0,0 0 0,0 0 0,-1-1 0,1 1 0,0 0 0,-1-1 0,1 0 0,-1 1 0,0-1 0,1 0 0,-1 0 0,0 0 0,0 0 0,-2 1 0,-8 3-170,0 0-1,-1-1 0,0 0 1,0-1-1,0 0 0,0-1 1,-17 0-1,4 0-6655</inkml:trace>
</inkml:ink>
</file>

<file path=ppt/ink/ink8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44.176"/>
    </inkml:context>
    <inkml:brush xml:id="br0">
      <inkml:brushProperty name="width" value="0.05" units="cm"/>
      <inkml:brushProperty name="height" value="0.05" units="cm"/>
      <inkml:brushProperty name="color" value="#FFC114"/>
    </inkml:brush>
  </inkml:definitions>
  <inkml:trace contextRef="#ctx0" brushRef="#br0">0 58 24575,'41'-26'0,"-35"21"0,1 1 0,-1 0 0,1 0 0,0 0 0,8-3 0,-11 6 0,-1 1 0,0-1 0,1 0 0,-1 1 0,0 0 0,1 0 0,-1 0 0,0 0 0,1 1 0,-1-1 0,0 1 0,1 0 0,-1 0 0,0 0 0,0 0 0,4 2 0,2 2 0,-1 1 0,1 0 0,-1 0 0,0 1 0,0 0 0,-1 0 0,0 1 0,0 0 0,-1 0 0,0 1 0,0-1 0,-1 1 0,0 1 0,-1-1 0,0 1 0,5 15 0,-6-13 0,1-1 0,-2 1 0,0 0 0,0-1 0,-1 1 0,-1 0 0,0 0 0,0 0 0,-1 0 0,-1-1 0,0 1 0,-1 0 0,0-1 0,-6 15 0,4-16-227,-1 1-1,0-2 1,0 1-1,-1-1 1,-17 18-1,-7 1-6598</inkml:trace>
</inkml:ink>
</file>

<file path=ppt/ink/ink8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44.425"/>
    </inkml:context>
    <inkml:brush xml:id="br0">
      <inkml:brushProperty name="width" value="0.05" units="cm"/>
      <inkml:brushProperty name="height" value="0.05" units="cm"/>
      <inkml:brushProperty name="color" value="#FFC114"/>
    </inkml:brush>
  </inkml:definitions>
  <inkml:trace contextRef="#ctx0" brushRef="#br0">65 1 24575,'-20'28'0,"12"-11"0,1 1 0,0-1 0,2 1 0,0 1 0,1-1 0,0 1 0,2 0 0,0-1 0,1 28 0,2-34 0,0 0 0,1 0 0,0 0 0,0 0 0,2-1 0,-1 1 0,1-1 0,1 0 0,0 0 0,1-1 0,0 1 0,0-1 0,1-1 0,0 1 0,17 16 0,-9-14-124,0 0 0,0-1 0,1-1 0,1 0 0,0-2 0,0 1-1,1-2 1,0 0 0,0-2 0,26 6 0,8-2-6702</inkml:trace>
</inkml:ink>
</file>

<file path=ppt/ink/ink8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1:59.615"/>
    </inkml:context>
    <inkml:brush xml:id="br0">
      <inkml:brushProperty name="width" value="0.05" units="cm"/>
      <inkml:brushProperty name="height" value="0.05" units="cm"/>
      <inkml:brushProperty name="color" value="#FFC114"/>
    </inkml:brush>
  </inkml:definitions>
  <inkml:trace contextRef="#ctx0" brushRef="#br0">563 641 24575,'2'-27'0,"1"1"0,2 0 0,14-49 0,-15 60 0,1 0 0,0 1 0,1 0 0,1 0 0,13-19 0,-18 29 0,1 0 0,0 0 0,0 1 0,1 0 0,-1 0 0,1 0 0,-1 0 0,1 0 0,0 0 0,4-1 0,-5 3 0,-1 0 0,1 0 0,0 0 0,-1 1 0,1-1 0,0 1 0,-1 0 0,1 0 0,0 0 0,-1 0 0,1 0 0,0 1 0,-1-1 0,1 1 0,-1-1 0,1 1 0,-1 0 0,5 2 0,-2 0 0,0 0 0,0 1 0,0 0 0,-1-1 0,1 1 0,-1 1 0,0-1 0,0 1 0,-1-1 0,1 1 0,-1 0 0,0 0 0,2 6 0,3 8 0,-1 0 0,9 31 0,-2 14 7,-3-1-1,-3 1 1,1 72-1,-15 196-134,-21 7-166,-2 99 74,28-408 220,1 0 0,2 0 0,1 0 0,10 43 0,-11-63 0,1-1 0,0 1 0,1 0 0,0-1 0,1 0 0,0 0 0,0 0 0,1-1 0,0 1 0,0-1 0,1-1 0,0 1 0,1-1 0,-1-1 0,1 1 0,16 9 0,-3-6 42,0-1-1,0-1 1,1 0 0,0-2-1,0-1 1,1 0 0,25 1-1,168 1 88,-184-7-209,758-28-3478,-351 7 1119,1145-15-2899,3 25 2937,-9 0 1023,392-22 453,-7-33 1604,-1399 36 57,-10-22 1620,-244 2-303,-253 37-1035,-1-2 0,-1-3 0,71-33 1,-109 43-358,-1 0 1,0-1-1,-1-1 1,28-23-1,-39 29-514,1 0-1,-1 0 1,0-1-1,-1 1 1,1-1 0,-1 0-1,0 0 1,0 0-1,0-1 1,-1 1-1,0-1 1,0 1-1,0-1 1,-1 0-1,0 0 1,0 1-1,0-1 1,-1 0-1,0-7 1,-2-2-119,0-1-1,-2 0 1,0 1 0,0 0 0,-10-22-1,-42-73-39,22 46-4,-1-11 16,2-2 0,4-1 0,4-1 0,-18-91 0,32 108 0,2-1 0,4 0 0,2 0 0,2 0 0,4-1 0,10-63 0,-6 90 0,-3 17 0,0 0 0,-2-1 0,0-38 0,-2 54 0,-1-1 0,1 1 0,-1-1 0,-1 1 0,1 0 0,-1-1 0,0 1 0,0 0 0,0 0 0,-1 0 0,1 1 0,-1-1 0,-1 0 0,1 1 0,0 0 0,-1 0 0,0 0 0,0 0 0,-7-4 0,-1 0 0,-1 1 0,1 1 0,-2 0 0,1 0 0,-26-6 0,-76-11 0,-237-15-655,-5 19-190,277 16 801,-1555-43-6119,-5 39 3406,-1639 57 427,3159-48 2188,-933 24-185,-1195 13 356,1425-62 1515,9-54 3783,799 75-5206,-183-30 4764,197 31-4630,4 0-9,13 1 189,24 1-14,32 9-421,-1 2 0,138 43 0,-203-52 0,0-1 0,-1 0 0,1 1 0,-1 0 0,0 1 0,0-1 0,0 1 0,5 4 0,-9-7 0,0 1 0,1-1 0,-1 1 0,0 0 0,0-1 0,0 1 0,0 0 0,0 0 0,-1-1 0,1 1 0,0 0 0,-1 0 0,0 0 0,1 0 0,-1 0 0,0 0 0,0 0 0,0 0 0,0 0 0,0 0 0,0 0 0,-1 0 0,1 0 0,-1 0 0,1-1 0,-1 1 0,0 0 0,-1 2 0,0 0 11,-2 4-240,0 0-1,0 1 1,1-1 0,0 1-1,-3 16 1,4-11-6597</inkml:trace>
</inkml:ink>
</file>

<file path=ppt/ink/ink8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0.463"/>
    </inkml:context>
    <inkml:brush xml:id="br0">
      <inkml:brushProperty name="width" value="0.05" units="cm"/>
      <inkml:brushProperty name="height" value="0.05" units="cm"/>
      <inkml:brushProperty name="color" value="#FFC114"/>
    </inkml:brush>
  </inkml:definitions>
  <inkml:trace contextRef="#ctx0" brushRef="#br0">99 739 24575,'-8'-4'0,"1"-1"0,0 0 0,0-1 0,1 1 0,-1-1 0,1-1 0,1 1 0,-1-1 0,-7-13 0,9 15 0,1-1 0,0 1 0,0-1 0,0 0 0,1 0 0,0 0 0,0-1 0,1 1 0,0 0 0,0-1 0,0 1 0,0-1 0,2-9 0,-1 15 0,0-1 0,0 1 0,0 0 0,0 0 0,0 0 0,1 0 0,-1-1 0,0 1 0,1 0 0,-1 0 0,1 0 0,-1 0 0,1 0 0,-1 0 0,1 0 0,0 0 0,0 0 0,-1 0 0,1 1 0,0-1 0,0 0 0,0 0 0,0 1 0,0-1 0,0 0 0,0 1 0,0-1 0,0 1 0,0 0 0,0-1 0,1 1 0,-1 0 0,0 0 0,2-1 0,-1 2 0,0-1 0,0 1 0,0-1 0,0 1 0,0 0 0,0-1 0,0 1 0,0 0 0,0 0 0,-1 1 0,1-1 0,0 0 0,-1 1 0,1-1 0,-1 1 0,1-1 0,-1 1 0,2 2 0,5 9 0,0 1 0,-1 0 0,-1 0 0,9 28 0,11 62 0,-19-69 0,-2 1 0,2 69 0,-10-87 0,3-18 0,0 0 0,0 0 0,-1 0 0,1 0 0,0 0 0,0 0 0,-1 0 0,1 0 0,0 0 0,0-1 0,-1 1 0,1 0 0,0 0 0,0 0 0,-1 0 0,1-1 0,0 1 0,0 0 0,0 0 0,0 0 0,-1-1 0,1 1 0,0 0 0,0 0 0,0-1 0,0 1 0,0 0 0,0 0 0,0-1 0,0 1 0,-1 0 0,1 0 0,0-1 0,-11-36 0,-32-259 0,38 229 0,4 0 0,10-99 0,-6 142 0,1 0 0,1 0 0,1 0 0,1 1 0,1 0 0,1 0 0,19-33 0,-23 47 0,0 1 0,1 0 0,0 1 0,1-1 0,0 1 0,0 0 0,1 1 0,-1 0 0,11-6 0,-11 8 0,0 0 0,0 1 0,0 1 0,1-1 0,-1 1 0,1 0 0,-1 1 0,1 0 0,0 0 0,-1 0 0,1 1 0,0 0 0,8 2 0,-2 0 0,1 2 0,-1-1 0,0 2 0,0 0 0,0 1 0,-1 0 0,0 1 0,0 0 0,20 16 0,-23-16 0,0 1 0,-1 0 0,0 1 0,0 0 0,-1 0 0,0 1 0,-1 0 0,0 0 0,0 1 0,-1 0 0,8 22 0,-12-25 0,0 0 0,-1 1 0,1-1 0,-2 0 0,1 1 0,-1-1 0,-1 1 0,1-1 0,-1 0 0,-1 1 0,0-1 0,0 0 0,0 0 0,-1 0 0,0 0 0,-1 0 0,0-1 0,0 0 0,0 1 0,-1-2 0,0 1 0,-7 6 0,-9 9 0,-1 0 0,-1-2 0,-1-1 0,-43 27 0,56-35 0,11-10 0,0-1 0,0 0 0,0 0 0,0 1 0,0-1 0,0 0 0,0 0 0,0 1 0,0-1 0,0 0 0,1 0 0,-1 0 0,0 1 0,0-1 0,0 0 0,0 0 0,1 0 0,-1 1 0,0-1 0,0 0 0,0 0 0,1 0 0,-1 0 0,0 1 0,0-1 0,0 0 0,1 0 0,-1 0 0,0 0 0,0 0 0,1 0 0,-1 0 0,33 3 0,-30-3 0,253 9 0,-221-5 0,0 1 0,-1 2 0,1 1 0,-1 2 0,41 17 0,-64-22 0,-1 0 0,0 1 0,0 0 0,-1 1 0,1-1 0,-2 2 0,11 10 0,-17-17 0,0 1 0,0 0 0,0 0 0,-1 1 0,1-1 0,-1 0 0,0 0 0,1 1 0,-1-1 0,0 1 0,-1-1 0,1 1 0,0-1 0,-1 1 0,1 0 0,-1-1 0,0 1 0,0 0 0,0-1 0,0 1 0,0 0 0,0-1 0,-1 1 0,0-1 0,1 1 0,-1-1 0,0 1 0,0-1 0,0 1 0,-1-1 0,1 0 0,0 1 0,-1-1 0,0 0 0,1 0 0,-5 3 0,-2 2 0,0 0 0,0-1 0,-1-1 0,0 1 0,0-1 0,0-1 0,-1 0 0,1 0 0,-1-1 0,-16 3 0,-8 1 0,-64 4 0,46-9 0,-102-7 0,129 2 0,1-1 0,-1-1 0,1-1 0,0-1 0,0-1 0,-26-13 0,42 17-136,0-1-1,0 0 1,0 0-1,1-1 1,0 1-1,0-2 1,1 1-1,-1-1 0,-7-12 1,-7-16-6690</inkml:trace>
</inkml:ink>
</file>

<file path=ppt/ink/ink8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0.850"/>
    </inkml:context>
    <inkml:brush xml:id="br0">
      <inkml:brushProperty name="width" value="0.05" units="cm"/>
      <inkml:brushProperty name="height" value="0.05" units="cm"/>
      <inkml:brushProperty name="color" value="#FFC114"/>
    </inkml:brush>
  </inkml:definitions>
  <inkml:trace contextRef="#ctx0" brushRef="#br0">91 202 24575,'-6'-5'0,"1"1"0,-1 0 0,0-1 0,-8-3 0,-20-15 0,32 22 0,0-1 0,1 0 0,-1 1 0,1-1 0,-1 0 0,1 0 0,0 0 0,-1 0 0,1 0 0,0 0 0,1 0 0,-1 0 0,0-1 0,0-3 0,1 5 0,0-1 0,0 1 0,0-1 0,1 1 0,-1-1 0,0 1 0,1-1 0,0 1 0,-1 0 0,1-1 0,0 1 0,-1-1 0,1 1 0,0 0 0,0 0 0,0 0 0,0-1 0,0 1 0,0 0 0,1 0 0,-1 0 0,0 1 0,0-1 0,1 0 0,-1 0 0,0 1 0,1-1 0,-1 1 0,4-1 0,4-3 0,1 2 0,0-1 0,12 0 0,-22 3 0,240-17 0,-113 11 0,-117 5 0,-7 1 0,1 0 0,0 0 0,-1 0 0,1-1 0,-1 0 0,1 1 0,-1-1 0,7-3 0,-10 4 0,0 0 0,0 0 0,0 0 0,0 0 0,0 0 0,0-1 0,1 1 0,-1 0 0,0 0 0,0 0 0,0 0 0,0 0 0,0 0 0,0 0 0,0-1 0,0 1 0,0 0 0,0 0 0,0 0 0,1 0 0,-1 0 0,0-1 0,0 1 0,0 0 0,0 0 0,0 0 0,0 0 0,0 0 0,0-1 0,0 1 0,0 0 0,0 0 0,-1 0 0,1 0 0,0 0 0,0-1 0,0 1 0,0 0 0,0 0 0,0 0 0,0 0 0,0 0 0,0 0 0,0 0 0,0-1 0,-1 1 0,-9-6 0,-12-3 0,0 3 0,-38-7 0,51 12 0,-1 0 0,1 0 0,0 1 0,0 1 0,-1-1 0,1 1 0,-10 3 0,17-3 0,-1-1 0,1 1 0,-1 0 0,1 1 0,0-1 0,0 0 0,0 1 0,0-1 0,0 1 0,0 0 0,0-1 0,0 1 0,1 0 0,-1 0 0,1 0 0,-1 1 0,1-1 0,0 0 0,0 0 0,0 1 0,0-1 0,0 1 0,1-1 0,-1 1 0,1-1 0,-1 1 0,1 2 0,0 7 0,0 1 0,0-1 0,2 0 0,2 16 0,-4-28 0,51 226 318,-12-59-2001,-28-110-5143</inkml:trace>
</inkml:ink>
</file>

<file path=ppt/ink/ink8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1.254"/>
    </inkml:context>
    <inkml:brush xml:id="br0">
      <inkml:brushProperty name="width" value="0.05" units="cm"/>
      <inkml:brushProperty name="height" value="0.05" units="cm"/>
      <inkml:brushProperty name="color" value="#FFC114"/>
    </inkml:brush>
  </inkml:definitions>
  <inkml:trace contextRef="#ctx0" brushRef="#br0">81 271 24575,'0'-1'0,"1"0"0,-1 0 0,0 0 0,0 1 0,1-1 0,-1 0 0,1 0 0,-1 1 0,1-1 0,-1 0 0,1 0 0,-1 1 0,1-1 0,0 1 0,-1-1 0,1 0 0,0 1 0,0-1 0,-1 1 0,1 0 0,0-1 0,0 1 0,0 0 0,-1-1 0,1 1 0,0 0 0,0 0 0,0 0 0,0 0 0,0 0 0,0 0 0,-1 0 0,1 0 0,0 0 0,0 0 0,1 1 0,0 0 0,-1 0 0,1 0 0,-1 0 0,0 0 0,1 0 0,-1 1 0,0-1 0,0 0 0,0 1 0,0-1 0,0 1 0,-1-1 0,1 1 0,0 0 0,-1-1 0,1 1 0,-1 0 0,1 2 0,4 35 0,-1 1 0,-2 0 0,-4 50 0,0-21 0,2-18 0,-2 57 0,-1-98 0,-2-14 0,-3-17 0,-10-35 0,-53-192 0,62 208 0,2-1 0,2 1 0,1-1 0,3-51 0,2 82 0,-1 1 0,2-1 0,0 0 0,0 0 0,0 0 0,1 1 0,5-11 0,-6 16 0,0 0 0,1 0 0,-1 0 0,1 1 0,-1-1 0,1 1 0,0 0 0,0 0 0,1 0 0,-1 0 0,1 0 0,-1 1 0,1-1 0,0 1 0,0 0 0,0 0 0,0 1 0,6-2 0,0 1 0,0 0 0,0 2 0,0-1 0,0 1 0,0 0 0,0 1 0,0 1 0,0-1 0,0 2 0,0-1 0,-1 1 0,13 5 0,1 3 0,-1 0 0,1 1 0,34 26 0,-42-27 0,-1 0 0,-1 1 0,0 0 0,-1 1 0,0 1 0,13 21 0,-22-31 0,0 1 0,-1-1 0,0 1 0,0 0 0,0 0 0,0 0 0,-1 0 0,0 0 0,0 0 0,0 0 0,-1 8 0,0-9 0,-1 0 0,1-1 0,-1 1 0,0-1 0,0 1 0,-1-1 0,1 0 0,-1 0 0,1 1 0,-1-1 0,0 0 0,-1 0 0,1 0 0,0-1 0,-1 1 0,1-1 0,-1 1 0,-4 2 0,-2 1 43,0 0 0,0-1-1,-1 0 1,0-1 0,0 0-1,0 0 1,-14 2 0,-73 10-1704,96-16 1615,-75 7-6780</inkml:trace>
</inkml:ink>
</file>

<file path=ppt/ink/ink8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2.364"/>
    </inkml:context>
    <inkml:brush xml:id="br0">
      <inkml:brushProperty name="width" value="0.05" units="cm"/>
      <inkml:brushProperty name="height" value="0.05" units="cm"/>
      <inkml:brushProperty name="color" value="#FFC114"/>
    </inkml:brush>
  </inkml:definitions>
  <inkml:trace contextRef="#ctx0" brushRef="#br0">468 406 24575,'-1'-28'0,"-2"0"0,-7-30 0,0-6 0,7 34 0,-10-63 0,11 83 0,-1 0 0,0 0 0,0 0 0,-1 0 0,0 1 0,-9-15 0,12 23 0,0-1 0,0 1 0,0 0 0,0-1 0,0 1 0,0 0 0,0-1 0,0 1 0,-1 0 0,1 0 0,-1 0 0,1 0 0,-1 0 0,1 0 0,-1 1 0,1-1 0,-1 0 0,0 1 0,1-1 0,-1 1 0,0 0 0,1 0 0,-1-1 0,0 1 0,0 0 0,1 0 0,-1 1 0,0-1 0,1 0 0,-1 0 0,0 1 0,0-1 0,1 1 0,-1 0 0,1-1 0,-1 1 0,1 0 0,-1 0 0,1 0 0,-1 0 0,-1 2 0,-5 4 0,0 1 0,1 0 0,-1 0 0,2 0 0,-11 17 0,-14 28 8,2 2 0,-33 88 0,-25 126-127,67-193-50,3 1-1,-11 118 1,25-154 174,2-1-1,2 0 1,2 1-1,1-1 1,2 0-1,19 68 1,-19-92-6,0 1 0,1-1 0,0 0 1,1-1-1,1 1 0,1-2 1,0 1-1,1-2 0,0 1 1,1-1-1,16 13 0,-19-19 7,1 0 0,1 0 0,-1-1 1,1 0-1,0 0 0,0-2 0,1 1 0,0-1 0,-1-1 0,1 0 0,0-1 0,1 0 0,-1-1 1,0 0-1,0-1 0,21-2 0,-16-1 8,0 0 0,0-1 0,0 0 0,0-2 0,-1 0 0,0 0 0,0-2 0,-1 0 1,0-1-1,14-10 0,-10 4 8,-1-1 0,0 0 0,-2-1 0,0-1 0,-1-1 0,23-35 1,-21 24-8,-1 0 0,-2-1 0,-1 0 0,-1-1 0,-2 0 0,-1-1 1,-2 0-1,-1 0 0,-1-1 0,0-48 0,-5 82-15,-4-68 0,3 64 0,0-1 0,0 0 0,0 1 0,0 0 0,-1-1 0,1 1 0,-1 0 0,0 0 0,-1 0 0,1 0 0,-6-7 0,8 10 0,-1 1 0,1-1 0,-1 1 0,1 0 0,0-1 0,-1 1 0,1 0 0,-1-1 0,1 1 0,-1 0 0,1-1 0,-1 1 0,1 0 0,-1 0 0,1 0 0,-1 0 0,1-1 0,-1 1 0,0 0 0,1 0 0,-1 0 0,1 0 0,-1 0 0,1 0 0,-1 1 0,1-1 0,-1 0 0,0 0 0,-1 1 0,1 0 0,0 0 0,0-1 0,0 1 0,0 0 0,0 0 0,1 0 0,-1 0 0,0 1 0,0-1 0,0 2 0,-13 35 0,6 10 0,2 0 0,2 1 0,2-1 0,2 1 0,3-1 0,8 50 0,-4-50 86,3-1-1,1 0 0,22 55 1,-23-78-300,0 0 1,2 0 0,0-2-1,2 1 1,1-2 0,0 0-1,28 29 1,-3-13-6613</inkml:trace>
</inkml:ink>
</file>

<file path=ppt/ink/ink8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2.705"/>
    </inkml:context>
    <inkml:brush xml:id="br0">
      <inkml:brushProperty name="width" value="0.05" units="cm"/>
      <inkml:brushProperty name="height" value="0.05" units="cm"/>
      <inkml:brushProperty name="color" value="#FFC114"/>
    </inkml:brush>
  </inkml:definitions>
  <inkml:trace contextRef="#ctx0" brushRef="#br0">72 270 24575,'-4'1'0,"1"-1"0,0 1 0,0 0 0,-1 0 0,1 0 0,0 0 0,0 0 0,0 1 0,0 0 0,0-1 0,1 1 0,-1 0 0,1 0 0,-1 1 0,1-1 0,-1 0 0,1 1 0,0 0 0,0-1 0,0 1 0,1 0 0,-1 0 0,1 0 0,-3 6 0,3-7 0,0 1 0,0-1 0,1 1 0,-1-1 0,0 1 0,1-1 0,0 1 0,-1-1 0,1 1 0,0 0 0,0-1 0,1 1 0,-1-1 0,0 1 0,1 0 0,0-1 0,-1 1 0,1-1 0,0 1 0,0-1 0,1 0 0,-1 0 0,0 1 0,1-1 0,-1 0 0,1 0 0,0 0 0,0 0 0,0-1 0,0 1 0,0 0 0,2 1 0,5 1 0,-1-1 0,1 0 0,0 0 0,0-1 0,0 0 0,0-1 0,0 1 0,0-2 0,0 1 0,14-2 0,7-2 0,53-11 0,-55 7 0,-1 0 0,0-2 0,0-1 0,-1-1 0,37-21 0,-52 26 0,0-1 0,-1-1 0,0 0 0,0 0 0,0-1 0,-1 0 0,-1 0 0,1-1 0,-2 0 0,1-1 0,-1 0 0,-1 0 0,0 0 0,6-17 0,-10 23 0,-1 0 0,0-1 0,0 1 0,0 0 0,0 0 0,-1 0 0,0-1 0,0 1 0,0 0 0,-1-1 0,1 1 0,-1 0 0,-1 0 0,1 0 0,-1 0 0,0 0 0,-4-9 0,2 9 0,1 0 0,-1 0 0,0 1 0,0 0 0,0-1 0,-1 1 0,0 1 0,0-1 0,0 1 0,0 0 0,0 0 0,-1 0 0,1 1 0,-1 0 0,-8-3 0,0 2 0,0 0 0,0 1 0,-1 1 0,1 0 0,-1 1 0,1 0 0,0 1 0,-1 1 0,1 1 0,0 0 0,0 0 0,0 1 0,1 1 0,-1 0 0,1 1 0,0 1 0,1 0 0,-1 1 0,1 0 0,1 0 0,-15 15 0,17-15 0,1 0 0,0 1 0,0 0 0,1 0 0,0 1 0,1 0 0,0 0 0,0 1 0,1-1 0,1 1 0,-1 0 0,2 1 0,0-1 0,0 1 0,1-1 0,0 1 0,1 0 0,1 0 0,0 0 0,0-1 0,1 1 0,1 0 0,0 0 0,0-1 0,1 1 0,6 14 0,-4-16 29,0 1-1,0-1 1,2 0-1,-1 0 0,1 0 1,0-1-1,1 0 1,0-1-1,1 0 1,-1 0-1,18 11 1,-11-9-273,1-1 0,1-1 0,-1 0 0,1-1 1,0-1-1,31 7 0,14-2-6582</inkml:trace>
</inkml:ink>
</file>

<file path=ppt/ink/ink8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3.048"/>
    </inkml:context>
    <inkml:brush xml:id="br0">
      <inkml:brushProperty name="width" value="0.05" units="cm"/>
      <inkml:brushProperty name="height" value="0.05" units="cm"/>
      <inkml:brushProperty name="color" value="#FFC114"/>
    </inkml:brush>
  </inkml:definitions>
  <inkml:trace contextRef="#ctx0" brushRef="#br0">74 203 24575,'-7'-18'0,"-1"1"0,-1 0 0,-18-25 0,5 7 0,63 113 0,55 152 0,-93-221 0,8 27 0,-10-34 0,-1 0 0,1 0 0,-1-1 0,0 1 0,0 0 0,0 0 0,0 0 0,0 0 0,0-1 0,0 1 0,0 0 0,-1 0 0,1-1 0,-1 1 0,0 0 0,0 1 0,1-3 0,0 1 0,0-1 0,-1 0 0,1 0 0,0 0 0,0 0 0,0 1 0,0-1 0,-1 0 0,1 0 0,0 0 0,0 0 0,0 0 0,-1 0 0,1 0 0,0 0 0,0 1 0,-1-1 0,1 0 0,0 0 0,0 0 0,-1 0 0,1 0 0,0 0 0,0 0 0,0 0 0,-1 0 0,1-1 0,0 1 0,0 0 0,-1 0 0,1 0 0,0 0 0,0 0 0,0 0 0,-1 0 0,1 0 0,0-1 0,0 1 0,-10-11 0,-2-15 0,6 9 0,1-1 0,1 0 0,1 0 0,0 0 0,1 0 0,2 0 0,-1-1 0,4-21 0,-2 24 0,2 1 0,-1 0 0,2 0 0,0 0 0,1 1 0,0-1 0,1 1 0,1 1 0,0-1 0,11-14 0,-14 23 0,0-1 0,1 1 0,-1 1 0,1-1 0,0 1 0,0-1 0,1 1 0,0 1 0,-1-1 0,1 1 0,0 0 0,0 0 0,1 1 0,-1 0 0,0 0 0,11-1 0,-9 2 0,-1 1 0,1 0 0,-1 0 0,1 0 0,-1 1 0,1 1 0,-1-1 0,0 1 0,1 0 0,-1 1 0,0 0 0,0 0 0,-1 0 0,10 7 0,-3 0 27,0 0-1,-1 1 0,0 0 0,-1 1 1,-1 0-1,0 1 0,0 0 0,-1 0 1,-1 1-1,0 0 0,-1 1 0,6 18 1,-6-15-198,-1 1 0,-1-1 1,-1 1-1,-1 0 0,-1-1 1,0 2-1,-1-1 0,-1 0 1,-5 38-1,-3-21-6655</inkml:trace>
</inkml:ink>
</file>

<file path=ppt/ink/ink8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3.453"/>
    </inkml:context>
    <inkml:brush xml:id="br0">
      <inkml:brushProperty name="width" value="0.05" units="cm"/>
      <inkml:brushProperty name="height" value="0.05" units="cm"/>
      <inkml:brushProperty name="color" value="#FFC114"/>
    </inkml:brush>
  </inkml:definitions>
  <inkml:trace contextRef="#ctx0" brushRef="#br0">1 377 24575,'1'0'0,"1"0"0,-1 0 0,1 0 0,-1 1 0,0-1 0,1 0 0,-1 1 0,0-1 0,1 1 0,-1 0 0,0-1 0,1 1 0,-1 0 0,0 0 0,0 0 0,0 0 0,0 0 0,0 0 0,0 0 0,0 0 0,0 0 0,0 0 0,-1 1 0,1-1 0,0 0 0,-1 1 0,1-1 0,-1 0 0,0 1 0,1-1 0,-1 0 0,0 1 0,0-1 0,0 1 0,0-1 0,0 3 0,0 7 0,0 0 0,-1 0 0,-4 19 0,3-17 0,-6 109 0,20-373 0,-7 212 0,2 0 0,1 0 0,2 1 0,20-50 0,-25 78 0,0-1 0,0 1 0,0 1 0,2-1 0,-1 1 0,1 0 0,13-13 0,-17 19 0,-1 0 0,1 1 0,0 0 0,0 0 0,0 0 0,1 0 0,-1 0 0,0 0 0,1 1 0,-1 0 0,1-1 0,0 1 0,-1 1 0,1-1 0,0 1 0,-1-1 0,1 1 0,0 0 0,0 0 0,-1 0 0,1 1 0,0 0 0,-1-1 0,1 1 0,0 0 0,5 3 0,0 2 0,0-1 0,0 1 0,-1 1 0,0-1 0,0 2 0,0-1 0,-1 1 0,0 0 0,-1 0 0,0 1 0,9 17 0,5 12 0,21 60 0,-40-97 0,22 64-341,-3 2 0,-2 1-1,13 104 1,-27-134-6485</inkml:trace>
</inkml:ink>
</file>

<file path=ppt/ink/ink8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3.610"/>
    </inkml:context>
    <inkml:brush xml:id="br0">
      <inkml:brushProperty name="width" value="0.05" units="cm"/>
      <inkml:brushProperty name="height" value="0.05" units="cm"/>
      <inkml:brushProperty name="color" value="#FFC114"/>
    </inkml:brush>
  </inkml:definitions>
  <inkml:trace contextRef="#ctx0" brushRef="#br0">141 218 24575,'-6'-6'0,"-7"-7"0,-8-8 0,-3-5 0,0-2 0,2-1 0,3 1 0,9 5 0,8 7 0,11 6 0,12 4 0,11 4 0,9-1 0,9 0 0,7 1 0,-6 0-8191</inkml:trace>
</inkml:ink>
</file>

<file path=ppt/ink/ink8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3.780"/>
    </inkml:context>
    <inkml:brush xml:id="br0">
      <inkml:brushProperty name="width" value="0.05" units="cm"/>
      <inkml:brushProperty name="height" value="0.05" units="cm"/>
      <inkml:brushProperty name="color" value="#FFC114"/>
    </inkml:brush>
  </inkml:definitions>
  <inkml:trace contextRef="#ctx0" brushRef="#br0">32 110 24575,'1'-8'0,"-1"0"0,0 0 0,-1 0 0,0 0 0,0 0 0,-1 0 0,1 0 0,-2 0 0,1 0 0,-1 0 0,-8-13 0,11 21 0,0 0 0,0 0 0,0 0 0,0 0 0,0 1 0,0-1 0,0 0 0,0 0 0,0 0 0,0 0 0,0 0 0,-1 1 0,1-1 0,0 0 0,0 0 0,0 0 0,0 0 0,0 0 0,0 0 0,0 0 0,-1 1 0,1-1 0,0 0 0,0 0 0,0 0 0,0 0 0,-1 0 0,1 0 0,0 0 0,0 0 0,0 0 0,0 0 0,-1 0 0,1 0 0,0 0 0,0 0 0,0 0 0,0 0 0,-1 0 0,1 0 0,0 0 0,0 0 0,0 0 0,0 0 0,0 0 0,-1 0 0,1 0 0,0-1 0,0 1 0,0 0 0,0 0 0,0 0 0,-1 0 0,1 0 0,0 0 0,0 0 0,0-1 0,0 1 0,0 0 0,0 0 0,0 16 0,23 118 0,11 75 0,-26-154-1365,-2-8-5461</inkml:trace>
</inkml:ink>
</file>

<file path=ppt/ink/ink8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4.063"/>
    </inkml:context>
    <inkml:brush xml:id="br0">
      <inkml:brushProperty name="width" value="0.05" units="cm"/>
      <inkml:brushProperty name="height" value="0.05" units="cm"/>
      <inkml:brushProperty name="color" value="#FFC114"/>
    </inkml:brush>
  </inkml:definitions>
  <inkml:trace contextRef="#ctx0" brushRef="#br0">113 50 24575,'-5'-3'0,"-9"-1"0,-4-2 0,-1-4 0,-2 1 0,4-2 0,4 5 0,8 8 0,4 10 0,6 9 0,1 9 0,3 8 0,3 6 0,2 5 0,-2 2 0,1 1 0,-2-9-8191</inkml:trace>
</inkml:ink>
</file>

<file path=ppt/ink/ink8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4.432"/>
    </inkml:context>
    <inkml:brush xml:id="br0">
      <inkml:brushProperty name="width" value="0.05" units="cm"/>
      <inkml:brushProperty name="height" value="0.05" units="cm"/>
      <inkml:brushProperty name="color" value="#FFC114"/>
    </inkml:brush>
  </inkml:definitions>
  <inkml:trace contextRef="#ctx0" brushRef="#br0">0 240 24575,'10'1'0,"-1"0"0,0 1 0,0 0 0,0 0 0,13 6 0,12 3 0,11-2 0,-1-1 0,1-3 0,1-1 0,-1-2 0,79-8 0,-114 5 0,1 0 0,-1-1 0,1-1 0,-1 1 0,0-2 0,14-6 0,-21 9 0,0 0 0,-1-1 0,1 1 0,-1-1 0,0 0 0,1 0 0,-1 0 0,0 0 0,0 0 0,0 0 0,0 0 0,-1-1 0,1 1 0,-1-1 0,1 0 0,-1 1 0,0-1 0,0 0 0,0 0 0,0 1 0,-1-1 0,1 0 0,-1 0 0,0 0 0,1 0 0,-1 0 0,-1-5 0,-3-10 0,-1 0 0,-1 1 0,0 0 0,-2 0 0,1 1 0,-2 0 0,0 0 0,-23-28 0,32 43 0,-1 0 0,0 0 0,1 0 0,-1 0 0,0 0 0,0 0 0,0 0 0,0 0 0,0 0 0,0 0 0,0 0 0,-1 1 0,1-1 0,0 1 0,0-1 0,-1 0 0,0 1 0,1 0 0,1 0 0,-1 0 0,1 1 0,0-1 0,-1 0 0,1 1 0,-1-1 0,1 1 0,0-1 0,-1 0 0,1 1 0,0-1 0,0 1 0,-1-1 0,1 1 0,0-1 0,0 1 0,0-1 0,-1 1 0,1-1 0,0 1 0,0-1 0,0 1 0,0-1 0,0 1 0,0 0 0,0 0 0,1 11 0,-1 0 0,5 18 0,-4-25 0,16 88-455,5-1 0,56 151 0,-63-205-6371</inkml:trace>
</inkml:ink>
</file>

<file path=ppt/ink/ink8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4.756"/>
    </inkml:context>
    <inkml:brush xml:id="br0">
      <inkml:brushProperty name="width" value="0.05" units="cm"/>
      <inkml:brushProperty name="height" value="0.05" units="cm"/>
      <inkml:brushProperty name="color" value="#FFC114"/>
    </inkml:brush>
  </inkml:definitions>
  <inkml:trace contextRef="#ctx0" brushRef="#br0">0 196 24575,'10'-34'0,"-6"19"0,0 53 0,-4 7 0,-1-7 0,2 0 0,7 50 0,-7-78 0,1-1 0,0 1 0,1-1 0,0 1 0,0-1 0,1 0 0,1-1 0,-1 1 0,1-1 0,0 1 0,1-1 0,0-1 0,1 1 0,8 7 0,-12-12 0,0-1 0,1 1 0,-1-1 0,1 0 0,0 0 0,0 0 0,0 0 0,0 0 0,0-1 0,0 0 0,0 0 0,0 0 0,0 0 0,1-1 0,-1 0 0,0 0 0,1 0 0,-1 0 0,0 0 0,0-1 0,1 0 0,-1 0 0,0 0 0,0-1 0,0 1 0,0-1 0,0 0 0,-1 0 0,1 0 0,5-5 0,0 0 0,0 0 0,-1-1 0,-1 0 0,1 0 0,-1-1 0,0 1 0,-1-2 0,0 1 0,-1-1 0,0 0 0,4-10 0,-2-2 0,0 0 0,-2-1 0,0 1 0,-2-1 0,-1 0 0,0 0 0,-2 0 0,0 0 0,-2 0 0,0 0 0,-2 0 0,0 0 0,-2 1 0,-11-31 0,14 48 43,1 0 0,-1 0-1,0 1 1,0-1 0,0 1-1,-1 0 1,-6-7 0,9 11-61,0-1 0,0 0 0,0 1 0,0-1 0,1 1 0,-1-1 0,0 1 0,0-1 0,0 1 0,0 0 0,0-1 0,0 1 0,0 0 0,0 0 0,0 0 0,0 0 0,0 0 0,-2 0 0,2 1-47,0-1 0,0 1 0,0-1 0,0 1 0,0 0 0,0-1 0,0 1 0,0 0 0,0 0 0,1 0 0,-1-1 0,0 1 0,1 0 0,-1 0 0,0 0 0,1 0 0,-1 1 0,1-1 0,0 0 0,-1 2 0,-4 14-6761</inkml:trace>
</inkml:ink>
</file>

<file path=ppt/ink/ink8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5.382"/>
    </inkml:context>
    <inkml:brush xml:id="br0">
      <inkml:brushProperty name="width" value="0.05" units="cm"/>
      <inkml:brushProperty name="height" value="0.05" units="cm"/>
      <inkml:brushProperty name="color" value="#FFC114"/>
    </inkml:brush>
  </inkml:definitions>
  <inkml:trace contextRef="#ctx0" brushRef="#br0">12 356 24575,'2'39'0,"2"-1"0,2 1 0,2-1 0,1 0 0,16 43 0,-23-77 0,7 21 0,-9-24 0,0 0 0,1 0 0,-1 0 0,1 0 0,-1 0 0,1 0 0,-1 0 0,1 0 0,-1 0 0,1 0 0,0 0 0,0-1 0,-1 1 0,1 0 0,0-1 0,0 1 0,1 1 0,-1-4 0,-1 0 0,0 1 0,0-1 0,0 0 0,0 1 0,0-1 0,-1 1 0,1-1 0,0 1 0,-1-1 0,-1-2 0,-22-78 0,4 0 0,-19-167 0,37 231 0,1-1 0,1 0 0,1 1 0,0-1 0,2 0 0,5-23 0,-6 38 0,-1-1 0,1 0 0,-1 1 0,1 0 0,0-1 0,1 1 0,-1 0 0,1 0 0,0 0 0,0 0 0,0 1 0,0-1 0,1 1 0,-1 0 0,1 0 0,0 0 0,0 0 0,0 1 0,0 0 0,1 0 0,-1 0 0,1 0 0,-1 0 0,1 1 0,-1 0 0,1 0 0,0 0 0,0 1 0,7 0 0,1 0 0,0 1 0,0 1 0,0 1 0,0 0 0,0 0 0,0 1 0,-1 1 0,1 0 0,15 9 0,-8-2 0,-1 0 0,0 1 0,-1 1 0,27 26 0,-40-35 0,1 1 0,-1 0 0,0 0 0,-1 0 0,1 1 0,-1-1 0,-1 1 0,1 0 0,-1 0 0,0 1 0,-1-1 0,3 11 0,-4-13 0,-1 0 0,0 0 0,0-1 0,-1 1 0,1 0 0,-1-1 0,0 1 0,0 0 0,0-1 0,-1 1 0,1-1 0,-1 0 0,0 1 0,-1-1 0,1 0 0,-1 0 0,0 0 0,0-1 0,0 1 0,0-1 0,-6 5 0,-1 0 0,0 0 0,0-1 0,-1 0 0,0-1 0,0 0 0,-1-1 0,-17 6 0,-88 18 0,82-22 0,131-3 0,-53-2 0,1 1 0,79 17 0,-103-16 0,-1 2 0,0 0 0,0 1 0,-1 1 0,0 1 0,0 0 0,-1 1 0,25 20 0,-36-26 0,-1 1 0,0 0 0,0 1 0,-1-1 0,1 1 0,-1 0 0,0 0 0,-1 0 0,0 0 0,0 1 0,0-1 0,0 1 0,2 11 0,-5-14 0,1 1 0,-1-1 0,0 0 0,0 1 0,0-1 0,0 0 0,-1 1 0,0-1 0,0 0 0,0 1 0,0-1 0,-1 0 0,1 0 0,-1 0 0,0 0 0,-1-1 0,1 1 0,-1 0 0,1-1 0,-1 1 0,0-1 0,0 0 0,-4 3 0,-2 0 0,1 0 0,-1-1 0,-1 0 0,1-1 0,0 0 0,-1 0 0,0-1 0,0 0 0,0-1 0,-20 3 0,-2-3 0,0 0 0,-39-4 0,25-3-227,1-1-1,0-3 1,0-1-1,1-2 1,-70-30-1,79 27-6598</inkml:trace>
</inkml:ink>
</file>

<file path=ppt/ink/ink8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6.628"/>
    </inkml:context>
    <inkml:brush xml:id="br0">
      <inkml:brushProperty name="width" value="0.05" units="cm"/>
      <inkml:brushProperty name="height" value="0.05" units="cm"/>
      <inkml:brushProperty name="color" value="#FFC114"/>
    </inkml:brush>
  </inkml:definitions>
  <inkml:trace contextRef="#ctx0" brushRef="#br0">590 148 24575,'97'1989'-803,"-80"-1724"793,-11-159 154,-6-105-129,0 0 1,0 1-1,0-1 1,0 1-1,0-1 1,0 0 0,0 1-1,1-1 1,-1 0-1,0 1 1,1-1-1,0 0 1,-1 1-1,1-1 1,-1 0-1,1 0 1,0 0 0,0 0-1,0 1 1,0-1-1,0 0 1,0-1-1,0 1 1,0 0-1,0 0 1,0 0-1,3 0 1,-1 0 7,1-1 1,0 1-1,0-1 1,-1-1-1,1 1 1,0 0-1,0-1 0,-1 0 1,5-1-1,273-43-320,6 24-309,-203 16 429,3285-91-11584,-2065 121 11325,-1 21 148,-724-24-443,-519-19 745,553 12 258,-4-44 2756,-590 27-3036,139-19 1763,-133 15-1109,1 0 0,0-2 0,44-19 1,-64 24-372,0 0 1,0-1-1,0 1 1,-1-1 0,1 0-1,-1 0 1,0-1-1,0 0 1,-1 0 0,7-8-1,-9 10-156,0-1 0,0 1 0,-1-1-1,1 1 1,-1-1 0,0 1 0,0-1-1,0 0 1,-1 0 0,1 1 0,-1-1-1,0 0 1,0 0 0,0 1-1,-1-1 1,1 0 0,-1 0 0,0 1-1,-2-7 1,-8-14 39,0 0 0,-2 1-1,-1 0 1,-1 1 0,-23-28-1,12 17-8,-22-40 0,37 54-149,2-2 0,1 1 0,0-1 0,2-1 0,0 1 0,1-1 0,-2-35 0,3-160 0,6 142 0,-1-98 0,8-403 0,23 2 0,-29 547 0,-1 15 0,-1 1 0,0-1 0,-1 1 0,0-1 0,0 0 0,-2 1 0,-2-13 0,4 22 0,-1 1 0,1-1 0,-1 1 0,0-1 0,0 1 0,1-1 0,-1 1 0,0-1 0,0 1 0,-1 0 0,1 0 0,0-1 0,0 1 0,-1 0 0,1 0 0,0 0 0,-1 1 0,1-1 0,-1 0 0,1 0 0,-1 1 0,1-1 0,-1 1 0,0-1 0,1 1 0,-1 0 0,-2-1 0,-4 1 0,0 0 0,0 1 0,0-1 0,-12 4 0,6-2 0,-695 61-1081,-239-48-3414,478-11 2685,-2528 63-3321,1158-21 3106,1196-33 1992,-500 12 456,1105-24-86,-89 2 1760,-190 29-1,307-30-1918,-47 10 728,54-10-642,0-1 0,0 0 0,0 1 0,0 0 0,1 0 0,-1 0 0,0 1 0,1-1 0,-7 6 0,9-7-257,0 0 0,1 0-1,-1 0 1,0 0 0,1 0 0,-1 0 0,1 0 0,-1 1 0,1-1-1,-1 0 1,1 0 0,0 0 0,-1 0 0,1 1 0,0-1 0,0 0-1,0 0 1,0 1 0,1 1 0,8 20-2437</inkml:trace>
</inkml:ink>
</file>

<file path=ppt/ink/ink8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7.391"/>
    </inkml:context>
    <inkml:brush xml:id="br0">
      <inkml:brushProperty name="width" value="0.05" units="cm"/>
      <inkml:brushProperty name="height" value="0.05" units="cm"/>
      <inkml:brushProperty name="color" value="#FFC114"/>
    </inkml:brush>
  </inkml:definitions>
  <inkml:trace contextRef="#ctx0" brushRef="#br0">962 138 24575,'24'-54'0,"-18"43"0,-1-1 0,0 0 0,6-21 0,-10 33 0,-1-1 0,0 1 0,0 0 0,0-1 0,1 1 0,-1 0 0,0-1 0,0 1 0,0-1 0,0 1 0,0 0 0,0-1 0,1 1 0,-1-1 0,0 1 0,0 0 0,0-1 0,-1 1 0,1-1 0,0 1 0,0 0 0,0-1 0,0 1 0,0-1 0,0 1 0,0 0 0,-1-1 0,1 1 0,0 0 0,0-1 0,-1 1 0,1 0 0,0-1 0,0 1 0,-1 0 0,1 0 0,0-1 0,-1 1 0,1 0 0,0 0 0,-1 0 0,1-1 0,-1 1 0,1 0 0,0 0 0,-1 0 0,1 0 0,-1 0 0,1 0 0,0 0 0,-1 0 0,1 0 0,-1 0 0,1 0 0,0 0 0,-1 0 0,1 0 0,-1 0 0,1 0 0,0 0 0,-1 0 0,1 1 0,0-1 0,-1 0 0,1 0 0,0 1 0,-1-1 0,1 0 0,-1 1 0,-29 19 0,26-18 0,-663 541 0,653-530 0,-126 120 0,114-106 0,1 1 0,2 2 0,-22 34 0,44-61 9,-19 37 321,19-39-391,0 0 0,1 0 0,0 1 1,-1-1-1,1 0 0,0 1 0,-1-1 0,1 0 0,0 0 0,0 1 1,0-1-1,0 0 0,0 1 0,0-1 0,1 0 0,-1 1 0,0-1 1,1 0-1,-1 0 0,1 1 0,-1-1 0,1 0 0,0 0 0,-1 0 1,1 0-1,0 0 0,1 2 0,10 3-6765</inkml:trace>
</inkml:ink>
</file>

<file path=ppt/ink/ink8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7.906"/>
    </inkml:context>
    <inkml:brush xml:id="br0">
      <inkml:brushProperty name="width" value="0.05" units="cm"/>
      <inkml:brushProperty name="height" value="0.05" units="cm"/>
      <inkml:brushProperty name="color" value="#FFC114"/>
    </inkml:brush>
  </inkml:definitions>
  <inkml:trace contextRef="#ctx0" brushRef="#br0">28 93 24575,'-5'-8'0,"1"0"0,1-1 0,-1 1 0,2-1 0,-1 0 0,1 0 0,0 1 0,0-13 0,2 21 0,0-1 0,0 1 0,0 0 0,0 0 0,0 0 0,0 0 0,0 0 0,0 0 0,0-1 0,0 1 0,0 0 0,0 0 0,0 0 0,0 0 0,0 0 0,0 0 0,0 0 0,1-1 0,-1 1 0,0 0 0,0 0 0,0 0 0,0 0 0,0 0 0,0 0 0,0 0 0,0 0 0,1 0 0,-1 0 0,0-1 0,0 1 0,0 0 0,0 0 0,0 0 0,0 0 0,1 0 0,-1 0 0,0 0 0,0 0 0,0 0 0,0 0 0,0 0 0,0 0 0,1 0 0,-1 0 0,0 0 0,0 0 0,0 1 0,0-1 0,0 0 0,0 0 0,0 0 0,1 0 0,-1 0 0,0 0 0,0 0 0,0 0 0,0 0 0,0 0 0,0 0 0,0 1 0,0-1 0,8 8 0,8 19 0,-1 0 0,22 54 0,-14-30 0,249 551-1365,-245-542-5461</inkml:trace>
</inkml:ink>
</file>

<file path=ppt/ink/ink8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8.390"/>
    </inkml:context>
    <inkml:brush xml:id="br0">
      <inkml:brushProperty name="width" value="0.05" units="cm"/>
      <inkml:brushProperty name="height" value="0.05" units="cm"/>
      <inkml:brushProperty name="color" value="#FFC114"/>
    </inkml:brush>
  </inkml:definitions>
  <inkml:trace contextRef="#ctx0" brushRef="#br0">31 11 24575,'-1'-1'0,"0"0"0,0 0 0,0 0 0,0 1 0,0-1 0,0 0 0,0 0 0,0 1 0,-1-1 0,1 0 0,0 1 0,-1-1 0,1 1 0,0 0 0,-2-1 0,2 1 0,0 1 0,1-1 0,-1 0 0,0 1 0,1-1 0,-1 1 0,1-1 0,-1 1 0,1-1 0,-1 1 0,1-1 0,0 1 0,-1 0 0,1-1 0,0 1 0,-1 0 0,1-1 0,0 1 0,0 0 0,-1-1 0,1 1 0,0 0 0,0-1 0,0 1 0,0 0 0,0 0 0,0-1 0,0 1 0,0 0 0,0-1 0,0 1 0,1 1 0,5 105 0,1 63 0,-8-162 0,1 1 0,1-1 0,0 1 0,0 0 0,4 13 0,-4-19 0,0-1 0,1 1 0,-1 0 0,1 0 0,-1-1 0,1 1 0,0-1 0,0 0 0,0 0 0,0 1 0,1-1 0,-1 0 0,0-1 0,1 1 0,-1 0 0,1-1 0,0 1 0,0-1 0,4 2 0,6 0 0,0 0 0,0 0 0,0-1 0,0-1 0,0 0 0,0-1 0,18-2 0,10-3 0,41-10 0,-18-1-1365,-5-1-5461</inkml:trace>
</inkml:ink>
</file>

<file path=ppt/ink/ink8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8.839"/>
    </inkml:context>
    <inkml:brush xml:id="br0">
      <inkml:brushProperty name="width" value="0.05" units="cm"/>
      <inkml:brushProperty name="height" value="0.05" units="cm"/>
      <inkml:brushProperty name="color" value="#FFC114"/>
    </inkml:brush>
  </inkml:definitions>
  <inkml:trace contextRef="#ctx0" brushRef="#br0">3 241 24575,'-1'1'0,"1"-1"0,0 1 0,0-1 0,0 1 0,-1-1 0,1 1 0,0-1 0,0 1 0,0-1 0,0 1 0,0-1 0,0 1 0,0-1 0,0 1 0,0 0 0,0-1 0,0 1 0,0-1 0,0 1 0,1-1 0,-1 1 0,0-1 0,0 1 0,0-1 0,1 0 0,-1 1 0,9 22 0,-8-19 0,18 54 0,15 78 0,-27-107 0,-6-23 0,-1-3 0,1 0 0,-1 0 0,1 0 0,0 0 0,0-1 0,0 1 0,0 0 0,0-1 0,0 1 0,1-1 0,-1 1 0,1-1 0,2 3 0,-4-5 0,1 1 0,-1-1 0,0 0 0,1 0 0,-1 0 0,0 0 0,0 0 0,1 0 0,-1 0 0,0 0 0,0 0 0,1 0 0,-1 0 0,0 0 0,0 0 0,1 0 0,-1 0 0,0 0 0,0 0 0,1-1 0,-1 1 0,0 0 0,0 0 0,1 0 0,-1 0 0,0 0 0,0-1 0,0 1 0,1 0 0,-1 0 0,0 0 0,0-1 0,0 1 0,0 0 0,1 0 0,-1 0 0,0-1 0,0 1 0,0 0 0,0 0 0,0-1 0,0 1 0,0 0 0,0-1 0,0 1 0,0 0 0,0-1 0,3-14 0,-3 14 0,1-16 0,-1 0 0,0 0 0,-2 0 0,-4-22 0,-20-70 0,13 58 0,7 25 0,-4-9 0,2-1 0,-6-73 0,14 107 0,-1 0 0,1-1 0,0 1 0,0 0 0,1 0 0,-1-1 0,1 1 0,-1 0 0,1 0 0,-1-1 0,1 1 0,0 0 0,0 0 0,0 0 0,0 0 0,1 0 0,-1 0 0,0 1 0,1-1 0,3-3 0,-3 4 0,1 0 0,0-1 0,-1 1 0,1 0 0,0 1 0,0-1 0,0 0 0,0 1 0,0-1 0,0 1 0,0 0 0,0 0 0,0 0 0,0 1 0,5 0 0,10 3 0,0 0 0,-1 1 0,1 1 0,-1 1 0,20 10 0,-25-11 0,-1 1 0,0 0 0,0 0 0,0 1 0,-1 1 0,0 0 0,-1 0 0,9 12 0,-16-20 0,-1 1 0,0 0 0,1 0 0,-1 0 0,0 0 0,0 0 0,0 0 0,-1 0 0,1 0 0,0 1 0,-1-1 0,1 0 0,-1 0 0,0 1 0,0-1 0,0 0 0,0 0 0,0 1 0,0-1 0,-1 0 0,1 0 0,-1 0 0,0 1 0,1-1 0,-1 0 0,0 0 0,0 0 0,0 0 0,-1 0 0,1 0 0,0-1 0,-1 1 0,1 0 0,-1-1 0,0 1 0,1-1 0,-1 1 0,-2 0 0,-5 4 0,0 0 0,-1 0 0,0-1 0,1-1 0,-2 1 0,-15 3 0,-15 3-1365,3-2-5461</inkml:trace>
</inkml:ink>
</file>

<file path=ppt/ink/ink8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9.048"/>
    </inkml:context>
    <inkml:brush xml:id="br0">
      <inkml:brushProperty name="width" value="0.05" units="cm"/>
      <inkml:brushProperty name="height" value="0.05" units="cm"/>
      <inkml:brushProperty name="color" value="#FFC114"/>
    </inkml:brush>
  </inkml:definitions>
  <inkml:trace contextRef="#ctx0" brushRef="#br0">1 1 24575,'3'0'0,"3"0"0,4 0 0,4 2 0,1 5 0,-1 3 0,-1 6 0,-2 3 0,0 5 0,1 2 0,-2 4 0,0 2 0,2 2 0,-1 0 0,-1 0 0,0-2 0,-4-5 0,-1-6-8191</inkml:trace>
</inkml:ink>
</file>

<file path=ppt/ink/ink8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09.262"/>
    </inkml:context>
    <inkml:brush xml:id="br0">
      <inkml:brushProperty name="width" value="0.05" units="cm"/>
      <inkml:brushProperty name="height" value="0.05" units="cm"/>
      <inkml:brushProperty name="color" value="#FFC114"/>
    </inkml:brush>
  </inkml:definitions>
  <inkml:trace contextRef="#ctx0" brushRef="#br0">30 204 24575,'-6'-17'0,"1"1"0,0-1 0,1 0 0,0 0 0,-1-35 0,5 50 0,0-1 0,-1 1 0,1 0 0,0-1 0,1 1 0,-1-1 0,0 1 0,1 0 0,-1-1 0,1 1 0,0 0 0,0 0 0,0-1 0,0 1 0,0 0 0,0 0 0,0 0 0,1 0 0,-1 0 0,1 1 0,-1-1 0,1 0 0,0 1 0,0-1 0,2-1 0,0 1 0,1 0 0,-1 1 0,1-1 0,-1 1 0,1 0 0,0 0 0,-1 0 0,1 1 0,0 0 0,0 0 0,8 1 0,13 2 0,0 1 0,0 2 0,-1 1 0,47 19 0,-38-11 0,0 2 0,58 39 0,-80-48 0,0 1 0,0 1 0,0 0 0,-2 1 0,1 0 0,16 23 0,-25-31 0,0 0 0,0 0 0,-1 0 0,1 0 0,-1 0 0,0 0 0,0 1 0,0-1 0,0 0 0,-1 1 0,1-1 0,-1 0 0,0 1 0,0-1 0,0 1 0,0-1 0,0 0 0,-1 1 0,0-1 0,0 0 0,0 1 0,0-1 0,0 0 0,-1 0 0,1 0 0,-1 0 0,0 0 0,0 0 0,0-1 0,0 1 0,0 0 0,-1-1 0,1 0 0,-1 1 0,1-1 0,-5 2 0,-6 4-227,0 0-1,0-1 1,-1 0-1,0-1 1,-16 4-1,-24 7-6598</inkml:trace>
</inkml:ink>
</file>

<file path=ppt/ink/ink8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11.906"/>
    </inkml:context>
    <inkml:brush xml:id="br0">
      <inkml:brushProperty name="width" value="0.05" units="cm"/>
      <inkml:brushProperty name="height" value="0.05" units="cm"/>
      <inkml:brushProperty name="color" value="#FFC114"/>
    </inkml:brush>
  </inkml:definitions>
  <inkml:trace contextRef="#ctx0" brushRef="#br0">297 215 24575,'2'-3'0,"-1"0"0,1 1 0,0-1 0,0 1 0,1-1 0,-1 1 0,4-3 0,5-6 0,-9 9 0,0-1 0,0 0 0,0 0 0,0 0 0,-1 0 0,1 0 0,-1 0 0,0-1 0,0 1 0,0 0 0,0-1 0,-1 1 0,1-1 0,-1 1 0,0-1 0,0 1 0,0 0 0,0-1 0,-1 1 0,0-1 0,1 1 0,-1 0 0,0-1 0,-1 1 0,1 0 0,-1 0 0,1 0 0,-1 0 0,0 0 0,0 0 0,0 0 0,0 1 0,-1-1 0,1 1 0,-1-1 0,1 1 0,-1 0 0,0 0 0,0 0 0,0 1 0,0-1 0,0 1 0,0-1 0,-1 1 0,1 0 0,0 0 0,-1 1 0,-4-2 0,-1 2 0,1-1 0,-1 1 0,1 0 0,0 1 0,-1-1 0,1 2 0,0-1 0,-1 1 0,1 1 0,0-1 0,0 1 0,-13 8 0,10-5 0,1 1 0,0 0 0,1 1 0,-1 0 0,1 0 0,1 1 0,0 0 0,-11 15 0,11-12 0,1 1 0,0-1 0,0 1 0,2 1 0,-1-1 0,2 1 0,-4 14 0,6-17 0,0-1 0,1 1 0,0-1 0,1 1 0,0-1 0,0 1 0,1-1 0,1 1 0,4 17 0,-3-19 0,0 0 0,1 0 0,0-1 0,1 1 0,0-1 0,0 0 0,0 0 0,1 0 0,0-1 0,1 0 0,0 0 0,14 10 0,-10-9 0,1-1 0,0-1 0,0 0 0,1 0 0,-1-1 0,1-1 0,1 0 0,15 3 0,2-3 0,0-1 0,0-2 0,1-1 0,-1-1 0,0-2 0,0 0 0,36-11 0,-30 5 0,0-3 0,0 0 0,35-19 0,-49 20 0,-2-1 0,1-1 0,-1-1 0,-1-1 0,31-30 0,-44 38 0,0-1 0,0 0 0,-1 0 0,0 0 0,-1-1 0,0 0 0,0 0 0,-1-1 0,4-11 0,-7 18 0,0-1 0,0 1 0,-1-1 0,1 1 0,-1-1 0,1 0 0,-1 1 0,-1-1 0,1 1 0,0-1 0,-1 0 0,0 1 0,0-1 0,0 1 0,0-1 0,0 1 0,-1 0 0,1-1 0,-1 1 0,0 0 0,0 0 0,0 0 0,-1 0 0,1 1 0,-1-1 0,1 1 0,-1-1 0,-4-2 0,-1 0 0,0 1 0,0 0 0,0 1 0,0 0 0,-1 0 0,1 1 0,-1 0 0,0 0 0,-17 0 0,15 1 0,-1 1 0,0 0 0,0 1 0,0 1 0,1-1 0,-23 8 0,30-8 0,1 0 0,0 1 0,0-1 0,0 1 0,0-1 0,0 1 0,1 0 0,-1 0 0,0 1 0,1-1 0,0 0 0,-1 1 0,1-1 0,0 1 0,0 0 0,1 0 0,-1 0 0,-2 5 0,3-3 0,-1 0 0,1 0 0,0 1 0,1-1 0,-1 0 0,1 1 0,0-1 0,0 0 0,1 1 0,2 9 0,0-2 0,1-1 0,0 1 0,1 0 0,1-1 0,0 0 0,0-1 0,1 1 0,14 16 0,-16-22 0,0-1 0,1 0 0,0 0 0,-1 0 0,1-1 0,1 0 0,-1 0 0,0-1 0,1 0 0,0 0 0,0 0 0,14 3 0,-17-5 0,-1-1 0,0 0 0,1 1 0,-1-1 0,1 0 0,-1-1 0,1 1 0,-1 0 0,0-1 0,1 0 0,-1 0 0,0 0 0,1 0 0,-1-1 0,0 1 0,0-1 0,0 0 0,0 1 0,-1-1 0,1-1 0,0 1 0,-1 0 0,1-1 0,-1 1 0,0-1 0,0 0 0,0 0 0,0 0 0,2-4 0,-2 3 0,0-1 0,-1 1 0,1 0 0,-1-1 0,0 1 0,0 0 0,-1-1 0,1 1 0,-1-1 0,0 0 0,-1-6 0,-1-1 0,0-1 0,-8-20 0,6 22 0,1-1 0,0 1 0,-2-15 0,5 24 0,0 0 0,0 1 0,0-1 0,0 0 0,0 1 0,0-1 0,0 0 0,1 1 0,-1-1 0,1 0 0,-1 1 0,1-1 0,0 1 0,0-1 0,-1 1 0,1-1 0,0 1 0,0-1 0,1 1 0,-1 0 0,0 0 0,0 0 0,0-1 0,1 1 0,-1 0 0,1 1 0,-1-1 0,1 0 0,-1 0 0,1 1 0,-1-1 0,1 0 0,0 1 0,-1 0 0,1-1 0,0 1 0,2 0 0,6-1 0,1 1 0,0 0 0,0 0 0,16 4 0,-26-4 0,35 6 0,-1 2 0,0 1 0,0 2 0,-1 1 0,-1 2 0,43 23 0,-45-16 0,-29-20 0,0 0 0,-1 1 0,1 0 0,0-1 0,-1 1 0,1 0 0,-1 0 0,0 0 0,0 0 0,0 0 0,0 0 0,0 0 0,1 3 0,-2-4 0,0-1 0,0 1 0,0 0 0,0 0 0,-1 0 0,1-1 0,0 1 0,0 0 0,0 0 0,-1-1 0,1 1 0,0 0 0,-1-1 0,1 1 0,-1 0 0,1-1 0,-1 1 0,1 0 0,-1-1 0,1 1 0,-1-1 0,0 1 0,1-1 0,-1 1 0,0-1 0,1 0 0,-1 1 0,0-1 0,0 0 0,1 0 0,-1 1 0,0-1 0,0 0 0,0 0 0,-1 0 0,-30 3 0,28-3 0,0 0 0,-1-1 0,1 1 0,0-1 0,-1 0 0,1-1 0,0 1 0,0 0 0,0-1 0,0 0 0,0 0 0,1 0 0,-1-1 0,0 1 0,1-1 0,0 0 0,-6-6 0,7 7 0,1-1 0,-1 0 0,0 1 0,1-1 0,0 0 0,0 0 0,0 0 0,0 0 0,0 0 0,0 0 0,1 0 0,0 0 0,-1 0 0,1-1 0,0 1 0,0 0 0,1 0 0,-1 0 0,1 0 0,0 0 0,-1 0 0,1 0 0,1 0 0,-1 0 0,2-3 0,3-3 0,-1 0 0,1 0 0,1 1 0,0-1 0,0 2 0,1-1 0,0 1 0,0 0 0,0 1 0,1 0 0,0 0 0,0 1 0,1 0 0,13-5 0,-17 8 0,0 0 0,1 0 0,-1 1 0,0 0 0,1 0 0,0 1 0,-1-1 0,1 1 0,-1 1 0,12 1 0,-14-1 0,1 0 0,0 1 0,0 0 0,-1 0 0,1 0 0,-1 0 0,0 1 0,1 0 0,-1 0 0,-1 0 0,1 0 0,0 1 0,-1-1 0,1 1 0,2 5 0,18 30 0,-20-31 0,0 0 0,1 0 0,0 0 0,1-1 0,12 14 0,-16-19 0,1 0 0,-1-1 0,1 1 0,-1-1 0,1 1 0,0-1 0,-1 0 0,1 0 0,0 0 0,0-1 0,0 1 0,0 0 0,0-1 0,0 0 0,0 0 0,0 0 0,-1 0 0,1 0 0,0-1 0,0 1 0,0-1 0,0 0 0,3-1 0,12-4 0,-1-1 0,1-1 0,-1-1 0,-1 0 0,30-22 0,-37 24 0,-1 1 0,0-1 0,-1-1 0,0 1 0,0-1 0,0-1 0,-1 1 0,0-1 0,-1 0 0,0 0 0,-1-1 0,5-12 0,-8 19 0,0 0 0,0 0 0,-1 0 0,1 0 0,-1-1 0,0 1 0,0 0 0,0 0 0,0 0 0,0-1 0,-1 1 0,0 0 0,1 0 0,-1 0 0,0 0 0,-1 0 0,1 0 0,0 0 0,-1 0 0,0 0 0,1 1 0,-1-1 0,-4-3 0,3 3 0,-1 0 0,0 0 0,0 1 0,0-1 0,0 1 0,0 0 0,-1 0 0,1 0 0,-1 1 0,1 0 0,-1 0 0,0 0 0,1 0 0,-1 1 0,-7-1 0,2 2 0,0-1 0,0 1 0,0 0 0,1 1 0,-1 0 0,0 1 0,1 0 0,-1 1 0,1 0 0,0 0 0,0 0 0,1 2 0,-1-1 0,1 1 0,0 0 0,-10 11 0,12-12 0,2 1 0,-1 0 0,0 0 0,1 0 0,0 1 0,1-1 0,-1 1 0,1 0 0,1 0 0,-1 0 0,1 1 0,1-1 0,-1 0 0,1 1 0,0-1 0,1 1 0,0 0 0,0-1 0,0 1 0,1-1 0,1 1 0,2 9 0,-2-8 0,1 0 0,1-1 0,0 1 0,0-1 0,0 1 0,1-1 0,0-1 0,1 1 0,0-1 0,0 0 0,12 10 0,-8-9 0,0 0 0,1-1 0,0 0 0,1-1 0,-1 0 0,1 0 0,23 6 0,-17-8 0,0 0 0,0-1 0,0 0 0,0-2 0,0 0 0,1-1 0,-1-1 0,0 0 0,1-2 0,-1 0 0,0-1 0,18-7 0,-31 9-170,0 0-1,0 0 0,0-1 1,0 0-1,0 0 0,-1 0 1,9-8-1,-1-3-6655</inkml:trace>
</inkml:ink>
</file>

<file path=ppt/ink/ink8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13.916"/>
    </inkml:context>
    <inkml:brush xml:id="br0">
      <inkml:brushProperty name="width" value="0.05" units="cm"/>
      <inkml:brushProperty name="height" value="0.05" units="cm"/>
      <inkml:brushProperty name="color" value="#FFC114"/>
    </inkml:brush>
  </inkml:definitions>
  <inkml:trace contextRef="#ctx0" brushRef="#br0">1994 180 24575,'-35'-17'0,"-25"-13"0,0 2 0,-2 3 0,-75-19 0,76 32-45,1 2-1,-2 2 1,1 4-1,-1 2 0,0 3 1,-68 10-1,46 1-33,0 4-1,2 4 0,-154 57 0,177-52 80,1 1 0,1 3 0,2 3 0,1 2 0,-57 47 0,83-56 0,1 0 0,1 2 0,1 1 0,-24 34 0,34-40 0,1 1 0,2 0 0,0 1 0,1 0 0,1 1 0,-9 38 0,14-44 0,2 1 0,0-1 0,2 1 0,0-1 0,1 1 0,0-1 0,2 1 0,1-1 0,0 1 0,1-1 0,1 0 0,1 0 0,1-1 0,11 24 0,-6-20 0,1-1 0,0-1 0,2 0 0,0-1 0,1 0 0,1-1 0,1-1 0,0-1 0,2-1 0,-1 0 0,26 13 0,-3-6-103,1-1-1,1-3 1,0-1-1,2-3 0,-1-1 1,85 11-1,-34-13-223,0-5-1,131-7 1,-103-8 264,-1-5 1,225-56 0,-242 39 66,-1-4-1,-2-4 1,142-77 0,-186 83-165,-1-2 0,-3-3 0,64-56 0,-96 74 132,-2-1-1,0-1 1,-1-1-1,-1-1 1,-1 0-1,-1-1 1,-1-1-1,-2-1 1,17-43-1,-26 58 108,-2-1 0,0 0-1,0 1 1,-2-1 0,1 0 0,-1 0-1,-1 0 1,-1 0 0,0 0-1,0 0 1,-1 0 0,-1 0 0,0 0-1,-1 1 1,0-1 0,-1 1-1,0 0 1,-1 1 0,0-1 0,-1 1-1,0 0 1,-1 1 0,0 0 0,-1 0-1,0 1 1,-15-12 0,-3 0-45,-1 1 1,-1 1 0,-1 2-1,-1 1 1,0 2-1,-1 0 1,0 3 0,-1 0-1,-41-6 1,-18 0 68,0 4 0,-109 0 1,126 10-519,1 3 1,-106 15 0,107-2-5816</inkml:trace>
</inkml:ink>
</file>

<file path=ppt/ink/ink8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14.495"/>
    </inkml:context>
    <inkml:brush xml:id="br0">
      <inkml:brushProperty name="width" value="0.05" units="cm"/>
      <inkml:brushProperty name="height" value="0.05" units="cm"/>
      <inkml:brushProperty name="color" value="#FFC114"/>
    </inkml:brush>
  </inkml:definitions>
  <inkml:trace contextRef="#ctx0" brushRef="#br0">53 13 24575,'-37'-7'0,"23"2"0,13 4 0,6 1 0,416 29-16,-298-24-222,357 19-2214,454 20 1519,-3-30 410,-651-25 415,-241 5 325,-30 3 390,-9-1 13,-16-3 532,-33-3-110,48 10-1071,-41-8-807,2 1-5858</inkml:trace>
</inkml:ink>
</file>

<file path=ppt/ink/ink8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14.744"/>
    </inkml:context>
    <inkml:brush xml:id="br0">
      <inkml:brushProperty name="width" value="0.05" units="cm"/>
      <inkml:brushProperty name="height" value="0.05" units="cm"/>
      <inkml:brushProperty name="color" value="#FFC114"/>
    </inkml:brush>
  </inkml:definitions>
  <inkml:trace contextRef="#ctx0" brushRef="#br0">41 15 24575,'-2'-1'0,"0"-1"0,0 0 0,0 1 0,-1 0 0,1-1 0,-1 1 0,1 0 0,-1 1 0,0-1 0,1 0 0,-1 1 0,0-1 0,1 1 0,-5 0 0,7 0 0,0 1 0,1 0 0,-1 0 0,0-1 0,0 1 0,1 0 0,-1-1 0,0 1 0,1 0 0,-1-1 0,0 1 0,1 0 0,-1-1 0,1 1 0,-1-1 0,1 1 0,-1-1 0,1 1 0,0-1 0,-1 0 0,2 1 0,60 45 0,-29-23 0,35 33 0,-59-47 0,0 0 0,-1 0 0,0 1 0,-1 0 0,0 0 0,0 1 0,-1-1 0,6 15 0,-11-21 19,1-1 0,-1 1 0,0-1 0,0 1 0,-1 0 0,1 0 0,-1-1 0,0 1 0,1 0 0,-2 0 0,1-1 0,0 1 0,-1 0 0,0 0 0,0-1 0,0 1 0,-2 6 0,-1-5-175,1 0 1,0 0 0,-1 0 0,0-1 0,0 1 0,-1-1 0,1 0-1,-1 0 1,0 0 0,-5 3 0,-29 16-6671</inkml:trace>
</inkml:ink>
</file>

<file path=ppt/ink/ink8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15.726"/>
    </inkml:context>
    <inkml:brush xml:id="br0">
      <inkml:brushProperty name="width" value="0.05" units="cm"/>
      <inkml:brushProperty name="height" value="0.05" units="cm"/>
      <inkml:brushProperty name="color" value="#FFC114"/>
    </inkml:brush>
  </inkml:definitions>
  <inkml:trace contextRef="#ctx0" brushRef="#br0">68 196 24575,'-7'-18'0,"0"-1"0,2 0 0,1 0 0,0 0 0,1-1 0,0-27 0,3 46 0,-1-26 0,0 21 0,1 23 0,0 96 0,-19 133 0,17-224 0,-4 16 0,0 76 0,6-111 0,0-1 0,1 0 0,-1 0 0,0 1 0,1-1 0,0 0 0,-1 0 0,1 0 0,0 1 0,0-1 0,0 0 0,0 0 0,1-1 0,-1 1 0,1 0 0,-1 0 0,1-1 0,-1 1 0,1 0 0,0-1 0,0 0 0,0 1 0,0-1 0,0 0 0,0 0 0,0 0 0,0 0 0,0-1 0,0 1 0,0 0 0,4-1 0,7 2 0,0-1 0,0 0 0,0-1 0,20-3 0,-13 1 0,3 0-273,0-1 0,0-1 0,-1-1 0,36-12 0,-27 4-6553</inkml:trace>
</inkml:ink>
</file>

<file path=ppt/ink/ink8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16.004"/>
    </inkml:context>
    <inkml:brush xml:id="br0">
      <inkml:brushProperty name="width" value="0.05" units="cm"/>
      <inkml:brushProperty name="height" value="0.05" units="cm"/>
      <inkml:brushProperty name="color" value="#FFC114"/>
    </inkml:brush>
  </inkml:definitions>
  <inkml:trace contextRef="#ctx0" brushRef="#br0">44 15 24575,'-6'-12'0,"6"11"0,0 1 0,-1 0 0,1 0 0,0 0 0,0 0 0,0-1 0,0 1 0,-1 0 0,1 0 0,0 0 0,0 0 0,0 0 0,0 0 0,-1 0 0,1 0 0,0 0 0,0-1 0,0 1 0,-1 0 0,1 0 0,0 0 0,0 0 0,0 0 0,-1 0 0,1 0 0,0 0 0,0 0 0,0 0 0,-1 1 0,1-1 0,0 0 0,0 0 0,0 0 0,-1 0 0,1 0 0,0 0 0,0 0 0,0 0 0,0 1 0,-1-1 0,1 0 0,0 0 0,0 0 0,0 0 0,0 0 0,0 1 0,0-1 0,0 0 0,-1 0 0,1 0 0,0 1 0,0-1 0,0 0 0,0 0 0,0 0 0,0 1 0,0-1 0,0 0 0,0 0 0,0 0 0,0 1 0,0-1 0,0 0 0,0 1 0,-15 114 0,11-97 0,0 0 0,1 1 0,2-1 0,-1 1 0,2 0 0,3 24 0,-3-38 0,1-1 0,0 1 0,0-1 0,0 0 0,0 1 0,1-1 0,0 0 0,-1 0 0,2 0 0,-1 0 0,0 0 0,1-1 0,0 1 0,0-1 0,0 1 0,0-1 0,0 0 0,1 0 0,-1 0 0,1-1 0,0 1 0,0-1 0,0 0 0,0 0 0,0-1 0,0 1 0,1-1 0,-1 0 0,0 0 0,1 0 0,8 0 0,4-1-341,0 0 0,1-1-1,19-4 1,-8 0-6485</inkml:trace>
</inkml:ink>
</file>

<file path=ppt/ink/ink8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16.615"/>
    </inkml:context>
    <inkml:brush xml:id="br0">
      <inkml:brushProperty name="width" value="0.05" units="cm"/>
      <inkml:brushProperty name="height" value="0.05" units="cm"/>
      <inkml:brushProperty name="color" value="#FFC114"/>
    </inkml:brush>
  </inkml:definitions>
  <inkml:trace contextRef="#ctx0" brushRef="#br0">61 200 24575,'-44'-45'0,"43"45"0,1-1 0,0 1 0,-1-1 0,1 1 0,-1-1 0,1 1 0,0 0 0,-1-1 0,1 1 0,-1 0 0,1-1 0,-1 1 0,1 0 0,-1 0 0,0-1 0,1 1 0,-1 0 0,1 0 0,-1 0 0,1 0 0,-1 0 0,0 0 0,0 0 0,1 0 0,-1 0 0,1 1 0,0-1 0,0 1 0,-1-1 0,1 0 0,0 1 0,-1-1 0,1 1 0,0-1 0,0 1 0,0-1 0,0 1 0,0-1 0,-1 1 0,1-1 0,0 1 0,0-1 0,0 1 0,1 0 0,3 34 0,-3-29 0,42 172 0,-33-144 0,-7-109 0,-4 50 0,2-1 0,1 0 0,1 0 0,1 1 0,1-1 0,1 1 0,19-48 0,-24 71 0,0 1 0,0-1 0,-1 0 0,1 1 0,0-1 0,1 1 0,-1-1 0,0 1 0,0 0 0,1-1 0,-1 1 0,0 0 0,1 0 0,0 0 0,-1 0 0,1 0 0,1-1 0,-2 2 0,0 0 0,0 0 0,0 1 0,0-1 0,0 0 0,0 0 0,0 0 0,0 1 0,0-1 0,0 1 0,0-1 0,0 1 0,0-1 0,0 1 0,0-1 0,0 1 0,-1 0 0,1-1 0,0 1 0,-1 0 0,1 0 0,0-1 0,-1 1 0,1 0 0,-1 0 0,1 0 0,-1 0 0,0 0 0,1 0 0,-1 0 0,1 2 0,7 20 0,8 38 0,-10-36 0,12 31 0,-18-57 0,0 1 0,0 0 0,0 0 0,0-1 0,0 1 0,0 0 0,0 0 0,1 0 0,-1-1 0,0 1 0,0 0 0,0 0 0,0 0 0,0-1 0,1 1 0,-1 0 0,0 0 0,0 0 0,0 0 0,1-1 0,-1 1 0,0 0 0,0 0 0,1 0 0,-1 0 0,0 0 0,0 0 0,1 0 0,-1 0 0,0 0 0,0 0 0,1 0 0,-1 0 0,0 0 0,0 0 0,1 0 0,-1 0 0,0 0 0,0 0 0,1 0 0,-1 0 0,0 0 0,0 0 0,1 1 0,-1-1 0,0 0 0,0 0 0,0 0 0,1 0 0,-1 1 0,0-1 0,0 0 0,0 0 0,0 0 0,1 1 0,-1-1 0,0 0 0,0 0 0,0 0 0,0 1 0,0-1 0,0 0 0,0 0 0,0 1 0,0-1 0,0 0 0,0 0 0,0 1 0,0-1 0,10-24 0,-8 16 0,10-20 0,1 0 0,20-33 0,-28 52 0,1 1 0,0-1 0,0 2 0,1-1 0,0 0 0,0 1 0,1 1 0,0-1 0,0 1 0,16-9 0,-21 14 0,-1 0 0,1 0 0,-1 0 0,1 0 0,0 0 0,-1 1 0,1-1 0,0 1 0,0 0 0,0 0 0,-1 0 0,1 0 0,0 0 0,0 1 0,0-1 0,-1 1 0,6 1 0,-4 0 0,-1 0 0,1 0 0,-1 1 0,1-1 0,-1 1 0,0 0 0,0 0 0,0 0 0,0 0 0,4 7 0,1 4 0,0 1 0,-1 0 0,-1 1 0,9 30 0,-4-3-341,-2-1 0,-2 1-1,2 54 1,-8-70-6485</inkml:trace>
</inkml:ink>
</file>

<file path=ppt/ink/ink8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17.133"/>
    </inkml:context>
    <inkml:brush xml:id="br0">
      <inkml:brushProperty name="width" value="0.05" units="cm"/>
      <inkml:brushProperty name="height" value="0.05" units="cm"/>
      <inkml:brushProperty name="color" value="#FFC114"/>
    </inkml:brush>
  </inkml:definitions>
  <inkml:trace contextRef="#ctx0" brushRef="#br0">1377 277 24575,'3'-2'0,"-1"1"0,-1 0 0,1-1 0,0 1 0,0-1 0,-1 1 0,1-1 0,0 0 0,-1 0 0,0 0 0,1 0 0,-1 0 0,0 0 0,0 0 0,0 0 0,0-1 0,-1 1 0,1 0 0,-1 0 0,1-1 0,-1 1 0,0 0 0,0-1 0,0 1 0,0-4 0,0 3 0,-1-1 0,1 0 0,-1 1 0,0-1 0,0 1 0,0-1 0,0 1 0,-1 0 0,1 0 0,-1-1 0,0 1 0,0 0 0,0 0 0,0 0 0,-6-4 0,0 1 0,-1 0 0,0 1 0,0 0 0,0 1 0,-1 0 0,1 0 0,-1 1 0,0 1 0,-13-3 0,-11 0 0,-52 0 0,21 5 0,0 3 0,1 2 0,0 4 0,0 2 0,0 3 0,2 3 0,0 3 0,1 2 0,1 3 0,1 3 0,-99 62 0,130-70 0,1 1 0,0 0 0,2 2 0,1 1 0,1 1 0,0 1 0,-19 32 0,30-39 0,1 0 0,1 0 0,1 1 0,0 1 0,2-1 0,0 1 0,1 1 0,2-1 0,0 1 0,1-1 0,1 1 0,1 24 0,3-22-10,0 0-1,2-1 0,0 1 0,2-1 1,0 0-1,2-1 0,0 0 1,13 24-1,-6-18-24,2-1-1,0-1 1,2-1 0,1 0-1,36 34 1,-18-25-4,2-1 1,1-2-1,2-3 1,1-1-1,0-2 1,2-2-1,70 25 0,-42-24 39,2-2 0,0-4 0,1-3 0,1-4 0,0-3 0,81-2 0,-91-8 0,-1-2 0,0-3 0,0-3 0,0-3 0,-2-3 0,0-3 0,82-36 0,-105 36 0,-2-3 0,-1-1 0,-1-1 0,0-3 0,-3-1 0,0-1 0,-1-2 0,-2-1 0,-2-2 0,44-63 0,-55 69 0,-1 0 0,-2-1 0,-1-1 0,-2-1 0,-1 0 0,-1-1 0,-1 0 0,-2-1 0,-1 0 0,-2 0 0,-1 0 0,-2 0 0,-1-1 0,-2 1 0,-5-40 0,1 49 0,0 0 0,-2 1 0,0-1 0,-2 1 0,0 1 0,-2-1 0,0 2 0,-2 0-1,0 0 1,-1 1 0,-1 1 0,-1 0 0,-1 1 0,-21-18 0,6 10-1,-1 1 1,0 3 0,-2 0 0,-1 2 0,0 2-1,-1 1 1,-70-21 0,20 16-288,0 3 1,-1 4-1,-1 4 0,0 4 1,-109 6-1,102 5-5557</inkml:trace>
</inkml:ink>
</file>

<file path=ppt/ink/ink8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20.348"/>
    </inkml:context>
    <inkml:brush xml:id="br0">
      <inkml:brushProperty name="width" value="0.05" units="cm"/>
      <inkml:brushProperty name="height" value="0.05" units="cm"/>
      <inkml:brushProperty name="color" value="#FFC114"/>
    </inkml:brush>
  </inkml:definitions>
  <inkml:trace contextRef="#ctx0" brushRef="#br0">1 651 24575,'0'11'0,"0"0"0,1 0 0,0-1 0,1 1 0,0-1 0,7 20 0,-6-24 0,0 0 0,0 0 0,0-1 0,1 0 0,-1 1 0,1-1 0,0 0 0,1-1 0,-1 1 0,1-1 0,0 0 0,11 7 0,-12-8 0,1-1 0,0 0 0,0 1 0,-1-2 0,1 1 0,1 0 0,-1-1 0,0 0 0,0 0 0,0-1 0,0 1 0,1-1 0,-1 0 0,7-1 0,-5-1 0,0 0 0,0 0 0,0 0 0,0-1 0,0 0 0,-1 0 0,0 0 0,1-1 0,7-6 0,0-2 0,-1-1 0,0 0 0,-1-1 0,0 0 0,-1 0 0,-1-2 0,12-21 0,-11 16 0,-2 0 0,0-1 0,-2 0 0,0-1 0,-2 0 0,0 0 0,-1 0 0,-2 0 0,0-1 0,-2 1 0,-2-34 0,-1 31 0,-1 1 0,-2 0 0,0 0 0,-1 1 0,-1 0 0,-2 0 0,0 0 0,-2 2 0,0-1 0,-21-26 0,27 40 0,-1 1 0,0 0 0,0 1 0,-1 0 0,-16-13 0,22 19 0,0 0 0,0-1 0,0 1 0,0 0 0,0 0 0,0 0 0,0 0 0,0 0 0,0 1 0,0-1 0,0 1 0,-1-1 0,1 1 0,0 0 0,0 0 0,-1 0 0,1 0 0,0 0 0,0 0 0,0 1 0,-1-1 0,1 1 0,0-1 0,0 1 0,0 0 0,0 0 0,0 0 0,0 0 0,0 0 0,0 1 0,0-1 0,1 0 0,-1 1 0,-2 2 0,0 2 0,0 0 0,0 0 0,1 1 0,-1 0 0,1 0 0,1 0 0,-1 0 0,1 0 0,1 1 0,-2 10 0,0 8 0,2 46 0,4-10 0,3-1 0,2 0 0,4 0 0,1-1 0,4 0 0,2-1 0,38 81 0,-51-128 0,0 0 0,1 0 0,1-1 0,0 1 0,0-2 0,1 1 0,0-1 0,15 12 0,-19-19 0,0 1 0,0-1 0,0 0 0,0 0 0,1-1 0,-1 1 0,1-1 0,0 0 0,0-1 0,0 1 0,0-1 0,0-1 0,0 1 0,0-1 0,0 0 0,0 0 0,0 0 0,0-1 0,0 0 0,12-4 0,-6 0 0,0 0 0,0-1 0,0 0 0,0-1 0,-1 0 0,0-1 0,-1 0 0,0 0 0,0-1 0,-1-1 0,0 0 0,0 0 0,-1-1 0,-1 0 0,8-14 0,-7 11 0,-1-1 0,0 0 0,-1 0 0,-1-1 0,0 1 0,-1-1 0,-1 0 0,-1-1 0,0 1 0,-1 0 0,-2-33 0,0 36 0,-1-1 0,-8-23 0,10 34 0,-1 0 0,0 0 0,0 1 0,0-1 0,-1 0 0,1 1 0,0-1 0,-1 1 0,0-1 0,0 1 0,1 0 0,-1 0 0,-1-1 0,1 2 0,0-1 0,0 0 0,-1 0 0,1 1 0,-5-3 0,5 4 0,0 0 0,0 0 0,0 0 0,0 0 0,0 0 0,-1 1 0,1-1 0,0 1 0,0-1 0,0 1 0,0 0 0,0 0 0,1 0 0,-1 0 0,0 0 0,0 0 0,1 0 0,-1 1 0,0-1 0,1 0 0,-1 1 0,1 0 0,-1 1 0,-5 5 0,1 0 0,0 1 0,-6 11 0,7-10 0,0 0 0,1 0 0,1 1 0,0-1 0,0 1 0,-1 15 0,3-20 0,0 0 0,1 0 0,0 0 0,0-1 0,0 1 0,1 0 0,0 0 0,0 0 0,1-1 0,-1 1 0,1 0 0,0-1 0,5 8 0,-6-11 0,0 0 0,0-1 0,1 1 0,-1 0 0,1-1 0,-1 1 0,1-1 0,-1 0 0,1 0 0,0 0 0,0 1 0,0-2 0,0 1 0,0 0 0,-1 0 0,2 0 0,-1-1 0,0 0 0,0 1 0,0-1 0,0 0 0,0 0 0,0 0 0,0 0 0,0 0 0,0 0 0,0-1 0,3 0 0,-2 0 0,-1 1 0,1-2 0,0 1 0,-1 0 0,1 0 0,-1-1 0,1 0 0,-1 1 0,0-1 0,0 0 0,0 0 0,0 0 0,0 0 0,0-1 0,0 1 0,-1 0 0,1-1 0,-1 1 0,2-6 0,0-2 0,-1 0 0,0 0 0,0-1 0,-2 1 0,1 0 0,-2-17 0,2 48-341,2 0 0,0 0-1,10 35 1,-4-30-6485</inkml:trace>
</inkml:ink>
</file>

<file path=ppt/ink/ink8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21.126"/>
    </inkml:context>
    <inkml:brush xml:id="br0">
      <inkml:brushProperty name="width" value="0.05" units="cm"/>
      <inkml:brushProperty name="height" value="0.05" units="cm"/>
      <inkml:brushProperty name="color" value="#FFC114"/>
    </inkml:brush>
  </inkml:definitions>
  <inkml:trace contextRef="#ctx0" brushRef="#br0">45 200 24575,'-5'-9'0,"-1"-2"0,1 0 0,-1 0 0,2 0 0,-1 0 0,2-1 0,-1 0 0,-2-18 0,6 30 0,0 0 0,0 0 0,0 0 0,0-1 0,0 1 0,0 0 0,0 0 0,0 0 0,0 0 0,0 0 0,0 0 0,-1-1 0,1 1 0,0 0 0,0 0 0,0 0 0,0 0 0,0 0 0,0-1 0,0 1 0,0 0 0,0 0 0,0 0 0,0 0 0,0 0 0,1 0 0,-1-1 0,0 1 0,0 0 0,0 0 0,0 0 0,0 0 0,0 0 0,0 0 0,0-1 0,0 1 0,0 0 0,0 0 0,1 0 0,-1 0 0,0 0 0,0 0 0,0 0 0,0 0 0,0 0 0,0 0 0,1 0 0,-1-1 0,0 1 0,0 0 0,0 0 0,0 0 0,0 0 0,1 0 0,-1 0 0,0 0 0,0 0 0,0 0 0,8 10 0,5 17 0,-4-2 0,-1 1 0,-2-1 0,0 1 0,-2 1 0,-1-1 0,-1 52 0,-2-84 0,1-30 0,1 0 0,2 1 0,11-50 0,-11 69 0,18-54 0,-20 65 0,0 0 0,0 0 0,1 0 0,0 0 0,0 1 0,0-1 0,0 1 0,1-1 0,0 1 0,4-4 0,-7 7 0,0 1 0,0-1 0,0 0 0,0 1 0,0-1 0,0 1 0,0-1 0,0 1 0,0 0 0,0-1 0,0 1 0,1 0 0,-1 0 0,0 0 0,0-1 0,0 1 0,0 1 0,0-1 0,0 0 0,1 0 0,-1 0 0,0 0 0,2 2 0,-1-1 0,0 0 0,0 0 0,0 1 0,0-1 0,-1 1 0,1 0 0,-1-1 0,1 1 0,-1 0 0,1 0 0,0 2 0,4 8 0,0-1 0,-1 1 0,4 18 0,-6-23 0,52 220 0,-56-253 0,1 0 0,5-40 0,-2 39 0,10-41 0,-11 61 0,0 0 0,0 0 0,1 1 0,-1-1 0,2 1 0,-1 0 0,1 0 0,0 0 0,0 0 0,0 0 0,8-6 0,-11 11 0,-1 0 0,1 1 0,0-1 0,-1 1 0,1-1 0,0 1 0,0-1 0,0 1 0,0 0 0,-1-1 0,1 1 0,0 0 0,0 0 0,0-1 0,0 1 0,0 0 0,0 0 0,0 0 0,-1 0 0,1 0 0,0 0 0,0 1 0,0-1 0,0 0 0,2 1 0,-2 0 0,1 0 0,0 0 0,-1 1 0,1-1 0,-1 0 0,1 1 0,-1-1 0,0 1 0,1 0 0,-1-1 0,1 4 0,3 5 0,0 1 0,-1 0 0,4 14 0,-6-20 0,37 155 0,-39-176 0,-1-23 0,8-66 0,-7 104 0,13-47 0,-12 45 0,0 0 0,1 1 0,-1-1 0,1 0 0,-1 0 0,1 1 0,0-1 0,0 1 0,0 0 0,0-1 0,1 1 0,-1 0 0,4-2 0,-6 3 0,1 1 0,0 0 0,0-1 0,-1 1 0,1 0 0,0 0 0,0-1 0,-1 1 0,1 0 0,0 0 0,0 0 0,0 0 0,-1 0 0,1 0 0,0 0 0,0 0 0,0 0 0,-1 0 0,1 0 0,0 1 0,0-1 0,-1 0 0,1 1 0,1 0 0,0 0 0,0 1 0,-1-1 0,1 1 0,-1-1 0,1 1 0,-1 0 0,0-1 0,0 1 0,2 3 0,1 5 0,0 0 0,6 21 0,-9-27 0,14 58-682,13 97-1,-26-132-6143</inkml:trace>
</inkml:ink>
</file>

<file path=ppt/ink/ink8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21.704"/>
    </inkml:context>
    <inkml:brush xml:id="br0">
      <inkml:brushProperty name="width" value="0.05" units="cm"/>
      <inkml:brushProperty name="height" value="0.05" units="cm"/>
      <inkml:brushProperty name="color" value="#FFC114"/>
    </inkml:brush>
  </inkml:definitions>
  <inkml:trace contextRef="#ctx0" brushRef="#br0">155 235 24575,'2'0'0,"0"-1"0,0 1 0,0-1 0,0 0 0,-1 0 0,1 0 0,0 0 0,0 0 0,-1 0 0,1 0 0,-1 0 0,1 0 0,-1-1 0,0 1 0,1-1 0,1-2 0,16-27 0,-15 21 0,0 0 0,0 1 0,-2-2 0,1 1 0,-1 0 0,-1 0 0,0-1 0,0-11 0,-1 17 0,0 0 0,-1 1 0,1-1 0,-1 0 0,0 0 0,-1 1 0,1-1 0,-1 1 0,-2-5 0,3 7 0,-1 0 0,1 0 0,-1 0 0,1 0 0,-1 0 0,0 0 0,1 0 0,-1 1 0,0-1 0,0 1 0,0 0 0,-1-1 0,1 1 0,0 0 0,0 0 0,-1 0 0,1 1 0,-3-2 0,1 2 0,0 0 0,0 0 0,0 0 0,0 0 0,0 1 0,0-1 0,0 1 0,1 0 0,-1 0 0,0 0 0,1 1 0,-1 0 0,0-1 0,1 1 0,0 0 0,-1 1 0,1-1 0,0 0 0,0 1 0,1 0 0,-1 0 0,0 0 0,-2 3 0,-5 8 0,1-1 0,0 2 0,0-1 0,-6 17 0,8-14 0,0 1 0,1 0 0,-4 22 0,7-30 0,2 0 0,0 0 0,0 1 0,0-1 0,2 0 0,-1 0 0,4 16 0,-4-24 0,0 0 0,0-1 0,0 1 0,1-1 0,-1 1 0,1 0 0,-1-1 0,1 1 0,0-1 0,-1 1 0,1-1 0,0 1 0,0-1 0,0 0 0,0 1 0,0-1 0,1 0 0,-1 0 0,0 0 0,0 0 0,1 0 0,-1 0 0,1 0 0,-1 0 0,1-1 0,-1 1 0,1-1 0,-1 1 0,1-1 0,-1 1 0,1-1 0,0 0 0,-1 0 0,1 0 0,0 0 0,-1 0 0,1 0 0,0 0 0,-1 0 0,1-1 0,0 1 0,-1-1 0,3 0 0,3-2 0,-1 0 0,0-1 0,0 1 0,-1-1 0,1 0 0,-1 0 0,0-1 0,0 0 0,7-7 0,-2-2 0,0-1 0,-1 1 0,0-1 0,-2-1 0,8-19 0,21-83 0,-34 111 0,-2 5 0,1 0 0,-1 1 0,1-1 0,0 0 0,-1 0 0,1 0 0,0 0 0,0 1 0,0-1 0,1 0 0,1-1 0,-3 3 0,0 0 0,0 0 0,0 0 0,0 0 0,0-1 0,1 1 0,-1 0 0,0 0 0,0 0 0,0 0 0,0 0 0,0 0 0,1 0 0,-1 0 0,0 0 0,0 0 0,0 0 0,0 0 0,0 0 0,1 0 0,-1 1 0,0-1 0,0 0 0,0 0 0,0 0 0,0 0 0,1 0 0,-1 0 0,0 0 0,0 0 0,0 0 0,0 0 0,0 1 0,0-1 0,0 0 0,1 0 0,-1 0 0,0 0 0,0 0 0,0 1 0,0-1 0,3 16 0,0 56 0,-4-45 0,2 1 0,2-1 0,10 50 0,-13-75 0,0-1 0,1 1 0,-1 0 0,0-1 0,1 1 0,0-1 0,-1 1 0,1-1 0,0 1 0,0-1 0,0 0 0,0 1 0,0-1 0,0 0 0,0 0 0,1 0 0,0 1 0,-1-2 0,0 0 0,0 0 0,1 0 0,-1 0 0,0 0 0,0 0 0,0 0 0,0-1 0,0 1 0,0 0 0,0-1 0,0 1 0,0-1 0,0 1 0,-1-1 0,1 1 0,0-1 0,0 0 0,0 1 0,-1-1 0,1 0 0,0 0 0,-1 0 0,1 0 0,0 1 0,0-3 0,19-23 0,28-33 0,-47 58 8,0 0-1,0 0 1,0 1 0,0-1-1,0 0 1,0 0-1,0 0 1,0 0 0,0 1-1,0-1 1,0 1-1,1-1 1,-1 1-1,0-1 1,0 1 0,1 0-1,-1-1 1,0 1-1,1 0 1,-1 0 0,0 0-1,1 0 1,-1 0-1,0 0 1,1 1-1,-1-1 1,0 0 0,0 1-1,1-1 1,-1 1-1,0-1 1,0 1 0,0-1-1,0 1 1,1 0-1,-1 0 1,0 0 0,0-1-1,0 1 1,-1 0-1,1 0 1,0 0-1,0 1 1,1 0 0,2 5-252,0 0 0,0-1 0,-1 2 0,1-1 1,-2 0-1,3 8 0,3 16-6582</inkml:trace>
</inkml:ink>
</file>

<file path=ppt/ink/ink8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18.371"/>
    </inkml:context>
    <inkml:brush xml:id="br0">
      <inkml:brushProperty name="width" value="0.05" units="cm"/>
      <inkml:brushProperty name="height" value="0.05" units="cm"/>
      <inkml:brushProperty name="color" value="#FFC114"/>
    </inkml:brush>
  </inkml:definitions>
  <inkml:trace contextRef="#ctx0" brushRef="#br0">303 126 24575,'-1'-11'0,"0"0"0,-1 1 0,-4-15 0,1 1 0,4 21 0,1 1 0,-1 0 0,1 0 0,-1 0 0,0 0 0,1 0 0,-1 0 0,0 0 0,0 0 0,-1 1 0,1-1 0,0 0 0,-1 1 0,1-1 0,-1 0 0,1 1 0,-1 0 0,0-1 0,1 1 0,-4-1 0,2 0 0,0 1 0,-1 0 0,1 1 0,0-1 0,-1 0 0,1 1 0,0 0 0,-1 0 0,1 0 0,-1 0 0,-5 2 0,-2 0 0,0 1 0,1 1 0,-1-1 0,1 2 0,0 0 0,-18 11 0,17-8 0,1 0 0,0 0 0,1 1 0,0 1 0,0-1 0,1 1 0,1 1 0,-1-1 0,2 2 0,-1-1 0,2 0 0,-1 1 0,-5 20 0,9-25 0,0-1 0,1 1 0,0-1 0,0 1 0,1 0 0,0 0 0,0-1 0,0 1 0,1 0 0,0-1 0,0 1 0,1 0 0,0-1 0,0 0 0,0 1 0,1-1 0,0 0 0,0 0 0,0 0 0,1-1 0,0 1 0,0-1 0,1 0 0,-1 0 0,1 0 0,0-1 0,9 7 0,-7-7 0,1 1 0,-1-1 0,1-1 0,0 1 0,0-1 0,0-1 0,0 0 0,0 0 0,1 0 0,-1-1 0,0 0 0,1-1 0,-1 0 0,1 0 0,-1-1 0,1 0 0,-1 0 0,0-1 0,1 0 0,-1-1 0,0 0 0,0 0 0,-1 0 0,1-1 0,-1 0 0,0-1 0,0 0 0,0 0 0,0 0 0,-1-1 0,0 0 0,0 0 0,-1-1 0,0 1 0,0-1 0,0-1 0,-1 1 0,0 0 0,0-1 0,4-13 0,-2-2 0,5-11 0,-11 34 0,0 0 0,0 0 0,0 0 0,0 0 0,0 0 0,0 0 0,0 0 0,0 0 0,0-1 0,0 1 0,0 0 0,0 0 0,0 0 0,0 0 0,0 0 0,0 0 0,0 0 0,0 0 0,0 0 0,0 0 0,0 0 0,0 0 0,0 0 0,1 0 0,-1 0 0,0 0 0,0 0 0,0 0 0,0 0 0,0 0 0,0 0 0,0 0 0,0 0 0,0 0 0,0 0 0,0 0 0,0 0 0,0 0 0,0 0 0,1 0 0,-1 0 0,0 0 0,0 0 0,0 0 0,0 0 0,0 0 0,0 0 0,0 0 0,0 0 0,0 0 0,0 0 0,0 0 0,0 0 0,0 0 0,0 0 0,0 0 0,0 0 0,1 0 0,-1 0 0,0 0 0,0 0 0,0 0 0,0 0 0,0 1 0,0-1 0,0 0 0,0 0 0,2 8 0,0 11 0,0 59 0,5 77 0,-4-135 0,0-1 0,2 1 0,0-1 0,1 0 0,16 34 0,-20-49 0,0 0 0,-1 0 0,0-1 0,1 1 0,-1 0 0,0 0 0,-1 0 0,1 0 0,-1 0 0,0 1 0,0-1 0,0 0 0,0 0 0,-1 0 0,0 0 0,0 0 0,0 0 0,0 0 0,0-1 0,-1 1 0,0 0 0,0 0 0,0-1 0,0 0 0,0 1 0,-1-1 0,1 0 0,-1 0 0,0 0 0,0 0 0,0-1 0,-1 1 0,1-1 0,0 0 0,-1 0 0,0 0 0,1 0 0,-1-1 0,0 1 0,0-1 0,0 0 0,0 0 0,-5 0 0,3 0 0,1-1 0,0 0 0,-1 0 0,1 0 0,0-1 0,-1 0 0,1 0 0,0 0 0,0-1 0,0 0 0,0 0 0,0 0 0,0 0 0,0-1 0,1 0 0,-1 0 0,1 0 0,0 0 0,0-1 0,-4-4 0,3 2 0,1-1 0,-1 1 0,1-1 0,1 0 0,-1 0 0,1 0 0,1-1 0,-1 1 0,1-1 0,0 0 0,1 0 0,0 1 0,0-10 0,0 9 0,1 0 0,0 0 0,1 0 0,0 0 0,0 0 0,1 1 0,0-1 0,0 1 0,1-1 0,0 1 0,6-11 0,-7 14 0,1 0 0,0 0 0,0 0 0,0 1 0,0-1 0,1 1 0,-1 0 0,1 0 0,0 0 0,0 0 0,0 1 0,0 0 0,0 0 0,1 0 0,-1 0 0,1 0 0,-1 1 0,1 0 0,0 0 0,5 0 0,13 0-340,35 3-1,-50-2-343,9 1-6142</inkml:trace>
</inkml:ink>
</file>

<file path=ppt/ink/ink8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18.884"/>
    </inkml:context>
    <inkml:brush xml:id="br0">
      <inkml:brushProperty name="width" value="0.05" units="cm"/>
      <inkml:brushProperty name="height" value="0.05" units="cm"/>
      <inkml:brushProperty name="color" value="#FFC114"/>
    </inkml:brush>
  </inkml:definitions>
  <inkml:trace contextRef="#ctx0" brushRef="#br0">69 103 24575,'-9'-10'0,"-7"-9"0,15 19 0,1-1 0,-1 1 0,1-1 0,-1 1 0,1-1 0,-1 1 0,1 0 0,-1-1 0,1 1 0,-1 0 0,1-1 0,-1 1 0,0 0 0,1 0 0,-1-1 0,0 1 0,1 0 0,-1 0 0,0 0 0,1 0 0,-1 0 0,1 0 0,-1 0 0,0 0 0,1 0 0,-2 1 0,2-1 0,-1 1 0,1-1 0,-1 1 0,1-1 0,-1 1 0,1-1 0,-1 1 0,1-1 0,0 1 0,0 0 0,-1-1 0,1 1 0,0 0 0,0-1 0,-1 1 0,1 0 0,0-1 0,0 1 0,0 0 0,0-1 0,0 1 0,0 0 0,0-1 0,1 2 0,3 18 0,-3-15 0,107 442 0,-100-426 0,-3-17 0,-3-14 0,-2-5 0,0 1 0,-1 0 0,-1-1 0,-1 1 0,0 0 0,-7-21 0,-40-83 0,30 72 0,8 22 0,2-1 0,1 0 0,1-1 0,1 1 0,1-2 0,-2-31 0,8 54 0,-1 1 0,2-1 0,-1 1 0,0-1 0,1 1 0,-1-1 0,1 1 0,0 0 0,0-1 0,0 1 0,1 0 0,-1 0 0,1 0 0,0 0 0,2-4 0,-2 5 0,0 0 0,0 1 0,0-1 0,0 0 0,0 1 0,1-1 0,-1 1 0,0 0 0,1 0 0,-1 0 0,1 0 0,-1 0 0,1 1 0,0-1 0,-1 1 0,1-1 0,0 1 0,-1 0 0,1 0 0,4 1 0,3 0 0,1 1 0,-1 1 0,0-1 0,0 1 0,0 1 0,0 0 0,0 1 0,16 10 0,-19-11 0,-2 0 0,1 0 0,0 1 0,-1 0 0,0 0 0,0 0 0,0 0 0,-1 1 0,0 0 0,0 0 0,0 0 0,-1 0 0,1 1 0,1 7 0,-4-11 11,0 0 0,0 0 0,-1 0 0,0 0 0,1 0 0,-1 0 0,0 0 0,0 0 0,-1 0 0,1 1 0,-1-1 0,1 0 0,-1 0 0,0 0 0,0-1 0,-1 1 0,1 0 0,0 0 0,-1 0 0,0-1 0,1 1 1,-1-1-1,0 0 0,0 1 0,-1-1 0,1 0 0,0 0 0,-1 0 0,1 0 0,-5 1 0,-1 2-201,0-1 0,-1-1 1,0 1-1,0-1 0,0-1 1,0 0-1,0 0 1,-18 1-1,5-2-6636</inkml:trace>
</inkml:ink>
</file>

<file path=ppt/ink/ink8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19.150"/>
    </inkml:context>
    <inkml:brush xml:id="br0">
      <inkml:brushProperty name="width" value="0.05" units="cm"/>
      <inkml:brushProperty name="height" value="0.05" units="cm"/>
      <inkml:brushProperty name="color" value="#FFC114"/>
    </inkml:brush>
  </inkml:definitions>
  <inkml:trace contextRef="#ctx0" brushRef="#br0">1 51 24575,'5'-1'0,"0"0"0,0 0 0,1-1 0,-1 1 0,-1-1 0,1 0 0,0 0 0,0-1 0,-1 0 0,6-3 0,-4 2 0,1 0 0,0 0 0,14-5 0,-18 8 0,1 0 0,0 0 0,1 0 0,-1 0 0,0 1 0,0 0 0,0 0 0,0 0 0,0 0 0,0 1 0,0 0 0,0-1 0,0 1 0,0 1 0,0-1 0,0 1 0,6 3 0,-5-2 0,0 1 0,0 0 0,0 0 0,-1 1 0,0-1 0,0 1 0,0 0 0,-1 0 0,1 0 0,4 10 0,0 4 0,-1 0 0,-1 0 0,-1 1 0,0 0 0,-2 0 0,2 24 0,-3 2 0,-2-24 0,1 1 0,1-1 0,7 32 0,-8-49 0,0-1 0,0 0 0,1 1 0,0-1 0,-1 0 0,1 0 0,1 0 0,-1 0 0,1 0 0,-1 0 0,1-1 0,0 1 0,1-1 0,-1 0 0,0 0 0,1 0 0,0 0 0,0 0 0,-1-1 0,2 0 0,-1 0 0,5 2 0,-4-3-124,0 0 0,0 0 0,0-1 0,0 1 0,-1-1 0,1 0-1,0-1 1,0 1 0,0-1 0,9-2 0,16-7-6702</inkml:trace>
</inkml:ink>
</file>

<file path=ppt/ink/ink8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19.290"/>
    </inkml:context>
    <inkml:brush xml:id="br0">
      <inkml:brushProperty name="width" value="0.05" units="cm"/>
      <inkml:brushProperty name="height" value="0.05" units="cm"/>
      <inkml:brushProperty name="color" value="#FFC114"/>
    </inkml:brush>
  </inkml:definitions>
  <inkml:trace contextRef="#ctx0" brushRef="#br0">112 37 24575,'-5'-3'0,"-9"0"0,-6-1 0,-3 1 0,-1 1 0,6 0 0,11 2 0,7-1 0,11 1 0,9-2 0,9-2 0,6-2 0,-3-1-8191</inkml:trace>
</inkml:ink>
</file>

<file path=ppt/ink/ink8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22.589"/>
    </inkml:context>
    <inkml:brush xml:id="br0">
      <inkml:brushProperty name="width" value="0.05" units="cm"/>
      <inkml:brushProperty name="height" value="0.05" units="cm"/>
      <inkml:brushProperty name="color" value="#FFC114"/>
    </inkml:brush>
  </inkml:definitions>
  <inkml:trace contextRef="#ctx0" brushRef="#br0">50 473 24575,'6'-13'0,"0"-1"0,-2 0 0,4-17 0,4-11 0,11-22 0,-10 30 0,-1 0 0,-2-1 0,-1-1 0,7-61 0,-16 94 0,0 0 0,0 0 0,0 0 0,-1 0 0,1 0 0,-1 0 0,1 0 0,-1 0 0,0 1 0,0-1 0,-1 0 0,1 0 0,0 1 0,-1-1 0,-2-2 0,3 4 0,0 0 0,0 0 0,0 0 0,0 0 0,0 1 0,-1-1 0,1 0 0,0 0 0,0 1 0,-1-1 0,1 1 0,-1 0 0,1-1 0,0 1 0,-1 0 0,1 0 0,-1 0 0,1 0 0,0 0 0,-1 0 0,1 0 0,-1 0 0,1 0 0,0 1 0,-1-1 0,1 1 0,0-1 0,-1 1 0,1-1 0,0 1 0,0 0 0,-1-1 0,0 3 0,-5 2 0,1 0 0,0 1 0,0 0 0,0 0 0,1 1 0,0-1 0,0 1 0,1 0 0,0 0 0,-7 15 0,3 1 0,0-1 0,-8 37 0,12-36 0,0 1 0,2 0 0,0 0 0,2 30 0,1-43 0,0-1 0,0 0 0,1 0 0,0 0 0,0-1 0,2 1 0,-1-1 0,1 1 0,0-1 0,1 0 0,0 0 0,10 13 0,-14-20 0,1-1 0,-1 1 0,0-1 0,1 1 0,-1-1 0,1 0 0,0 1 0,-1-1 0,1 0 0,0 0 0,0 0 0,0-1 0,-1 1 0,1 0 0,0-1 0,0 1 0,0-1 0,0 1 0,0-1 0,0 0 0,0 0 0,4 0 0,-3-1 0,0 0 0,0 0 0,0 0 0,0-1 0,-1 1 0,1-1 0,0 0 0,0 0 0,-1 0 0,1 0 0,-1 0 0,4-5 0,3-4 0,-1-1 0,0 0 0,0 0 0,-2-1 0,8-17 0,-6 3 0,0 2 0,-11 44 0,-6 28 0,2 0 0,-1 77 0,13 96 0,0-109 0,-5-98 0,0 37 0,0-47 0,0-1 0,-1 1 0,1-1 0,-1 1 0,0-1 0,1 0 0,-1 1 0,0-1 0,0 0 0,-1 1 0,1-1 0,0 0 0,-1 0 0,1 0 0,-4 3 0,3-4 0,1-1 0,0 1 0,0-1 0,-1 1 0,1-1 0,0 0 0,-1 0 0,1 1 0,0-1 0,0 0 0,-1 0 0,1 0 0,0-1 0,-1 1 0,1 0 0,0 0 0,-1-1 0,1 1 0,0-1 0,0 1 0,-1-1 0,1 1 0,0-1 0,0 0 0,0 1 0,0-1 0,0 0 0,0 0 0,0 0 0,-1-1 0,-28-33 0,20 20 38,1 1 0,0-1 0,1 0 0,1-1 0,1 0 0,0 0 0,1 0 0,-5-25 0,8 28-181,0 0 1,1 1 0,1-1 0,0 0-1,1 1 1,0-1 0,0 0 0,2 1 0,0-1-1,0 1 1,10-24 0,0 11-6684</inkml:trace>
</inkml:ink>
</file>

<file path=ppt/ink/ink8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23.604"/>
    </inkml:context>
    <inkml:brush xml:id="br0">
      <inkml:brushProperty name="width" value="0.05" units="cm"/>
      <inkml:brushProperty name="height" value="0.05" units="cm"/>
      <inkml:brushProperty name="color" value="#FFC114"/>
    </inkml:brush>
  </inkml:definitions>
  <inkml:trace contextRef="#ctx0" brushRef="#br0">164 129 24575,'0'-1'0,"0"1"0,-1-1 0,1 1 0,0-1 0,0 1 0,0-1 0,0 1 0,0 0 0,0-1 0,-1 1 0,1-1 0,0 1 0,0 0 0,0-1 0,-1 1 0,1 0 0,0-1 0,-1 1 0,1 0 0,0-1 0,-1 1 0,1 0 0,0 0 0,-1 0 0,1-1 0,0 1 0,-1 0 0,1 0 0,-1 0 0,1 0 0,-1-1 0,1 1 0,0 0 0,-1 0 0,1 0 0,-1 0 0,1 0 0,-1 0 0,1 0 0,-1 1 0,1-1 0,0 0 0,-1 0 0,1 0 0,-1 0 0,1 0 0,-1 1 0,0-1 0,0 1 0,1-1 0,-1 0 0,0 1 0,1-1 0,-1 1 0,0-1 0,1 1 0,-1-1 0,1 1 0,-1-1 0,0 1 0,1 0 0,-1-1 0,1 1 0,0 0 0,-1-1 0,1 1 0,0 0 0,-1 0 0,1 0 0,0-1 0,0 1 0,0 0 0,-1 0 0,1 0 0,0-1 0,0 1 0,0 0 0,1 1 0,-1 0 0,0-1 0,1 0 0,-1 0 0,0 1 0,1-1 0,-1 0 0,1 0 0,0 0 0,-1 0 0,1 0 0,0 0 0,0 0 0,0 0 0,0 0 0,-1 0 0,1 0 0,0-1 0,1 1 0,-1 0 0,0-1 0,0 1 0,0 0 0,2 0 0,-2-1 0,0 0 0,-1 0 0,1 0 0,0 0 0,0 0 0,0 0 0,0 0 0,-1 0 0,1-1 0,0 1 0,0 0 0,0-1 0,-1 1 0,1 0 0,0-1 0,0 1 0,-1-1 0,1 1 0,0-1 0,-1 1 0,1-1 0,-1 1 0,1-1 0,-1 0 0,1 1 0,-1-1 0,1 0 0,-1 1 0,1-1 0,-1 0 0,0 0 0,1 0 0,-1 1 0,0-1 0,0 0 0,0-1 0,2-5 0,-1 1 0,-1-1 0,1 0 0,-1 0 0,-1 1 0,1-1 0,-1 0 0,0 1 0,-4-13 0,4 15 0,0-1 0,-1 1 0,0 0 0,0-1 0,0 1 0,0 0 0,-1 0 0,1 0 0,-1 0 0,0 1 0,0-1 0,-1 1 0,1-1 0,-7-3 0,8 6 0,0 0 0,0 0 0,0 1 0,0-1 0,0 1 0,0 0 0,0 0 0,0-1 0,0 1 0,0 0 0,0 1 0,0-1 0,0 0 0,0 0 0,0 1 0,0-1 0,0 1 0,0 0 0,1 0 0,-1 0 0,0 0 0,0 0 0,0 0 0,1 0 0,-1 0 0,1 1 0,-1-1 0,1 1 0,-2 1 0,-3 4 0,0-1 0,0 2 0,1-1 0,0 1 0,-5 9 0,4-4 0,0-1 0,1 1 0,1 0 0,0 1 0,1-1 0,0 1 0,1-1 0,1 1 0,0 0 0,1 19 0,0-27 0,1 1 0,0-1 0,0 1 0,1-1 0,0 0 0,0 0 0,0 0 0,0 0 0,1 0 0,0 0 0,1 0 0,-1-1 0,1 0 0,0 0 0,0 0 0,1 0 0,-1 0 0,1-1 0,0 0 0,1 0 0,-1 0 0,0-1 0,1 0 0,6 3 0,-5-3 0,0-1 0,0 1 0,0-1 0,1-1 0,-1 1 0,0-1 0,1-1 0,-1 1 0,1-1 0,-1 0 0,1-1 0,-1 0 0,1 0 0,-1-1 0,0 0 0,0 0 0,1 0 0,-1-1 0,-1 0 0,1-1 0,0 1 0,-1-1 0,0-1 0,0 1 0,0-1 0,-1 0 0,1 0 0,-1-1 0,0 1 0,-1-1 0,1 0 0,-1-1 0,0 1 0,-1-1 0,0 1 0,0-1 0,0 0 0,-1-1 0,0 1 0,2-10 0,-2 2 0,-1 1 0,0-1 0,-1 1 0,-1-1 0,0 1 0,-1 0 0,0-1 0,-8-24 0,7 43 0,1 11 0,0 20 0,2 0 0,-1-12 0,4 35 0,-3-58 0,-1 0 0,1 0 0,0 0 0,0 0 0,0 0 0,0 1 0,0-1 0,0 0 0,0 0 0,0 0 0,0 0 0,1 0 0,-1 1 0,0-1 0,0 0 0,0 0 0,0 0 0,0 0 0,0 0 0,0 1 0,0-1 0,0 0 0,0 0 0,0 0 0,0 0 0,1 0 0,-1 0 0,0 0 0,0 0 0,0 0 0,0 1 0,0-1 0,0 0 0,1 0 0,-1 0 0,0 0 0,0 0 0,0 0 0,0 0 0,0 0 0,1 0 0,-1 0 0,0 0 0,0 0 0,0 0 0,0 0 0,0 0 0,1 0 0,-1 0 0,0 0 0,0 0 0,0 0 0,0 0 0,0 0 0,0-1 0,1 1 0,-1 0 0,0 0 0,0 0 0,10-12 0,7-16 0,-1-7 0,-10 20 0,0 0 0,2 1 0,13-21 0,-20 35 0,-1-1 0,1 0 0,-1 0 0,1 0 0,-1 1 0,1-1 0,0 0 0,0 1 0,-1-1 0,1 0 0,0 1 0,0-1 0,0 1 0,0-1 0,-1 1 0,1 0 0,0-1 0,0 1 0,0 0 0,0 0 0,0 0 0,0-1 0,0 1 0,2 0 0,-2 1 0,0-1 0,0 1 0,1 0 0,-1-1 0,0 1 0,0 0 0,0 0 0,0 0 0,0 0 0,0 0 0,0 0 0,-1 0 0,1 0 0,0 0 0,1 2 0,3 8 0,-1-1 0,0 1 0,4 16 0,-5-16 0,-2-8 0,0 0 0,0 0 0,0 0 0,0 0 0,1 1 0,-1-2 0,1 1 0,0 0 0,0 0 0,0 0 0,4 3 0,-4-5 0,0 0 0,0 0 0,0 0 0,0 0 0,0 0 0,1 0 0,-1-1 0,0 1 0,1-1 0,-1 0 0,0 1 0,1-1 0,-1 0 0,0 0 0,1-1 0,-1 1 0,3-1 0,9 0 0,0 1 0,22 2 0,-25-1 0,0 0 0,1-1 0,-1 0 0,1 0 0,-1-2 0,15-2 0,-23 3 0,0 0 0,-1 0 0,1-1 0,-1 1 0,1-1 0,-1 1 0,1-1 0,-1 0 0,0 0 0,0 0 0,0 0 0,0 0 0,0 0 0,0-1 0,-1 1 0,1-1 0,-1 1 0,0-1 0,1 1 0,-1-1 0,-1 0 0,1 0 0,0 0 0,-1 1 0,1-1 0,-1 0 0,0 0 0,0 0 0,0-5 0,-1 4 0,1 0 0,-1 0 0,0 0 0,0 0 0,0 0 0,-1 0 0,1 0 0,-1 1 0,0-1 0,0 1 0,-1-1 0,1 1 0,-4-5 0,4 6 0,0 0 0,1 0 0,-1 0 0,0 1 0,0-1 0,0 0 0,-1 1 0,1-1 0,0 1 0,0 0 0,-1 0 0,1 0 0,-1 0 0,1 0 0,-1 0 0,1 1 0,-1-1 0,1 1 0,-1 0 0,0-1 0,-4 2 0,6-1 0,-1 1 0,1 0 0,-1 0 0,1 0 0,-1 0 0,1 0 0,0 0 0,0 0 0,-1 0 0,1 0 0,0 1 0,0-1 0,0 1 0,0-1 0,1 0 0,-1 1 0,0 0 0,1-1 0,-1 1 0,1-1 0,-1 1 0,1 0 0,0-1 0,-1 1 0,1 0 0,0 2 0,0 4 0,-1 0 0,1 0 0,1 0 0,1 9 0,3 4-273,1-1 0,1 0 0,1 0 0,13 24 0,-7-15-6553</inkml:trace>
</inkml:ink>
</file>

<file path=ppt/ink/ink8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25.130"/>
    </inkml:context>
    <inkml:brush xml:id="br0">
      <inkml:brushProperty name="width" value="0.05" units="cm"/>
      <inkml:brushProperty name="height" value="0.05" units="cm"/>
      <inkml:brushProperty name="color" value="#FFC114"/>
    </inkml:brush>
  </inkml:definitions>
  <inkml:trace contextRef="#ctx0" brushRef="#br0">302 270 24575,'4'-4'0,"0"-1"0,0 0 0,-1-1 0,0 1 0,0-1 0,-1 1 0,1-1 0,-1 0 0,2-8 0,0-5 0,4-32 0,-8 46 0,1 0 0,-1-1 0,0 1 0,-1 0 0,1-1 0,-1 1 0,0 0 0,0 0 0,-1 0 0,0 0 0,0 0 0,0 0 0,0 0 0,-1 0 0,1 1 0,-1-1 0,0 1 0,-1 0 0,-4-5 0,3 5 0,1 0 0,-1 1 0,0 0 0,0 0 0,0 0 0,0 0 0,-1 1 0,1 0 0,-1 0 0,1 1 0,-1-1 0,0 1 0,0 0 0,1 1 0,-1-1 0,0 1 0,-9 1 0,5 1 0,0-1 0,0 2 0,0-1 0,1 1 0,-1 1 0,1 0 0,0 0 0,0 1 0,1 0 0,-1 0 0,1 1 0,0 0 0,1 1 0,-1-1 0,1 2 0,0-1 0,1 1 0,0 0 0,-6 10 0,7-10 0,1-1 0,0 1 0,1 0 0,0 0 0,0 0 0,0 0 0,1 1 0,0-1 0,1 1 0,0 0 0,0-1 0,1 1 0,0 0 0,1-1 0,0 1 0,0-1 0,1 1 0,0-1 0,0 1 0,1-1 0,0 0 0,6 11 0,0-4 0,0-2 0,1 1 0,0-1 0,1-1 0,14 13 0,68 51 0,-14-13 0,-74-58 0,1 0 0,-1 0 0,-1 0 0,8 11 0,-11-15 0,0 0 0,-1-1 0,1 1 0,-1 0 0,1 0 0,-1 0 0,0 0 0,1 1 0,-1-1 0,0 0 0,0 0 0,1 0 0,-1 0 0,0 0 0,0 0 0,0 0 0,0 0 0,-1 1 0,1-1 0,0 0 0,0 0 0,-1 0 0,1 0 0,0 0 0,-1 0 0,1 0 0,-1 0 0,0 0 0,1 0 0,-1 0 0,0-1 0,1 1 0,-1 0 0,0 0 0,0-1 0,0 1 0,0 0 0,-1 0 0,-5 3 0,0-1 0,-1 0 0,1 0 0,-1-1 0,1 0 0,-1 0 0,0-1 0,1 0 0,-1 0 0,-9-1 0,-8 0 0,-47-8 0,30 1-1365,5-1-5461</inkml:trace>
</inkml:ink>
</file>

<file path=ppt/ink/ink8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25.786"/>
    </inkml:context>
    <inkml:brush xml:id="br0">
      <inkml:brushProperty name="width" value="0.05" units="cm"/>
      <inkml:brushProperty name="height" value="0.05" units="cm"/>
      <inkml:brushProperty name="color" value="#FFC114"/>
    </inkml:brush>
  </inkml:definitions>
  <inkml:trace contextRef="#ctx0" brushRef="#br0">1 105 24575,'5'-2'0,"8"-5"0,-1 1 0,1 0 0,1 2 0,-1-1 0,20-3 0,-27 10 0,-9 6 0,-15 10 0,14-14 0,-3 3 0,1-1 0,0 1 0,1 1 0,0-1 0,0 1 0,0 0 0,1 0 0,1 0 0,-6 18 0,7-21 0,1 1 0,1-1 0,-1 0 0,1 0 0,0 1 0,0-1 0,1 0 0,-1 0 0,1 1 0,0-1 0,1 0 0,-1 0 0,1 0 0,0 0 0,0 0 0,1-1 0,-1 1 0,6 6 0,-2-4 0,0-1 0,0 0 0,0-1 0,1 1 0,0-1 0,0-1 0,0 1 0,0-1 0,1 0 0,0-1 0,0 0 0,0 0 0,0-1 0,0 0 0,1 0 0,-1-1 0,1 0 0,-1 0 0,1-1 0,-1 0 0,1-1 0,-1 0 0,0 0 0,9-3 0,-14 4 0,0-1 0,0 0 0,-1 0 0,1 0 0,0-1 0,-1 1 0,1-1 0,-1 1 0,1-1 0,-1 0 0,0 0 0,0 0 0,0 0 0,0 0 0,0 0 0,2-5 0,-3 5 0,0 0 0,0 0 0,-1 0 0,1 0 0,-1 0 0,0 0 0,1 0 0,-1 0 0,0 0 0,0 0 0,0 0 0,0 0 0,-1 0 0,1 0 0,-1 0 0,1 0 0,-1 0 0,0 0 0,1 0 0,-1 0 0,0 0 0,0 0 0,-1 1 0,-1-3 0,-10-12 0,-1 0 0,-18-15 0,14 14 0,-20-23 0,34 35 0,-1-1 0,1 0 0,1 0 0,-1 0 0,1-1 0,0 1 0,0-1 0,-2-11 0,4 17 0,1 0 0,0 0 0,-1 0 0,1 0 0,0-1 0,0 1 0,0 0 0,0 0 0,0 0 0,0 0 0,1 0 0,-1 0 0,0-1 0,0 1 0,1 0 0,-1 0 0,1 0 0,-1 0 0,1 0 0,-1 0 0,1 0 0,0 0 0,-1 1 0,1-1 0,0 0 0,1-1 0,1 1 0,-1-1 0,0 1 0,1 0 0,-1 0 0,1 1 0,0-1 0,-1 0 0,1 1 0,-1-1 0,1 1 0,3 0 0,5 1 0,1-1 0,-1 2 0,0-1 0,16 6 0,-6-1 0,0 2 0,0 0 0,-1 1 0,-1 1 0,0 1 0,0 1 0,22 18 0,-38-27 0,0 0 0,0 0 0,0 1 0,0-1 0,-1 1 0,1 0 0,-1 0 0,0 0 0,0 0 0,0 0 0,-1 0 0,1 0 0,-1 1 0,0-1 0,-1 1 0,2 7 0,-2-9 0,0 0 0,-1 0 0,1 1 0,0-1 0,-1 0 0,0 0 0,0 0 0,0 0 0,0 0 0,0 0 0,-1 0 0,1 0 0,-1-1 0,0 1 0,0 0 0,0-1 0,0 0 0,0 1 0,0-1 0,-1 0 0,1 0 0,-1 0 0,1 0 0,-4 1 0,5-2 0,0-1 0,0 1 0,1-1 0,-1 1 0,0-1 0,0 1 0,0-1 0,0 0 0,0 1 0,0-1 0,0 0 0,0 0 0,0 0 0,0 0 0,0 0 0,0 0 0,0 0 0,0 0 0,0 0 0,0 0 0,0 0 0,0-1 0,-1 1 0,1-1 0,1 0 0,-1 1 0,1-1 0,-1 0 0,1 0 0,0 0 0,-1 1 0,1-1 0,0 0 0,-1 0 0,1 0 0,0 0 0,0 0 0,0 0 0,0 0 0,0 1 0,0-1 0,0 0 0,0-2 0,1-5 0,1 0 0,0 0 0,0 0 0,4-8 0,12-25 0,3 1 0,48-72 0,-66 108 0,0 0 0,0 0 0,0 0 0,0 0 0,1 1 0,0-1 0,0 1 0,6-4 0,-9 6 0,0 0 0,1 1 0,-1-1 0,0 1 0,1-1 0,-1 1 0,0 0 0,1 0 0,-1-1 0,1 1 0,-1 0 0,0 0 0,1 1 0,-1-1 0,1 0 0,-1 0 0,0 1 0,1-1 0,-1 0 0,0 1 0,0-1 0,1 1 0,-1 0 0,0 0 0,0-1 0,0 1 0,1 0 0,-1 0 0,0 0 0,0 0 0,-1 0 0,1 0 0,0 0 0,0 0 0,1 2 0,11 19 0,-1 1 0,0 0 0,-1 0 0,10 39 0,-9-30 0,25 53 0,-26-67-1365,0-5-5461</inkml:trace>
</inkml:ink>
</file>

<file path=ppt/ink/ink8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26.131"/>
    </inkml:context>
    <inkml:brush xml:id="br0">
      <inkml:brushProperty name="width" value="0.05" units="cm"/>
      <inkml:brushProperty name="height" value="0.05" units="cm"/>
      <inkml:brushProperty name="color" value="#FFC114"/>
    </inkml:brush>
  </inkml:definitions>
  <inkml:trace contextRef="#ctx0" brushRef="#br0">3 125 24575,'-1'-20'0,"0"14"0,1 0 0,0-1 0,0 1 0,0 0 0,1 0 0,3-11 0,-4 17 0,0 0 0,0-1 0,0 1 0,0 0 0,0 0 0,0 0 0,0-1 0,0 1 0,0 0 0,0 0 0,0 0 0,1 0 0,-1-1 0,0 1 0,0 0 0,0 0 0,0 0 0,0 0 0,1 0 0,-1 0 0,0-1 0,0 1 0,0 0 0,1 0 0,-1 0 0,0 0 0,0 0 0,0 0 0,1 0 0,-1 0 0,0 0 0,0 0 0,0 0 0,1 0 0,-1 0 0,0 0 0,0 0 0,0 0 0,0 0 0,1 0 0,-1 0 0,9 9 0,5 12 0,-14-21 0,3 5 0,4 7 0,0 0 0,-1 1 0,0 0 0,-1 0 0,0 0 0,-1 0 0,4 24 0,-8-36 0,0 0 0,1 0 0,-1 0 0,0 0 0,0 0 0,0 0 0,0 0 0,0 0 0,0 0 0,0 0 0,0-1 0,0 1 0,-1 0 0,1 0 0,0 0 0,0 0 0,-1 0 0,1 0 0,-1-1 0,1 1 0,-1 0 0,1 0 0,-1 0 0,1-1 0,-1 1 0,0 0 0,1-1 0,-1 1 0,0-1 0,0 1 0,0-1 0,1 1 0,-2 0 0,1-2 0,0 1 0,0 0 0,0-1 0,0 1 0,0-1 0,0 1 0,0-1 0,1 1 0,-1-1 0,0 0 0,0 1 0,0-1 0,1 0 0,-1 0 0,0 0 0,1 1 0,-1-1 0,1 0 0,-1 0 0,1 0 0,-1 0 0,1 0 0,0 0 0,0 0 0,-1 0 0,1 0 0,0 0 0,0 0 0,0-2 0,-1-7 0,1 0 0,0-1 0,0 1 0,1 0 0,0-1 0,1 1 0,0 0 0,1 0 0,0 0 0,0 0 0,1 1 0,1-1 0,-1 1 0,1 0 0,1 0 0,0 1 0,0 0 0,1 0 0,9-9 0,-15 15 0,1 1 0,-1 0 0,0 0 0,1 0 0,-1 1 0,0-1 0,1 0 0,-1 0 0,1 1 0,-1-1 0,1 1 0,0 0 0,-1-1 0,1 1 0,-1 0 0,1 0 0,0 0 0,-1 0 0,1 0 0,-1 0 0,4 1 0,-3 0 0,0 0 0,0 0 0,0 0 0,0 1 0,0-1 0,-1 0 0,1 1 0,0 0 0,-1-1 0,1 1 0,-1 0 0,0 0 0,3 3 0,1 7 0,0 1 0,0-1 0,-1 1 0,3 16 0,-5-23 0,3 18 73,-2-8-278,1 1-1,1-1 1,0 0-1,1 0 1,1 0-1,11 20 1,-5-19-6621</inkml:trace>
</inkml:ink>
</file>

<file path=ppt/ink/ink8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26.845"/>
    </inkml:context>
    <inkml:brush xml:id="br0">
      <inkml:brushProperty name="width" value="0.05" units="cm"/>
      <inkml:brushProperty name="height" value="0.05" units="cm"/>
      <inkml:brushProperty name="color" value="#FFC114"/>
    </inkml:brush>
  </inkml:definitions>
  <inkml:trace contextRef="#ctx0" brushRef="#br0">64 588 24575,'2'-4'0,"0"0"0,0 0 0,0 0 0,0 0 0,-1 0 0,0 0 0,0-1 0,0 1 0,0 0 0,-1-1 0,1 1 0,-1-7 0,1-1 0,-1 12 0,0 0 0,0-1 0,0 1 0,0 0 0,0 0 0,0 0 0,0 0 0,0 0 0,0 0 0,0-1 0,0 1 0,0 0 0,1 0 0,-1 0 0,0 0 0,0 0 0,0 0 0,0 0 0,0 0 0,0-1 0,0 1 0,1 0 0,-1 0 0,0 0 0,0 0 0,0 0 0,0 0 0,0 0 0,1 0 0,-1 0 0,0 0 0,0 0 0,0 0 0,0 0 0,0 0 0,1 0 0,-1 0 0,0 0 0,0 0 0,0 0 0,0 0 0,0 0 0,0 0 0,1 0 0,-1 1 0,0-1 0,0 0 0,11 6 0,8 2 0,-17-8 0,0 0 0,0 0 0,0 0 0,0 0 0,0-1 0,0 1 0,-1 0 0,1-1 0,0 0 0,0 1 0,-1-1 0,1 0 0,0 0 0,-1 0 0,1 0 0,-1 0 0,1 0 0,-1-1 0,0 1 0,1 0 0,0-3 0,0 2 0,-1-1 0,0 0 0,0 1 0,0-1 0,0 0 0,-1 0 0,1 1 0,-1-1 0,1 0 0,-1 0 0,0 0 0,-1-5 0,1 1 0,-1 0 0,-1 1 0,0-1 0,0 0 0,0 0 0,0 1 0,-1-1 0,0 1 0,-1 0 0,-6-9 0,9 12 0,-2 1 0,1-1 0,0 1 0,0 0 0,-1 0 0,1 0 0,-1 0 0,1 0 0,-1 1 0,0-1 0,0 1 0,0 0 0,0-1 0,0 1 0,0 1 0,0-1 0,0 0 0,0 1 0,-6-1 0,6 2 0,1-1 0,-1 1 0,0 0 0,0 0 0,1 0 0,-1 0 0,0 0 0,1 1 0,-1-1 0,1 1 0,0 0 0,-1-1 0,1 1 0,0 0 0,0 0 0,0 1 0,1-1 0,-1 0 0,0 1 0,1-1 0,-3 5 0,1 0 0,0 0 0,0 0 0,1 0 0,0 0 0,0 0 0,1 0 0,-1 1 0,2-1 0,-1 0 0,1 1 0,0-1 0,1 1 0,-1-1 0,1 0 0,1 1 0,4 13 0,-4-16 0,0 1 0,1-1 0,0 0 0,0 1 0,0-2 0,1 1 0,-1 0 0,1-1 0,0 1 0,0-1 0,1 0 0,-1 0 0,1-1 0,0 1 0,0-1 0,0 0 0,1-1 0,-1 1 0,0-1 0,1 0 0,9 2 0,-2-2 0,1-1 0,-1 0 0,1 0 0,-1-1 0,0-1 0,1-1 0,-1 0 0,0 0 0,0-1 0,19-7 0,-15 3 0,0 0 0,-1-1 0,0-1 0,0 0 0,-1-1 0,0-1 0,16-14 0,-25 18 0,0 0 0,0 0 0,-1 0 0,0-1 0,0 0 0,0 0 0,-1 0 0,6-18 0,-9 23 0,-1 0 0,1-1 0,0 1 0,-1 0 0,1-1 0,-1 1 0,0-1 0,0 1 0,-1 0 0,1-1 0,-1 1 0,0-4 0,0 5 0,0 0 0,0 0 0,0 0 0,0 1 0,0-1 0,-1 0 0,1 1 0,0-1 0,-1 1 0,0-1 0,1 1 0,-1-1 0,0 1 0,1 0 0,-1 0 0,0 0 0,0 0 0,0 0 0,0 0 0,-4 0 0,5 0 0,0 1 0,0 0 0,0-1 0,0 1 0,0 0 0,0 0 0,0 0 0,0 0 0,0 0 0,0 0 0,0 0 0,0 0 0,0 0 0,0 0 0,0 0 0,0 1 0,-1-1 0,1 0 0,1 1 0,-1-1 0,0 1 0,0-1 0,0 1 0,0 0 0,-1 1 0,1-1 0,0 1 0,0-1 0,0 1 0,0 0 0,1-1 0,-1 1 0,1 0 0,-1 0 0,1-1 0,0 1 0,0 0 0,-1 0 0,2 3 0,-1 4 0,1 0 0,1 1 0,0-1 0,5 15 0,-4-16 0,0 0 0,1 1 0,0-2 0,0 1 0,1 0 0,0-1 0,0 0 0,7 7 0,-10-12 0,-1-1 0,1 0 0,0 1 0,-1-1 0,1 0 0,0 0 0,0 0 0,0 0 0,0 0 0,0 0 0,0 0 0,0-1 0,0 1 0,0-1 0,0 0 0,0 1 0,0-1 0,0 0 0,1 0 0,-1 0 0,0-1 0,0 1 0,0 0 0,0-1 0,0 0 0,0 1 0,0-1 0,0 0 0,0 0 0,0 0 0,0 0 0,-1 0 0,1 0 0,0-1 0,-1 1 0,1-1 0,-1 1 0,2-3 0,5-4 0,-1-1 0,0 0 0,-1 0 0,0-1 0,0 0 0,-1 0 0,-1 0 0,0-1 0,0 0 0,-1 1 0,0-1 0,-1 0 0,0-1 0,0 1 0,-2 0 0,1-13 0,-2-6 0,-2 1 0,0-1 0,-2 1 0,-17-56 0,18 68 0,-2 0 0,0 0 0,-1 1 0,0 0 0,-13-18 0,20 33 0,-1 0 0,0-1 0,0 1 0,1 1 0,-1-1 0,0 0 0,0 0 0,0 0 0,0 0 0,0 0 0,0 1 0,0-1 0,0 1 0,0-1 0,0 1 0,-2-1 0,2 1 0,1 0 0,-1 0 0,1 0 0,-1 0 0,1 0 0,-1 0 0,1 0 0,-1 1 0,1-1 0,-1 0 0,1 0 0,0 1 0,-1-1 0,1 0 0,-1 1 0,1-1 0,0 0 0,-1 1 0,1-1 0,-1 1 0,1-1 0,0 0 0,0 1 0,-1-1 0,1 2 0,-2 3 0,0 0 0,1 0 0,-1 0 0,1 0 0,1 0 0,-1 7 0,-1 20 57,2 0 0,1 1 0,2-1 0,1 0 0,16 59 0,-13-68-247,1 0 0,0 0 1,2-1-1,0 0 0,2-1 1,0 0-1,1-1 1,25 29-1,-19-30-6636</inkml:trace>
</inkml:ink>
</file>

<file path=ppt/ink/ink8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28.249"/>
    </inkml:context>
    <inkml:brush xml:id="br0">
      <inkml:brushProperty name="width" value="0.05" units="cm"/>
      <inkml:brushProperty name="height" value="0.05" units="cm"/>
      <inkml:brushProperty name="color" value="#FFC114"/>
    </inkml:brush>
  </inkml:definitions>
  <inkml:trace contextRef="#ctx0" brushRef="#br0">47 132 24575,'-3'-3'0,"-3"-4"0,-5-1 0,1-1 0,1-3 0,3-2 0,5-1 0,8 2 0,12 0 0,11 2 0,12 4 0,13-1 0,12 1 0,-6 2-8191</inkml:trace>
</inkml:ink>
</file>

<file path=ppt/ink/ink8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29.996"/>
    </inkml:context>
    <inkml:brush xml:id="br0">
      <inkml:brushProperty name="width" value="0.05" units="cm"/>
      <inkml:brushProperty name="height" value="0.05" units="cm"/>
      <inkml:brushProperty name="color" value="#FFC114"/>
    </inkml:brush>
  </inkml:definitions>
  <inkml:trace contextRef="#ctx0" brushRef="#br0">36 166 24575,'1'-15'0,"-1"0"0,-1 0 0,0 0 0,-1 0 0,-1 0 0,0 1 0,-1-1 0,-1 1 0,-7-18 0,8 62 0,4 15 51,-1 25-523,3 1 0,17 110 0,-13-153-6354</inkml:trace>
</inkml:ink>
</file>

<file path=ppt/ink/ink8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30.325"/>
    </inkml:context>
    <inkml:brush xml:id="br0">
      <inkml:brushProperty name="width" value="0.05" units="cm"/>
      <inkml:brushProperty name="height" value="0.05" units="cm"/>
      <inkml:brushProperty name="color" value="#FFC114"/>
    </inkml:brush>
  </inkml:definitions>
  <inkml:trace contextRef="#ctx0" brushRef="#br0">15 362 24575,'-2'-2'0,"1"1"0,0 0 0,-1-1 0,1 1 0,0-1 0,0 0 0,0 1 0,0-1 0,1 0 0,-1 1 0,0-1 0,1 0 0,-1 0 0,1 0 0,0 0 0,-1 1 0,1-1 0,0 0 0,0 0 0,0 0 0,1 0 0,-1 0 0,0 0 0,1 0 0,-1 1 0,1-1 0,-1 0 0,3-3 0,-2 2 0,1 0 0,0 1 0,0-1 0,0 0 0,1 1 0,-1-1 0,1 1 0,-1-1 0,1 1 0,0 0 0,0 0 0,0 1 0,0-1 0,5-2 0,56-13 0,-45 12 0,-1 1 0,0-2 0,26-12 0,-39 16 0,-1-1 0,1 0 0,0 0 0,-1 0 0,0 0 0,0-1 0,0 0 0,0 0 0,0 0 0,-1 0 0,0-1 0,0 1 0,0-1 0,0 0 0,-1 0 0,3-8 0,14-60 0,-17 65 0,0-1 0,-1 1 0,-1-1 0,0 1 0,0-1 0,-2-13 0,2 22 0,0 0 0,0 0 0,0 0 0,0 0 0,0 0 0,-1 0 0,1 0 0,0 1 0,0-1 0,0 0 0,0 0 0,0 0 0,-1 0 0,1 0 0,0 0 0,0 0 0,0 0 0,0 0 0,0 0 0,-1 0 0,1 0 0,0 0 0,0 0 0,0 0 0,0 0 0,-1 0 0,1 0 0,0 0 0,0 0 0,0 0 0,0 0 0,0 0 0,-1 0 0,1 0 0,0-1 0,0 1 0,0 0 0,0 0 0,0 0 0,0 0 0,0 0 0,-1 0 0,1 0 0,0-1 0,-4 19 0,3 9 0,0 0 0,2-1 0,1 1 0,1 0 0,1-1 0,1 1 0,1-1 0,2-1 0,0 1 0,18 33 0,-21-49-273,0-2 0,0 1 0,1 0 0,7 7 0,2-1-6553</inkml:trace>
</inkml:ink>
</file>

<file path=ppt/ink/ink8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30.480"/>
    </inkml:context>
    <inkml:brush xml:id="br0">
      <inkml:brushProperty name="width" value="0.05" units="cm"/>
      <inkml:brushProperty name="height" value="0.05" units="cm"/>
      <inkml:brushProperty name="color" value="#FFC114"/>
    </inkml:brush>
  </inkml:definitions>
  <inkml:trace contextRef="#ctx0" brushRef="#br0">19 22 24575,'0'-3'0,"0"-4"0,-3 0 0,-1 3 0,0 6 0,1 4 0,1 6 0,1 2 0,0 2 0,1 4 0,0 2 0,0 0 0,0-5-8191</inkml:trace>
</inkml:ink>
</file>

<file path=ppt/ink/ink8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30.652"/>
    </inkml:context>
    <inkml:brush xml:id="br0">
      <inkml:brushProperty name="width" value="0.05" units="cm"/>
      <inkml:brushProperty name="height" value="0.05" units="cm"/>
      <inkml:brushProperty name="color" value="#FFC114"/>
    </inkml:brush>
  </inkml:definitions>
  <inkml:trace contextRef="#ctx0" brushRef="#br0">91 142 24575,'-3'-6'0,"-1"-7"0,-3-7 0,-2-7 0,-4 2 0,-1 3 0,-2 4 0,2 8 0,3 10 0</inkml:trace>
</inkml:ink>
</file>

<file path=ppt/ink/ink8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31.089"/>
    </inkml:context>
    <inkml:brush xml:id="br0">
      <inkml:brushProperty name="width" value="0.05" units="cm"/>
      <inkml:brushProperty name="height" value="0.05" units="cm"/>
      <inkml:brushProperty name="color" value="#FFC114"/>
    </inkml:brush>
  </inkml:definitions>
  <inkml:trace contextRef="#ctx0" brushRef="#br0">0 1 24575,'7'-1'0,"-2"2"0,-2 10 0,30 282 0,-32-288 0,0 0 0,0 1 0,0-1 0,0 0 0,1 0 0,4 9 0,-5-13 0,-1 0 0,1 0 0,0 0 0,-1-1 0,1 1 0,0 0 0,-1 0 0,1-1 0,0 1 0,0 0 0,0-1 0,0 1 0,0-1 0,0 1 0,0-1 0,0 1 0,0-1 0,0 0 0,0 0 0,0 1 0,0-1 0,0 0 0,0 0 0,0 0 0,0 0 0,0 0 0,0 0 0,0 0 0,1-1 0,-1 1 0,0 0 0,0-1 0,0 1 0,0 0 0,0-1 0,0 1 0,-1-1 0,1 0 0,0 1 0,1-2 0,8-6 0,1-1 0,-2-1 0,1 1 0,-1-2 0,-1 1 0,0-1 0,11-20 0,-1 4 0,-13 19 0,0 0 0,-1 0 0,6-15 0,-9 22 0,-1-1 0,1 1 0,-1 0 0,1-1 0,-1 1 0,0 0 0,0-1 0,0 1 0,0-1 0,0 1 0,0 0 0,0-1 0,0 1 0,-1 0 0,1-2 0,-1 2 0,0 1 0,1-1 0,-1 0 0,1 1 0,-1-1 0,0 1 0,1-1 0,-1 1 0,0-1 0,0 1 0,1 0 0,-1-1 0,0 1 0,0 0 0,0 0 0,1 0 0,-1-1 0,0 1 0,0 0 0,0 0 0,0 0 0,1 0 0,-1 0 0,0 0 0,0 1 0,0-1 0,-1 1 0,-15 3 0,0 2 0,1 0 0,0 0 0,0 2 0,-23 14 0,36-20 0,-1 1 0,0-1 0,1 1 0,-1 0 0,1 0 0,0 1 0,-5 5 0,7-8 0,1 0 0,-1-1 0,1 1 0,-1 0 0,1 0 0,0-1 0,-1 1 0,1 0 0,0 0 0,0 0 0,0 0 0,0-1 0,-1 1 0,1 0 0,0 0 0,0 0 0,1 0 0,-1 0 0,0-1 0,0 1 0,0 0 0,1 0 0,-1 0 0,0 0 0,1-1 0,-1 1 0,0 0 0,1 0 0,-1-1 0,1 1 0,-1 0 0,1-1 0,0 1 0,-1-1 0,1 1 0,0 0 0,-1-1 0,1 0 0,0 1 0,0-1 0,-1 1 0,1-1 0,0 0 0,0 1 0,0-1 0,-1 0 0,3 0 0,26 9 0,0-1 0,49 7 0,-53-12 0,0 2 0,-1 0 0,1 2 0,45 19 0,-51-17-1365,-3-1-5461</inkml:trace>
</inkml:ink>
</file>

<file path=ppt/ink/ink8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31.416"/>
    </inkml:context>
    <inkml:brush xml:id="br0">
      <inkml:brushProperty name="width" value="0.05" units="cm"/>
      <inkml:brushProperty name="height" value="0.05" units="cm"/>
      <inkml:brushProperty name="color" value="#FFC114"/>
    </inkml:brush>
  </inkml:definitions>
  <inkml:trace contextRef="#ctx0" brushRef="#br0">3 133 24575,'-2'-37'0,"2"20"0,2 40 0,-1-14 0,0 0 0,1 0 0,0 0 0,0 0 0,1 0 0,0 0 0,0-1 0,8 14 0,-9-20 0,-1 1 0,1-1 0,-1 0 0,1 1 0,0-1 0,0 0 0,0 0 0,1 0 0,-1 0 0,0-1 0,1 1 0,-1-1 0,1 1 0,-1-1 0,1 0 0,0 0 0,-1 0 0,1 0 0,0 0 0,0-1 0,0 0 0,0 1 0,-1-1 0,1 0 0,0 0 0,0 0 0,0-1 0,0 1 0,0-1 0,-1 1 0,4-2 0,7-3 0,-1-1 0,0 1 0,0-2 0,0 0 0,-1 0 0,0-1 0,-1-1 0,14-13 0,-12 10 0,-1-1 0,0 1 0,-1-2 0,-1 1 0,0-2 0,10-21 0,-11 9 0,-7 20 0,-6 18 0,-8 19-1365,7-15-5461</inkml:trace>
</inkml:ink>
</file>

<file path=ppt/ink/ink8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48.847"/>
    </inkml:context>
    <inkml:brush xml:id="br0">
      <inkml:brushProperty name="width" value="0.05" units="cm"/>
      <inkml:brushProperty name="height" value="0.05" units="cm"/>
      <inkml:brushProperty name="color" value="#FFC114"/>
    </inkml:brush>
  </inkml:definitions>
  <inkml:trace contextRef="#ctx0" brushRef="#br0">0 17 24575,'3'-3'0,"4"0"0,0-4 0,0 3 0,0 5 0,1 5 0,0 8 0,0 6 0,1 9 0,2 5 0,4 9 0,4 4 0,0 4 0,3 2 0,1 0 0,-4-9-8191</inkml:trace>
</inkml:ink>
</file>

<file path=ppt/ink/ink8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49.612"/>
    </inkml:context>
    <inkml:brush xml:id="br0">
      <inkml:brushProperty name="width" value="0.05" units="cm"/>
      <inkml:brushProperty name="height" value="0.05" units="cm"/>
      <inkml:brushProperty name="color" value="#FFC114"/>
    </inkml:brush>
  </inkml:definitions>
  <inkml:trace contextRef="#ctx0" brushRef="#br0">207 252 24575,'-24'-8'0,"1"-1"0,0-1 0,0-2 0,1 0 0,0-1 0,-38-31 0,60 43 0,-1 1 0,0-1 0,1 1 0,-1-1 0,0 1 0,1-1 0,-1 0 0,1 1 0,-1-1 0,1 0 0,-1 1 0,1-1 0,0 0 0,-1 1 0,1-1 0,0 0 0,-1 0 0,1 0 0,0 1 0,0-1 0,0 0 0,0 0 0,0 0 0,0 0 0,0 1 0,0-1 0,0 0 0,1-1 0,-1 0 0,1 1 0,0 0 0,1-1 0,-1 1 0,0 0 0,0 0 0,0 0 0,1 0 0,-1 0 0,0 0 0,1 0 0,-1 0 0,3 0 0,8-4 0,-1 2 0,25-6 0,-34 9 0,583-68 0,-443 57 0,-106 8 0,60-3 0,-85 9 0,-14 4 0,-21 10 0,16-12 0,0 3 0,-1-1 0,1 2 0,1-1 0,0 1 0,0 0 0,0 0 0,1 1 0,1 0 0,-1 0 0,2 0 0,-1 1 0,2 0 0,-1 0 0,2 0 0,-1 0 0,0 15 0,0 12 0,1 0 0,2 0 0,8 58 0,15 49 0,54 188 0,-44-202 0,-29-118 0,0 5 0,-11-30 0,-4-10 0,0 1 0,-2-1 0,0 2 0,-1 0 0,-1 1 0,-1 0 0,-19-16 0,25 26 0,0 1 0,-1 0 0,0 1 0,0 0 0,-1 0 0,0 2 0,0-1 0,-1 2 0,1-1 0,-1 2 0,0 0 0,0 0 0,0 1 0,-23 0 0,19 2 0,0 2 0,-1 0 0,1 1 0,1 0 0,-1 2 0,0 0 0,1 0 0,0 2 0,0 0 0,-23 15 0,22-12 0,1 2 0,0 0 0,1 0 0,0 1 0,1 1 0,0 1 0,1 0 0,1 0 0,-10 19 0,17-27 43,1 0 0,1 1-1,-1-1 1,1 1 0,1 0-1,-1 0 1,0 10 0,2-14-133,1-1 0,-1 1 0,1-1 0,1 1 0,-1-1 1,0 1-1,1-1 0,0 1 0,-1-1 0,1 1 1,1-1-1,-1 0 0,0 0 0,1 1 0,0-1 0,0 0 1,0 0-1,4 4 0,16 13-6736</inkml:trace>
</inkml:ink>
</file>

<file path=ppt/ink/ink8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50.562"/>
    </inkml:context>
    <inkml:brush xml:id="br0">
      <inkml:brushProperty name="width" value="0.05" units="cm"/>
      <inkml:brushProperty name="height" value="0.05" units="cm"/>
      <inkml:brushProperty name="color" value="#FFC114"/>
    </inkml:brush>
  </inkml:definitions>
  <inkml:trace contextRef="#ctx0" brushRef="#br0">54 436 24575,'0'0'0,"0"-1"0,0 1 0,0-1 0,0 1 0,0-1 0,0 1 0,0-1 0,-1 1 0,1-1 0,0 1 0,0-1 0,-1 1 0,1 0 0,0-1 0,0 1 0,-1-1 0,1 1 0,-1 0 0,1-1 0,0 1 0,-1 0 0,1-1 0,-1 1 0,1 0 0,0 0 0,-1-1 0,1 1 0,-1 0 0,1 0 0,-1 0 0,1 0 0,-1-1 0,1 1 0,-1 0 0,1 0 0,-1 0 0,0 0 0,1 0 0,-1 1 0,1-1 0,-1 0 0,1 0 0,-1 0 0,0 0 0,0 1 0,-1-1 0,1 1 0,-1-1 0,1 1 0,-1-1 0,1 1 0,-1 0 0,1 0 0,-1-1 0,1 1 0,0 0 0,-1 0 0,0 2 0,-1 1 0,1 0 0,1 0 0,-1 1 0,0-1 0,1 0 0,0 1 0,0-1 0,0 1 0,0 5 0,1 46 0,1-32 0,-1 13 0,7 56 0,-6-84 0,1 1 0,0 0 0,1 0 0,0-1 0,0 0 0,1 1 0,0-1 0,0 0 0,1-1 0,12 16 0,-15-21 0,0 0 0,0-1 0,1 1 0,-1-1 0,1 0 0,0 0 0,-1 0 0,1 0 0,0 0 0,0-1 0,1 1 0,-1-1 0,0 0 0,0 0 0,1 0 0,-1 0 0,0 0 0,1-1 0,-1 0 0,1 0 0,-1 0 0,0 0 0,1 0 0,-1-1 0,1 1 0,-1-1 0,0 0 0,1 0 0,-1 0 0,0 0 0,0-1 0,0 1 0,0-1 0,0 0 0,0 0 0,0 0 0,-1 0 0,1 0 0,-1-1 0,0 1 0,1-1 0,-1 0 0,0 0 0,2-3 0,1-4 0,0-1 0,0 1 0,-1-1 0,-1 0 0,0 0 0,0 0 0,-1 0 0,0 0 0,-1 0 0,-1-1 0,1 1 0,-2-1 0,-1-12 0,0 7 0,-1 0 0,-1-1 0,-1 1 0,0 1 0,-1-1 0,-1 1 0,-16-28 0,15 30 0,-1 1 0,-1 0 0,-14-14 0,21 24 0,-1-1 0,1 1 0,-1 0 0,0 0 0,0 0 0,0 0 0,0 0 0,-1 1 0,1 0 0,-1 0 0,0 0 0,1 1 0,-1 0 0,-8-2 0,12 3 0,1 0 0,-1 0 0,0 0 0,0 0 0,0 0 0,0 0 0,0 0 0,0 0 0,0 1 0,0-1 0,0 0 0,1 1 0,-1-1 0,0 0 0,0 1 0,0-1 0,1 1 0,-1-1 0,0 1 0,0 0 0,1-1 0,-1 1 0,1 0 0,-1-1 0,0 1 0,1 0 0,-1 0 0,1 0 0,0-1 0,-1 1 0,1 0 0,0 0 0,-1 0 0,1 0 0,0 0 0,0 0 0,0 0 0,0-1 0,0 1 0,0 0 0,0 0 0,0 0 0,0 0 0,0 0 0,1 0 0,-1 1 0,1 3 0,0-1 0,1 0 0,-1 1 0,1-1 0,0 0 0,0 0 0,0 0 0,3 5 0,3-1 0,1 1 0,0-1 0,0 0 0,0-1 0,1 0 0,0 0 0,0-1 0,1-1 0,0 1 0,0-2 0,0 0 0,0 0 0,22 4 0,-18-5 0,-1-1 0,1-1 0,-1 0 0,1 0 0,0-2 0,-1 0 0,1 0 0,-1-2 0,1 0 0,26-8 0,-36 8 0,1 1 0,0-1 0,-1 0 0,0 0 0,0-1 0,0 0 0,0 0 0,0 0 0,-1 0 0,0-1 0,0 1 0,0-1 0,0 0 0,-1 0 0,0-1 0,0 1 0,0-1 0,-1 1 0,0-1 0,0 0 0,0 0 0,-1 0 0,1 0 0,-2 0 0,1 0 0,-1 0 0,0-11 0,-2 14 0,0 9 0,-3 9 0,0 10 0,2 0 0,1 0 0,1 0 0,1 0 0,1 0 0,2 0 0,0 0 0,2 0 0,0-1 0,2 0 0,16 41 0,-19-56 0,0-1 0,1 0 0,0-1 0,0 1 0,0-1 0,1 0 0,0 0 0,0-1 0,1 1 0,0-2 0,0 1 0,12 6 0,-15-9 0,0-1 0,0 0 0,1 0 0,-1-1 0,1 1 0,0-1 0,-1 0 0,1 0 0,0-1 0,0 0 0,-1 1 0,1-1 0,0-1 0,0 1 0,0-1 0,-1 0 0,1 0 0,0 0 0,-1 0 0,1-1 0,-1 0 0,0 0 0,1 0 0,7-6 0,-4 1 0,-1 0 0,1 0 0,-1-1 0,-1 0 0,1 0 0,-1 0 0,-1-1 0,0 0 0,0 0 0,0 0 0,-1-1 0,3-13 0,2-7 0,-2 0 0,7-57 0,-9 13 0,-5 66 0,0 0 0,-1 0 0,0 0 0,0 0 0,-1 0 0,0 1 0,-3-9 0,-5 2 0,9 14 0,1 0 0,0 0 0,-1 0 0,1 0 0,0-1 0,-1 1 0,1 0 0,-1 0 0,1 0 0,0 0 0,-1 0 0,1 0 0,-1 0 0,1 0 0,0 0 0,-1 0 0,1 1 0,-1-1 0,1 0 0,0 0 0,-1 0 0,1 0 0,0 0 0,-1 1 0,0 0 0,-1 0 0,1 1 0,0-1 0,0 1 0,0-1 0,0 0 0,0 1 0,1 0 0,-1-1 0,0 1 0,1-1 0,-1 1 0,1 0 0,-1 3 0,0 5 0,1 0 0,0 1 0,0-1 0,1 1 0,0-1 0,1 0 0,0 0 0,7 18 0,-3-11 0,1-1 0,1 1 0,0-1 0,13 18 0,-15-27 0,-1 0 0,1 0 0,0-1 0,0 0 0,1 0 0,0 0 0,0-1 0,1 0 0,-1 0 0,1-1 0,11 5 0,-16-8 0,1 0 0,-1 0 0,0 0 0,1 0 0,-1 0 0,1-1 0,-1 0 0,1 1 0,-1-1 0,1 0 0,-1-1 0,1 1 0,0-1 0,-1 1 0,0-1 0,1 0 0,-1-1 0,0 1 0,1 0 0,-1-1 0,0 0 0,0 0 0,0 0 0,0 0 0,-1 0 0,1 0 0,0-1 0,-1 0 0,0 1 0,4-6 0,0-2 0,-1 0 0,0 0 0,0-1 0,-1 0 0,-1 1 0,0-1 0,0-1 0,-1 1 0,0 0 0,0-14 0,-1-18 0,-7-56 0,6 88 0,-11-108 0,-28-129 0,33 226 0,5 34 0,6 39 0,55 291 0,-36-237 0,47 126 0,-53-187-1365,-2-10-5461</inkml:trace>
</inkml:ink>
</file>

<file path=ppt/ink/ink8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50.935"/>
    </inkml:context>
    <inkml:brush xml:id="br0">
      <inkml:brushProperty name="width" value="0.05" units="cm"/>
      <inkml:brushProperty name="height" value="0.05" units="cm"/>
      <inkml:brushProperty name="color" value="#FFC114"/>
    </inkml:brush>
  </inkml:definitions>
  <inkml:trace contextRef="#ctx0" brushRef="#br0">0 236 24575,'0'0'0,"1"-1"0,-1 1 0,0 0 0,0 0 0,0 0 0,0-1 0,0 1 0,1 0 0,-1 0 0,0 0 0,0 0 0,0-1 0,1 1 0,-1 0 0,0 0 0,0 0 0,0 0 0,1 0 0,-1 0 0,0 0 0,0-1 0,1 1 0,-1 0 0,0 0 0,0 0 0,1 0 0,-1 0 0,0 0 0,0 0 0,1 0 0,-1 0 0,0 0 0,0 1 0,1-1 0,-1 0 0,0 0 0,0 0 0,0 0 0,1 0 0,-1 0 0,0 1 0,2 11 0,-5 16 0,2-27 0,1 1 0,-1-1 0,1 0 0,0 1 0,-1-1 0,1 1 0,0-1 0,0 1 0,0-1 0,0 0 0,0 1 0,1-1 0,-1 1 0,0-1 0,1 0 0,-1 1 0,1-1 0,-1 0 0,1 1 0,-1-1 0,1 0 0,0 0 0,0 0 0,0 1 0,0-1 0,0 0 0,0 0 0,0 0 0,0-1 0,2 2 0,0 0 0,0-2 0,0 1 0,0 0 0,0 0 0,0-1 0,0 0 0,1 0 0,-1 0 0,0 0 0,0 0 0,0 0 0,0-1 0,4-1 0,3-1 0,0 0 0,-1-1 0,0 0 0,0-1 0,0 0 0,0 0 0,-1-1 0,0 0 0,0-1 0,-1 1 0,1-2 0,-2 1 0,1-1 0,-1 0 0,0 0 0,6-11 0,-9 13 0,1 0 0,-1 0 0,-1 0 0,1 0 0,-1 0 0,0-1 0,0 1 0,-1-1 0,0 0 0,0 1 0,0-1 0,-1 0 0,0 1 0,0-1 0,-1 0 0,0 1 0,0-1 0,-1 1 0,0-1 0,0 1 0,0-1 0,-1 1 0,1 0 0,-2 0 0,-4-7 0,6 10 0,0 1 0,1 0 0,-1-1 0,0 1 0,-1 0 0,1 1 0,0-1 0,0 0 0,-1 1 0,1-1 0,-1 1 0,0-1 0,1 1 0,-1 0 0,0 0 0,1 1 0,-1-1 0,0 0 0,0 1 0,0 0 0,0 0 0,0 0 0,0 0 0,1 0 0,-1 0 0,0 1 0,0-1 0,0 1 0,0 0 0,1 0 0,-1 0 0,0 0 0,1 1 0,-1-1 0,-3 3 0,-2 2 0,0-1 0,1 2 0,0-1 0,0 1 0,1-1 0,0 2 0,0-1 0,0 1 0,-7 15 0,6-8 0,2 0 0,0 0 0,1 0 0,1 0 0,0 1 0,1-1 0,0 1 0,2 0 0,0-1 0,0 1 0,2 0 0,0-1 0,0 1 0,9 25 0,-7-30 0,0 0 0,0 0 0,1-1 0,0 0 0,1 0 0,0 0 0,1 0 0,0-1 0,10 10 0,-11-14 0,0 1 0,1-1 0,-1 0 0,1-1 0,0 0 0,0 0 0,1 0 0,-1-1 0,1 0 0,0-1 0,-1 1 0,1-1 0,16 1 0,22-3-1365,-3-4-5461</inkml:trace>
</inkml:ink>
</file>

<file path=ppt/ink/ink8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51.142"/>
    </inkml:context>
    <inkml:brush xml:id="br0">
      <inkml:brushProperty name="width" value="0.05" units="cm"/>
      <inkml:brushProperty name="height" value="0.05" units="cm"/>
      <inkml:brushProperty name="color" value="#FFC114"/>
    </inkml:brush>
  </inkml:definitions>
  <inkml:trace contextRef="#ctx0" brushRef="#br0">27 51 24575,'-23'-49'0,"19"47"0,5 10 0,5 14 0,53 112 0,-9-24 0,-47-102 0,86 227 0,-79-201 0,-1 0 0,-1 1 0,-2 0 0,-2 1 0,0 37 0,-5-55-72,0 0 1,-2 0-1,0-1 0,0 1 0,-2-1 0,0 0 0,-2 0 0,1 0 1,-2-1-1,0 0 0,-1 0 0,-1-1 0,0 0 0,-1-1 0,0 0 1,-1-1-1,-1 0 0,-28 22 0,-36 20-6754</inkml:trace>
</inkml:ink>
</file>

<file path=ppt/ink/ink8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51.666"/>
    </inkml:context>
    <inkml:brush xml:id="br0">
      <inkml:brushProperty name="width" value="0.05" units="cm"/>
      <inkml:brushProperty name="height" value="0.05" units="cm"/>
      <inkml:brushProperty name="color" value="#FFC114"/>
    </inkml:brush>
  </inkml:definitions>
  <inkml:trace contextRef="#ctx0" brushRef="#br0">222 0 24575,'0'6'0,"-1"-1"0,0 0 0,-1 1 0,1-1 0,-1 0 0,0 0 0,-5 10 0,-1 1 0,-138 374 0,132-341 0,2 1 0,2 0 0,3 0 0,1 1 0,3-1 0,4 61 0,1-87 0,1 0 0,1-1 0,2 0 0,0 0 0,1 0 0,1-1 0,1 0 0,13 21 0,-13-26 0,1-1 0,1-1 0,1 0 0,0 0 0,1-1 0,1-1 0,0 0 0,1-1 0,0-1 0,25 15 0,-9-11-195,0-1 0,1-2 0,1-1 0,0-1 0,0-2 0,65 7 0,-6-6-6631</inkml:trace>
</inkml:ink>
</file>

<file path=ppt/ink/ink8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53.928"/>
    </inkml:context>
    <inkml:brush xml:id="br0">
      <inkml:brushProperty name="width" value="0.05" units="cm"/>
      <inkml:brushProperty name="height" value="0.05" units="cm"/>
      <inkml:brushProperty name="color" value="#FFC114"/>
    </inkml:brush>
  </inkml:definitions>
  <inkml:trace contextRef="#ctx0" brushRef="#br0">13777 51 24575,'0'-3'0,"0"1"0,0 0 0,0 0 0,-1 0 0,1 0 0,-1 0 0,0 0 0,0 0 0,1 1 0,-1-1 0,0 0 0,-1 0 0,1 0 0,0 1 0,0-1 0,-1 1 0,1-1 0,-1 1 0,1-1 0,-1 1 0,0 0 0,1 0 0,-1 0 0,0 0 0,0 0 0,0 0 0,0 0 0,0 1 0,0-1 0,0 1 0,0 0 0,-3-1 0,-9-1 0,-1 1 0,0 0 0,-25 3 0,25-1 0,-397 46-884,291-29 529,-3937 468-7403,-14-110 372,2236-232 7832,6-88 314,1295-69 746,7-47 2749,506 56-4215,-2 1 588,-1-2 0,1-1 0,0 0 0,1-2 0,-1-1 0,-23-12 0,45 20-468,0 0 0,0-1 0,0 1 0,1 0 1,-1 0-1,0-1 0,0 1 0,1-1 0,-1 0 1,1 1-1,0-1 0,-1 0 0,1 0 0,0 0 0,0 0 1,-1-2-1,2 4-102,0-1 1,0 0-1,0 1 0,0-1 1,0 0-1,0 1 0,0-1 1,0 1-1,0-1 0,1 0 1,-1 1-1,0-1 0,0 1 1,1-1-1,-1 1 1,0-1-1,1 1 0,-1-1 1,0 1-1,2-2 0,-1 1-2,1 0 1,-1 0-1,1 0 0,0 0 0,-1 0 0,1 0 0,0 0 0,0 0 0,2 0 0,23-5-1044,1 1-5744</inkml:trace>
</inkml:ink>
</file>

<file path=ppt/ink/ink8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54.242"/>
    </inkml:context>
    <inkml:brush xml:id="br0">
      <inkml:brushProperty name="width" value="0.05" units="cm"/>
      <inkml:brushProperty name="height" value="0.05" units="cm"/>
      <inkml:brushProperty name="color" value="#FFC114"/>
    </inkml:brush>
  </inkml:definitions>
  <inkml:trace contextRef="#ctx0" brushRef="#br0">574 134 24575,'-40'-50'0,"35"41"0,-1 1 0,0 0 0,-1 0 0,0 1 0,0 0 0,0 0 0,-1 0 0,0 1 0,-8-5 0,13 10 0,1 0 0,-1 0 0,0 0 0,1 1 0,-1-1 0,1 1 0,-1 0 0,0 0 0,1 0 0,-1 0 0,0 0 0,1 0 0,-1 1 0,0-1 0,1 1 0,-1 0 0,1 0 0,-1 0 0,1 0 0,0 0 0,-5 3 0,-4 4 0,1 0 0,0 0 0,-12 12 0,13-10 0,-269 291 0,272-294 0,-3 3 0,1 1 0,0 0 0,-8 14 0,15-22 0,0-1 0,0 0 0,0 0 0,0 0 0,0 1 0,0-1 0,1 0 0,-1 1 0,1-1 0,-1 1 0,1-1 0,0 1 0,0-1 0,0 0 0,0 1 0,1-1 0,-1 1 0,1-1 0,-1 1 0,1-1 0,0 0 0,0 0 0,0 1 0,2 2 0,2 1 0,0-1 0,0 0 0,1 0 0,0-1 0,0 1 0,0-1 0,12 6 0,54 20 0,-57-24 0,190 63-1365,-133-49-5461</inkml:trace>
</inkml:ink>
</file>

<file path=ppt/ink/ink8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55.110"/>
    </inkml:context>
    <inkml:brush xml:id="br0">
      <inkml:brushProperty name="width" value="0.05" units="cm"/>
      <inkml:brushProperty name="height" value="0.05" units="cm"/>
      <inkml:brushProperty name="color" value="#FFC114"/>
    </inkml:brush>
  </inkml:definitions>
  <inkml:trace contextRef="#ctx0" brushRef="#br0">5178 62 24575,'-4'-26'0,"3"23"0,0-1 0,1 0 0,-1 0 0,1 0 0,0 0 0,0-5 0,0 9 0,0 0 0,0 0 0,0-1 0,0 1 0,0 0 0,0 0 0,0 0 0,0 0 0,0 0 0,0 0 0,0-1 0,1 1 0,-1 0 0,0 0 0,0 0 0,0 0 0,0 0 0,0 0 0,0 0 0,0 0 0,0-1 0,0 1 0,0 0 0,1 0 0,-1 0 0,0 0 0,0 0 0,0 0 0,0 0 0,0 0 0,0 0 0,1 0 0,-1 0 0,0 0 0,0 0 0,0 0 0,0 0 0,0 0 0,0 0 0,1 0 0,-1 0 0,0 0 0,0 0 0,0 0 0,0 0 0,8 6 0,4 10 0,3 12 0,-1 0 0,17 50 0,12 67 0,-32-107 0,27 97 0,-6 1 0,17 171 0,-47-289 0,0 0 0,-1 0 0,0 1 0,-3 22 0,1-36 0,1 0 0,-1 0 0,0-1 0,-1 1 0,1-1 0,-1 1 0,0-1 0,0 0 0,0 0 0,0 1 0,-1-2 0,0 1 0,0 0 0,0 0 0,0-1 0,0 0 0,-8 6 0,-2-1 0,-1 0 0,0-1 0,0-1 0,-1 0 0,-20 5 0,-82 14 0,57-13 0,-1046 186-3070,-7-45-1,-885 89-602,1949-237 3792,-637 50 2344,567-60-265,85 0-5355</inkml:trace>
</inkml:ink>
</file>

<file path=ppt/ink/ink8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55.406"/>
    </inkml:context>
    <inkml:brush xml:id="br0">
      <inkml:brushProperty name="width" value="0.05" units="cm"/>
      <inkml:brushProperty name="height" value="0.05" units="cm"/>
      <inkml:brushProperty name="color" value="#FFC114"/>
    </inkml:brush>
  </inkml:definitions>
  <inkml:trace contextRef="#ctx0" brushRef="#br0">537 57 24575,'1'-1'0,"0"0"0,0 0 0,0 0 0,0 0 0,0 0 0,-1 0 0,1-1 0,0 1 0,-1 0 0,1 0 0,-1-1 0,1 1 0,-1 0 0,1-1 0,-1 1 0,0-1 0,0 1 0,0 0 0,0-1 0,0 1 0,0-1 0,0 1 0,0 0 0,0-1 0,-1 1 0,1 0 0,-1-1 0,1 1 0,-1 0 0,1-1 0,-1 1 0,0 0 0,0 0 0,1 0 0,-1 0 0,0 0 0,0 0 0,0 0 0,0 0 0,-1 0 0,1 0 0,0 0 0,0 0 0,0 1 0,-1-1 0,1 1 0,0-1 0,0 1 0,-1-1 0,1 1 0,-1 0 0,1-1 0,0 1 0,-1 0 0,1 0 0,-1 0 0,1 0 0,0 1 0,-1-1 0,1 0 0,-2 1 0,-13 7 0,1 0 0,1 1 0,-1 1 0,1 0 0,-16 16 0,-11 7 0,-237 152 0,266-179 0,-34 23 0,44-28 0,0 1 0,0-1 0,1 1 0,-1 0 0,0-1 0,1 1 0,-1 0 0,1 0 0,-1 0 0,1 0 0,0 0 0,0 0 0,0 0 0,0 1 0,0-1 0,0 0 0,0 4 0,1-4 0,1 0 0,-1 0 0,0 0 0,1-1 0,-1 1 0,1 0 0,0 0 0,0-1 0,0 1 0,0 0 0,0-1 0,0 1 0,0-1 0,0 0 0,0 1 0,1-1 0,1 2 0,29 20 0,-25-18 0,69 40 11,88 37 0,-82-42-1398,-10-4-5439</inkml:trace>
</inkml:ink>
</file>

<file path=ppt/ink/ink8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56.932"/>
    </inkml:context>
    <inkml:brush xml:id="br0">
      <inkml:brushProperty name="width" value="0.05" units="cm"/>
      <inkml:brushProperty name="height" value="0.05" units="cm"/>
      <inkml:brushProperty name="color" value="#FFC114"/>
    </inkml:brush>
  </inkml:definitions>
  <inkml:trace contextRef="#ctx0" brushRef="#br0">90 407 24575,'0'-1'0,"-1"0"0,0 1 0,1-1 0,-1 0 0,1 0 0,-1 1 0,0-1 0,0 1 0,1-1 0,-1 0 0,0 1 0,0 0 0,0-1 0,0 1 0,0-1 0,0 1 0,1 0 0,-1 0 0,0-1 0,0 1 0,-2 0 0,3 1 0,-1-1 0,1 1 0,-1-1 0,1 1 0,0-1 0,-1 1 0,1 0 0,0-1 0,-1 1 0,1 0 0,0-1 0,0 1 0,0 0 0,0-1 0,0 1 0,-1 0 0,1-1 0,0 1 0,1 0 0,-1-1 0,0 1 0,0 0 0,10 47 0,159 440 0,-168-484 0,-4-8 0,-11-21 0,-19-40 0,-76-182 0,86 183 0,-30-131 0,49 175 0,1 1 0,0-1 0,2 0 0,0-1 0,2 1 0,0 0 0,1 0 0,7-28 0,-7 41 0,0-1 0,1 1 0,0-1 0,0 1 0,1 0 0,0 0 0,0 1 0,1-1 0,-1 1 0,2 0 0,-1 0 0,0 0 0,1 1 0,0 0 0,1 0 0,-1 0 0,1 1 0,0 0 0,0 0 0,0 1 0,0 0 0,1 0 0,-1 1 0,9-2 0,1 1 0,0 1 0,-1 0 0,1 2 0,0 0 0,0 1 0,0 0 0,-1 1 0,1 1 0,-1 1 0,26 9 0,-25-7 0,1 1 0,-2 1 0,1 1 0,-1 0 0,0 1 0,-1 1 0,0 0 0,-1 1 0,18 19 0,-26-24 0,-1-1 0,0 1 0,0 0 0,0 1 0,-1-1 0,0 1 0,-1 0 0,0 0 0,0 0 0,-1 0 0,0 1 0,0-1 0,-1 1 0,0-1 0,0 10 0,-2-7 0,0 0 0,0-1 0,-1 1 0,0-1 0,-1 0 0,0 0 0,-1 0 0,0 0 0,-1 0 0,0-1 0,-11 17 0,-3-4 0,0 0 0,-2-2 0,0 0 0,-1-1 0,-45 29 0,65-47 0,0 0 0,-17 15 0,19-15 0,-1-1 0,1 0 0,0 0 0,0 0 0,-1 1 0,1-1 0,0 0 0,0 0 0,0 1 0,0-1 0,-1 0 0,1 1 0,0-1 0,0 0 0,0 1 0,0-1 0,0 0 0,0 0 0,0 1 0,0-1 0,0 0 0,0 1 0,0-1 0,0 0 0,0 1 0,0-1 0,0 0 0,0 1 0,0-1 0,0 0 0,0 1 0,1-1 0,-1 0 0,0 0 0,0 1 0,0-1 0,1 0 0,-1 0 0,0 1 0,0-1 0,0 0 0,1 0 0,-1 0 0,0 1 0,1-1 0,-1 0 0,0 0 0,0 0 0,1 0 0,-1 0 0,0 0 0,1 1 0,-1-1 0,0 0 0,1 0 0,-1 0 0,0 0 0,1 0 0,-1 0 0,0 0 0,0 0 0,1 0 0,-1-1 0,1 1 0,17 1 0,0-1 0,0 0 0,28-5 0,15-1 0,-27 5 0,-1 1 0,67 10 0,-88-7 0,1-1 0,0 2 0,-1-1 0,0 2 0,0 0 0,0 0 0,-1 1 0,1 0 0,-1 1 0,18 15 0,-25-18 0,0 0 0,0 0 0,0 1 0,-1-1 0,1 1 0,-1 0 0,0 0 0,-1 0 0,1 0 0,-1 0 0,0 1 0,0-1 0,-1 1 0,0-1 0,0 1 0,0 0 0,0 0 0,-1-1 0,0 8 0,-1-6 0,0 0 0,-1-1 0,0 1 0,0-1 0,0 1 0,-1-1 0,1 1 0,-2-1 0,1 0 0,-1-1 0,1 1 0,-2-1 0,1 1 0,-1-1 0,-8 8 0,-3-1 0,-1-1 0,0 0 0,-1-1 0,0-1 0,0 0 0,-1-2 0,0 0 0,0-1 0,-1-1 0,0 0 0,0-2 0,0 0 0,0-2 0,-27 0 0,39-2-91,1 1 0,-1-2 0,0 1 0,1-1 0,-1 0 0,1 0 0,-1-1 0,1 0 0,0 0 0,0-1 0,0 0 0,1 0 0,-1-1 0,-5-5 0,-8-13-6735</inkml:trace>
</inkml:ink>
</file>

<file path=ppt/ink/ink8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57.259"/>
    </inkml:context>
    <inkml:brush xml:id="br0">
      <inkml:brushProperty name="width" value="0.05" units="cm"/>
      <inkml:brushProperty name="height" value="0.05" units="cm"/>
      <inkml:brushProperty name="color" value="#FFC114"/>
    </inkml:brush>
  </inkml:definitions>
  <inkml:trace contextRef="#ctx0" brushRef="#br0">0 116 24575,'2'1'0,"-1"-1"0,0 0 0,0 0 0,1 0 0,-1 0 0,0 1 0,0-1 0,0 1 0,0-1 0,1 1 0,-1-1 0,0 1 0,0 0 0,0-1 0,0 1 0,0 0 0,0 0 0,-1 0 0,1 0 0,0 0 0,0 0 0,0 1 0,12 30 0,-3-6 0,3-4 0,1-1 0,0-1 0,2 0 0,0-1 0,2-1 0,23 20 0,-28-27 0,0 0 0,1-2 0,1 0 0,0 0 0,0-1 0,0-1 0,1-1 0,0 0 0,0-1 0,18 3 0,-25-6 0,-1-1 0,0-1 0,1 1 0,-1-1 0,1-1 0,-1 1 0,0-1 0,1-1 0,7-2 0,-12 3 0,0-1 0,0 1 0,-1-1 0,1 0 0,-1 0 0,1-1 0,-1 1 0,0-1 0,0 1 0,0-1 0,0 0 0,0 0 0,-1-1 0,1 1 0,-1 0 0,0-1 0,0 1 0,0-1 0,-1 0 0,3-5 0,-2-1 0,0 0 0,-1-1 0,0 1 0,0-1 0,-1 1 0,0 0 0,-1-1 0,0 1 0,-1 0 0,0-1 0,-1 1 0,0 0 0,0 0 0,-10-18 0,3 9 0,-1 0 0,0 0 0,-1 1 0,-2 1 0,1 0 0,-20-18 0,26 28 49,-1 0 0,1 1 0,-1 0-1,0 1 1,-1 0 0,-9-5 0,16 9-100,0 0 1,0 0 0,0 0 0,0 1 0,0-1-1,0 1 1,0-1 0,-1 1 0,1 0 0,0 0-1,0-1 1,0 2 0,0-1 0,-1 0 0,1 0-1,0 1 1,0-1 0,0 1 0,0 0 0,0-1 0,0 1-1,0 0 1,0 0 0,0 0 0,1 1 0,-1-1-1,0 0 1,1 1 0,-1-1 0,1 1 0,-1-1-1,1 1 1,-2 3 0,-5 9-6776</inkml:trace>
</inkml:ink>
</file>

<file path=ppt/ink/ink8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57.586"/>
    </inkml:context>
    <inkml:brush xml:id="br0">
      <inkml:brushProperty name="width" value="0.05" units="cm"/>
      <inkml:brushProperty name="height" value="0.05" units="cm"/>
      <inkml:brushProperty name="color" value="#FFC114"/>
    </inkml:brush>
  </inkml:definitions>
  <inkml:trace contextRef="#ctx0" brushRef="#br0">98 235 24575,'5'-6'0,"0"0"0,0-1 0,-1 0 0,0 1 0,-1-1 0,1 0 0,-1-1 0,-1 1 0,1-1 0,-1 1 0,0-1 0,-1 0 0,0 0 0,0 0 0,-1-8 0,0 11 0,0 1 0,0-1 0,0 0 0,-1 1 0,1-1 0,-1 1 0,0-1 0,-1 1 0,1 0 0,-1-1 0,0 1 0,0 0 0,0 0 0,0 0 0,-1 0 0,0 1 0,0-1 0,0 1 0,0-1 0,0 1 0,-1 0 0,1 0 0,-1 1 0,0-1 0,0 1 0,-8-4 0,10 5 0,0 0 0,0 0 0,0 1 0,-1-1 0,1 1 0,0-1 0,0 1 0,0 0 0,-1 0 0,1 0 0,0 0 0,0 0 0,0 1 0,0-1 0,-1 1 0,1-1 0,0 1 0,0 0 0,0 0 0,0 0 0,0 0 0,0 0 0,0 0 0,1 1 0,-1-1 0,0 1 0,1-1 0,-1 1 0,1-1 0,-1 1 0,1 0 0,0 0 0,0 0 0,0 0 0,0 0 0,0 0 0,0 0 0,0 0 0,1 0 0,-1 3 0,-1 3 0,0-1 0,1 1 0,0 0 0,0 0 0,1-1 0,0 1 0,1 0 0,-1 0 0,1-1 0,4 13 0,0-8 0,0 1 0,1-1 0,0 0 0,1 0 0,1-1 0,-1 0 0,2 0 0,0-1 0,0 0 0,1 0 0,0-1 0,0 0 0,13 7 0,19 10 0,1-1 0,57 24 0,-43-23 0,-49-22 0,26 14 0,-33-17 0,1 0 0,-1 0 0,1 0 0,-1 0 0,1 0 0,-1 1 0,0-1 0,1 0 0,-1 1 0,0-1 0,0 1 0,0-1 0,0 1 0,0 0 0,0 3 0,-1-4 0,0-1 0,0 1 0,0 0 0,0-1 0,0 1 0,-1 0 0,1-1 0,0 1 0,-1 0 0,1-1 0,0 1 0,-1-1 0,1 1 0,-1-1 0,1 1 0,-1-1 0,1 1 0,-1-1 0,1 1 0,-1-1 0,1 1 0,-1-1 0,0 0 0,1 0 0,-1 1 0,0-1 0,1 0 0,-1 0 0,0 0 0,1 1 0,-1-1 0,-1 0 0,-27 3 0,26-3 0,-32 1 41,1-3 0,-1 0 0,-57-13-1,3 0-1568,68 13-5298</inkml:trace>
</inkml:ink>
</file>

<file path=ppt/ink/ink8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58.336"/>
    </inkml:context>
    <inkml:brush xml:id="br0">
      <inkml:brushProperty name="width" value="0.05" units="cm"/>
      <inkml:brushProperty name="height" value="0.05" units="cm"/>
      <inkml:brushProperty name="color" value="#FFC114"/>
    </inkml:brush>
  </inkml:definitions>
  <inkml:trace contextRef="#ctx0" brushRef="#br0">109 299 24575,'-9'-8'0,"-1"0"0,-19-11 0,21 15 0,1-1 0,0 0 0,0 0 0,0 0 0,0-1 0,-6-8 0,12 14 0,1-1 0,0 1 0,-1-1 0,1 1 0,0 0 0,-1-1 0,1 1 0,0-1 0,0 1 0,0-1 0,-1 1 0,1-1 0,0 1 0,0-1 0,0 1 0,0-1 0,0 1 0,0-1 0,0 0 0,0 1 0,0-1 0,0 1 0,0-1 0,0 1 0,0-1 0,1 1 0,-1-1 0,0 1 0,1-1 0,0 0 0,0 0 0,0 0 0,0 0 0,0 0 0,0 0 0,0 0 0,0 0 0,1 1 0,-1-1 0,0 1 0,2-2 0,41-7 0,-40 9 0,159-20 0,69-10 0,-170 19 0,101-32 0,-155 41 0,38-17 0,-42 18 0,-1-1 0,0 0 0,0 0 0,0 0 0,0 0 0,0-1 0,-1 1 0,1-1 0,-1 1 0,5-7 0,-7 9 0,1-1 0,-1 0 0,1 1 0,-1-1 0,0 1 0,1-1 0,-1 0 0,0 0 0,1 1 0,-1-1 0,0 0 0,0 1 0,0-1 0,0 0 0,0 0 0,0 1 0,0-1 0,0 0 0,0 0 0,0 1 0,0-1 0,0 0 0,0 1 0,-1-1 0,1 0 0,0 1 0,0-1 0,-1 0 0,1 1 0,-1-1 0,1 0 0,0 1 0,-1-1 0,1 1 0,-1-1 0,0 1 0,1-1 0,-1 1 0,1-1 0,-1 1 0,0 0 0,1-1 0,-1 1 0,0 0 0,1-1 0,-1 1 0,0 0 0,1 0 0,-1 0 0,0 0 0,0 0 0,-2-1 0,0 1 0,1-1 0,-1 1 0,1 0 0,-1 0 0,1 1 0,-1-1 0,0 0 0,1 1 0,-1-1 0,1 1 0,0 0 0,-5 2 0,4 0 0,0 0 0,0 0 0,0 0 0,0 0 0,0 1 0,1-1 0,0 1 0,0-1 0,0 1 0,0 0 0,0 0 0,1 0 0,-1 0 0,0 8 0,-1 3 0,1 1 0,-1 28 0,4-8 0,2 0 0,1 1 0,2-1 0,14 50 0,56 140 0,-52-161 0,-4-11 0,1 3 0,26 105 0,-89-224 0,18 24 0,-40-49 0,55 77 0,0 0 0,0 1 0,0 0 0,-1 1 0,-1 0 0,1 1 0,-1-1 0,-1 2 0,-20-9 0,29 14 0,0 0 0,-1 0 0,1 0 0,0 1 0,-1-1 0,1 1 0,-1 0 0,1 0 0,-1 0 0,1 0 0,0 1 0,-1 0 0,1-1 0,0 1 0,-1 0 0,1 1 0,0-1 0,0 0 0,0 1 0,0 0 0,0 0 0,0 0 0,1 0 0,-1 0 0,0 0 0,1 1 0,0-1 0,0 1 0,0 0 0,-2 3 0,1-1 0,0-1 0,0 1 0,1 0 0,0 0 0,0 0 0,0 0 0,1 1 0,0-1 0,0 0 0,0 1 0,1-1 0,-1 1 0,1-1 0,0 0 0,1 1 0,0-1 0,0 1 0,2 7 0,9 13-1365,2-5-5461</inkml:trace>
</inkml:ink>
</file>

<file path=ppt/ink/ink8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2:58.774"/>
    </inkml:context>
    <inkml:brush xml:id="br0">
      <inkml:brushProperty name="width" value="0.05" units="cm"/>
      <inkml:brushProperty name="height" value="0.05" units="cm"/>
      <inkml:brushProperty name="color" value="#FFC114"/>
    </inkml:brush>
  </inkml:definitions>
  <inkml:trace contextRef="#ctx0" brushRef="#br0">131 414 24575,'9'-6'0,"-1"1"0,0-1 0,0 0 0,-1-1 0,1 1 0,-2-2 0,1 1 0,-1-1 0,0 0 0,-1 0 0,9-17 0,-7 10 0,0 1 0,-1-1 0,-1-1 0,-1 1 0,0-1 0,3-24 0,-6 28 0,-1 0 0,0 0 0,-1 1 0,0-1 0,-1 0 0,0 1 0,-1-1 0,-5-15 0,7 23 0,-1 1 0,1 0 0,-1-1 0,1 1 0,-1 0 0,0 0 0,0 0 0,0 0 0,-1 0 0,1 0 0,-1 0 0,1 1 0,-1 0 0,0-1 0,0 1 0,0 0 0,0 0 0,-1 1 0,1-1 0,0 1 0,-1-1 0,1 1 0,-1 0 0,1 0 0,-1 1 0,0-1 0,1 1 0,-1 0 0,0 0 0,-6 0 0,3 2 0,0 0 0,1 0 0,-1 0 0,0 1 0,1 0 0,-1 0 0,1 1 0,0-1 0,0 1 0,1 1 0,-1-1 0,1 1 0,0 0 0,0 0 0,0 1 0,1 0 0,-5 7 0,2-3 0,2 0 0,0 0 0,0 0 0,0 0 0,1 1 0,1 0 0,0 0 0,0 0 0,1 0 0,0 14 0,2-15 0,0-1 0,1 0 0,0 1 0,0-1 0,1 0 0,0 0 0,1 0 0,0 0 0,0-1 0,1 1 0,5 9 0,-1-7 0,0 0 0,0 0 0,1 0 0,0-1 0,1 0 0,20 14 0,3-1 0,1-2 0,1-2 0,1-1 0,44 15 0,-37-17 0,-25-10 0,0 1 0,0 0 0,-1 1 0,0 1 0,17 12 0,-33-21 0,0 1 0,0 0 0,0-1 0,0 1 0,0 0 0,0-1 0,-1 1 0,1 0 0,0 0 0,0 0 0,-1 0 0,1 0 0,-1 0 0,1 0 0,-1 0 0,1 0 0,-1 0 0,1 0 0,-1 0 0,0 0 0,0 0 0,1 0 0,-1 1 0,0-1 0,0 2 0,-1-2 0,0 1 0,0-1 0,1 0 0,-1 0 0,0 0 0,0 0 0,0 0 0,0 0 0,-1 0 0,1 0 0,0 0 0,0 0 0,-1 0 0,1-1 0,0 1 0,-3 0 0,-7 3 0,-1-1 0,1 0 0,-20 2 0,-34 0-185,0-4-1,-122-12 1,145 7-624,21 2-6017</inkml:trace>
</inkml:ink>
</file>

<file path=ppt/ink/ink8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00.316"/>
    </inkml:context>
    <inkml:brush xml:id="br0">
      <inkml:brushProperty name="width" value="0.05" units="cm"/>
      <inkml:brushProperty name="height" value="0.05" units="cm"/>
      <inkml:brushProperty name="color" value="#FFC114"/>
    </inkml:brush>
  </inkml:definitions>
  <inkml:trace contextRef="#ctx0" brushRef="#br0">5824 24 24575,'0'-1'0,"0"0"0,0 0 0,0 0 0,0 0 0,1 0 0,-1 0 0,0 0 0,1 0 0,-1 0 0,0 0 0,1 1 0,-1-1 0,1 0 0,0 0 0,-1 0 0,1 1 0,0-1 0,-1 0 0,1 1 0,0-1 0,-1 1 0,1-1 0,0 1 0,0-1 0,0 1 0,0-1 0,0 1 0,0 0 0,1-1 0,0 1 0,0-1 0,-1 1 0,1 0 0,0 0 0,-1 0 0,1 0 0,0 0 0,-1 0 0,1 0 0,0 1 0,-1-1 0,1 0 0,0 1 0,-1 0 0,1-1 0,1 2 0,1 1 0,-1 0 0,0 0 0,0 0 0,0 1 0,0-1 0,0 1 0,-1 0 0,1 0 0,-1 0 0,0 0 0,0 0 0,2 8 0,1 8 0,6 30 0,-9-37 0,20 137 0,1 154 0,-2-8 0,7-105 0,8 94 0,-36-265 0,0-1 0,-1 1 0,0 0 0,-2 0 0,-1-1 0,0 1 0,-11 29 0,10-36 0,-1-1 0,0 0 0,-1-1 0,0 0 0,-1 0 0,0 0 0,-1-1 0,0 0 0,0-1 0,-1 0 0,0 0 0,-16 9 0,-3 0 12,-1-2-1,0-2 0,-1 0 1,-49 13-1,-140 25-285,217-51 264,-781 131-3573,-9-38 491,519-63 2938,201-23-211,-2690 327-2778,2729-330 3200,-632 73 4659,648-76-4194,7-1-95,0 0-1,-1 0 0,1-2 0,-14-1 0,25 2-367,-1 0 0,1 0 0,-1 0 0,1 0 1,-1 0-1,1 0 0,-1 0 0,1 0 0,-1 0 0,1-1 1,0 1-1,-1 0 0,1 0 0,-1-1 0,1 1 0,0 0 1,-1 0-1,1-1 0,-1 1 0,1 0 0,0-1 0,-1 1 1,1-1-1,5-7 636,18-3 102,50-16-593,58-25-139,-116 45-72,1-1 0,-2-1 0,1 0 0,-1-1-1,24-23 1,-34 28 7,0 1 0,-1-1 0,0 0 0,0 0 0,0 0 0,-1 0 0,0 0 0,0-1 0,0 1 0,0-1 0,-1 1 0,0-1 0,0 0 0,-1 1 0,0-1 0,1 0 0,-2 0 0,1 1 0,-3-11 0,3 15 0,0 1 0,0 0 0,0 0 0,0-1 0,0 1 0,0 0 0,0 0 0,0 0 0,0-1 0,0 1 0,-1 0 0,1 0 0,0 0 0,0-1 0,0 1 0,0 0 0,0 0 0,-1 0 0,1 0 0,0-1 0,0 1 0,0 0 0,-1 0 0,1 0 0,0 0 0,0 0 0,0 0 0,-1 0 0,1-1 0,0 1 0,0 0 0,-1 0 0,1 0 0,0 0 0,0 0 0,-1 0 0,-9 6 0,-8 13 0,17-18 0,-21 25 0,-33 54 0,49-69 0,0-1 0,1 1 0,0 0 0,0 0 0,2 1 0,-1-1 0,2 1 0,-4 23 0,6-30 27,1 1-1,-1-1 0,1 0 0,0 0 1,0 0-1,0 0 0,1 0 0,-1 0 1,1 0-1,1 0 0,-1 0 0,5 5 1,-2-2-271,0-1 0,1 0 0,0 0 0,1-1 1,0 0-1,9 7 0,11 5-6582</inkml:trace>
</inkml:ink>
</file>

<file path=ppt/ink/ink8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01.036"/>
    </inkml:context>
    <inkml:brush xml:id="br0">
      <inkml:brushProperty name="width" value="0.05" units="cm"/>
      <inkml:brushProperty name="height" value="0.05" units="cm"/>
      <inkml:brushProperty name="color" value="#FFC114"/>
    </inkml:brush>
  </inkml:definitions>
  <inkml:trace contextRef="#ctx0" brushRef="#br0">106 125 24575,'-102'-41'0,"98"36"0,11 2 0,13 1 0,-20 2 0,150-8 0,205-39 0,-325 38 0,-24 7 0,0 0 0,0 0 0,0 1 0,11-1 0,-17 4 0,-1 0 0,1 0 0,0 0 0,0 1 0,-1-1 0,1 0 0,-1 0 0,0 0 0,0 0 0,-1 3 0,1-2 0,-3 13 0,0 0 0,1 1 0,1-1 0,1 0 0,0 1 0,1 0 0,1-1 0,0 1 0,1-1 0,5 18 0,8 22 0,34 83 0,-30-87 0,2 2 0,-11-30 0,0-1 0,-2 1 0,-1 1 0,-1-1 0,5 39 0,-11-62 0,0 0 0,0 0 0,0 1 0,0-1 0,0 0 0,0 1 0,0-1 0,-1 0 0,1 0 0,0 1 0,-1-1 0,1 0 0,-1 0 0,1 0 0,-1 1 0,1-1 0,-3 2 0,3-3 0,-1 1 0,0-1 0,0 1 0,1-1 0,-1 0 0,0 1 0,0-1 0,0 0 0,1 0 0,-1 0 0,0 1 0,0-1 0,0 0 0,0 0 0,1 0 0,-1 0 0,0 0 0,0-1 0,-2 1 0,-3-2 0,0-1 0,-1 1 0,1-1 0,0-1 0,-6-4 0,11 8 0,-19-13 0,-17-11 0,-1 2 0,0 1 0,-46-16 0,73 32 0,-1 2 0,0-1 0,0 1 0,0 1 0,0 0 0,0 1 0,0 0 0,0 1 0,0 1 0,-1-1 0,1 2 0,0 0 0,0 0 0,1 1 0,-1 1 0,-12 5 0,19-7 20,0 1 0,0-1 0,1 1 1,-1 0-1,1 1 0,0-1 0,0 1 0,0 0 0,0 0 0,1 0 0,-1 0 0,1 1 0,0 0 0,0-1 0,1 1 0,-4 9 1,5-11-76,0 0-1,1 0 1,-1 0 0,1 0 0,0 0 0,0 0 0,0 0 0,0 0 0,0 0 0,0 0 0,1 0 0,0 0 0,0 0 0,-1 0 0,2 0 0,-1 0 0,0 0 0,1-1 0,-1 1 0,1 0-1,0-1 1,-1 1 0,1-1 0,1 0 0,-1 0 0,0 0 0,0 0 0,1 0 0,-1 0 0,5 2 0,18 9-6771</inkml:trace>
</inkml:ink>
</file>

<file path=ppt/ink/ink8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01.255"/>
    </inkml:context>
    <inkml:brush xml:id="br0">
      <inkml:brushProperty name="width" value="0.05" units="cm"/>
      <inkml:brushProperty name="height" value="0.05" units="cm"/>
      <inkml:brushProperty name="color" value="#FFC114"/>
    </inkml:brush>
  </inkml:definitions>
  <inkml:trace contextRef="#ctx0" brushRef="#br0">0 89 24575,'1'-80'0,"-2"80"0,1 0 0,0-1 0,0 1 0,0 0 0,0 0 0,0-1 0,0 1 0,0 0 0,0-1 0,0 1 0,0 0 0,0 0 0,0-1 0,0 1 0,0 0 0,0 0 0,1-1 0,-1 1 0,0 0 0,0 0 0,0-1 0,0 1 0,0 0 0,1 0 0,-1 0 0,0-1 0,0 1 0,0 0 0,0 0 0,1 0 0,-1 0 0,0-1 0,0 1 0,1 0 0,-1 0 0,0 0 0,0 0 0,1 0 0,-1 0 0,0 0 0,1 0 0,8 10 0,6 20 0,28 84-682,41 172-1,-77-258-6143</inkml:trace>
</inkml:ink>
</file>

<file path=ppt/ink/ink8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01.490"/>
    </inkml:context>
    <inkml:brush xml:id="br0">
      <inkml:brushProperty name="width" value="0.05" units="cm"/>
      <inkml:brushProperty name="height" value="0.05" units="cm"/>
      <inkml:brushProperty name="color" value="#FFC114"/>
    </inkml:brush>
  </inkml:definitions>
  <inkml:trace contextRef="#ctx0" brushRef="#br0">51 289 24575,'-4'-14'0,"-26"-94"0,27 97 0,1-1 0,1 0 0,0 1 0,0-1 0,1 0 0,1 1 0,2-15 0,-2 23 0,0 0 0,0-1 0,0 1 0,0 1 0,1-1 0,-1 0 0,1 0 0,0 0 0,0 1 0,0-1 0,0 1 0,0-1 0,0 1 0,1 0 0,-1 0 0,1 0 0,0 0 0,-1 1 0,1-1 0,0 1 0,0-1 0,0 1 0,0 0 0,0 0 0,0 0 0,0 1 0,0-1 0,4 1 0,6-1 0,-1 0 0,1 1 0,-1 1 0,1 0 0,22 6 0,0 1 0,0 3 0,-1 0 0,0 3 0,-1 0 0,-1 2 0,0 2 0,-2 1 0,0 1 0,-1 1 0,30 30 0,-51-44 0,-1 1 0,0 0 0,0 1 0,-1 0 0,0 0 0,0 0 0,6 16 0,-10-21 0,-1 1 0,0-1 0,0 0 0,0 1 0,0-1 0,0 1 0,-1-1 0,0 1 0,0-1 0,0 1 0,0-1 0,-1 0 0,0 1 0,0-1 0,0 1 0,-1-1 0,1 0 0,-1 0 0,0 0 0,-4 7 0,1-4 0,-1 0 0,1-1 0,-2 0 0,1 0 0,-1 0 0,1 0 0,-1-1 0,-1-1 0,-14 8 0,-3 0 0,-50 14 0,-7-5-682,-163 20-1,139-29-6143</inkml:trace>
</inkml:ink>
</file>

<file path=ppt/ink/ink8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02.643"/>
    </inkml:context>
    <inkml:brush xml:id="br0">
      <inkml:brushProperty name="width" value="0.05" units="cm"/>
      <inkml:brushProperty name="height" value="0.05" units="cm"/>
      <inkml:brushProperty name="color" value="#FFC114"/>
    </inkml:brush>
  </inkml:definitions>
  <inkml:trace contextRef="#ctx0" brushRef="#br0">2843 14 24575,'-80'-7'0,"8"1"0,-364 19-448,-2 34-92,373-39 526,-1566 270-2155,1617-275 2164,-18 4 82,-31 10 0,51-11 478,19-4-5,22-4 462,12-4-1998,2-1-5314</inkml:trace>
</inkml:ink>
</file>

<file path=ppt/ink/ink8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03.719"/>
    </inkml:context>
    <inkml:brush xml:id="br0">
      <inkml:brushProperty name="width" value="0.05" units="cm"/>
      <inkml:brushProperty name="height" value="0.05" units="cm"/>
      <inkml:brushProperty name="color" value="#FFC114"/>
    </inkml:brush>
  </inkml:definitions>
  <inkml:trace contextRef="#ctx0" brushRef="#br0">1243 71 24575,'-14'-14'0,"-23"-31"0,29 34 0,16 30 0,11 36 0,-6-14 0,286 1037 0,-235-786 0,-64-291 0,1 2 0,0 1 0,0 1 0,0-1 0,-1 0 0,0 0 0,0 0 0,0 7 0,-1-10 0,1 0 0,0 0 0,-1 0 0,0 0 0,1 0 0,-1 0 0,0 0 0,1-1 0,-1 1 0,0 0 0,0 0 0,0 0 0,1-1 0,-1 1 0,0 0 0,0-1 0,0 1 0,0-1 0,0 1 0,-1-1 0,1 0 0,0 1 0,0-1 0,0 0 0,0 0 0,0 0 0,0 0 0,-1 0 0,1 0 0,0 0 0,-2 0 0,-388 28 0,2 33 0,190-28 0,62-12 0,-258 49 0,364-62-1365,13-3-5461</inkml:trace>
</inkml:ink>
</file>

<file path=ppt/ink/ink8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04.309"/>
    </inkml:context>
    <inkml:brush xml:id="br0">
      <inkml:brushProperty name="width" value="0.05" units="cm"/>
      <inkml:brushProperty name="height" value="0.05" units="cm"/>
      <inkml:brushProperty name="color" value="#FFC114"/>
    </inkml:brush>
  </inkml:definitions>
  <inkml:trace contextRef="#ctx0" brushRef="#br0">1295 1 24575,'-47'17'0,"-300"71"0,162-44 0,16-2 0,-303 81 0,460-120 88,-25 9 134,35-12-334,0 1 1,1-1-1,-1 1 0,0 0 1,1 0-1,-1 0 0,0 0 1,1 0-1,-1 1 0,1-1 1,-1 0-1,1 1 0,0-1 1,-2 3-1</inkml:trace>
</inkml:ink>
</file>

<file path=ppt/ink/ink8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04.668"/>
    </inkml:context>
    <inkml:brush xml:id="br0">
      <inkml:brushProperty name="width" value="0.05" units="cm"/>
      <inkml:brushProperty name="height" value="0.05" units="cm"/>
      <inkml:brushProperty name="color" value="#FFC114"/>
    </inkml:brush>
  </inkml:definitions>
  <inkml:trace contextRef="#ctx0" brushRef="#br0">1346 88 24575,'2'-1'0,"-1"0"0,0 0 0,0 0 0,0-1 0,0 1 0,0 0 0,0 0 0,0-1 0,0 1 0,0 0 0,-1-1 0,1 1 0,-1-1 0,1 1 0,-1-1 0,1 1 0,-1-1 0,0 0 0,0 1 0,0-1 0,0 1 0,0-1 0,0 0 0,0 1 0,0-1 0,0 1 0,-1-1 0,1 1 0,-1-1 0,1 1 0,-1-1 0,0 1 0,0-1 0,0 1 0,-1-2 0,0 0 0,0 1 0,-1-1 0,0 1 0,1 0 0,-1 0 0,0 0 0,0 0 0,0 0 0,0 0 0,-1 1 0,1 0 0,0-1 0,-1 1 0,-6-1 0,-28-2 0,1 2 0,-67 4 0,-77 18 0,92-8 0,-669 96 0,735-104-682,-33 11-1,40-8-6143</inkml:trace>
</inkml:ink>
</file>

<file path=ppt/ink/ink8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06.751"/>
    </inkml:context>
    <inkml:brush xml:id="br0">
      <inkml:brushProperty name="width" value="0.05" units="cm"/>
      <inkml:brushProperty name="height" value="0.05" units="cm"/>
      <inkml:brushProperty name="color" value="#FFC114"/>
    </inkml:brush>
  </inkml:definitions>
  <inkml:trace contextRef="#ctx0" brushRef="#br0">68 150 24575,'-20'-13'0,"16"11"0,0 0 0,1 0 0,-1 0 0,1-1 0,-1 1 0,1-1 0,-3-3 0,5 5 0,1 1 0,0 0 0,0-1 0,-1 1 0,1-1 0,0 1 0,0 0 0,0-1 0,0 1 0,0-1 0,-1 1 0,1-1 0,0 1 0,0-1 0,0 1 0,0 0 0,0-1 0,0 1 0,1-1 0,-1 1 0,0-1 0,0 1 0,0-1 0,0 1 0,0 0 0,1-2 0,0 1 0,1 0 0,-1-1 0,0 1 0,1 0 0,-1 0 0,1 0 0,-1 0 0,1 0 0,0 0 0,2-1 0,27-7 0,0 0 0,0 2 0,1 2 0,52-3 0,-83 8 0,87-4 0,-88 4 0,1 0 0,-1 0 0,0 0 0,1 0 0,-1 0 0,1 0 0,-1 0 0,0 0 0,1 0 0,-1 0 0,1 0 0,-1-1 0,0 1 0,1 0 0,-1 0 0,0 0 0,1 0 0,-1-1 0,0 1 0,1 0 0,-1 0 0,0-1 0,0 1 0,1 0 0,-1-1 0,0 1 0,0 0 0,0-1 0,1 1 0,-1 0 0,0-1 0,0 1 0,0 0 0,0-1 0,0 1 0,1 0 0,-1-1 0,0 1 0,0-1 0,0 1 0,0 0 0,0-1 0,0 1 0,-1-1 0,1 1 0,0 0 0,0-1 0,0 1 0,0 0 0,0-1 0,0 1 0,-1 0 0,1-1 0,0 1 0,0 0 0,-1-1 0,1 1 0,0 0 0,0-1 0,-1 1 0,-18-17 0,13 14 0,-1 1 0,1 0 0,0 0 0,-1 0 0,1 1 0,-1 0 0,0 0 0,1 1 0,-1 0 0,0 0 0,1 1 0,-1 0 0,1 0 0,-13 3 0,1 2 0,0 0 0,0 1 0,-33 19 0,42-21 0,1 1 0,-1 0 0,1 0 0,0 1 0,1 0 0,-1 0 0,1 1 0,1 0 0,-1 0 0,-7 14 0,12-18 0,0 1 0,0-1 0,0 0 0,1 1 0,-1-1 0,1 1 0,0 0 0,0-1 0,1 1 0,0 0 0,0-1 0,0 1 0,0 0 0,1 0 0,-1-1 0,1 1 0,0 0 0,1-1 0,-1 1 0,1-1 0,0 0 0,0 0 0,0 1 0,1-1 0,3 4 0,1 0 0,0-1 0,0 0 0,0 0 0,1 0 0,1-1 0,-1-1 0,1 0 0,0 0 0,0 0 0,0-1 0,0 0 0,1-1 0,0 0 0,19 3 0,10-1 0,1-1 0,54-1 0,-94-3 0,2 0 0,16 0 0,0 0 0,0-1 0,0-1 0,21-4 0,-36 4 0,-15 3 0,-24 5 0,-7 5 0,-49 20 0,73-23 0,0 0 0,1 2 0,0 0 0,-32 23 0,46-29 0,0-1 0,1 1 0,-1-1 0,1 1 0,-1 0 0,1 0 0,1 1 0,-1-1 0,0 1 0,1-1 0,0 1 0,-2 6 0,4-8 0,-1-1 0,1 1 0,0-1 0,0 0 0,0 1 0,0-1 0,0 1 0,0-1 0,1 0 0,-1 1 0,1-1 0,0 0 0,-1 1 0,1-1 0,0 0 0,0 0 0,1 0 0,-1 0 0,0 0 0,1 0 0,-1 0 0,1 0 0,0 0 0,0-1 0,-1 1 0,1-1 0,0 1 0,3 0 0,5 4 0,0-1 0,0 0 0,0-1 0,0 0 0,1-1 0,0 0 0,0-1 0,0 0 0,0-1 0,0 0 0,19-1 0,-4-1 0,0-2 0,-1-1 0,50-13 0,-36 5 0,1-2 0,56-27 0,-78 31 0,0 0 0,-1-2 0,0 0 0,0 0 0,-1-2 0,-1 0 0,14-16 0,-25 26 0,-1-1 0,1 0 0,-1 0 0,0 0 0,0 0 0,-1 0 0,0-1 0,0 1 0,0-1 0,-1 1 0,1-1 0,-1 0 0,-1 0 0,1-8 0,-1 9 0,0 1 0,-1 0 0,0 0 0,0-1 0,0 1 0,0 0 0,-1 0 0,1 0 0,-1 0 0,0 0 0,0 0 0,-1 1 0,1-1 0,-1 1 0,0 0 0,0-1 0,0 1 0,0 0 0,-7-4 0,10 7 0,0-1 0,-1 1 0,1 0 0,-1-1 0,1 1 0,-1 0 0,1-1 0,-1 1 0,1 0 0,-1 0 0,1 0 0,-1-1 0,1 1 0,-1 0 0,1 0 0,-1 0 0,0 0 0,1 0 0,-1 0 0,1 0 0,-1 0 0,1 0 0,-1 0 0,0 0 0,1 1 0,-1-1 0,1 0 0,-1 0 0,1 0 0,-1 1 0,0 0 0,0 0 0,0 0 0,0 0 0,1 0 0,-1 1 0,0-1 0,1 0 0,-1 0 0,1 1 0,-1-1 0,1 0 0,-1 3 0,-1 43 0,2-42 0,-1 8 0,2-1 0,0 1 0,0-1 0,1 0 0,7 22 0,-9-32 0,1 1 0,0-1 0,-1 0 0,1 0 0,0 0 0,0 0 0,1 0 0,-1 0 0,0-1 0,1 1 0,-1 0 0,1 0 0,-1-1 0,1 1 0,0-1 0,-1 0 0,1 1 0,0-1 0,0 0 0,0 0 0,0 0 0,0 0 0,1-1 0,-1 1 0,0-1 0,0 1 0,0-1 0,1 0 0,-1 1 0,0-1 0,0 0 0,1-1 0,-1 1 0,0 0 0,0-1 0,0 1 0,1-1 0,-1 1 0,4-3 0,2-1 0,1 0 0,-1-1 0,0 0 0,0 0 0,-1-1 0,0 0 0,0 0 0,0-1 0,-1 0 0,1 0 0,-2-1 0,1 1 0,-1-1 0,0 0 0,-1-1 0,0 1 0,0-1 0,-1 0 0,0 0 0,-1 0 0,0 0 0,0 0 0,-1 0 0,0-1 0,0 1 0,-1-1 0,-1 1 0,1 0 0,-2-1 0,1 1 0,-1 0 0,-1 0 0,-5-14 0,-3 1 0,-2 0 0,-17-21 0,-10-18 0,57 84 0,24 27 0,-8-10 0,-26-32 0,0 1 0,1-1 0,0 0 0,1 0 0,0-1 0,0 0 0,1-1 0,11 6 0,-19-11 0,1 1 0,-1-1 0,1 0 0,0 0 0,-1-1 0,1 1 0,0 0 0,-1-1 0,1 0 0,0 0 0,0 0 0,0 0 0,-1 0 0,1 0 0,0-1 0,0 1 0,-1-1 0,1 0 0,0 0 0,-1 0 0,1 0 0,-1 0 0,1 0 0,-1-1 0,0 1 0,1-1 0,-1 0 0,0 0 0,0 0 0,0 0 0,0 0 0,-1 0 0,1 0 0,-1 0 0,1-1 0,-1 1 0,0-1 0,2-2 0,6-14 0,-8 14 0,1 0 0,1 0 0,-1 0 0,1 1 0,0 0 0,6-9 0,-7 12 0,-1 0 0,1 0 0,0 0 0,-1 0 0,1 0 0,0 0 0,0 0 0,0 1 0,0-1 0,-1 1 0,1-1 0,0 1 0,0 0 0,0-1 0,0 1 0,0 0 0,0 0 0,0 1 0,0-1 0,0 0 0,0 1 0,0-1 0,2 1 0,5 2 0,0 1 0,-1-1 0,1 1 0,-1 1 0,1-1 0,-1 2 0,10 7 0,-13-9 0,0 0 0,0 1 0,-1 0 0,1 0 0,-1 0 0,0 0 0,-1 1 0,1-1 0,-1 1 0,0 0 0,3 9 0,-6-14-85,1 1 0,-1 0-1,0-1 1,1 1 0,-1 0-1,0-1 1,0 1 0,0 0-1,-1-1 1,1 1 0,0 0-1,-1-1 1,1 1 0,-1-1-1,0 3 1,-5 7-6741</inkml:trace>
</inkml:ink>
</file>

<file path=ppt/ink/ink8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10.988"/>
    </inkml:context>
    <inkml:brush xml:id="br0">
      <inkml:brushProperty name="width" value="0.05" units="cm"/>
      <inkml:brushProperty name="height" value="0.05" units="cm"/>
      <inkml:brushProperty name="color" value="#FFC114"/>
    </inkml:brush>
  </inkml:definitions>
  <inkml:trace contextRef="#ctx0" brushRef="#br0">7 141 24575,'-3'-11'0,"-1"-4"0,5 14 0,3 7 0,35 65 0,-1 2 0,3-2 0,76 98 0,-113-165 0,-1 0 0,1 0 0,0 0 0,0 0 0,1 0 0,-1-1 0,1 0 0,0 0 0,6 3 0,-9-5 0,0-1 0,-1 1 0,1-1 0,0 1 0,0-1 0,0 0 0,-1 0 0,1 0 0,0 0 0,0 0 0,0 0 0,-1-1 0,1 1 0,0-1 0,0 1 0,-1-1 0,1 1 0,0-1 0,-1 0 0,1 0 0,0 0 0,-1 0 0,0 0 0,1 0 0,-1 0 0,1-1 0,-1 1 0,0 0 0,0-1 0,0 1 0,0-1 0,1-1 0,4-7 0,-1 1 0,0-2 0,-1 1 0,0 0 0,-1-1 0,3-15 0,0-3 0,1-37 0,-7 36 0,0-1 0,-2 1 0,-2-1 0,0 1 0,-2 0 0,-2 0 0,-20-54 0,26 79 0,0-1 0,-1 1 0,0 0 0,0 0 0,-8-9 0,11 14 0,0 0 0,0-1 0,-1 1 0,1 0 0,0-1 0,-1 1 0,1 0 0,0-1 0,-1 1 0,1 0 0,-1 0 0,1-1 0,0 1 0,-1 0 0,1 0 0,-1 0 0,1 0 0,0 0 0,-1 0 0,1 0 0,-1 0 0,1 0 0,-1 0 0,1 0 0,-1 0 0,1 0 0,0 0 0,-1 0 0,1 0 0,-1 0 0,0 2 0,0-1 0,0 0 0,0 0 0,1 0 0,-1 1 0,0-1 0,1 0 0,-1 1 0,1-1 0,-1 0 0,1 1 0,0-1 0,0 1 0,0-1 0,0 2 0,-1 9-227,1 0-1,0 0 1,1 0-1,0 0 1,5 19-1,2 0-6598</inkml:trace>
</inkml:ink>
</file>

<file path=ppt/ink/ink9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12.414"/>
    </inkml:context>
    <inkml:brush xml:id="br0">
      <inkml:brushProperty name="width" value="0.05" units="cm"/>
      <inkml:brushProperty name="height" value="0.05" units="cm"/>
      <inkml:brushProperty name="color" value="#FFC114"/>
    </inkml:brush>
  </inkml:definitions>
  <inkml:trace contextRef="#ctx0" brushRef="#br0">148 442 24575,'-15'-7'0,"2"-1"0,-1 0 0,-14-14 0,23 19 0,0-2 0,1 1 0,0 0 0,0-1 0,0 0 0,1 0 0,-1 0 0,1 0 0,0-1 0,1 1 0,-3-8 0,36 78 0,-10-7 0,-3 1 0,19 114 0,-36-156 0,-7-23 0,-8-30 0,9 22 0,-64-201 0,55 163 0,2-1 0,-6-63 0,17 106 0,1-1 0,0 1 0,0 0 0,1-1 0,0 1 0,1 0 0,0 0 0,1 0 0,0 0 0,5-10 0,-6 14 0,1 1 0,1-1 0,-1 1 0,1 0 0,0 0 0,0 0 0,0 0 0,1 1 0,-1 0 0,1 0 0,0 0 0,1 0 0,-1 1 0,1 0 0,-1 0 0,1 1 0,10-4 0,-7 3 0,0 1 0,1 0 0,-1 1 0,1 0 0,0 0 0,-1 1 0,1 0 0,-1 1 0,1 0 0,0 0 0,-1 1 0,0 0 0,1 1 0,-1 0 0,0 1 0,0 0 0,-1 0 0,1 0 0,-1 1 0,0 1 0,0 0 0,-1 0 0,0 0 0,0 1 0,0 0 0,-1 0 0,0 0 0,0 1 0,-1 0 0,0 0 0,0 1 0,-1 0 0,0-1 0,0 1 0,-1 0 0,-1 1 0,1-1 0,-1 1 0,-1-1 0,1 16 0,-3-13 0,0 1 0,0-1 0,-2 0 0,1 0 0,-1 0 0,-1 0 0,0 0 0,-1 0 0,0-1 0,-1 0 0,0 0 0,-10 12 0,-6 5 0,-1-1 0,-1-1 0,-28 22 0,37-31 0,15-17 0,0 0 0,0 0 0,0 0 0,0 0 0,0 0 0,0 1 0,0-1 0,0 0 0,0 0 0,0 0 0,-1 0 0,1 0 0,0 0 0,0 1 0,0-1 0,0 0 0,0 0 0,0 0 0,1 0 0,-1 0 0,0 1 0,0-1 0,0 0 0,0 0 0,0 0 0,0 0 0,0 0 0,0 0 0,0 1 0,0-1 0,0 0 0,0 0 0,0 0 0,1 0 0,-1 0 0,0 0 0,0 0 0,0 0 0,0 1 0,0-1 0,0 0 0,1 0 0,-1 0 0,0 0 0,0 0 0,0 0 0,0 0 0,0 0 0,0 0 0,1 0 0,-1 0 0,0 0 0,0 0 0,0 0 0,0 0 0,36-9 0,-17 2 0,1 2 0,-1 0 0,1 1 0,0 1 0,22 0 0,-35 2 0,0 1 0,0 0 0,0 1 0,0 0 0,0 0 0,0 0 0,-1 1 0,1 0 0,-1 0 0,1 1 0,-1 0 0,1 0 0,-1 0 0,-1 1 0,1 0 0,0 0 0,-1 0 0,7 7 0,-10-8 0,0 0 0,0-1 0,0 1 0,0 0 0,-1 0 0,1 0 0,-1 0 0,0 0 0,1 0 0,-2 0 0,1 1 0,0-1 0,-1 0 0,1 1 0,-1-1 0,0 6 0,-1-4 0,0 0 0,0 0 0,-1 0 0,1 0 0,-1 0 0,0 0 0,0 0 0,-1 0 0,-5 7 0,-1 0 0,-1-1 0,0 0 0,-1 0 0,0-1 0,-1 0 0,-17 11 0,16-13-151,1-1-1,-1 0 0,-1-1 0,1-1 1,-1 0-1,0-1 0,0 0 1,-20 2-1,10-4-6674</inkml:trace>
</inkml:ink>
</file>

<file path=ppt/ink/ink9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12.773"/>
    </inkml:context>
    <inkml:brush xml:id="br0">
      <inkml:brushProperty name="width" value="0.05" units="cm"/>
      <inkml:brushProperty name="height" value="0.05" units="cm"/>
      <inkml:brushProperty name="color" value="#FFC114"/>
    </inkml:brush>
  </inkml:definitions>
  <inkml:trace contextRef="#ctx0" brushRef="#br0">1 310 24575,'18'-22'0,"-12"14"0,1 0 0,0 0 0,8-7 0,-14 14 0,1 0 0,-1-1 0,1 1 0,0 0 0,-1 0 0,1 0 0,0 0 0,0 0 0,0 1 0,-1-1 0,1 1 0,0-1 0,0 1 0,0-1 0,0 1 0,0 0 0,0 0 0,0 0 0,0 0 0,0 0 0,3 1 0,-4 0 0,1 0 0,-1 0 0,0 0 0,1 0 0,-1 0 0,0 0 0,1 0 0,-1 0 0,0 0 0,0 1 0,0-1 0,0 0 0,0 1 0,0-1 0,-1 1 0,1-1 0,0 1 0,-1 0 0,1-1 0,-1 1 0,1 0 0,-1-1 0,0 3 0,3 43 0,-3-39 0,-1 6 0,2 0 0,0 0 0,1-1 0,0 1 0,1 0 0,0-1 0,2 0 0,-1 0 0,1 0 0,1 0 0,13 20 0,-10-24 0,-7-18 0,-7-18 0,-1 8 0,-24-64 0,-29-149 0,57 220 0,0 0 0,1 0 0,1-1 0,0 1 0,1 0 0,3-14 0,-4 23 0,1 1 0,0-1 0,-1 0 0,2 0 0,-1 1 0,0-1 0,0 0 0,1 1 0,-1-1 0,1 1 0,0 0 0,0 0 0,3-4 0,-3 5 0,0 0 0,0 0 0,-1 0 0,1 0 0,0 1 0,0-1 0,1 1 0,-1-1 0,0 1 0,0-1 0,0 1 0,0 0 0,0 0 0,0 0 0,0 0 0,0 1 0,1-1 0,-1 0 0,0 1 0,0 0 0,2 0 0,7 4 0,-1 0 0,1 0 0,-1 1 0,-1 0 0,1 1 0,-1 0 0,0 0 0,12 13 0,59 75 0,-72-85 0,133 195-1365,-118-167-5461</inkml:trace>
</inkml:ink>
</file>

<file path=ppt/ink/ink9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13.152"/>
    </inkml:context>
    <inkml:brush xml:id="br0">
      <inkml:brushProperty name="width" value="0.05" units="cm"/>
      <inkml:brushProperty name="height" value="0.05" units="cm"/>
      <inkml:brushProperty name="color" value="#FFC114"/>
    </inkml:brush>
  </inkml:definitions>
  <inkml:trace contextRef="#ctx0" brushRef="#br0">49 589 24575,'-17'-27'0,"12"19"0,0 0 0,1 0 0,-1 0 0,2 0 0,-5-11 0,8 17 0,-1 0 0,1-1 0,0 1 0,0 0 0,-1 0 0,1 0 0,1 0 0,-1 0 0,0-1 0,0 1 0,1 0 0,-1 0 0,1 0 0,0 0 0,0 0 0,-1 0 0,1 0 0,0 0 0,1 0 0,-1 1 0,0-1 0,1 0 0,-1 1 0,0-1 0,1 1 0,0-1 0,2-1 0,11-6 0,1 0 0,0 1 0,0 1 0,1 1 0,28-8 0,-9 3 0,-15 4 0,191-70 0,-180 63 0,-1-1 0,0-2 0,-1-1 0,39-31 0,-63 44 0,1 0 0,-1-1 0,-1 0 0,1-1 0,-1 1 0,0-1 0,0 0 0,5-11 0,-9 15 0,1 0 0,-2 1 0,1-1 0,0 1 0,0-1 0,-1 0 0,1 0 0,-1 1 0,0-1 0,0 0 0,0 0 0,0 0 0,-1 1 0,1-1 0,-1 0 0,0 1 0,1-1 0,-1 0 0,0 1 0,-1-1 0,1 1 0,0-1 0,-1 1 0,1 0 0,-1-1 0,0 1 0,0 0 0,-3-3 0,-1 0 0,0 1 0,-1 0 0,1 0 0,-1 0 0,0 1 0,0 0 0,0 0 0,-1 0 0,1 1 0,-1 0 0,1 1 0,-1 0 0,1 0 0,-1 1 0,0 0 0,1 0 0,-1 0 0,0 1 0,1 0 0,-9 3 0,8-2 0,0 0 0,0 0 0,0 1 0,0 0 0,1 1 0,0-1 0,0 2 0,0-1 0,0 1 0,0 0 0,1 0 0,0 0 0,0 1 0,1 0 0,-1 0 0,1 1 0,1 0 0,-8 12 0,9-11 0,1 0 0,-1 0 0,2 1 0,-1-1 0,1 1 0,0-1 0,1 1 0,0-1 0,0 1 0,1-1 0,0 1 0,1-1 0,-1 0 0,2 1 0,-1-1 0,1 0 0,0 0 0,7 11 0,1 1 0,1-2 0,0 1 0,1-2 0,1 0 0,1 0 0,18 16 0,-6-10 0,1-1 0,53 31 0,66 25 0,-139-74 0,-2-2 0,-1 0 0,0 1 0,1 0 0,-1 0 0,0 1 0,-1-1 0,1 1 0,5 5 0,-10-8 0,0-1 0,1 1 0,-1-1 0,0 1 0,1-1 0,-1 1 0,0 0 0,1-1 0,-1 1 0,0-1 0,0 1 0,0-1 0,0 1 0,0 0 0,0-1 0,0 1 0,0 0 0,0-1 0,0 1 0,0-1 0,0 1 0,0 0 0,0-1 0,0 1 0,-1-1 0,1 1 0,0 0 0,-1-1 0,1 1 0,-1 0 0,-17 13 0,-2-5-341,0-1 0,0-1-1,-24 6 1,-22 4-6485</inkml:trace>
</inkml:ink>
</file>

<file path=ppt/ink/ink9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20.923"/>
    </inkml:context>
    <inkml:brush xml:id="br0">
      <inkml:brushProperty name="width" value="0.05" units="cm"/>
      <inkml:brushProperty name="height" value="0.05" units="cm"/>
      <inkml:brushProperty name="color" value="#FFC114"/>
    </inkml:brush>
  </inkml:definitions>
  <inkml:trace contextRef="#ctx0" brushRef="#br0">67 192 24575,'4'68'0,"4"-1"0,30 129 0,-25-138 0,18 72 0,-30-129 0,-1 1 0,0-1 0,0 1 0,0-1 0,1 1 0,-1-1 0,-1 1 0,1-1 0,0 1 0,0-1 0,-1 1 0,1-1 0,-1 4 0,-6-5 0,-3-10 0,-6-19 0,1 0 0,1-1 0,2 0 0,-16-57 0,21 63 0,-9-29 0,-11-62 0,24 97 0,1 0 0,0 0 0,2-1 0,0 1 0,1 0 0,0-1 0,7-25 0,-5 35 0,0 0 0,0 0 0,1 0 0,1 1 0,0-1 0,0 1 0,0 0 0,1 1 0,0-1 0,0 1 0,1 1 0,0-1 0,1 1 0,-1 0 0,1 0 0,0 1 0,12-5 0,-14 6 0,0 2 0,0-1 0,1 1 0,-1 0 0,1 0 0,0 1 0,0 0 0,-1 0 0,1 0 0,0 1 0,0 0 0,0 1 0,0-1 0,-1 1 0,1 1 0,0-1 0,-1 1 0,1 0 0,-1 1 0,1-1 0,-1 1 0,0 1 0,0-1 0,-1 1 0,6 4 0,-8-6 0,0 1 0,-1-1 0,1 0 0,-1 1 0,0 0 0,0 0 0,0 0 0,0-1 0,0 2 0,-1-1 0,0 0 0,1 0 0,-1 0 0,0 1 0,1 6 0,-2-5 0,0 1 0,0-1 0,0 0 0,-1 1 0,0-1 0,0 0 0,0 0 0,-1 0 0,-2 8 0,-6 7 0,0-1 0,-2 0 0,0-1 0,-16 18 0,17-21 0,-15 16 0,16-19 0,0 0 0,1 1 0,-13 22 0,21-34 0,1-1 0,-1 1 0,1 0 0,-1 0 0,1-1 0,0 1 0,-1 0 0,1 0 0,0 0 0,-1-1 0,1 1 0,0 0 0,0 0 0,0 0 0,0 0 0,0 0 0,0 0 0,0-1 0,0 1 0,0 0 0,1 0 0,-1 0 0,0 0 0,0 0 0,1-1 0,-1 1 0,1 0 0,-1 0 0,1-1 0,-1 1 0,1 0 0,-1-1 0,1 1 0,-1 0 0,1-1 0,0 1 0,-1-1 0,1 1 0,0-1 0,0 1 0,-1-1 0,1 0 0,0 1 0,0-1 0,1 1 0,4 0 0,0 0 0,1 0 0,-1 0 0,0-1 0,8-1 0,-4 1 0,46 0 0,81 3 0,-122-2 0,0 1 0,-1 1 0,1 0 0,-1 1 0,0 0 0,0 2 0,13 6 0,-23-10 0,0 0 0,-1 0 0,0 0 0,1 0 0,-1 1 0,0-1 0,0 1 0,0 0 0,-1 0 0,1 0 0,-1 0 0,1 0 0,-1 1 0,0-1 0,0 1 0,-1-1 0,1 1 0,-1 0 0,0 0 0,0 0 0,0 0 0,0 0 0,-1-1 0,1 1 0,-1 0 0,0 1 0,0-1 0,-1 0 0,1-1 0,-1 1 0,0 0 0,0 0 0,0 0 0,0 0 0,-1 0 0,0-1 0,0 1 0,0-1 0,-3 5 0,-4 4 0,0 0 0,-1-2 0,0 1 0,-1-1 0,0 0 0,0-1 0,-1-1 0,0 0 0,-1 0 0,-19 8 0,6-5 0,0-1 0,0-1 0,-1-1 0,-42 7 0,64-14 0,0-1 0,0 1 0,0-1 0,-1 0 0,-7-1 0,12 1 0,0 0 0,0 0 0,0-1 0,0 1 0,0 0 0,1-1 0,-1 1 0,0 0 0,0-1 0,0 1 0,0-1 0,0 0 0,1 1 0,-1-1 0,0 0 0,1 1 0,-1-1 0,0 0 0,1 0 0,-1 1 0,1-1 0,-1 0 0,1 0 0,-1 0 0,1 0 0,0 0 0,0 0 0,-1 0 0,1 0 0,0 0 0,0 1 0,0-1 0,0 0 0,0 0 0,0-2 0,1-2 0,0 0 0,0 0 0,0 0 0,1 0 0,0 0 0,0 0 0,0 0 0,6-7 0,28-37 0,-21 31 0,68-82 0,5 5 0,131-110 0,-232 218 0,2 1 0,-1 1 0,-17 30 0,24-37 0,1 0 0,0 0 0,0 1 0,1-1 0,0 1 0,1 0 0,0-1 0,0 1 0,-1 18 0,3-22 0,1-1 0,-1 1 0,1-1 0,-1 1 0,2-1 0,-1 0 0,0 1 0,1-1 0,0 0 0,-1 0 0,2 0 0,-1 0 0,0 0 0,1-1 0,0 1 0,0-1 0,0 1 0,0-1 0,0 0 0,1 0 0,7 4 0,-1-2 0,1 0 0,0 0 0,0-1 0,1 0 0,-1-1 0,1-1 0,0 0 0,-1 0 0,1-1 0,0-1 0,0 0 0,0 0 0,0-1 0,0-1 0,0 0 0,18-6 0,-21 5 0,0 0 0,0 0 0,-1-1 0,0 0 0,0-1 0,0 0 0,0 0 0,-1 0 0,14-13 0,-17 13 0,0 0 0,-1 0 0,1 0 0,-1 0 0,0 0 0,0-1 0,0 1 0,-1-1 0,0 0 0,0 1 0,-1-1 0,1 0 0,-1 0 0,0-1 0,-1-10 0,-1 6 0,0-1 0,-1 1 0,0 0 0,-1-1 0,0 1 0,-1 0 0,0 1 0,-1-1 0,0 1 0,-1 0 0,0 0 0,0 0 0,-1 1 0,-13-14 0,20 23 0,-1-1 0,1 1 0,0 0 0,0-1 0,-1 1 0,1-1 0,0 1 0,-1 0 0,1 0 0,-1-1 0,1 1 0,0 0 0,-1 0 0,1-1 0,-1 1 0,1 0 0,0 0 0,-1 0 0,1 0 0,-1-1 0,1 1 0,-1 0 0,1 0 0,-1 0 0,1 0 0,-1 0 0,1 0 0,-1 1 0,2 11 0,14 21 0,-15-32 0,16 29 0,1 0 0,2-1 0,35 42 0,-52-68 0,1 0 0,0 0 0,0 0 0,1 0 0,-1 0 0,1-1 0,-1 1 0,1-1 0,0 0 0,6 2 0,-9-4 0,1 1 0,-1-1 0,1 0 0,-1 0 0,1 0 0,-1 0 0,1 0 0,-1 0 0,1 0 0,-1 0 0,1-1 0,-1 1 0,1-1 0,-1 1 0,1-1 0,-1 1 0,0-1 0,1 0 0,-1 0 0,0 0 0,0 0 0,0 0 0,1 0 0,-1 0 0,0 0 0,0 0 0,-1 0 0,1-1 0,0 1 0,0 0 0,0 0 0,0-4 0,2-2 0,0-1 0,-1 0 0,0 0 0,0-1 0,1-15 0,-3 18 0,1 0 0,-1 0 0,1-1 0,1 1 0,-1 0 0,1 0 0,0 0 0,1 0 0,-1 0 0,6-8 0,-7 13-32,-1 1 1,1 0-1,-1-1 0,1 1 0,-1 0 1,0 0-1,1 0 0,-1 0 0,1-1 1,-1 1-1,1 0 0,-1 0 0,1 0 1,-1 0-1,1 0 0,-1 0 0,1 0 1,0 0-1,-1 0 0,1 0 0,-1 1 1,0-1-1,1 0 0,-1 0 0,1 0 1,-1 1-1,1-1 0,-1 0 0,1 1 1,-1-1-1,0 0 0,1 1 0,-1-1 1,0 0-1,1 1 0,-1-1 0,0 0 1,1 1-1,-1-1 0,0 1 0,0-1 1,1 1-1,4 8-6794</inkml:trace>
</inkml:ink>
</file>

<file path=ppt/ink/ink9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21.093"/>
    </inkml:context>
    <inkml:brush xml:id="br0">
      <inkml:brushProperty name="width" value="0.05" units="cm"/>
      <inkml:brushProperty name="height" value="0.05" units="cm"/>
      <inkml:brushProperty name="color" value="#FFC114"/>
    </inkml:brush>
  </inkml:definitions>
  <inkml:trace contextRef="#ctx0" brushRef="#br0">99 113 24575,'-6'-6'0,"-4"-7"0,-7-8 0,-3-3 0,-1 0 0,6 7 0,6 9 0,9 12 0,9 10 0,7 10 0,2-1-8191</inkml:trace>
</inkml:ink>
</file>

<file path=ppt/ink/ink9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21.454"/>
    </inkml:context>
    <inkml:brush xml:id="br0">
      <inkml:brushProperty name="width" value="0.05" units="cm"/>
      <inkml:brushProperty name="height" value="0.05" units="cm"/>
      <inkml:brushProperty name="color" value="#FFC114"/>
    </inkml:brush>
  </inkml:definitions>
  <inkml:trace contextRef="#ctx0" brushRef="#br0">148 497 24575,'2'-34'0,"-1"25"0,0 0 0,-1 0 0,0 0 0,0 0 0,-1 0 0,0 0 0,-1 0 0,0 0 0,-6-16 0,8 23 0,-1 1 0,0 0 0,0 0 0,1-1 0,-1 1 0,0 0 0,0 0 0,0 0 0,0 0 0,0 0 0,0 0 0,0 1 0,-1-1 0,1 0 0,0 0 0,0 1 0,-1-1 0,1 1 0,0-1 0,-1 1 0,-2-1 0,2 1 0,0 0 0,0 0 0,0 1 0,0-1 0,0 1 0,-1-1 0,1 1 0,0 0 0,0 0 0,1 0 0,-1 0 0,0 0 0,-2 1 0,-3 3 0,1 1 0,-1 0 0,1 0 0,1 0 0,-1 1 0,-5 8 0,9-11 0,-23 38 0,24-40 0,0 0 0,0-1 0,0 1 0,1 0 0,-1 0 0,1 0 0,-1 0 0,1 0 0,0-1 0,-1 1 0,1 0 0,0 0 0,1 0 0,-1 0 0,0 0 0,0 0 0,1 0 0,-1 0 0,1 0 0,-1-1 0,2 4 0,-1-5 0,0 1 0,-1 0 0,1 0 0,0-1 0,-1 1 0,1 0 0,0-1 0,0 1 0,0-1 0,0 1 0,0-1 0,-1 0 0,1 1 0,0-1 0,0 0 0,0 1 0,0-1 0,0 0 0,0 0 0,0 0 0,0 0 0,1 0 0,1-1 0,0 1 0,0-1 0,-1 1 0,1-1 0,0 0 0,0 0 0,4-3 0,0-1 0,1 0 0,-1 0 0,0 0 0,7-9 0,-7 6 0,-1-1 0,0 1 0,-1-1 0,1-1 0,-2 1 0,0-1 0,0 1 0,0-1 0,-1 0 0,-1-1 0,0 1 0,0 0 0,-1-1 0,0-17 0,-2-13 0,-1 0 0,-11-54 0,6 57 0,-3-31 0,10 69 0,0 0 0,0 0 0,0-1 0,0 1 0,0 0 0,0 0 0,0 0 0,-1-1 0,1 1 0,0 0 0,0 0 0,0 0 0,0 0 0,0-1 0,0 1 0,0 0 0,0 0 0,0 0 0,0-1 0,0 1 0,1 0 0,-1 0 0,0 0 0,0-1 0,0 1 0,0 0 0,0 0 0,0 0 0,0 0 0,0-1 0,1 1 0,-1 0 0,0 0 0,0 0 0,0 0 0,0 0 0,0 0 0,1-1 0,-1 1 0,0 0 0,0 0 0,0 0 0,0 0 0,1 0 0,-1 0 0,8 8 0,9 19 0,63 166-1365,-52-113-5461</inkml:trace>
</inkml:ink>
</file>

<file path=ppt/ink/ink9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49.654"/>
    </inkml:context>
    <inkml:brush xml:id="br0">
      <inkml:brushProperty name="width" value="0.05" units="cm"/>
      <inkml:brushProperty name="height" value="0.05" units="cm"/>
      <inkml:brushProperty name="color" value="#FFC114"/>
    </inkml:brush>
  </inkml:definitions>
  <inkml:trace contextRef="#ctx0" brushRef="#br0">1 8 24575,'0'-1'0,"0"1"0,0 0 0,1 0 0,-1 0 0,0 0 0,0 0 0,0 0 0,0-1 0,0 1 0,0 0 0,0 0 0,1 0 0,-1 0 0,0-1 0,0 1 0,0 0 0,0 0 0,0 0 0,0-1 0,0 1 0,0 0 0,0 0 0,0 0 0,0 0 0,0-1 0,0 1 0,0 0 0,0 0 0,0 0 0,0-1 0,0 1 0,0 0 0,0 0 0,-1 0 0,1 0 0,0-1 0,0 1 0,0 0 0,0 0 0,8 1 0,0 1 0,-1 0 0,1 1 0,0-1 0,-1 1 0,14 9 0,44 31 0,-45-29 0,461 361 342,-24 32-2049,-432-384-5119</inkml:trace>
</inkml:ink>
</file>

<file path=ppt/ink/ink9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09:53:49.825"/>
    </inkml:context>
    <inkml:brush xml:id="br0">
      <inkml:brushProperty name="width" value="0.05" units="cm"/>
      <inkml:brushProperty name="height" value="0.05" units="cm"/>
      <inkml:brushProperty name="color" value="#FFC114"/>
    </inkml:brush>
  </inkml:definitions>
  <inkml:trace contextRef="#ctx0" brushRef="#br0">624 56 24575,'3'-11'0,"1"-13"0,-3 4 0,-8 19 0,-11 31 0,-13 32 0,-20 37 0,-17 40 0,-21 35-1708,-23 29 1708,-21 22-2429,11-27-1625</inkml:trace>
</inkml:ink>
</file>

<file path=ppt/ink/ink9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16T09:27:36.752"/>
    </inkml:context>
    <inkml:brush xml:id="br0">
      <inkml:brushProperty name="width" value="0.05" units="cm"/>
      <inkml:brushProperty name="height" value="0.05" units="cm"/>
      <inkml:brushProperty name="color" value="#FFC11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6/16/2026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https://pixabay.com/photos/architecture-building-amsterdam-1448221/</a:t>
            </a:r>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4014499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6/16/2026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76201"/>
            <a:ext cx="10969943" cy="8128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5383398"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6195986" y="1295400"/>
            <a:ext cx="5383398" cy="4876800"/>
          </a:xfrm>
        </p:spPr>
        <p:txBody>
          <a:bodyPr>
            <a:normAutofit/>
          </a:bodyPr>
          <a:lstStyle>
            <a:lvl1pPr marL="0" inden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4064408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6/16/2026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 id="2147483673" r:id="rId12"/>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help.sap.com/docs/btp/sap-business-technology-platform/what-is-consumption-based-commercial-model?locale=en-US" TargetMode="Externa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customXml" Target="../ink/ink1.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cloudfoundry/cli/wiki/V6-CLI-Installation-Guide" TargetMode="External"/><Relationship Id="rId2" Type="http://schemas.openxmlformats.org/officeDocument/2006/relationships/hyperlink" Target="https://git-scm.com/downloads" TargetMode="External"/><Relationship Id="rId1" Type="http://schemas.openxmlformats.org/officeDocument/2006/relationships/slideLayout" Target="../slideLayouts/slideLayout2.xml"/><Relationship Id="rId4" Type="http://schemas.openxmlformats.org/officeDocument/2006/relationships/hyperlink" Target="https://code.visualstudio.com/download"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oyuztechnologies/BTP_Architect_Training/blob/master/Day%201/helloworld.zip"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17" Type="http://schemas.openxmlformats.org/officeDocument/2006/relationships/image" Target="../media/image66.png"/><Relationship Id="rId299" Type="http://schemas.openxmlformats.org/officeDocument/2006/relationships/image" Target="../media/image157.png"/><Relationship Id="rId21" Type="http://schemas.openxmlformats.org/officeDocument/2006/relationships/image" Target="../media/image18.png"/><Relationship Id="rId63" Type="http://schemas.openxmlformats.org/officeDocument/2006/relationships/image" Target="../media/image39.png"/><Relationship Id="rId159" Type="http://schemas.openxmlformats.org/officeDocument/2006/relationships/image" Target="../media/image87.png"/><Relationship Id="rId324" Type="http://schemas.openxmlformats.org/officeDocument/2006/relationships/image" Target="../media/image169.png"/><Relationship Id="rId366" Type="http://schemas.openxmlformats.org/officeDocument/2006/relationships/image" Target="../media/image190.png"/><Relationship Id="rId170" Type="http://schemas.openxmlformats.org/officeDocument/2006/relationships/customXml" Target="../ink/ink86.xml"/><Relationship Id="rId226" Type="http://schemas.openxmlformats.org/officeDocument/2006/relationships/customXml" Target="../ink/ink114.xml"/><Relationship Id="rId268" Type="http://schemas.openxmlformats.org/officeDocument/2006/relationships/customXml" Target="../ink/ink135.xml"/><Relationship Id="rId32" Type="http://schemas.openxmlformats.org/officeDocument/2006/relationships/customXml" Target="../ink/ink17.xml"/><Relationship Id="rId74" Type="http://schemas.openxmlformats.org/officeDocument/2006/relationships/customXml" Target="../ink/ink38.xml"/><Relationship Id="rId128" Type="http://schemas.openxmlformats.org/officeDocument/2006/relationships/customXml" Target="../ink/ink65.xml"/><Relationship Id="rId335" Type="http://schemas.openxmlformats.org/officeDocument/2006/relationships/customXml" Target="../ink/ink169.xml"/><Relationship Id="rId377" Type="http://schemas.openxmlformats.org/officeDocument/2006/relationships/customXml" Target="../ink/ink190.xml"/><Relationship Id="rId5" Type="http://schemas.openxmlformats.org/officeDocument/2006/relationships/image" Target="../media/image10.png"/><Relationship Id="rId181" Type="http://schemas.openxmlformats.org/officeDocument/2006/relationships/image" Target="../media/image98.png"/><Relationship Id="rId237" Type="http://schemas.openxmlformats.org/officeDocument/2006/relationships/image" Target="../media/image126.png"/><Relationship Id="rId279" Type="http://schemas.openxmlformats.org/officeDocument/2006/relationships/image" Target="../media/image147.png"/><Relationship Id="rId43" Type="http://schemas.openxmlformats.org/officeDocument/2006/relationships/image" Target="../media/image29.png"/><Relationship Id="rId139" Type="http://schemas.openxmlformats.org/officeDocument/2006/relationships/image" Target="../media/image77.png"/><Relationship Id="rId290" Type="http://schemas.openxmlformats.org/officeDocument/2006/relationships/customXml" Target="../ink/ink146.xml"/><Relationship Id="rId304" Type="http://schemas.openxmlformats.org/officeDocument/2006/relationships/customXml" Target="../ink/ink153.xml"/><Relationship Id="rId346" Type="http://schemas.openxmlformats.org/officeDocument/2006/relationships/image" Target="../media/image180.png"/><Relationship Id="rId388" Type="http://schemas.openxmlformats.org/officeDocument/2006/relationships/image" Target="../media/image201.png"/><Relationship Id="rId85" Type="http://schemas.openxmlformats.org/officeDocument/2006/relationships/image" Target="../media/image50.png"/><Relationship Id="rId150" Type="http://schemas.openxmlformats.org/officeDocument/2006/relationships/customXml" Target="../ink/ink76.xml"/><Relationship Id="rId192" Type="http://schemas.openxmlformats.org/officeDocument/2006/relationships/customXml" Target="../ink/ink97.xml"/><Relationship Id="rId206" Type="http://schemas.openxmlformats.org/officeDocument/2006/relationships/customXml" Target="../ink/ink104.xml"/><Relationship Id="rId248" Type="http://schemas.openxmlformats.org/officeDocument/2006/relationships/customXml" Target="../ink/ink125.xml"/><Relationship Id="rId12" Type="http://schemas.openxmlformats.org/officeDocument/2006/relationships/customXml" Target="../ink/ink7.xml"/><Relationship Id="rId108" Type="http://schemas.openxmlformats.org/officeDocument/2006/relationships/customXml" Target="../ink/ink55.xml"/><Relationship Id="rId315" Type="http://schemas.openxmlformats.org/officeDocument/2006/relationships/image" Target="../media/image165.png"/><Relationship Id="rId357" Type="http://schemas.openxmlformats.org/officeDocument/2006/relationships/customXml" Target="../ink/ink180.xml"/><Relationship Id="rId54" Type="http://schemas.openxmlformats.org/officeDocument/2006/relationships/customXml" Target="../ink/ink28.xml"/><Relationship Id="rId96" Type="http://schemas.openxmlformats.org/officeDocument/2006/relationships/customXml" Target="../ink/ink49.xml"/><Relationship Id="rId161" Type="http://schemas.openxmlformats.org/officeDocument/2006/relationships/image" Target="../media/image88.png"/><Relationship Id="rId217" Type="http://schemas.openxmlformats.org/officeDocument/2006/relationships/image" Target="../media/image116.png"/><Relationship Id="rId259" Type="http://schemas.openxmlformats.org/officeDocument/2006/relationships/image" Target="../media/image137.png"/><Relationship Id="rId23" Type="http://schemas.openxmlformats.org/officeDocument/2006/relationships/image" Target="../media/image19.png"/><Relationship Id="rId119" Type="http://schemas.openxmlformats.org/officeDocument/2006/relationships/image" Target="../media/image67.png"/><Relationship Id="rId270" Type="http://schemas.openxmlformats.org/officeDocument/2006/relationships/customXml" Target="../ink/ink136.xml"/><Relationship Id="rId326" Type="http://schemas.openxmlformats.org/officeDocument/2006/relationships/image" Target="../media/image170.png"/><Relationship Id="rId65" Type="http://schemas.openxmlformats.org/officeDocument/2006/relationships/image" Target="../media/image40.png"/><Relationship Id="rId130" Type="http://schemas.openxmlformats.org/officeDocument/2006/relationships/customXml" Target="../ink/ink66.xml"/><Relationship Id="rId368" Type="http://schemas.openxmlformats.org/officeDocument/2006/relationships/image" Target="../media/image191.png"/><Relationship Id="rId172" Type="http://schemas.openxmlformats.org/officeDocument/2006/relationships/customXml" Target="../ink/ink87.xml"/><Relationship Id="rId228" Type="http://schemas.openxmlformats.org/officeDocument/2006/relationships/customXml" Target="../ink/ink115.xml"/><Relationship Id="rId281" Type="http://schemas.openxmlformats.org/officeDocument/2006/relationships/image" Target="../media/image148.png"/><Relationship Id="rId337" Type="http://schemas.openxmlformats.org/officeDocument/2006/relationships/customXml" Target="../ink/ink170.xml"/><Relationship Id="rId34" Type="http://schemas.openxmlformats.org/officeDocument/2006/relationships/customXml" Target="../ink/ink18.xml"/><Relationship Id="rId76" Type="http://schemas.openxmlformats.org/officeDocument/2006/relationships/customXml" Target="../ink/ink39.xml"/><Relationship Id="rId141" Type="http://schemas.openxmlformats.org/officeDocument/2006/relationships/image" Target="../media/image78.png"/><Relationship Id="rId379" Type="http://schemas.openxmlformats.org/officeDocument/2006/relationships/customXml" Target="../ink/ink191.xml"/><Relationship Id="rId7" Type="http://schemas.openxmlformats.org/officeDocument/2006/relationships/image" Target="../media/image11.png"/><Relationship Id="rId183" Type="http://schemas.openxmlformats.org/officeDocument/2006/relationships/image" Target="../media/image99.png"/><Relationship Id="rId239" Type="http://schemas.openxmlformats.org/officeDocument/2006/relationships/image" Target="../media/image127.png"/><Relationship Id="rId250" Type="http://schemas.openxmlformats.org/officeDocument/2006/relationships/customXml" Target="../ink/ink126.xml"/><Relationship Id="rId292" Type="http://schemas.openxmlformats.org/officeDocument/2006/relationships/customXml" Target="../ink/ink147.xml"/><Relationship Id="rId306" Type="http://schemas.openxmlformats.org/officeDocument/2006/relationships/customXml" Target="../ink/ink154.xml"/><Relationship Id="rId45" Type="http://schemas.openxmlformats.org/officeDocument/2006/relationships/image" Target="../media/image30.png"/><Relationship Id="rId87" Type="http://schemas.openxmlformats.org/officeDocument/2006/relationships/image" Target="../media/image51.png"/><Relationship Id="rId110" Type="http://schemas.openxmlformats.org/officeDocument/2006/relationships/customXml" Target="../ink/ink56.xml"/><Relationship Id="rId348" Type="http://schemas.openxmlformats.org/officeDocument/2006/relationships/image" Target="../media/image181.png"/><Relationship Id="rId152" Type="http://schemas.openxmlformats.org/officeDocument/2006/relationships/customXml" Target="../ink/ink77.xml"/><Relationship Id="rId194" Type="http://schemas.openxmlformats.org/officeDocument/2006/relationships/customXml" Target="../ink/ink98.xml"/><Relationship Id="rId208" Type="http://schemas.openxmlformats.org/officeDocument/2006/relationships/customXml" Target="../ink/ink105.xml"/><Relationship Id="rId261" Type="http://schemas.openxmlformats.org/officeDocument/2006/relationships/image" Target="../media/image138.png"/><Relationship Id="rId14" Type="http://schemas.openxmlformats.org/officeDocument/2006/relationships/customXml" Target="../ink/ink8.xml"/><Relationship Id="rId56" Type="http://schemas.openxmlformats.org/officeDocument/2006/relationships/customXml" Target="../ink/ink29.xml"/><Relationship Id="rId317" Type="http://schemas.openxmlformats.org/officeDocument/2006/relationships/customXml" Target="../ink/ink160.xml"/><Relationship Id="rId359" Type="http://schemas.openxmlformats.org/officeDocument/2006/relationships/customXml" Target="../ink/ink181.xml"/><Relationship Id="rId98" Type="http://schemas.openxmlformats.org/officeDocument/2006/relationships/customXml" Target="../ink/ink50.xml"/><Relationship Id="rId121" Type="http://schemas.openxmlformats.org/officeDocument/2006/relationships/image" Target="../media/image68.png"/><Relationship Id="rId163" Type="http://schemas.openxmlformats.org/officeDocument/2006/relationships/image" Target="../media/image89.png"/><Relationship Id="rId219" Type="http://schemas.openxmlformats.org/officeDocument/2006/relationships/image" Target="../media/image117.png"/><Relationship Id="rId370" Type="http://schemas.openxmlformats.org/officeDocument/2006/relationships/image" Target="../media/image192.png"/><Relationship Id="rId230" Type="http://schemas.openxmlformats.org/officeDocument/2006/relationships/customXml" Target="../ink/ink116.xml"/><Relationship Id="rId25" Type="http://schemas.openxmlformats.org/officeDocument/2006/relationships/image" Target="../media/image20.png"/><Relationship Id="rId67" Type="http://schemas.openxmlformats.org/officeDocument/2006/relationships/image" Target="../media/image41.png"/><Relationship Id="rId272" Type="http://schemas.openxmlformats.org/officeDocument/2006/relationships/customXml" Target="../ink/ink137.xml"/><Relationship Id="rId328" Type="http://schemas.openxmlformats.org/officeDocument/2006/relationships/image" Target="../media/image171.png"/><Relationship Id="rId132" Type="http://schemas.openxmlformats.org/officeDocument/2006/relationships/customXml" Target="../ink/ink67.xml"/><Relationship Id="rId174" Type="http://schemas.openxmlformats.org/officeDocument/2006/relationships/customXml" Target="../ink/ink88.xml"/><Relationship Id="rId381" Type="http://schemas.openxmlformats.org/officeDocument/2006/relationships/customXml" Target="../ink/ink192.xml"/><Relationship Id="rId241" Type="http://schemas.openxmlformats.org/officeDocument/2006/relationships/image" Target="../media/image128.png"/><Relationship Id="rId36" Type="http://schemas.openxmlformats.org/officeDocument/2006/relationships/customXml" Target="../ink/ink19.xml"/><Relationship Id="rId283" Type="http://schemas.openxmlformats.org/officeDocument/2006/relationships/image" Target="../media/image149.png"/><Relationship Id="rId339" Type="http://schemas.openxmlformats.org/officeDocument/2006/relationships/customXml" Target="../ink/ink171.xml"/><Relationship Id="rId78" Type="http://schemas.openxmlformats.org/officeDocument/2006/relationships/customXml" Target="../ink/ink40.xml"/><Relationship Id="rId101" Type="http://schemas.openxmlformats.org/officeDocument/2006/relationships/image" Target="../media/image58.png"/><Relationship Id="rId143" Type="http://schemas.openxmlformats.org/officeDocument/2006/relationships/image" Target="../media/image79.png"/><Relationship Id="rId185" Type="http://schemas.openxmlformats.org/officeDocument/2006/relationships/image" Target="../media/image100.png"/><Relationship Id="rId350" Type="http://schemas.openxmlformats.org/officeDocument/2006/relationships/image" Target="../media/image182.png"/><Relationship Id="rId9" Type="http://schemas.openxmlformats.org/officeDocument/2006/relationships/image" Target="../media/image12.png"/><Relationship Id="rId210" Type="http://schemas.openxmlformats.org/officeDocument/2006/relationships/customXml" Target="../ink/ink106.xml"/><Relationship Id="rId252" Type="http://schemas.openxmlformats.org/officeDocument/2006/relationships/customXml" Target="../ink/ink127.xml"/><Relationship Id="rId294" Type="http://schemas.openxmlformats.org/officeDocument/2006/relationships/customXml" Target="../ink/ink148.xml"/><Relationship Id="rId308" Type="http://schemas.openxmlformats.org/officeDocument/2006/relationships/customXml" Target="../ink/ink155.xml"/><Relationship Id="rId47" Type="http://schemas.openxmlformats.org/officeDocument/2006/relationships/image" Target="../media/image31.png"/><Relationship Id="rId68" Type="http://schemas.openxmlformats.org/officeDocument/2006/relationships/customXml" Target="../ink/ink35.xml"/><Relationship Id="rId89" Type="http://schemas.openxmlformats.org/officeDocument/2006/relationships/image" Target="../media/image52.png"/><Relationship Id="rId112" Type="http://schemas.openxmlformats.org/officeDocument/2006/relationships/customXml" Target="../ink/ink57.xml"/><Relationship Id="rId133" Type="http://schemas.openxmlformats.org/officeDocument/2006/relationships/image" Target="../media/image74.png"/><Relationship Id="rId154" Type="http://schemas.openxmlformats.org/officeDocument/2006/relationships/customXml" Target="../ink/ink78.xml"/><Relationship Id="rId175" Type="http://schemas.openxmlformats.org/officeDocument/2006/relationships/image" Target="../media/image95.png"/><Relationship Id="rId340" Type="http://schemas.openxmlformats.org/officeDocument/2006/relationships/image" Target="../media/image177.png"/><Relationship Id="rId361" Type="http://schemas.openxmlformats.org/officeDocument/2006/relationships/customXml" Target="../ink/ink182.xml"/><Relationship Id="rId196" Type="http://schemas.openxmlformats.org/officeDocument/2006/relationships/customXml" Target="../ink/ink99.xml"/><Relationship Id="rId200" Type="http://schemas.openxmlformats.org/officeDocument/2006/relationships/customXml" Target="../ink/ink101.xml"/><Relationship Id="rId382" Type="http://schemas.openxmlformats.org/officeDocument/2006/relationships/image" Target="../media/image198.png"/><Relationship Id="rId16" Type="http://schemas.openxmlformats.org/officeDocument/2006/relationships/customXml" Target="../ink/ink9.xml"/><Relationship Id="rId221" Type="http://schemas.openxmlformats.org/officeDocument/2006/relationships/image" Target="../media/image118.png"/><Relationship Id="rId242" Type="http://schemas.openxmlformats.org/officeDocument/2006/relationships/customXml" Target="../ink/ink122.xml"/><Relationship Id="rId263" Type="http://schemas.openxmlformats.org/officeDocument/2006/relationships/image" Target="../media/image139.png"/><Relationship Id="rId284" Type="http://schemas.openxmlformats.org/officeDocument/2006/relationships/customXml" Target="../ink/ink143.xml"/><Relationship Id="rId319" Type="http://schemas.openxmlformats.org/officeDocument/2006/relationships/customXml" Target="../ink/ink161.xml"/><Relationship Id="rId37" Type="http://schemas.openxmlformats.org/officeDocument/2006/relationships/image" Target="../media/image26.png"/><Relationship Id="rId58" Type="http://schemas.openxmlformats.org/officeDocument/2006/relationships/customXml" Target="../ink/ink30.xml"/><Relationship Id="rId79" Type="http://schemas.openxmlformats.org/officeDocument/2006/relationships/image" Target="../media/image47.png"/><Relationship Id="rId102" Type="http://schemas.openxmlformats.org/officeDocument/2006/relationships/customXml" Target="../ink/ink52.xml"/><Relationship Id="rId123" Type="http://schemas.openxmlformats.org/officeDocument/2006/relationships/image" Target="../media/image69.png"/><Relationship Id="rId144" Type="http://schemas.openxmlformats.org/officeDocument/2006/relationships/customXml" Target="../ink/ink73.xml"/><Relationship Id="rId330" Type="http://schemas.openxmlformats.org/officeDocument/2006/relationships/image" Target="../media/image172.png"/><Relationship Id="rId90" Type="http://schemas.openxmlformats.org/officeDocument/2006/relationships/customXml" Target="../ink/ink46.xml"/><Relationship Id="rId165" Type="http://schemas.openxmlformats.org/officeDocument/2006/relationships/image" Target="../media/image90.png"/><Relationship Id="rId186" Type="http://schemas.openxmlformats.org/officeDocument/2006/relationships/customXml" Target="../ink/ink94.xml"/><Relationship Id="rId351" Type="http://schemas.openxmlformats.org/officeDocument/2006/relationships/customXml" Target="../ink/ink177.xml"/><Relationship Id="rId372" Type="http://schemas.openxmlformats.org/officeDocument/2006/relationships/image" Target="../media/image193.png"/><Relationship Id="rId211" Type="http://schemas.openxmlformats.org/officeDocument/2006/relationships/image" Target="../media/image113.png"/><Relationship Id="rId232" Type="http://schemas.openxmlformats.org/officeDocument/2006/relationships/customXml" Target="../ink/ink117.xml"/><Relationship Id="rId253" Type="http://schemas.openxmlformats.org/officeDocument/2006/relationships/image" Target="../media/image134.png"/><Relationship Id="rId274" Type="http://schemas.openxmlformats.org/officeDocument/2006/relationships/customXml" Target="../ink/ink138.xml"/><Relationship Id="rId295" Type="http://schemas.openxmlformats.org/officeDocument/2006/relationships/image" Target="../media/image155.png"/><Relationship Id="rId309" Type="http://schemas.openxmlformats.org/officeDocument/2006/relationships/image" Target="../media/image162.png"/><Relationship Id="rId27" Type="http://schemas.openxmlformats.org/officeDocument/2006/relationships/image" Target="../media/image21.png"/><Relationship Id="rId48" Type="http://schemas.openxmlformats.org/officeDocument/2006/relationships/customXml" Target="../ink/ink25.xml"/><Relationship Id="rId69" Type="http://schemas.openxmlformats.org/officeDocument/2006/relationships/image" Target="../media/image42.png"/><Relationship Id="rId113" Type="http://schemas.openxmlformats.org/officeDocument/2006/relationships/image" Target="../media/image64.png"/><Relationship Id="rId134" Type="http://schemas.openxmlformats.org/officeDocument/2006/relationships/customXml" Target="../ink/ink68.xml"/><Relationship Id="rId320" Type="http://schemas.openxmlformats.org/officeDocument/2006/relationships/image" Target="../media/image167.png"/><Relationship Id="rId80" Type="http://schemas.openxmlformats.org/officeDocument/2006/relationships/customXml" Target="../ink/ink41.xml"/><Relationship Id="rId155" Type="http://schemas.openxmlformats.org/officeDocument/2006/relationships/image" Target="../media/image85.png"/><Relationship Id="rId176" Type="http://schemas.openxmlformats.org/officeDocument/2006/relationships/customXml" Target="../ink/ink89.xml"/><Relationship Id="rId197" Type="http://schemas.openxmlformats.org/officeDocument/2006/relationships/image" Target="../media/image106.png"/><Relationship Id="rId341" Type="http://schemas.openxmlformats.org/officeDocument/2006/relationships/customXml" Target="../ink/ink172.xml"/><Relationship Id="rId362" Type="http://schemas.openxmlformats.org/officeDocument/2006/relationships/image" Target="../media/image188.png"/><Relationship Id="rId383" Type="http://schemas.openxmlformats.org/officeDocument/2006/relationships/customXml" Target="../ink/ink193.xml"/><Relationship Id="rId201" Type="http://schemas.openxmlformats.org/officeDocument/2006/relationships/image" Target="../media/image108.png"/><Relationship Id="rId222" Type="http://schemas.openxmlformats.org/officeDocument/2006/relationships/customXml" Target="../ink/ink112.xml"/><Relationship Id="rId243" Type="http://schemas.openxmlformats.org/officeDocument/2006/relationships/image" Target="../media/image129.png"/><Relationship Id="rId264" Type="http://schemas.openxmlformats.org/officeDocument/2006/relationships/customXml" Target="../ink/ink133.xml"/><Relationship Id="rId285" Type="http://schemas.openxmlformats.org/officeDocument/2006/relationships/image" Target="../media/image150.png"/><Relationship Id="rId17" Type="http://schemas.openxmlformats.org/officeDocument/2006/relationships/image" Target="../media/image16.png"/><Relationship Id="rId38" Type="http://schemas.openxmlformats.org/officeDocument/2006/relationships/customXml" Target="../ink/ink20.xml"/><Relationship Id="rId59" Type="http://schemas.openxmlformats.org/officeDocument/2006/relationships/image" Target="../media/image37.png"/><Relationship Id="rId103" Type="http://schemas.openxmlformats.org/officeDocument/2006/relationships/image" Target="../media/image59.png"/><Relationship Id="rId124" Type="http://schemas.openxmlformats.org/officeDocument/2006/relationships/customXml" Target="../ink/ink63.xml"/><Relationship Id="rId310" Type="http://schemas.openxmlformats.org/officeDocument/2006/relationships/customXml" Target="../ink/ink156.xml"/><Relationship Id="rId70" Type="http://schemas.openxmlformats.org/officeDocument/2006/relationships/customXml" Target="../ink/ink36.xml"/><Relationship Id="rId91" Type="http://schemas.openxmlformats.org/officeDocument/2006/relationships/image" Target="../media/image53.png"/><Relationship Id="rId145" Type="http://schemas.openxmlformats.org/officeDocument/2006/relationships/image" Target="../media/image80.png"/><Relationship Id="rId166" Type="http://schemas.openxmlformats.org/officeDocument/2006/relationships/customXml" Target="../ink/ink84.xml"/><Relationship Id="rId187" Type="http://schemas.openxmlformats.org/officeDocument/2006/relationships/image" Target="../media/image101.png"/><Relationship Id="rId331" Type="http://schemas.openxmlformats.org/officeDocument/2006/relationships/customXml" Target="../ink/ink167.xml"/><Relationship Id="rId352" Type="http://schemas.openxmlformats.org/officeDocument/2006/relationships/image" Target="../media/image183.png"/><Relationship Id="rId373" Type="http://schemas.openxmlformats.org/officeDocument/2006/relationships/customXml" Target="../ink/ink188.xml"/><Relationship Id="rId1" Type="http://schemas.openxmlformats.org/officeDocument/2006/relationships/slideLayout" Target="../slideLayouts/slideLayout2.xml"/><Relationship Id="rId212" Type="http://schemas.openxmlformats.org/officeDocument/2006/relationships/customXml" Target="../ink/ink107.xml"/><Relationship Id="rId233" Type="http://schemas.openxmlformats.org/officeDocument/2006/relationships/image" Target="../media/image124.png"/><Relationship Id="rId254" Type="http://schemas.openxmlformats.org/officeDocument/2006/relationships/customXml" Target="../ink/ink128.xml"/><Relationship Id="rId28" Type="http://schemas.openxmlformats.org/officeDocument/2006/relationships/customXml" Target="../ink/ink15.xml"/><Relationship Id="rId49" Type="http://schemas.openxmlformats.org/officeDocument/2006/relationships/image" Target="../media/image32.png"/><Relationship Id="rId114" Type="http://schemas.openxmlformats.org/officeDocument/2006/relationships/customXml" Target="../ink/ink58.xml"/><Relationship Id="rId275" Type="http://schemas.openxmlformats.org/officeDocument/2006/relationships/image" Target="../media/image145.png"/><Relationship Id="rId296" Type="http://schemas.openxmlformats.org/officeDocument/2006/relationships/customXml" Target="../ink/ink149.xml"/><Relationship Id="rId300" Type="http://schemas.openxmlformats.org/officeDocument/2006/relationships/customXml" Target="../ink/ink151.xml"/><Relationship Id="rId60" Type="http://schemas.openxmlformats.org/officeDocument/2006/relationships/customXml" Target="../ink/ink31.xml"/><Relationship Id="rId81" Type="http://schemas.openxmlformats.org/officeDocument/2006/relationships/image" Target="../media/image48.png"/><Relationship Id="rId135" Type="http://schemas.openxmlformats.org/officeDocument/2006/relationships/image" Target="../media/image75.png"/><Relationship Id="rId156" Type="http://schemas.openxmlformats.org/officeDocument/2006/relationships/customXml" Target="../ink/ink79.xml"/><Relationship Id="rId177" Type="http://schemas.openxmlformats.org/officeDocument/2006/relationships/image" Target="../media/image96.png"/><Relationship Id="rId198" Type="http://schemas.openxmlformats.org/officeDocument/2006/relationships/customXml" Target="../ink/ink100.xml"/><Relationship Id="rId321" Type="http://schemas.openxmlformats.org/officeDocument/2006/relationships/customXml" Target="../ink/ink162.xml"/><Relationship Id="rId342" Type="http://schemas.openxmlformats.org/officeDocument/2006/relationships/image" Target="../media/image178.png"/><Relationship Id="rId363" Type="http://schemas.openxmlformats.org/officeDocument/2006/relationships/customXml" Target="../ink/ink183.xml"/><Relationship Id="rId384" Type="http://schemas.openxmlformats.org/officeDocument/2006/relationships/image" Target="../media/image199.png"/><Relationship Id="rId202" Type="http://schemas.openxmlformats.org/officeDocument/2006/relationships/customXml" Target="../ink/ink102.xml"/><Relationship Id="rId223" Type="http://schemas.openxmlformats.org/officeDocument/2006/relationships/image" Target="../media/image119.png"/><Relationship Id="rId244" Type="http://schemas.openxmlformats.org/officeDocument/2006/relationships/customXml" Target="../ink/ink123.xml"/><Relationship Id="rId18" Type="http://schemas.openxmlformats.org/officeDocument/2006/relationships/customXml" Target="../ink/ink10.xml"/><Relationship Id="rId39" Type="http://schemas.openxmlformats.org/officeDocument/2006/relationships/image" Target="../media/image27.png"/><Relationship Id="rId265" Type="http://schemas.openxmlformats.org/officeDocument/2006/relationships/image" Target="../media/image140.png"/><Relationship Id="rId286" Type="http://schemas.openxmlformats.org/officeDocument/2006/relationships/customXml" Target="../ink/ink144.xml"/><Relationship Id="rId50" Type="http://schemas.openxmlformats.org/officeDocument/2006/relationships/customXml" Target="../ink/ink26.xml"/><Relationship Id="rId104" Type="http://schemas.openxmlformats.org/officeDocument/2006/relationships/customXml" Target="../ink/ink53.xml"/><Relationship Id="rId125" Type="http://schemas.openxmlformats.org/officeDocument/2006/relationships/image" Target="../media/image70.png"/><Relationship Id="rId146" Type="http://schemas.openxmlformats.org/officeDocument/2006/relationships/customXml" Target="../ink/ink74.xml"/><Relationship Id="rId167" Type="http://schemas.openxmlformats.org/officeDocument/2006/relationships/image" Target="../media/image91.png"/><Relationship Id="rId188" Type="http://schemas.openxmlformats.org/officeDocument/2006/relationships/customXml" Target="../ink/ink95.xml"/><Relationship Id="rId311" Type="http://schemas.openxmlformats.org/officeDocument/2006/relationships/image" Target="../media/image163.png"/><Relationship Id="rId332" Type="http://schemas.openxmlformats.org/officeDocument/2006/relationships/image" Target="../media/image173.png"/><Relationship Id="rId353" Type="http://schemas.openxmlformats.org/officeDocument/2006/relationships/customXml" Target="../ink/ink178.xml"/><Relationship Id="rId374" Type="http://schemas.openxmlformats.org/officeDocument/2006/relationships/image" Target="../media/image194.png"/><Relationship Id="rId71" Type="http://schemas.openxmlformats.org/officeDocument/2006/relationships/image" Target="../media/image43.png"/><Relationship Id="rId92" Type="http://schemas.openxmlformats.org/officeDocument/2006/relationships/customXml" Target="../ink/ink47.xml"/><Relationship Id="rId213" Type="http://schemas.openxmlformats.org/officeDocument/2006/relationships/image" Target="../media/image114.png"/><Relationship Id="rId234" Type="http://schemas.openxmlformats.org/officeDocument/2006/relationships/customXml" Target="../ink/ink118.xml"/><Relationship Id="rId2" Type="http://schemas.openxmlformats.org/officeDocument/2006/relationships/customXml" Target="../ink/ink2.xml"/><Relationship Id="rId29" Type="http://schemas.openxmlformats.org/officeDocument/2006/relationships/image" Target="../media/image22.png"/><Relationship Id="rId255" Type="http://schemas.openxmlformats.org/officeDocument/2006/relationships/image" Target="../media/image135.png"/><Relationship Id="rId276" Type="http://schemas.openxmlformats.org/officeDocument/2006/relationships/customXml" Target="../ink/ink139.xml"/><Relationship Id="rId297" Type="http://schemas.openxmlformats.org/officeDocument/2006/relationships/image" Target="../media/image156.png"/><Relationship Id="rId40" Type="http://schemas.openxmlformats.org/officeDocument/2006/relationships/customXml" Target="../ink/ink21.xml"/><Relationship Id="rId115" Type="http://schemas.openxmlformats.org/officeDocument/2006/relationships/image" Target="../media/image65.png"/><Relationship Id="rId136" Type="http://schemas.openxmlformats.org/officeDocument/2006/relationships/customXml" Target="../ink/ink69.xml"/><Relationship Id="rId157" Type="http://schemas.openxmlformats.org/officeDocument/2006/relationships/image" Target="../media/image86.png"/><Relationship Id="rId178" Type="http://schemas.openxmlformats.org/officeDocument/2006/relationships/customXml" Target="../ink/ink90.xml"/><Relationship Id="rId301" Type="http://schemas.openxmlformats.org/officeDocument/2006/relationships/image" Target="../media/image158.png"/><Relationship Id="rId322" Type="http://schemas.openxmlformats.org/officeDocument/2006/relationships/image" Target="../media/image168.png"/><Relationship Id="rId343" Type="http://schemas.openxmlformats.org/officeDocument/2006/relationships/customXml" Target="../ink/ink173.xml"/><Relationship Id="rId364" Type="http://schemas.openxmlformats.org/officeDocument/2006/relationships/image" Target="../media/image189.png"/><Relationship Id="rId61" Type="http://schemas.openxmlformats.org/officeDocument/2006/relationships/image" Target="../media/image38.png"/><Relationship Id="rId82" Type="http://schemas.openxmlformats.org/officeDocument/2006/relationships/customXml" Target="../ink/ink42.xml"/><Relationship Id="rId199" Type="http://schemas.openxmlformats.org/officeDocument/2006/relationships/image" Target="../media/image107.png"/><Relationship Id="rId203" Type="http://schemas.openxmlformats.org/officeDocument/2006/relationships/image" Target="../media/image109.png"/><Relationship Id="rId385" Type="http://schemas.openxmlformats.org/officeDocument/2006/relationships/customXml" Target="../ink/ink194.xml"/><Relationship Id="rId19" Type="http://schemas.openxmlformats.org/officeDocument/2006/relationships/image" Target="../media/image17.png"/><Relationship Id="rId224" Type="http://schemas.openxmlformats.org/officeDocument/2006/relationships/customXml" Target="../ink/ink113.xml"/><Relationship Id="rId245" Type="http://schemas.openxmlformats.org/officeDocument/2006/relationships/image" Target="../media/image130.png"/><Relationship Id="rId266" Type="http://schemas.openxmlformats.org/officeDocument/2006/relationships/customXml" Target="../ink/ink134.xml"/><Relationship Id="rId287" Type="http://schemas.openxmlformats.org/officeDocument/2006/relationships/image" Target="../media/image151.png"/><Relationship Id="rId30" Type="http://schemas.openxmlformats.org/officeDocument/2006/relationships/customXml" Target="../ink/ink16.xml"/><Relationship Id="rId105" Type="http://schemas.openxmlformats.org/officeDocument/2006/relationships/image" Target="../media/image60.png"/><Relationship Id="rId126" Type="http://schemas.openxmlformats.org/officeDocument/2006/relationships/customXml" Target="../ink/ink64.xml"/><Relationship Id="rId147" Type="http://schemas.openxmlformats.org/officeDocument/2006/relationships/image" Target="../media/image81.png"/><Relationship Id="rId168" Type="http://schemas.openxmlformats.org/officeDocument/2006/relationships/customXml" Target="../ink/ink85.xml"/><Relationship Id="rId312" Type="http://schemas.openxmlformats.org/officeDocument/2006/relationships/customXml" Target="../ink/ink157.xml"/><Relationship Id="rId333" Type="http://schemas.openxmlformats.org/officeDocument/2006/relationships/customXml" Target="../ink/ink168.xml"/><Relationship Id="rId354" Type="http://schemas.openxmlformats.org/officeDocument/2006/relationships/image" Target="../media/image184.png"/><Relationship Id="rId51" Type="http://schemas.openxmlformats.org/officeDocument/2006/relationships/image" Target="../media/image33.png"/><Relationship Id="rId72" Type="http://schemas.openxmlformats.org/officeDocument/2006/relationships/customXml" Target="../ink/ink37.xml"/><Relationship Id="rId93" Type="http://schemas.openxmlformats.org/officeDocument/2006/relationships/image" Target="../media/image54.png"/><Relationship Id="rId189" Type="http://schemas.openxmlformats.org/officeDocument/2006/relationships/image" Target="../media/image102.png"/><Relationship Id="rId375" Type="http://schemas.openxmlformats.org/officeDocument/2006/relationships/customXml" Target="../ink/ink189.xml"/><Relationship Id="rId3" Type="http://schemas.openxmlformats.org/officeDocument/2006/relationships/image" Target="../media/image9.png"/><Relationship Id="rId214" Type="http://schemas.openxmlformats.org/officeDocument/2006/relationships/customXml" Target="../ink/ink108.xml"/><Relationship Id="rId235" Type="http://schemas.openxmlformats.org/officeDocument/2006/relationships/image" Target="../media/image125.png"/><Relationship Id="rId256" Type="http://schemas.openxmlformats.org/officeDocument/2006/relationships/customXml" Target="../ink/ink129.xml"/><Relationship Id="rId277" Type="http://schemas.openxmlformats.org/officeDocument/2006/relationships/image" Target="../media/image146.png"/><Relationship Id="rId298" Type="http://schemas.openxmlformats.org/officeDocument/2006/relationships/customXml" Target="../ink/ink150.xml"/><Relationship Id="rId116" Type="http://schemas.openxmlformats.org/officeDocument/2006/relationships/customXml" Target="../ink/ink59.xml"/><Relationship Id="rId137" Type="http://schemas.openxmlformats.org/officeDocument/2006/relationships/image" Target="../media/image76.png"/><Relationship Id="rId158" Type="http://schemas.openxmlformats.org/officeDocument/2006/relationships/customXml" Target="../ink/ink80.xml"/><Relationship Id="rId302" Type="http://schemas.openxmlformats.org/officeDocument/2006/relationships/customXml" Target="../ink/ink152.xml"/><Relationship Id="rId323" Type="http://schemas.openxmlformats.org/officeDocument/2006/relationships/customXml" Target="../ink/ink163.xml"/><Relationship Id="rId344" Type="http://schemas.openxmlformats.org/officeDocument/2006/relationships/image" Target="../media/image179.png"/><Relationship Id="rId20" Type="http://schemas.openxmlformats.org/officeDocument/2006/relationships/customXml" Target="../ink/ink11.xml"/><Relationship Id="rId41" Type="http://schemas.openxmlformats.org/officeDocument/2006/relationships/image" Target="../media/image28.png"/><Relationship Id="rId62" Type="http://schemas.openxmlformats.org/officeDocument/2006/relationships/customXml" Target="../ink/ink32.xml"/><Relationship Id="rId83" Type="http://schemas.openxmlformats.org/officeDocument/2006/relationships/image" Target="../media/image49.png"/><Relationship Id="rId179" Type="http://schemas.openxmlformats.org/officeDocument/2006/relationships/image" Target="../media/image97.png"/><Relationship Id="rId365" Type="http://schemas.openxmlformats.org/officeDocument/2006/relationships/customXml" Target="../ink/ink184.xml"/><Relationship Id="rId386" Type="http://schemas.openxmlformats.org/officeDocument/2006/relationships/image" Target="../media/image200.png"/><Relationship Id="rId190" Type="http://schemas.openxmlformats.org/officeDocument/2006/relationships/customXml" Target="../ink/ink96.xml"/><Relationship Id="rId204" Type="http://schemas.openxmlformats.org/officeDocument/2006/relationships/customXml" Target="../ink/ink103.xml"/><Relationship Id="rId225" Type="http://schemas.openxmlformats.org/officeDocument/2006/relationships/image" Target="../media/image120.png"/><Relationship Id="rId246" Type="http://schemas.openxmlformats.org/officeDocument/2006/relationships/customXml" Target="../ink/ink124.xml"/><Relationship Id="rId267" Type="http://schemas.openxmlformats.org/officeDocument/2006/relationships/image" Target="../media/image141.png"/><Relationship Id="rId288" Type="http://schemas.openxmlformats.org/officeDocument/2006/relationships/customXml" Target="../ink/ink145.xml"/><Relationship Id="rId106" Type="http://schemas.openxmlformats.org/officeDocument/2006/relationships/customXml" Target="../ink/ink54.xml"/><Relationship Id="rId127" Type="http://schemas.openxmlformats.org/officeDocument/2006/relationships/image" Target="../media/image71.png"/><Relationship Id="rId313" Type="http://schemas.openxmlformats.org/officeDocument/2006/relationships/image" Target="../media/image164.png"/><Relationship Id="rId10" Type="http://schemas.openxmlformats.org/officeDocument/2006/relationships/customXml" Target="../ink/ink6.xml"/><Relationship Id="rId31" Type="http://schemas.openxmlformats.org/officeDocument/2006/relationships/image" Target="../media/image23.png"/><Relationship Id="rId52" Type="http://schemas.openxmlformats.org/officeDocument/2006/relationships/customXml" Target="../ink/ink27.xml"/><Relationship Id="rId73" Type="http://schemas.openxmlformats.org/officeDocument/2006/relationships/image" Target="../media/image44.png"/><Relationship Id="rId94" Type="http://schemas.openxmlformats.org/officeDocument/2006/relationships/customXml" Target="../ink/ink48.xml"/><Relationship Id="rId148" Type="http://schemas.openxmlformats.org/officeDocument/2006/relationships/customXml" Target="../ink/ink75.xml"/><Relationship Id="rId169" Type="http://schemas.openxmlformats.org/officeDocument/2006/relationships/image" Target="../media/image92.png"/><Relationship Id="rId334" Type="http://schemas.openxmlformats.org/officeDocument/2006/relationships/image" Target="../media/image174.png"/><Relationship Id="rId355" Type="http://schemas.openxmlformats.org/officeDocument/2006/relationships/customXml" Target="../ink/ink179.xml"/><Relationship Id="rId376" Type="http://schemas.openxmlformats.org/officeDocument/2006/relationships/image" Target="../media/image195.png"/><Relationship Id="rId4" Type="http://schemas.openxmlformats.org/officeDocument/2006/relationships/customXml" Target="../ink/ink3.xml"/><Relationship Id="rId180" Type="http://schemas.openxmlformats.org/officeDocument/2006/relationships/customXml" Target="../ink/ink91.xml"/><Relationship Id="rId215" Type="http://schemas.openxmlformats.org/officeDocument/2006/relationships/image" Target="../media/image115.png"/><Relationship Id="rId236" Type="http://schemas.openxmlformats.org/officeDocument/2006/relationships/customXml" Target="../ink/ink119.xml"/><Relationship Id="rId257" Type="http://schemas.openxmlformats.org/officeDocument/2006/relationships/image" Target="../media/image136.png"/><Relationship Id="rId278" Type="http://schemas.openxmlformats.org/officeDocument/2006/relationships/customXml" Target="../ink/ink140.xml"/><Relationship Id="rId303" Type="http://schemas.openxmlformats.org/officeDocument/2006/relationships/image" Target="../media/image159.png"/><Relationship Id="rId42" Type="http://schemas.openxmlformats.org/officeDocument/2006/relationships/customXml" Target="../ink/ink22.xml"/><Relationship Id="rId84" Type="http://schemas.openxmlformats.org/officeDocument/2006/relationships/customXml" Target="../ink/ink43.xml"/><Relationship Id="rId138" Type="http://schemas.openxmlformats.org/officeDocument/2006/relationships/customXml" Target="../ink/ink70.xml"/><Relationship Id="rId345" Type="http://schemas.openxmlformats.org/officeDocument/2006/relationships/customXml" Target="../ink/ink174.xml"/><Relationship Id="rId387" Type="http://schemas.openxmlformats.org/officeDocument/2006/relationships/customXml" Target="../ink/ink195.xml"/><Relationship Id="rId191" Type="http://schemas.openxmlformats.org/officeDocument/2006/relationships/image" Target="../media/image103.png"/><Relationship Id="rId205" Type="http://schemas.openxmlformats.org/officeDocument/2006/relationships/image" Target="../media/image110.png"/><Relationship Id="rId247" Type="http://schemas.openxmlformats.org/officeDocument/2006/relationships/image" Target="../media/image131.png"/><Relationship Id="rId107" Type="http://schemas.openxmlformats.org/officeDocument/2006/relationships/image" Target="../media/image61.png"/><Relationship Id="rId289" Type="http://schemas.openxmlformats.org/officeDocument/2006/relationships/image" Target="../media/image152.png"/><Relationship Id="rId11" Type="http://schemas.openxmlformats.org/officeDocument/2006/relationships/image" Target="../media/image13.png"/><Relationship Id="rId53" Type="http://schemas.openxmlformats.org/officeDocument/2006/relationships/image" Target="../media/image34.png"/><Relationship Id="rId149" Type="http://schemas.openxmlformats.org/officeDocument/2006/relationships/image" Target="../media/image82.png"/><Relationship Id="rId314" Type="http://schemas.openxmlformats.org/officeDocument/2006/relationships/customXml" Target="../ink/ink158.xml"/><Relationship Id="rId356" Type="http://schemas.openxmlformats.org/officeDocument/2006/relationships/image" Target="../media/image185.png"/><Relationship Id="rId95" Type="http://schemas.openxmlformats.org/officeDocument/2006/relationships/image" Target="../media/image55.png"/><Relationship Id="rId160" Type="http://schemas.openxmlformats.org/officeDocument/2006/relationships/customXml" Target="../ink/ink81.xml"/><Relationship Id="rId216" Type="http://schemas.openxmlformats.org/officeDocument/2006/relationships/customXml" Target="../ink/ink109.xml"/><Relationship Id="rId258" Type="http://schemas.openxmlformats.org/officeDocument/2006/relationships/customXml" Target="../ink/ink130.xml"/><Relationship Id="rId22" Type="http://schemas.openxmlformats.org/officeDocument/2006/relationships/customXml" Target="../ink/ink12.xml"/><Relationship Id="rId64" Type="http://schemas.openxmlformats.org/officeDocument/2006/relationships/customXml" Target="../ink/ink33.xml"/><Relationship Id="rId118" Type="http://schemas.openxmlformats.org/officeDocument/2006/relationships/customXml" Target="../ink/ink60.xml"/><Relationship Id="rId325" Type="http://schemas.openxmlformats.org/officeDocument/2006/relationships/customXml" Target="../ink/ink164.xml"/><Relationship Id="rId367" Type="http://schemas.openxmlformats.org/officeDocument/2006/relationships/customXml" Target="../ink/ink185.xml"/><Relationship Id="rId171" Type="http://schemas.openxmlformats.org/officeDocument/2006/relationships/image" Target="../media/image93.png"/><Relationship Id="rId227" Type="http://schemas.openxmlformats.org/officeDocument/2006/relationships/image" Target="../media/image121.png"/><Relationship Id="rId269" Type="http://schemas.openxmlformats.org/officeDocument/2006/relationships/image" Target="../media/image142.png"/><Relationship Id="rId33" Type="http://schemas.openxmlformats.org/officeDocument/2006/relationships/image" Target="../media/image24.png"/><Relationship Id="rId129" Type="http://schemas.openxmlformats.org/officeDocument/2006/relationships/image" Target="../media/image72.png"/><Relationship Id="rId280" Type="http://schemas.openxmlformats.org/officeDocument/2006/relationships/customXml" Target="../ink/ink141.xml"/><Relationship Id="rId336" Type="http://schemas.openxmlformats.org/officeDocument/2006/relationships/image" Target="../media/image175.png"/><Relationship Id="rId75" Type="http://schemas.openxmlformats.org/officeDocument/2006/relationships/image" Target="../media/image45.png"/><Relationship Id="rId140" Type="http://schemas.openxmlformats.org/officeDocument/2006/relationships/customXml" Target="../ink/ink71.xml"/><Relationship Id="rId182" Type="http://schemas.openxmlformats.org/officeDocument/2006/relationships/customXml" Target="../ink/ink92.xml"/><Relationship Id="rId378" Type="http://schemas.openxmlformats.org/officeDocument/2006/relationships/image" Target="../media/image196.png"/><Relationship Id="rId6" Type="http://schemas.openxmlformats.org/officeDocument/2006/relationships/customXml" Target="../ink/ink4.xml"/><Relationship Id="rId238" Type="http://schemas.openxmlformats.org/officeDocument/2006/relationships/customXml" Target="../ink/ink120.xml"/><Relationship Id="rId291" Type="http://schemas.openxmlformats.org/officeDocument/2006/relationships/image" Target="../media/image153.png"/><Relationship Id="rId305" Type="http://schemas.openxmlformats.org/officeDocument/2006/relationships/image" Target="../media/image160.png"/><Relationship Id="rId347" Type="http://schemas.openxmlformats.org/officeDocument/2006/relationships/customXml" Target="../ink/ink175.xml"/><Relationship Id="rId44" Type="http://schemas.openxmlformats.org/officeDocument/2006/relationships/customXml" Target="../ink/ink23.xml"/><Relationship Id="rId86" Type="http://schemas.openxmlformats.org/officeDocument/2006/relationships/customXml" Target="../ink/ink44.xml"/><Relationship Id="rId151" Type="http://schemas.openxmlformats.org/officeDocument/2006/relationships/image" Target="../media/image83.png"/><Relationship Id="rId193" Type="http://schemas.openxmlformats.org/officeDocument/2006/relationships/image" Target="../media/image104.png"/><Relationship Id="rId207" Type="http://schemas.openxmlformats.org/officeDocument/2006/relationships/image" Target="../media/image111.png"/><Relationship Id="rId249" Type="http://schemas.openxmlformats.org/officeDocument/2006/relationships/image" Target="../media/image132.png"/><Relationship Id="rId13" Type="http://schemas.openxmlformats.org/officeDocument/2006/relationships/image" Target="../media/image14.png"/><Relationship Id="rId109" Type="http://schemas.openxmlformats.org/officeDocument/2006/relationships/image" Target="../media/image62.png"/><Relationship Id="rId260" Type="http://schemas.openxmlformats.org/officeDocument/2006/relationships/customXml" Target="../ink/ink131.xml"/><Relationship Id="rId316" Type="http://schemas.openxmlformats.org/officeDocument/2006/relationships/customXml" Target="../ink/ink159.xml"/><Relationship Id="rId55" Type="http://schemas.openxmlformats.org/officeDocument/2006/relationships/image" Target="../media/image35.png"/><Relationship Id="rId97" Type="http://schemas.openxmlformats.org/officeDocument/2006/relationships/image" Target="../media/image56.png"/><Relationship Id="rId120" Type="http://schemas.openxmlformats.org/officeDocument/2006/relationships/customXml" Target="../ink/ink61.xml"/><Relationship Id="rId358" Type="http://schemas.openxmlformats.org/officeDocument/2006/relationships/image" Target="../media/image186.png"/><Relationship Id="rId162" Type="http://schemas.openxmlformats.org/officeDocument/2006/relationships/customXml" Target="../ink/ink82.xml"/><Relationship Id="rId218" Type="http://schemas.openxmlformats.org/officeDocument/2006/relationships/customXml" Target="../ink/ink110.xml"/><Relationship Id="rId271" Type="http://schemas.openxmlformats.org/officeDocument/2006/relationships/image" Target="../media/image143.png"/><Relationship Id="rId24" Type="http://schemas.openxmlformats.org/officeDocument/2006/relationships/customXml" Target="../ink/ink13.xml"/><Relationship Id="rId66" Type="http://schemas.openxmlformats.org/officeDocument/2006/relationships/customXml" Target="../ink/ink34.xml"/><Relationship Id="rId131" Type="http://schemas.openxmlformats.org/officeDocument/2006/relationships/image" Target="../media/image73.png"/><Relationship Id="rId327" Type="http://schemas.openxmlformats.org/officeDocument/2006/relationships/customXml" Target="../ink/ink165.xml"/><Relationship Id="rId369" Type="http://schemas.openxmlformats.org/officeDocument/2006/relationships/customXml" Target="../ink/ink186.xml"/><Relationship Id="rId173" Type="http://schemas.openxmlformats.org/officeDocument/2006/relationships/image" Target="../media/image94.png"/><Relationship Id="rId229" Type="http://schemas.openxmlformats.org/officeDocument/2006/relationships/image" Target="../media/image122.png"/><Relationship Id="rId380" Type="http://schemas.openxmlformats.org/officeDocument/2006/relationships/image" Target="../media/image197.png"/><Relationship Id="rId240" Type="http://schemas.openxmlformats.org/officeDocument/2006/relationships/customXml" Target="../ink/ink121.xml"/><Relationship Id="rId35" Type="http://schemas.openxmlformats.org/officeDocument/2006/relationships/image" Target="../media/image25.png"/><Relationship Id="rId77" Type="http://schemas.openxmlformats.org/officeDocument/2006/relationships/image" Target="../media/image46.png"/><Relationship Id="rId100" Type="http://schemas.openxmlformats.org/officeDocument/2006/relationships/customXml" Target="../ink/ink51.xml"/><Relationship Id="rId282" Type="http://schemas.openxmlformats.org/officeDocument/2006/relationships/customXml" Target="../ink/ink142.xml"/><Relationship Id="rId338" Type="http://schemas.openxmlformats.org/officeDocument/2006/relationships/image" Target="../media/image176.png"/><Relationship Id="rId8" Type="http://schemas.openxmlformats.org/officeDocument/2006/relationships/customXml" Target="../ink/ink5.xml"/><Relationship Id="rId142" Type="http://schemas.openxmlformats.org/officeDocument/2006/relationships/customXml" Target="../ink/ink72.xml"/><Relationship Id="rId184" Type="http://schemas.openxmlformats.org/officeDocument/2006/relationships/customXml" Target="../ink/ink93.xml"/><Relationship Id="rId251" Type="http://schemas.openxmlformats.org/officeDocument/2006/relationships/image" Target="../media/image133.png"/><Relationship Id="rId46" Type="http://schemas.openxmlformats.org/officeDocument/2006/relationships/customXml" Target="../ink/ink24.xml"/><Relationship Id="rId293" Type="http://schemas.openxmlformats.org/officeDocument/2006/relationships/image" Target="../media/image154.png"/><Relationship Id="rId307" Type="http://schemas.openxmlformats.org/officeDocument/2006/relationships/image" Target="../media/image161.png"/><Relationship Id="rId349" Type="http://schemas.openxmlformats.org/officeDocument/2006/relationships/customXml" Target="../ink/ink176.xml"/><Relationship Id="rId88" Type="http://schemas.openxmlformats.org/officeDocument/2006/relationships/customXml" Target="../ink/ink45.xml"/><Relationship Id="rId111" Type="http://schemas.openxmlformats.org/officeDocument/2006/relationships/image" Target="../media/image63.png"/><Relationship Id="rId153" Type="http://schemas.openxmlformats.org/officeDocument/2006/relationships/image" Target="../media/image84.png"/><Relationship Id="rId195" Type="http://schemas.openxmlformats.org/officeDocument/2006/relationships/image" Target="../media/image105.png"/><Relationship Id="rId209" Type="http://schemas.openxmlformats.org/officeDocument/2006/relationships/image" Target="../media/image112.png"/><Relationship Id="rId360" Type="http://schemas.openxmlformats.org/officeDocument/2006/relationships/image" Target="../media/image187.png"/><Relationship Id="rId220" Type="http://schemas.openxmlformats.org/officeDocument/2006/relationships/customXml" Target="../ink/ink111.xml"/><Relationship Id="rId15" Type="http://schemas.openxmlformats.org/officeDocument/2006/relationships/image" Target="../media/image15.png"/><Relationship Id="rId57" Type="http://schemas.openxmlformats.org/officeDocument/2006/relationships/image" Target="../media/image36.png"/><Relationship Id="rId262" Type="http://schemas.openxmlformats.org/officeDocument/2006/relationships/customXml" Target="../ink/ink132.xml"/><Relationship Id="rId318" Type="http://schemas.openxmlformats.org/officeDocument/2006/relationships/image" Target="../media/image166.png"/><Relationship Id="rId99" Type="http://schemas.openxmlformats.org/officeDocument/2006/relationships/image" Target="../media/image57.png"/><Relationship Id="rId122" Type="http://schemas.openxmlformats.org/officeDocument/2006/relationships/customXml" Target="../ink/ink62.xml"/><Relationship Id="rId164" Type="http://schemas.openxmlformats.org/officeDocument/2006/relationships/customXml" Target="../ink/ink83.xml"/><Relationship Id="rId371" Type="http://schemas.openxmlformats.org/officeDocument/2006/relationships/customXml" Target="../ink/ink187.xml"/><Relationship Id="rId26" Type="http://schemas.openxmlformats.org/officeDocument/2006/relationships/customXml" Target="../ink/ink14.xml"/><Relationship Id="rId231" Type="http://schemas.openxmlformats.org/officeDocument/2006/relationships/image" Target="../media/image123.png"/><Relationship Id="rId273" Type="http://schemas.openxmlformats.org/officeDocument/2006/relationships/image" Target="../media/image144.png"/><Relationship Id="rId329" Type="http://schemas.openxmlformats.org/officeDocument/2006/relationships/customXml" Target="../ink/ink166.xml"/></Relationships>
</file>

<file path=ppt/slides/_rels/slide10.xml.rels><?xml version="1.0" encoding="UTF-8" standalone="yes"?>
<Relationships xmlns="http://schemas.openxmlformats.org/package/2006/relationships"><Relationship Id="rId2" Type="http://schemas.openxmlformats.org/officeDocument/2006/relationships/image" Target="../media/image20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4.png"/><Relationship Id="rId1" Type="http://schemas.openxmlformats.org/officeDocument/2006/relationships/slideLayout" Target="../slideLayouts/slideLayout2.xml"/><Relationship Id="rId5" Type="http://schemas.openxmlformats.org/officeDocument/2006/relationships/image" Target="../media/image1000.png"/><Relationship Id="rId4" Type="http://schemas.openxmlformats.org/officeDocument/2006/relationships/customXml" Target="../ink/ink196.xml"/></Relationships>
</file>

<file path=ppt/slides/_rels/slide13.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customXml" Target="../ink/ink19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17" Type="http://schemas.openxmlformats.org/officeDocument/2006/relationships/image" Target="../media/image264.png"/><Relationship Id="rId21" Type="http://schemas.openxmlformats.org/officeDocument/2006/relationships/image" Target="../media/image216.png"/><Relationship Id="rId42" Type="http://schemas.openxmlformats.org/officeDocument/2006/relationships/customXml" Target="../ink/ink218.xml"/><Relationship Id="rId63" Type="http://schemas.openxmlformats.org/officeDocument/2006/relationships/image" Target="../media/image237.png"/><Relationship Id="rId84" Type="http://schemas.openxmlformats.org/officeDocument/2006/relationships/customXml" Target="../ink/ink239.xml"/><Relationship Id="rId138" Type="http://schemas.openxmlformats.org/officeDocument/2006/relationships/customXml" Target="../ink/ink266.xml"/><Relationship Id="rId107" Type="http://schemas.openxmlformats.org/officeDocument/2006/relationships/image" Target="../media/image259.png"/><Relationship Id="rId11" Type="http://schemas.openxmlformats.org/officeDocument/2006/relationships/image" Target="../media/image211.png"/><Relationship Id="rId32" Type="http://schemas.openxmlformats.org/officeDocument/2006/relationships/customXml" Target="../ink/ink213.xml"/><Relationship Id="rId53" Type="http://schemas.openxmlformats.org/officeDocument/2006/relationships/image" Target="../media/image232.png"/><Relationship Id="rId74" Type="http://schemas.openxmlformats.org/officeDocument/2006/relationships/customXml" Target="../ink/ink234.xml"/><Relationship Id="rId128" Type="http://schemas.openxmlformats.org/officeDocument/2006/relationships/customXml" Target="../ink/ink261.xml"/><Relationship Id="rId149" Type="http://schemas.openxmlformats.org/officeDocument/2006/relationships/image" Target="../media/image280.png"/><Relationship Id="rId5" Type="http://schemas.openxmlformats.org/officeDocument/2006/relationships/image" Target="../media/image208.png"/><Relationship Id="rId95" Type="http://schemas.openxmlformats.org/officeDocument/2006/relationships/image" Target="../media/image253.png"/><Relationship Id="rId22" Type="http://schemas.openxmlformats.org/officeDocument/2006/relationships/customXml" Target="../ink/ink208.xml"/><Relationship Id="rId27" Type="http://schemas.openxmlformats.org/officeDocument/2006/relationships/image" Target="../media/image219.png"/><Relationship Id="rId43" Type="http://schemas.openxmlformats.org/officeDocument/2006/relationships/image" Target="../media/image227.png"/><Relationship Id="rId48" Type="http://schemas.openxmlformats.org/officeDocument/2006/relationships/customXml" Target="../ink/ink221.xml"/><Relationship Id="rId64" Type="http://schemas.openxmlformats.org/officeDocument/2006/relationships/customXml" Target="../ink/ink229.xml"/><Relationship Id="rId69" Type="http://schemas.openxmlformats.org/officeDocument/2006/relationships/image" Target="../media/image240.png"/><Relationship Id="rId113" Type="http://schemas.openxmlformats.org/officeDocument/2006/relationships/image" Target="../media/image262.png"/><Relationship Id="rId118" Type="http://schemas.openxmlformats.org/officeDocument/2006/relationships/customXml" Target="../ink/ink256.xml"/><Relationship Id="rId134" Type="http://schemas.openxmlformats.org/officeDocument/2006/relationships/customXml" Target="../ink/ink264.xml"/><Relationship Id="rId139" Type="http://schemas.openxmlformats.org/officeDocument/2006/relationships/image" Target="../media/image275.png"/><Relationship Id="rId80" Type="http://schemas.openxmlformats.org/officeDocument/2006/relationships/customXml" Target="../ink/ink237.xml"/><Relationship Id="rId85" Type="http://schemas.openxmlformats.org/officeDocument/2006/relationships/image" Target="../media/image248.png"/><Relationship Id="rId150" Type="http://schemas.openxmlformats.org/officeDocument/2006/relationships/customXml" Target="../ink/ink272.xml"/><Relationship Id="rId12" Type="http://schemas.openxmlformats.org/officeDocument/2006/relationships/customXml" Target="../ink/ink203.xml"/><Relationship Id="rId17" Type="http://schemas.openxmlformats.org/officeDocument/2006/relationships/image" Target="../media/image214.png"/><Relationship Id="rId33" Type="http://schemas.openxmlformats.org/officeDocument/2006/relationships/image" Target="../media/image222.png"/><Relationship Id="rId38" Type="http://schemas.openxmlformats.org/officeDocument/2006/relationships/customXml" Target="../ink/ink216.xml"/><Relationship Id="rId59" Type="http://schemas.openxmlformats.org/officeDocument/2006/relationships/image" Target="../media/image235.png"/><Relationship Id="rId103" Type="http://schemas.openxmlformats.org/officeDocument/2006/relationships/image" Target="../media/image257.png"/><Relationship Id="rId108" Type="http://schemas.openxmlformats.org/officeDocument/2006/relationships/customXml" Target="../ink/ink251.xml"/><Relationship Id="rId124" Type="http://schemas.openxmlformats.org/officeDocument/2006/relationships/customXml" Target="../ink/ink259.xml"/><Relationship Id="rId129" Type="http://schemas.openxmlformats.org/officeDocument/2006/relationships/image" Target="../media/image270.png"/><Relationship Id="rId54" Type="http://schemas.openxmlformats.org/officeDocument/2006/relationships/customXml" Target="../ink/ink224.xml"/><Relationship Id="rId70" Type="http://schemas.openxmlformats.org/officeDocument/2006/relationships/customXml" Target="../ink/ink232.xml"/><Relationship Id="rId75" Type="http://schemas.openxmlformats.org/officeDocument/2006/relationships/image" Target="../media/image243.png"/><Relationship Id="rId91" Type="http://schemas.openxmlformats.org/officeDocument/2006/relationships/image" Target="../media/image251.png"/><Relationship Id="rId96" Type="http://schemas.openxmlformats.org/officeDocument/2006/relationships/customXml" Target="../ink/ink245.xml"/><Relationship Id="rId140" Type="http://schemas.openxmlformats.org/officeDocument/2006/relationships/customXml" Target="../ink/ink267.xml"/><Relationship Id="rId145" Type="http://schemas.openxmlformats.org/officeDocument/2006/relationships/image" Target="../media/image278.png"/><Relationship Id="rId1" Type="http://schemas.openxmlformats.org/officeDocument/2006/relationships/slideLayout" Target="../slideLayouts/slideLayout2.xml"/><Relationship Id="rId6" Type="http://schemas.openxmlformats.org/officeDocument/2006/relationships/customXml" Target="../ink/ink200.xml"/><Relationship Id="rId23" Type="http://schemas.openxmlformats.org/officeDocument/2006/relationships/image" Target="../media/image217.png"/><Relationship Id="rId28" Type="http://schemas.openxmlformats.org/officeDocument/2006/relationships/customXml" Target="../ink/ink211.xml"/><Relationship Id="rId49" Type="http://schemas.openxmlformats.org/officeDocument/2006/relationships/image" Target="../media/image230.png"/><Relationship Id="rId114" Type="http://schemas.openxmlformats.org/officeDocument/2006/relationships/customXml" Target="../ink/ink254.xml"/><Relationship Id="rId119" Type="http://schemas.openxmlformats.org/officeDocument/2006/relationships/image" Target="../media/image265.png"/><Relationship Id="rId44" Type="http://schemas.openxmlformats.org/officeDocument/2006/relationships/customXml" Target="../ink/ink219.xml"/><Relationship Id="rId60" Type="http://schemas.openxmlformats.org/officeDocument/2006/relationships/customXml" Target="../ink/ink227.xml"/><Relationship Id="rId65" Type="http://schemas.openxmlformats.org/officeDocument/2006/relationships/image" Target="../media/image238.png"/><Relationship Id="rId81" Type="http://schemas.openxmlformats.org/officeDocument/2006/relationships/image" Target="../media/image246.png"/><Relationship Id="rId86" Type="http://schemas.openxmlformats.org/officeDocument/2006/relationships/customXml" Target="../ink/ink240.xml"/><Relationship Id="rId130" Type="http://schemas.openxmlformats.org/officeDocument/2006/relationships/customXml" Target="../ink/ink262.xml"/><Relationship Id="rId135" Type="http://schemas.openxmlformats.org/officeDocument/2006/relationships/image" Target="../media/image273.png"/><Relationship Id="rId151" Type="http://schemas.openxmlformats.org/officeDocument/2006/relationships/image" Target="../media/image281.png"/><Relationship Id="rId13" Type="http://schemas.openxmlformats.org/officeDocument/2006/relationships/image" Target="../media/image212.png"/><Relationship Id="rId18" Type="http://schemas.openxmlformats.org/officeDocument/2006/relationships/customXml" Target="../ink/ink206.xml"/><Relationship Id="rId39" Type="http://schemas.openxmlformats.org/officeDocument/2006/relationships/image" Target="../media/image225.png"/><Relationship Id="rId109" Type="http://schemas.openxmlformats.org/officeDocument/2006/relationships/image" Target="../media/image260.png"/><Relationship Id="rId34" Type="http://schemas.openxmlformats.org/officeDocument/2006/relationships/customXml" Target="../ink/ink214.xml"/><Relationship Id="rId50" Type="http://schemas.openxmlformats.org/officeDocument/2006/relationships/customXml" Target="../ink/ink222.xml"/><Relationship Id="rId55" Type="http://schemas.openxmlformats.org/officeDocument/2006/relationships/image" Target="../media/image233.png"/><Relationship Id="rId76" Type="http://schemas.openxmlformats.org/officeDocument/2006/relationships/customXml" Target="../ink/ink235.xml"/><Relationship Id="rId97" Type="http://schemas.openxmlformats.org/officeDocument/2006/relationships/image" Target="../media/image254.png"/><Relationship Id="rId104" Type="http://schemas.openxmlformats.org/officeDocument/2006/relationships/customXml" Target="../ink/ink249.xml"/><Relationship Id="rId120" Type="http://schemas.openxmlformats.org/officeDocument/2006/relationships/customXml" Target="../ink/ink257.xml"/><Relationship Id="rId125" Type="http://schemas.openxmlformats.org/officeDocument/2006/relationships/image" Target="../media/image268.png"/><Relationship Id="rId141" Type="http://schemas.openxmlformats.org/officeDocument/2006/relationships/image" Target="../media/image276.png"/><Relationship Id="rId146" Type="http://schemas.openxmlformats.org/officeDocument/2006/relationships/customXml" Target="../ink/ink270.xml"/><Relationship Id="rId7" Type="http://schemas.openxmlformats.org/officeDocument/2006/relationships/image" Target="../media/image209.png"/><Relationship Id="rId71" Type="http://schemas.openxmlformats.org/officeDocument/2006/relationships/image" Target="../media/image241.png"/><Relationship Id="rId92" Type="http://schemas.openxmlformats.org/officeDocument/2006/relationships/customXml" Target="../ink/ink243.xml"/><Relationship Id="rId2" Type="http://schemas.openxmlformats.org/officeDocument/2006/relationships/customXml" Target="../ink/ink198.xml"/><Relationship Id="rId29" Type="http://schemas.openxmlformats.org/officeDocument/2006/relationships/image" Target="../media/image220.png"/><Relationship Id="rId24" Type="http://schemas.openxmlformats.org/officeDocument/2006/relationships/customXml" Target="../ink/ink209.xml"/><Relationship Id="rId40" Type="http://schemas.openxmlformats.org/officeDocument/2006/relationships/customXml" Target="../ink/ink217.xml"/><Relationship Id="rId45" Type="http://schemas.openxmlformats.org/officeDocument/2006/relationships/image" Target="../media/image228.png"/><Relationship Id="rId66" Type="http://schemas.openxmlformats.org/officeDocument/2006/relationships/customXml" Target="../ink/ink230.xml"/><Relationship Id="rId87" Type="http://schemas.openxmlformats.org/officeDocument/2006/relationships/image" Target="../media/image249.png"/><Relationship Id="rId110" Type="http://schemas.openxmlformats.org/officeDocument/2006/relationships/customXml" Target="../ink/ink252.xml"/><Relationship Id="rId115" Type="http://schemas.openxmlformats.org/officeDocument/2006/relationships/image" Target="../media/image263.png"/><Relationship Id="rId131" Type="http://schemas.openxmlformats.org/officeDocument/2006/relationships/image" Target="../media/image271.png"/><Relationship Id="rId136" Type="http://schemas.openxmlformats.org/officeDocument/2006/relationships/customXml" Target="../ink/ink265.xml"/><Relationship Id="rId61" Type="http://schemas.openxmlformats.org/officeDocument/2006/relationships/image" Target="../media/image236.png"/><Relationship Id="rId82" Type="http://schemas.openxmlformats.org/officeDocument/2006/relationships/customXml" Target="../ink/ink238.xml"/><Relationship Id="rId19" Type="http://schemas.openxmlformats.org/officeDocument/2006/relationships/image" Target="../media/image215.png"/><Relationship Id="rId14" Type="http://schemas.openxmlformats.org/officeDocument/2006/relationships/customXml" Target="../ink/ink204.xml"/><Relationship Id="rId30" Type="http://schemas.openxmlformats.org/officeDocument/2006/relationships/customXml" Target="../ink/ink212.xml"/><Relationship Id="rId35" Type="http://schemas.openxmlformats.org/officeDocument/2006/relationships/image" Target="../media/image223.png"/><Relationship Id="rId56" Type="http://schemas.openxmlformats.org/officeDocument/2006/relationships/customXml" Target="../ink/ink225.xml"/><Relationship Id="rId77" Type="http://schemas.openxmlformats.org/officeDocument/2006/relationships/image" Target="../media/image244.png"/><Relationship Id="rId100" Type="http://schemas.openxmlformats.org/officeDocument/2006/relationships/customXml" Target="../ink/ink247.xml"/><Relationship Id="rId105" Type="http://schemas.openxmlformats.org/officeDocument/2006/relationships/image" Target="../media/image258.png"/><Relationship Id="rId126" Type="http://schemas.openxmlformats.org/officeDocument/2006/relationships/customXml" Target="../ink/ink260.xml"/><Relationship Id="rId147" Type="http://schemas.openxmlformats.org/officeDocument/2006/relationships/image" Target="../media/image279.png"/><Relationship Id="rId8" Type="http://schemas.openxmlformats.org/officeDocument/2006/relationships/customXml" Target="../ink/ink201.xml"/><Relationship Id="rId51" Type="http://schemas.openxmlformats.org/officeDocument/2006/relationships/image" Target="../media/image231.png"/><Relationship Id="rId72" Type="http://schemas.openxmlformats.org/officeDocument/2006/relationships/customXml" Target="../ink/ink233.xml"/><Relationship Id="rId93" Type="http://schemas.openxmlformats.org/officeDocument/2006/relationships/image" Target="../media/image252.png"/><Relationship Id="rId98" Type="http://schemas.openxmlformats.org/officeDocument/2006/relationships/customXml" Target="../ink/ink246.xml"/><Relationship Id="rId121" Type="http://schemas.openxmlformats.org/officeDocument/2006/relationships/image" Target="../media/image266.png"/><Relationship Id="rId142" Type="http://schemas.openxmlformats.org/officeDocument/2006/relationships/customXml" Target="../ink/ink268.xml"/><Relationship Id="rId3" Type="http://schemas.openxmlformats.org/officeDocument/2006/relationships/image" Target="../media/image207.png"/><Relationship Id="rId25" Type="http://schemas.openxmlformats.org/officeDocument/2006/relationships/image" Target="../media/image218.png"/><Relationship Id="rId46" Type="http://schemas.openxmlformats.org/officeDocument/2006/relationships/customXml" Target="../ink/ink220.xml"/><Relationship Id="rId67" Type="http://schemas.openxmlformats.org/officeDocument/2006/relationships/image" Target="../media/image239.png"/><Relationship Id="rId116" Type="http://schemas.openxmlformats.org/officeDocument/2006/relationships/customXml" Target="../ink/ink255.xml"/><Relationship Id="rId137" Type="http://schemas.openxmlformats.org/officeDocument/2006/relationships/image" Target="../media/image274.png"/><Relationship Id="rId20" Type="http://schemas.openxmlformats.org/officeDocument/2006/relationships/customXml" Target="../ink/ink207.xml"/><Relationship Id="rId41" Type="http://schemas.openxmlformats.org/officeDocument/2006/relationships/image" Target="../media/image226.png"/><Relationship Id="rId62" Type="http://schemas.openxmlformats.org/officeDocument/2006/relationships/customXml" Target="../ink/ink228.xml"/><Relationship Id="rId83" Type="http://schemas.openxmlformats.org/officeDocument/2006/relationships/image" Target="../media/image247.png"/><Relationship Id="rId88" Type="http://schemas.openxmlformats.org/officeDocument/2006/relationships/customXml" Target="../ink/ink241.xml"/><Relationship Id="rId111" Type="http://schemas.openxmlformats.org/officeDocument/2006/relationships/image" Target="../media/image261.png"/><Relationship Id="rId132" Type="http://schemas.openxmlformats.org/officeDocument/2006/relationships/customXml" Target="../ink/ink263.xml"/><Relationship Id="rId15" Type="http://schemas.openxmlformats.org/officeDocument/2006/relationships/image" Target="../media/image213.png"/><Relationship Id="rId36" Type="http://schemas.openxmlformats.org/officeDocument/2006/relationships/customXml" Target="../ink/ink215.xml"/><Relationship Id="rId57" Type="http://schemas.openxmlformats.org/officeDocument/2006/relationships/image" Target="../media/image234.png"/><Relationship Id="rId106" Type="http://schemas.openxmlformats.org/officeDocument/2006/relationships/customXml" Target="../ink/ink250.xml"/><Relationship Id="rId127" Type="http://schemas.openxmlformats.org/officeDocument/2006/relationships/image" Target="../media/image269.png"/><Relationship Id="rId10" Type="http://schemas.openxmlformats.org/officeDocument/2006/relationships/customXml" Target="../ink/ink202.xml"/><Relationship Id="rId31" Type="http://schemas.openxmlformats.org/officeDocument/2006/relationships/image" Target="../media/image221.png"/><Relationship Id="rId52" Type="http://schemas.openxmlformats.org/officeDocument/2006/relationships/customXml" Target="../ink/ink223.xml"/><Relationship Id="rId73" Type="http://schemas.openxmlformats.org/officeDocument/2006/relationships/image" Target="../media/image242.png"/><Relationship Id="rId78" Type="http://schemas.openxmlformats.org/officeDocument/2006/relationships/customXml" Target="../ink/ink236.xml"/><Relationship Id="rId94" Type="http://schemas.openxmlformats.org/officeDocument/2006/relationships/customXml" Target="../ink/ink244.xml"/><Relationship Id="rId99" Type="http://schemas.openxmlformats.org/officeDocument/2006/relationships/image" Target="../media/image255.png"/><Relationship Id="rId101" Type="http://schemas.openxmlformats.org/officeDocument/2006/relationships/image" Target="../media/image256.png"/><Relationship Id="rId122" Type="http://schemas.openxmlformats.org/officeDocument/2006/relationships/customXml" Target="../ink/ink258.xml"/><Relationship Id="rId143" Type="http://schemas.openxmlformats.org/officeDocument/2006/relationships/image" Target="../media/image277.png"/><Relationship Id="rId148" Type="http://schemas.openxmlformats.org/officeDocument/2006/relationships/customXml" Target="../ink/ink271.xml"/><Relationship Id="rId4" Type="http://schemas.openxmlformats.org/officeDocument/2006/relationships/customXml" Target="../ink/ink199.xml"/><Relationship Id="rId9" Type="http://schemas.openxmlformats.org/officeDocument/2006/relationships/image" Target="../media/image210.png"/><Relationship Id="rId26" Type="http://schemas.openxmlformats.org/officeDocument/2006/relationships/customXml" Target="../ink/ink210.xml"/><Relationship Id="rId47" Type="http://schemas.openxmlformats.org/officeDocument/2006/relationships/image" Target="../media/image229.png"/><Relationship Id="rId68" Type="http://schemas.openxmlformats.org/officeDocument/2006/relationships/customXml" Target="../ink/ink231.xml"/><Relationship Id="rId89" Type="http://schemas.openxmlformats.org/officeDocument/2006/relationships/image" Target="../media/image250.png"/><Relationship Id="rId112" Type="http://schemas.openxmlformats.org/officeDocument/2006/relationships/customXml" Target="../ink/ink253.xml"/><Relationship Id="rId133" Type="http://schemas.openxmlformats.org/officeDocument/2006/relationships/image" Target="../media/image272.png"/><Relationship Id="rId16" Type="http://schemas.openxmlformats.org/officeDocument/2006/relationships/customXml" Target="../ink/ink205.xml"/><Relationship Id="rId37" Type="http://schemas.openxmlformats.org/officeDocument/2006/relationships/image" Target="../media/image224.png"/><Relationship Id="rId58" Type="http://schemas.openxmlformats.org/officeDocument/2006/relationships/customXml" Target="../ink/ink226.xml"/><Relationship Id="rId79" Type="http://schemas.openxmlformats.org/officeDocument/2006/relationships/image" Target="../media/image245.png"/><Relationship Id="rId102" Type="http://schemas.openxmlformats.org/officeDocument/2006/relationships/customXml" Target="../ink/ink248.xml"/><Relationship Id="rId123" Type="http://schemas.openxmlformats.org/officeDocument/2006/relationships/image" Target="../media/image267.png"/><Relationship Id="rId144" Type="http://schemas.openxmlformats.org/officeDocument/2006/relationships/customXml" Target="../ink/ink269.xml"/><Relationship Id="rId90" Type="http://schemas.openxmlformats.org/officeDocument/2006/relationships/customXml" Target="../ink/ink242.xml"/></Relationships>
</file>

<file path=ppt/slides/_rels/slide15.xml.rels><?xml version="1.0" encoding="UTF-8" standalone="yes"?>
<Relationships xmlns="http://schemas.openxmlformats.org/package/2006/relationships"><Relationship Id="rId117" Type="http://schemas.openxmlformats.org/officeDocument/2006/relationships/image" Target="../media/image339.png"/><Relationship Id="rId299" Type="http://schemas.openxmlformats.org/officeDocument/2006/relationships/image" Target="../media/image430.png"/><Relationship Id="rId21" Type="http://schemas.openxmlformats.org/officeDocument/2006/relationships/image" Target="../media/image291.png"/><Relationship Id="rId63" Type="http://schemas.openxmlformats.org/officeDocument/2006/relationships/image" Target="../media/image312.png"/><Relationship Id="rId159" Type="http://schemas.openxmlformats.org/officeDocument/2006/relationships/image" Target="../media/image360.png"/><Relationship Id="rId170" Type="http://schemas.openxmlformats.org/officeDocument/2006/relationships/customXml" Target="../ink/ink357.xml"/><Relationship Id="rId226" Type="http://schemas.openxmlformats.org/officeDocument/2006/relationships/customXml" Target="../ink/ink385.xml"/><Relationship Id="rId268" Type="http://schemas.openxmlformats.org/officeDocument/2006/relationships/customXml" Target="../ink/ink406.xml"/><Relationship Id="rId32" Type="http://schemas.openxmlformats.org/officeDocument/2006/relationships/customXml" Target="../ink/ink288.xml"/><Relationship Id="rId74" Type="http://schemas.openxmlformats.org/officeDocument/2006/relationships/customXml" Target="../ink/ink309.xml"/><Relationship Id="rId128" Type="http://schemas.openxmlformats.org/officeDocument/2006/relationships/customXml" Target="../ink/ink336.xml"/><Relationship Id="rId5" Type="http://schemas.openxmlformats.org/officeDocument/2006/relationships/image" Target="../media/image283.png"/><Relationship Id="rId181" Type="http://schemas.openxmlformats.org/officeDocument/2006/relationships/image" Target="../media/image371.png"/><Relationship Id="rId237" Type="http://schemas.openxmlformats.org/officeDocument/2006/relationships/image" Target="../media/image399.png"/><Relationship Id="rId279" Type="http://schemas.openxmlformats.org/officeDocument/2006/relationships/image" Target="../media/image420.png"/><Relationship Id="rId43" Type="http://schemas.openxmlformats.org/officeDocument/2006/relationships/image" Target="../media/image302.png"/><Relationship Id="rId139" Type="http://schemas.openxmlformats.org/officeDocument/2006/relationships/image" Target="../media/image350.png"/><Relationship Id="rId290" Type="http://schemas.openxmlformats.org/officeDocument/2006/relationships/customXml" Target="../ink/ink417.xml"/><Relationship Id="rId304" Type="http://schemas.openxmlformats.org/officeDocument/2006/relationships/customXml" Target="../ink/ink424.xml"/><Relationship Id="rId85" Type="http://schemas.openxmlformats.org/officeDocument/2006/relationships/image" Target="../media/image323.png"/><Relationship Id="rId150" Type="http://schemas.openxmlformats.org/officeDocument/2006/relationships/customXml" Target="../ink/ink347.xml"/><Relationship Id="rId192" Type="http://schemas.openxmlformats.org/officeDocument/2006/relationships/customXml" Target="../ink/ink368.xml"/><Relationship Id="rId206" Type="http://schemas.openxmlformats.org/officeDocument/2006/relationships/customXml" Target="../ink/ink375.xml"/><Relationship Id="rId248" Type="http://schemas.openxmlformats.org/officeDocument/2006/relationships/customXml" Target="../ink/ink396.xml"/><Relationship Id="rId12" Type="http://schemas.openxmlformats.org/officeDocument/2006/relationships/customXml" Target="../ink/ink278.xml"/><Relationship Id="rId108" Type="http://schemas.openxmlformats.org/officeDocument/2006/relationships/customXml" Target="../ink/ink326.xml"/><Relationship Id="rId315" Type="http://schemas.openxmlformats.org/officeDocument/2006/relationships/image" Target="../media/image438.png"/><Relationship Id="rId54" Type="http://schemas.openxmlformats.org/officeDocument/2006/relationships/customXml" Target="../ink/ink299.xml"/><Relationship Id="rId96" Type="http://schemas.openxmlformats.org/officeDocument/2006/relationships/customXml" Target="../ink/ink320.xml"/><Relationship Id="rId161" Type="http://schemas.openxmlformats.org/officeDocument/2006/relationships/image" Target="../media/image361.png"/><Relationship Id="rId217" Type="http://schemas.openxmlformats.org/officeDocument/2006/relationships/image" Target="../media/image389.png"/><Relationship Id="rId259" Type="http://schemas.openxmlformats.org/officeDocument/2006/relationships/image" Target="../media/image410.png"/><Relationship Id="rId23" Type="http://schemas.openxmlformats.org/officeDocument/2006/relationships/image" Target="../media/image292.png"/><Relationship Id="rId119" Type="http://schemas.openxmlformats.org/officeDocument/2006/relationships/image" Target="../media/image340.png"/><Relationship Id="rId270" Type="http://schemas.openxmlformats.org/officeDocument/2006/relationships/customXml" Target="../ink/ink407.xml"/><Relationship Id="rId65" Type="http://schemas.openxmlformats.org/officeDocument/2006/relationships/image" Target="../media/image313.png"/><Relationship Id="rId130" Type="http://schemas.openxmlformats.org/officeDocument/2006/relationships/customXml" Target="../ink/ink337.xml"/><Relationship Id="rId172" Type="http://schemas.openxmlformats.org/officeDocument/2006/relationships/customXml" Target="../ink/ink358.xml"/><Relationship Id="rId228" Type="http://schemas.openxmlformats.org/officeDocument/2006/relationships/customXml" Target="../ink/ink386.xml"/><Relationship Id="rId281" Type="http://schemas.openxmlformats.org/officeDocument/2006/relationships/image" Target="../media/image421.png"/><Relationship Id="rId34" Type="http://schemas.openxmlformats.org/officeDocument/2006/relationships/customXml" Target="../ink/ink289.xml"/><Relationship Id="rId55" Type="http://schemas.openxmlformats.org/officeDocument/2006/relationships/image" Target="../media/image308.png"/><Relationship Id="rId76" Type="http://schemas.openxmlformats.org/officeDocument/2006/relationships/customXml" Target="../ink/ink310.xml"/><Relationship Id="rId97" Type="http://schemas.openxmlformats.org/officeDocument/2006/relationships/image" Target="../media/image329.png"/><Relationship Id="rId120" Type="http://schemas.openxmlformats.org/officeDocument/2006/relationships/customXml" Target="../ink/ink332.xml"/><Relationship Id="rId141" Type="http://schemas.openxmlformats.org/officeDocument/2006/relationships/image" Target="../media/image351.png"/><Relationship Id="rId7" Type="http://schemas.openxmlformats.org/officeDocument/2006/relationships/image" Target="../media/image284.png"/><Relationship Id="rId162" Type="http://schemas.openxmlformats.org/officeDocument/2006/relationships/customXml" Target="../ink/ink353.xml"/><Relationship Id="rId183" Type="http://schemas.openxmlformats.org/officeDocument/2006/relationships/image" Target="../media/image372.png"/><Relationship Id="rId218" Type="http://schemas.openxmlformats.org/officeDocument/2006/relationships/customXml" Target="../ink/ink381.xml"/><Relationship Id="rId239" Type="http://schemas.openxmlformats.org/officeDocument/2006/relationships/image" Target="../media/image400.png"/><Relationship Id="rId250" Type="http://schemas.openxmlformats.org/officeDocument/2006/relationships/customXml" Target="../ink/ink397.xml"/><Relationship Id="rId271" Type="http://schemas.openxmlformats.org/officeDocument/2006/relationships/image" Target="../media/image416.png"/><Relationship Id="rId292" Type="http://schemas.openxmlformats.org/officeDocument/2006/relationships/customXml" Target="../ink/ink418.xml"/><Relationship Id="rId306" Type="http://schemas.openxmlformats.org/officeDocument/2006/relationships/customXml" Target="../ink/ink425.xml"/><Relationship Id="rId24" Type="http://schemas.openxmlformats.org/officeDocument/2006/relationships/customXml" Target="../ink/ink284.xml"/><Relationship Id="rId45" Type="http://schemas.openxmlformats.org/officeDocument/2006/relationships/image" Target="../media/image303.png"/><Relationship Id="rId66" Type="http://schemas.openxmlformats.org/officeDocument/2006/relationships/customXml" Target="../ink/ink305.xml"/><Relationship Id="rId87" Type="http://schemas.openxmlformats.org/officeDocument/2006/relationships/image" Target="../media/image324.png"/><Relationship Id="rId110" Type="http://schemas.openxmlformats.org/officeDocument/2006/relationships/customXml" Target="../ink/ink327.xml"/><Relationship Id="rId131" Type="http://schemas.openxmlformats.org/officeDocument/2006/relationships/image" Target="../media/image346.png"/><Relationship Id="rId152" Type="http://schemas.openxmlformats.org/officeDocument/2006/relationships/customXml" Target="../ink/ink348.xml"/><Relationship Id="rId173" Type="http://schemas.openxmlformats.org/officeDocument/2006/relationships/image" Target="../media/image367.png"/><Relationship Id="rId194" Type="http://schemas.openxmlformats.org/officeDocument/2006/relationships/customXml" Target="../ink/ink369.xml"/><Relationship Id="rId208" Type="http://schemas.openxmlformats.org/officeDocument/2006/relationships/customXml" Target="../ink/ink376.xml"/><Relationship Id="rId229" Type="http://schemas.openxmlformats.org/officeDocument/2006/relationships/image" Target="../media/image395.png"/><Relationship Id="rId240" Type="http://schemas.openxmlformats.org/officeDocument/2006/relationships/customXml" Target="../ink/ink392.xml"/><Relationship Id="rId261" Type="http://schemas.openxmlformats.org/officeDocument/2006/relationships/image" Target="../media/image411.png"/><Relationship Id="rId14" Type="http://schemas.openxmlformats.org/officeDocument/2006/relationships/customXml" Target="../ink/ink279.xml"/><Relationship Id="rId35" Type="http://schemas.openxmlformats.org/officeDocument/2006/relationships/image" Target="../media/image298.png"/><Relationship Id="rId56" Type="http://schemas.openxmlformats.org/officeDocument/2006/relationships/customXml" Target="../ink/ink300.xml"/><Relationship Id="rId77" Type="http://schemas.openxmlformats.org/officeDocument/2006/relationships/image" Target="../media/image319.png"/><Relationship Id="rId100" Type="http://schemas.openxmlformats.org/officeDocument/2006/relationships/customXml" Target="../ink/ink322.xml"/><Relationship Id="rId282" Type="http://schemas.openxmlformats.org/officeDocument/2006/relationships/customXml" Target="../ink/ink413.xml"/><Relationship Id="rId317" Type="http://schemas.openxmlformats.org/officeDocument/2006/relationships/image" Target="../media/image439.png"/><Relationship Id="rId8" Type="http://schemas.openxmlformats.org/officeDocument/2006/relationships/customXml" Target="../ink/ink276.xml"/><Relationship Id="rId98" Type="http://schemas.openxmlformats.org/officeDocument/2006/relationships/customXml" Target="../ink/ink321.xml"/><Relationship Id="rId121" Type="http://schemas.openxmlformats.org/officeDocument/2006/relationships/image" Target="../media/image341.png"/><Relationship Id="rId142" Type="http://schemas.openxmlformats.org/officeDocument/2006/relationships/customXml" Target="../ink/ink343.xml"/><Relationship Id="rId163" Type="http://schemas.openxmlformats.org/officeDocument/2006/relationships/image" Target="../media/image362.png"/><Relationship Id="rId184" Type="http://schemas.openxmlformats.org/officeDocument/2006/relationships/customXml" Target="../ink/ink364.xml"/><Relationship Id="rId219" Type="http://schemas.openxmlformats.org/officeDocument/2006/relationships/image" Target="../media/image390.png"/><Relationship Id="rId230" Type="http://schemas.openxmlformats.org/officeDocument/2006/relationships/customXml" Target="../ink/ink387.xml"/><Relationship Id="rId251" Type="http://schemas.openxmlformats.org/officeDocument/2006/relationships/image" Target="../media/image406.png"/><Relationship Id="rId25" Type="http://schemas.openxmlformats.org/officeDocument/2006/relationships/image" Target="../media/image293.png"/><Relationship Id="rId46" Type="http://schemas.openxmlformats.org/officeDocument/2006/relationships/customXml" Target="../ink/ink295.xml"/><Relationship Id="rId67" Type="http://schemas.openxmlformats.org/officeDocument/2006/relationships/image" Target="../media/image314.png"/><Relationship Id="rId272" Type="http://schemas.openxmlformats.org/officeDocument/2006/relationships/customXml" Target="../ink/ink408.xml"/><Relationship Id="rId293" Type="http://schemas.openxmlformats.org/officeDocument/2006/relationships/image" Target="../media/image427.png"/><Relationship Id="rId307" Type="http://schemas.openxmlformats.org/officeDocument/2006/relationships/image" Target="../media/image434.png"/><Relationship Id="rId88" Type="http://schemas.openxmlformats.org/officeDocument/2006/relationships/customXml" Target="../ink/ink316.xml"/><Relationship Id="rId111" Type="http://schemas.openxmlformats.org/officeDocument/2006/relationships/image" Target="../media/image336.png"/><Relationship Id="rId132" Type="http://schemas.openxmlformats.org/officeDocument/2006/relationships/customXml" Target="../ink/ink338.xml"/><Relationship Id="rId153" Type="http://schemas.openxmlformats.org/officeDocument/2006/relationships/image" Target="../media/image357.png"/><Relationship Id="rId174" Type="http://schemas.openxmlformats.org/officeDocument/2006/relationships/customXml" Target="../ink/ink359.xml"/><Relationship Id="rId195" Type="http://schemas.openxmlformats.org/officeDocument/2006/relationships/image" Target="../media/image378.png"/><Relationship Id="rId209" Type="http://schemas.openxmlformats.org/officeDocument/2006/relationships/image" Target="../media/image385.png"/><Relationship Id="rId220" Type="http://schemas.openxmlformats.org/officeDocument/2006/relationships/customXml" Target="../ink/ink382.xml"/><Relationship Id="rId241" Type="http://schemas.openxmlformats.org/officeDocument/2006/relationships/image" Target="../media/image401.png"/><Relationship Id="rId15" Type="http://schemas.openxmlformats.org/officeDocument/2006/relationships/image" Target="../media/image288.png"/><Relationship Id="rId36" Type="http://schemas.openxmlformats.org/officeDocument/2006/relationships/customXml" Target="../ink/ink290.xml"/><Relationship Id="rId57" Type="http://schemas.openxmlformats.org/officeDocument/2006/relationships/image" Target="../media/image309.png"/><Relationship Id="rId262" Type="http://schemas.openxmlformats.org/officeDocument/2006/relationships/customXml" Target="../ink/ink403.xml"/><Relationship Id="rId283" Type="http://schemas.openxmlformats.org/officeDocument/2006/relationships/image" Target="../media/image422.png"/><Relationship Id="rId318" Type="http://schemas.openxmlformats.org/officeDocument/2006/relationships/customXml" Target="../ink/ink431.xml"/><Relationship Id="rId78" Type="http://schemas.openxmlformats.org/officeDocument/2006/relationships/customXml" Target="../ink/ink311.xml"/><Relationship Id="rId99" Type="http://schemas.openxmlformats.org/officeDocument/2006/relationships/image" Target="../media/image330.png"/><Relationship Id="rId101" Type="http://schemas.openxmlformats.org/officeDocument/2006/relationships/image" Target="../media/image331.png"/><Relationship Id="rId122" Type="http://schemas.openxmlformats.org/officeDocument/2006/relationships/customXml" Target="../ink/ink333.xml"/><Relationship Id="rId143" Type="http://schemas.openxmlformats.org/officeDocument/2006/relationships/image" Target="../media/image352.png"/><Relationship Id="rId164" Type="http://schemas.openxmlformats.org/officeDocument/2006/relationships/customXml" Target="../ink/ink354.xml"/><Relationship Id="rId185" Type="http://schemas.openxmlformats.org/officeDocument/2006/relationships/image" Target="../media/image373.png"/><Relationship Id="rId9" Type="http://schemas.openxmlformats.org/officeDocument/2006/relationships/image" Target="../media/image285.png"/><Relationship Id="rId210" Type="http://schemas.openxmlformats.org/officeDocument/2006/relationships/customXml" Target="../ink/ink377.xml"/><Relationship Id="rId26" Type="http://schemas.openxmlformats.org/officeDocument/2006/relationships/customXml" Target="../ink/ink285.xml"/><Relationship Id="rId231" Type="http://schemas.openxmlformats.org/officeDocument/2006/relationships/image" Target="../media/image396.png"/><Relationship Id="rId252" Type="http://schemas.openxmlformats.org/officeDocument/2006/relationships/customXml" Target="../ink/ink398.xml"/><Relationship Id="rId273" Type="http://schemas.openxmlformats.org/officeDocument/2006/relationships/image" Target="../media/image417.png"/><Relationship Id="rId294" Type="http://schemas.openxmlformats.org/officeDocument/2006/relationships/customXml" Target="../ink/ink419.xml"/><Relationship Id="rId308" Type="http://schemas.openxmlformats.org/officeDocument/2006/relationships/customXml" Target="../ink/ink426.xml"/><Relationship Id="rId47" Type="http://schemas.openxmlformats.org/officeDocument/2006/relationships/image" Target="../media/image304.png"/><Relationship Id="rId68" Type="http://schemas.openxmlformats.org/officeDocument/2006/relationships/customXml" Target="../ink/ink306.xml"/><Relationship Id="rId89" Type="http://schemas.openxmlformats.org/officeDocument/2006/relationships/image" Target="../media/image325.png"/><Relationship Id="rId112" Type="http://schemas.openxmlformats.org/officeDocument/2006/relationships/customXml" Target="../ink/ink328.xml"/><Relationship Id="rId133" Type="http://schemas.openxmlformats.org/officeDocument/2006/relationships/image" Target="../media/image347.png"/><Relationship Id="rId154" Type="http://schemas.openxmlformats.org/officeDocument/2006/relationships/customXml" Target="../ink/ink349.xml"/><Relationship Id="rId175" Type="http://schemas.openxmlformats.org/officeDocument/2006/relationships/image" Target="../media/image368.png"/><Relationship Id="rId196" Type="http://schemas.openxmlformats.org/officeDocument/2006/relationships/customXml" Target="../ink/ink370.xml"/><Relationship Id="rId200" Type="http://schemas.openxmlformats.org/officeDocument/2006/relationships/customXml" Target="../ink/ink372.xml"/><Relationship Id="rId16" Type="http://schemas.openxmlformats.org/officeDocument/2006/relationships/customXml" Target="../ink/ink280.xml"/><Relationship Id="rId221" Type="http://schemas.openxmlformats.org/officeDocument/2006/relationships/image" Target="../media/image391.png"/><Relationship Id="rId242" Type="http://schemas.openxmlformats.org/officeDocument/2006/relationships/customXml" Target="../ink/ink393.xml"/><Relationship Id="rId263" Type="http://schemas.openxmlformats.org/officeDocument/2006/relationships/image" Target="../media/image412.png"/><Relationship Id="rId284" Type="http://schemas.openxmlformats.org/officeDocument/2006/relationships/customXml" Target="../ink/ink414.xml"/><Relationship Id="rId319" Type="http://schemas.openxmlformats.org/officeDocument/2006/relationships/image" Target="../media/image440.png"/><Relationship Id="rId37" Type="http://schemas.openxmlformats.org/officeDocument/2006/relationships/image" Target="../media/image299.png"/><Relationship Id="rId58" Type="http://schemas.openxmlformats.org/officeDocument/2006/relationships/customXml" Target="../ink/ink301.xml"/><Relationship Id="rId79" Type="http://schemas.openxmlformats.org/officeDocument/2006/relationships/image" Target="../media/image320.png"/><Relationship Id="rId102" Type="http://schemas.openxmlformats.org/officeDocument/2006/relationships/customXml" Target="../ink/ink323.xml"/><Relationship Id="rId123" Type="http://schemas.openxmlformats.org/officeDocument/2006/relationships/image" Target="../media/image342.png"/><Relationship Id="rId144" Type="http://schemas.openxmlformats.org/officeDocument/2006/relationships/customXml" Target="../ink/ink344.xml"/><Relationship Id="rId90" Type="http://schemas.openxmlformats.org/officeDocument/2006/relationships/customXml" Target="../ink/ink317.xml"/><Relationship Id="rId165" Type="http://schemas.openxmlformats.org/officeDocument/2006/relationships/image" Target="../media/image363.png"/><Relationship Id="rId186" Type="http://schemas.openxmlformats.org/officeDocument/2006/relationships/customXml" Target="../ink/ink365.xml"/><Relationship Id="rId211" Type="http://schemas.openxmlformats.org/officeDocument/2006/relationships/image" Target="../media/image386.png"/><Relationship Id="rId232" Type="http://schemas.openxmlformats.org/officeDocument/2006/relationships/customXml" Target="../ink/ink388.xml"/><Relationship Id="rId253" Type="http://schemas.openxmlformats.org/officeDocument/2006/relationships/image" Target="../media/image407.png"/><Relationship Id="rId274" Type="http://schemas.openxmlformats.org/officeDocument/2006/relationships/customXml" Target="../ink/ink409.xml"/><Relationship Id="rId295" Type="http://schemas.openxmlformats.org/officeDocument/2006/relationships/image" Target="../media/image428.png"/><Relationship Id="rId309" Type="http://schemas.openxmlformats.org/officeDocument/2006/relationships/image" Target="../media/image435.png"/><Relationship Id="rId27" Type="http://schemas.openxmlformats.org/officeDocument/2006/relationships/image" Target="../media/image294.png"/><Relationship Id="rId48" Type="http://schemas.openxmlformats.org/officeDocument/2006/relationships/customXml" Target="../ink/ink296.xml"/><Relationship Id="rId69" Type="http://schemas.openxmlformats.org/officeDocument/2006/relationships/image" Target="../media/image315.png"/><Relationship Id="rId113" Type="http://schemas.openxmlformats.org/officeDocument/2006/relationships/image" Target="../media/image337.png"/><Relationship Id="rId134" Type="http://schemas.openxmlformats.org/officeDocument/2006/relationships/customXml" Target="../ink/ink339.xml"/><Relationship Id="rId320" Type="http://schemas.openxmlformats.org/officeDocument/2006/relationships/customXml" Target="../ink/ink432.xml"/><Relationship Id="rId80" Type="http://schemas.openxmlformats.org/officeDocument/2006/relationships/customXml" Target="../ink/ink312.xml"/><Relationship Id="rId155" Type="http://schemas.openxmlformats.org/officeDocument/2006/relationships/image" Target="../media/image358.png"/><Relationship Id="rId176" Type="http://schemas.openxmlformats.org/officeDocument/2006/relationships/customXml" Target="../ink/ink360.xml"/><Relationship Id="rId197" Type="http://schemas.openxmlformats.org/officeDocument/2006/relationships/image" Target="../media/image379.png"/><Relationship Id="rId201" Type="http://schemas.openxmlformats.org/officeDocument/2006/relationships/image" Target="../media/image381.png"/><Relationship Id="rId222" Type="http://schemas.openxmlformats.org/officeDocument/2006/relationships/customXml" Target="../ink/ink383.xml"/><Relationship Id="rId243" Type="http://schemas.openxmlformats.org/officeDocument/2006/relationships/image" Target="../media/image402.png"/><Relationship Id="rId264" Type="http://schemas.openxmlformats.org/officeDocument/2006/relationships/customXml" Target="../ink/ink404.xml"/><Relationship Id="rId285" Type="http://schemas.openxmlformats.org/officeDocument/2006/relationships/image" Target="../media/image423.png"/><Relationship Id="rId17" Type="http://schemas.openxmlformats.org/officeDocument/2006/relationships/image" Target="../media/image289.png"/><Relationship Id="rId38" Type="http://schemas.openxmlformats.org/officeDocument/2006/relationships/customXml" Target="../ink/ink291.xml"/><Relationship Id="rId59" Type="http://schemas.openxmlformats.org/officeDocument/2006/relationships/image" Target="../media/image310.png"/><Relationship Id="rId103" Type="http://schemas.openxmlformats.org/officeDocument/2006/relationships/image" Target="../media/image332.png"/><Relationship Id="rId124" Type="http://schemas.openxmlformats.org/officeDocument/2006/relationships/customXml" Target="../ink/ink334.xml"/><Relationship Id="rId310" Type="http://schemas.openxmlformats.org/officeDocument/2006/relationships/customXml" Target="../ink/ink427.xml"/><Relationship Id="rId70" Type="http://schemas.openxmlformats.org/officeDocument/2006/relationships/customXml" Target="../ink/ink307.xml"/><Relationship Id="rId91" Type="http://schemas.openxmlformats.org/officeDocument/2006/relationships/image" Target="../media/image326.png"/><Relationship Id="rId145" Type="http://schemas.openxmlformats.org/officeDocument/2006/relationships/image" Target="../media/image353.png"/><Relationship Id="rId166" Type="http://schemas.openxmlformats.org/officeDocument/2006/relationships/customXml" Target="../ink/ink355.xml"/><Relationship Id="rId187" Type="http://schemas.openxmlformats.org/officeDocument/2006/relationships/image" Target="../media/image374.png"/><Relationship Id="rId1" Type="http://schemas.openxmlformats.org/officeDocument/2006/relationships/slideLayout" Target="../slideLayouts/slideLayout2.xml"/><Relationship Id="rId212" Type="http://schemas.openxmlformats.org/officeDocument/2006/relationships/customXml" Target="../ink/ink378.xml"/><Relationship Id="rId233" Type="http://schemas.openxmlformats.org/officeDocument/2006/relationships/image" Target="../media/image397.png"/><Relationship Id="rId254" Type="http://schemas.openxmlformats.org/officeDocument/2006/relationships/customXml" Target="../ink/ink399.xml"/><Relationship Id="rId28" Type="http://schemas.openxmlformats.org/officeDocument/2006/relationships/customXml" Target="../ink/ink286.xml"/><Relationship Id="rId49" Type="http://schemas.openxmlformats.org/officeDocument/2006/relationships/image" Target="../media/image305.png"/><Relationship Id="rId114" Type="http://schemas.openxmlformats.org/officeDocument/2006/relationships/customXml" Target="../ink/ink329.xml"/><Relationship Id="rId275" Type="http://schemas.openxmlformats.org/officeDocument/2006/relationships/image" Target="../media/image418.png"/><Relationship Id="rId296" Type="http://schemas.openxmlformats.org/officeDocument/2006/relationships/customXml" Target="../ink/ink420.xml"/><Relationship Id="rId300" Type="http://schemas.openxmlformats.org/officeDocument/2006/relationships/customXml" Target="../ink/ink422.xml"/><Relationship Id="rId60" Type="http://schemas.openxmlformats.org/officeDocument/2006/relationships/customXml" Target="../ink/ink302.xml"/><Relationship Id="rId81" Type="http://schemas.openxmlformats.org/officeDocument/2006/relationships/image" Target="../media/image321.png"/><Relationship Id="rId135" Type="http://schemas.openxmlformats.org/officeDocument/2006/relationships/image" Target="../media/image348.png"/><Relationship Id="rId156" Type="http://schemas.openxmlformats.org/officeDocument/2006/relationships/customXml" Target="../ink/ink350.xml"/><Relationship Id="rId177" Type="http://schemas.openxmlformats.org/officeDocument/2006/relationships/image" Target="../media/image369.png"/><Relationship Id="rId198" Type="http://schemas.openxmlformats.org/officeDocument/2006/relationships/customXml" Target="../ink/ink371.xml"/><Relationship Id="rId321" Type="http://schemas.openxmlformats.org/officeDocument/2006/relationships/image" Target="../media/image441.png"/><Relationship Id="rId202" Type="http://schemas.openxmlformats.org/officeDocument/2006/relationships/customXml" Target="../ink/ink373.xml"/><Relationship Id="rId223" Type="http://schemas.openxmlformats.org/officeDocument/2006/relationships/image" Target="../media/image392.png"/><Relationship Id="rId244" Type="http://schemas.openxmlformats.org/officeDocument/2006/relationships/customXml" Target="../ink/ink394.xml"/><Relationship Id="rId18" Type="http://schemas.openxmlformats.org/officeDocument/2006/relationships/customXml" Target="../ink/ink281.xml"/><Relationship Id="rId39" Type="http://schemas.openxmlformats.org/officeDocument/2006/relationships/image" Target="../media/image300.png"/><Relationship Id="rId265" Type="http://schemas.openxmlformats.org/officeDocument/2006/relationships/image" Target="../media/image413.png"/><Relationship Id="rId286" Type="http://schemas.openxmlformats.org/officeDocument/2006/relationships/customXml" Target="../ink/ink415.xml"/><Relationship Id="rId50" Type="http://schemas.openxmlformats.org/officeDocument/2006/relationships/customXml" Target="../ink/ink297.xml"/><Relationship Id="rId104" Type="http://schemas.openxmlformats.org/officeDocument/2006/relationships/customXml" Target="../ink/ink324.xml"/><Relationship Id="rId125" Type="http://schemas.openxmlformats.org/officeDocument/2006/relationships/image" Target="../media/image343.png"/><Relationship Id="rId146" Type="http://schemas.openxmlformats.org/officeDocument/2006/relationships/customXml" Target="../ink/ink345.xml"/><Relationship Id="rId167" Type="http://schemas.openxmlformats.org/officeDocument/2006/relationships/image" Target="../media/image364.png"/><Relationship Id="rId188" Type="http://schemas.openxmlformats.org/officeDocument/2006/relationships/customXml" Target="../ink/ink366.xml"/><Relationship Id="rId311" Type="http://schemas.openxmlformats.org/officeDocument/2006/relationships/image" Target="../media/image436.png"/><Relationship Id="rId71" Type="http://schemas.openxmlformats.org/officeDocument/2006/relationships/image" Target="../media/image316.png"/><Relationship Id="rId92" Type="http://schemas.openxmlformats.org/officeDocument/2006/relationships/customXml" Target="../ink/ink318.xml"/><Relationship Id="rId213" Type="http://schemas.openxmlformats.org/officeDocument/2006/relationships/image" Target="../media/image387.png"/><Relationship Id="rId234" Type="http://schemas.openxmlformats.org/officeDocument/2006/relationships/customXml" Target="../ink/ink389.xml"/><Relationship Id="rId2" Type="http://schemas.openxmlformats.org/officeDocument/2006/relationships/customXml" Target="../ink/ink273.xml"/><Relationship Id="rId29" Type="http://schemas.openxmlformats.org/officeDocument/2006/relationships/image" Target="../media/image295.png"/><Relationship Id="rId255" Type="http://schemas.openxmlformats.org/officeDocument/2006/relationships/image" Target="../media/image408.png"/><Relationship Id="rId276" Type="http://schemas.openxmlformats.org/officeDocument/2006/relationships/customXml" Target="../ink/ink410.xml"/><Relationship Id="rId297" Type="http://schemas.openxmlformats.org/officeDocument/2006/relationships/image" Target="../media/image429.png"/><Relationship Id="rId40" Type="http://schemas.openxmlformats.org/officeDocument/2006/relationships/customXml" Target="../ink/ink292.xml"/><Relationship Id="rId115" Type="http://schemas.openxmlformats.org/officeDocument/2006/relationships/image" Target="../media/image338.png"/><Relationship Id="rId136" Type="http://schemas.openxmlformats.org/officeDocument/2006/relationships/customXml" Target="../ink/ink340.xml"/><Relationship Id="rId157" Type="http://schemas.openxmlformats.org/officeDocument/2006/relationships/image" Target="../media/image359.png"/><Relationship Id="rId178" Type="http://schemas.openxmlformats.org/officeDocument/2006/relationships/customXml" Target="../ink/ink361.xml"/><Relationship Id="rId301" Type="http://schemas.openxmlformats.org/officeDocument/2006/relationships/image" Target="../media/image431.png"/><Relationship Id="rId61" Type="http://schemas.openxmlformats.org/officeDocument/2006/relationships/image" Target="../media/image311.png"/><Relationship Id="rId82" Type="http://schemas.openxmlformats.org/officeDocument/2006/relationships/customXml" Target="../ink/ink313.xml"/><Relationship Id="rId199" Type="http://schemas.openxmlformats.org/officeDocument/2006/relationships/image" Target="../media/image380.png"/><Relationship Id="rId203" Type="http://schemas.openxmlformats.org/officeDocument/2006/relationships/image" Target="../media/image382.png"/><Relationship Id="rId19" Type="http://schemas.openxmlformats.org/officeDocument/2006/relationships/image" Target="../media/image290.png"/><Relationship Id="rId224" Type="http://schemas.openxmlformats.org/officeDocument/2006/relationships/customXml" Target="../ink/ink384.xml"/><Relationship Id="rId245" Type="http://schemas.openxmlformats.org/officeDocument/2006/relationships/image" Target="../media/image403.png"/><Relationship Id="rId266" Type="http://schemas.openxmlformats.org/officeDocument/2006/relationships/customXml" Target="../ink/ink405.xml"/><Relationship Id="rId287" Type="http://schemas.openxmlformats.org/officeDocument/2006/relationships/image" Target="../media/image424.png"/><Relationship Id="rId30" Type="http://schemas.openxmlformats.org/officeDocument/2006/relationships/customXml" Target="../ink/ink287.xml"/><Relationship Id="rId105" Type="http://schemas.openxmlformats.org/officeDocument/2006/relationships/image" Target="../media/image333.png"/><Relationship Id="rId126" Type="http://schemas.openxmlformats.org/officeDocument/2006/relationships/customXml" Target="../ink/ink335.xml"/><Relationship Id="rId147" Type="http://schemas.openxmlformats.org/officeDocument/2006/relationships/image" Target="../media/image354.png"/><Relationship Id="rId168" Type="http://schemas.openxmlformats.org/officeDocument/2006/relationships/customXml" Target="../ink/ink356.xml"/><Relationship Id="rId312" Type="http://schemas.openxmlformats.org/officeDocument/2006/relationships/customXml" Target="../ink/ink428.xml"/><Relationship Id="rId51" Type="http://schemas.openxmlformats.org/officeDocument/2006/relationships/image" Target="../media/image306.png"/><Relationship Id="rId72" Type="http://schemas.openxmlformats.org/officeDocument/2006/relationships/customXml" Target="../ink/ink308.xml"/><Relationship Id="rId93" Type="http://schemas.openxmlformats.org/officeDocument/2006/relationships/image" Target="../media/image327.png"/><Relationship Id="rId189" Type="http://schemas.openxmlformats.org/officeDocument/2006/relationships/image" Target="../media/image375.png"/><Relationship Id="rId3" Type="http://schemas.openxmlformats.org/officeDocument/2006/relationships/image" Target="../media/image282.png"/><Relationship Id="rId214" Type="http://schemas.openxmlformats.org/officeDocument/2006/relationships/customXml" Target="../ink/ink379.xml"/><Relationship Id="rId235" Type="http://schemas.openxmlformats.org/officeDocument/2006/relationships/image" Target="../media/image398.png"/><Relationship Id="rId256" Type="http://schemas.openxmlformats.org/officeDocument/2006/relationships/customXml" Target="../ink/ink400.xml"/><Relationship Id="rId277" Type="http://schemas.openxmlformats.org/officeDocument/2006/relationships/image" Target="../media/image419.png"/><Relationship Id="rId298" Type="http://schemas.openxmlformats.org/officeDocument/2006/relationships/customXml" Target="../ink/ink421.xml"/><Relationship Id="rId116" Type="http://schemas.openxmlformats.org/officeDocument/2006/relationships/customXml" Target="../ink/ink330.xml"/><Relationship Id="rId137" Type="http://schemas.openxmlformats.org/officeDocument/2006/relationships/image" Target="../media/image349.png"/><Relationship Id="rId158" Type="http://schemas.openxmlformats.org/officeDocument/2006/relationships/customXml" Target="../ink/ink351.xml"/><Relationship Id="rId302" Type="http://schemas.openxmlformats.org/officeDocument/2006/relationships/customXml" Target="../ink/ink423.xml"/><Relationship Id="rId20" Type="http://schemas.openxmlformats.org/officeDocument/2006/relationships/customXml" Target="../ink/ink282.xml"/><Relationship Id="rId41" Type="http://schemas.openxmlformats.org/officeDocument/2006/relationships/image" Target="../media/image301.png"/><Relationship Id="rId62" Type="http://schemas.openxmlformats.org/officeDocument/2006/relationships/customXml" Target="../ink/ink303.xml"/><Relationship Id="rId83" Type="http://schemas.openxmlformats.org/officeDocument/2006/relationships/image" Target="../media/image322.png"/><Relationship Id="rId179" Type="http://schemas.openxmlformats.org/officeDocument/2006/relationships/image" Target="../media/image370.png"/><Relationship Id="rId190" Type="http://schemas.openxmlformats.org/officeDocument/2006/relationships/customXml" Target="../ink/ink367.xml"/><Relationship Id="rId204" Type="http://schemas.openxmlformats.org/officeDocument/2006/relationships/customXml" Target="../ink/ink374.xml"/><Relationship Id="rId225" Type="http://schemas.openxmlformats.org/officeDocument/2006/relationships/image" Target="../media/image393.png"/><Relationship Id="rId246" Type="http://schemas.openxmlformats.org/officeDocument/2006/relationships/customXml" Target="../ink/ink395.xml"/><Relationship Id="rId267" Type="http://schemas.openxmlformats.org/officeDocument/2006/relationships/image" Target="../media/image414.png"/><Relationship Id="rId288" Type="http://schemas.openxmlformats.org/officeDocument/2006/relationships/customXml" Target="../ink/ink416.xml"/><Relationship Id="rId106" Type="http://schemas.openxmlformats.org/officeDocument/2006/relationships/customXml" Target="../ink/ink325.xml"/><Relationship Id="rId127" Type="http://schemas.openxmlformats.org/officeDocument/2006/relationships/image" Target="../media/image344.png"/><Relationship Id="rId313" Type="http://schemas.openxmlformats.org/officeDocument/2006/relationships/image" Target="../media/image437.png"/><Relationship Id="rId10" Type="http://schemas.openxmlformats.org/officeDocument/2006/relationships/customXml" Target="../ink/ink277.xml"/><Relationship Id="rId31" Type="http://schemas.openxmlformats.org/officeDocument/2006/relationships/image" Target="../media/image296.png"/><Relationship Id="rId52" Type="http://schemas.openxmlformats.org/officeDocument/2006/relationships/customXml" Target="../ink/ink298.xml"/><Relationship Id="rId73" Type="http://schemas.openxmlformats.org/officeDocument/2006/relationships/image" Target="../media/image317.png"/><Relationship Id="rId94" Type="http://schemas.openxmlformats.org/officeDocument/2006/relationships/customXml" Target="../ink/ink319.xml"/><Relationship Id="rId148" Type="http://schemas.openxmlformats.org/officeDocument/2006/relationships/customXml" Target="../ink/ink346.xml"/><Relationship Id="rId169" Type="http://schemas.openxmlformats.org/officeDocument/2006/relationships/image" Target="../media/image365.png"/><Relationship Id="rId4" Type="http://schemas.openxmlformats.org/officeDocument/2006/relationships/customXml" Target="../ink/ink274.xml"/><Relationship Id="rId180" Type="http://schemas.openxmlformats.org/officeDocument/2006/relationships/customXml" Target="../ink/ink362.xml"/><Relationship Id="rId215" Type="http://schemas.openxmlformats.org/officeDocument/2006/relationships/image" Target="../media/image388.png"/><Relationship Id="rId236" Type="http://schemas.openxmlformats.org/officeDocument/2006/relationships/customXml" Target="../ink/ink390.xml"/><Relationship Id="rId257" Type="http://schemas.openxmlformats.org/officeDocument/2006/relationships/image" Target="../media/image409.png"/><Relationship Id="rId278" Type="http://schemas.openxmlformats.org/officeDocument/2006/relationships/customXml" Target="../ink/ink411.xml"/><Relationship Id="rId303" Type="http://schemas.openxmlformats.org/officeDocument/2006/relationships/image" Target="../media/image432.png"/><Relationship Id="rId42" Type="http://schemas.openxmlformats.org/officeDocument/2006/relationships/customXml" Target="../ink/ink293.xml"/><Relationship Id="rId84" Type="http://schemas.openxmlformats.org/officeDocument/2006/relationships/customXml" Target="../ink/ink314.xml"/><Relationship Id="rId138" Type="http://schemas.openxmlformats.org/officeDocument/2006/relationships/customXml" Target="../ink/ink341.xml"/><Relationship Id="rId191" Type="http://schemas.openxmlformats.org/officeDocument/2006/relationships/image" Target="../media/image376.png"/><Relationship Id="rId205" Type="http://schemas.openxmlformats.org/officeDocument/2006/relationships/image" Target="../media/image383.png"/><Relationship Id="rId247" Type="http://schemas.openxmlformats.org/officeDocument/2006/relationships/image" Target="../media/image404.png"/><Relationship Id="rId107" Type="http://schemas.openxmlformats.org/officeDocument/2006/relationships/image" Target="../media/image334.png"/><Relationship Id="rId289" Type="http://schemas.openxmlformats.org/officeDocument/2006/relationships/image" Target="../media/image425.png"/><Relationship Id="rId11" Type="http://schemas.openxmlformats.org/officeDocument/2006/relationships/image" Target="../media/image286.png"/><Relationship Id="rId53" Type="http://schemas.openxmlformats.org/officeDocument/2006/relationships/image" Target="../media/image307.png"/><Relationship Id="rId149" Type="http://schemas.openxmlformats.org/officeDocument/2006/relationships/image" Target="../media/image355.png"/><Relationship Id="rId314" Type="http://schemas.openxmlformats.org/officeDocument/2006/relationships/customXml" Target="../ink/ink429.xml"/><Relationship Id="rId95" Type="http://schemas.openxmlformats.org/officeDocument/2006/relationships/image" Target="../media/image328.png"/><Relationship Id="rId160" Type="http://schemas.openxmlformats.org/officeDocument/2006/relationships/customXml" Target="../ink/ink352.xml"/><Relationship Id="rId216" Type="http://schemas.openxmlformats.org/officeDocument/2006/relationships/customXml" Target="../ink/ink380.xml"/><Relationship Id="rId258" Type="http://schemas.openxmlformats.org/officeDocument/2006/relationships/customXml" Target="../ink/ink401.xml"/><Relationship Id="rId22" Type="http://schemas.openxmlformats.org/officeDocument/2006/relationships/customXml" Target="../ink/ink283.xml"/><Relationship Id="rId64" Type="http://schemas.openxmlformats.org/officeDocument/2006/relationships/customXml" Target="../ink/ink304.xml"/><Relationship Id="rId118" Type="http://schemas.openxmlformats.org/officeDocument/2006/relationships/customXml" Target="../ink/ink331.xml"/><Relationship Id="rId171" Type="http://schemas.openxmlformats.org/officeDocument/2006/relationships/image" Target="../media/image366.png"/><Relationship Id="rId227" Type="http://schemas.openxmlformats.org/officeDocument/2006/relationships/image" Target="../media/image394.png"/><Relationship Id="rId269" Type="http://schemas.openxmlformats.org/officeDocument/2006/relationships/image" Target="../media/image415.png"/><Relationship Id="rId33" Type="http://schemas.openxmlformats.org/officeDocument/2006/relationships/image" Target="../media/image297.png"/><Relationship Id="rId129" Type="http://schemas.openxmlformats.org/officeDocument/2006/relationships/image" Target="../media/image345.png"/><Relationship Id="rId280" Type="http://schemas.openxmlformats.org/officeDocument/2006/relationships/customXml" Target="../ink/ink412.xml"/><Relationship Id="rId75" Type="http://schemas.openxmlformats.org/officeDocument/2006/relationships/image" Target="../media/image318.png"/><Relationship Id="rId140" Type="http://schemas.openxmlformats.org/officeDocument/2006/relationships/customXml" Target="../ink/ink342.xml"/><Relationship Id="rId182" Type="http://schemas.openxmlformats.org/officeDocument/2006/relationships/customXml" Target="../ink/ink363.xml"/><Relationship Id="rId6" Type="http://schemas.openxmlformats.org/officeDocument/2006/relationships/customXml" Target="../ink/ink275.xml"/><Relationship Id="rId238" Type="http://schemas.openxmlformats.org/officeDocument/2006/relationships/customXml" Target="../ink/ink391.xml"/><Relationship Id="rId291" Type="http://schemas.openxmlformats.org/officeDocument/2006/relationships/image" Target="../media/image426.png"/><Relationship Id="rId305" Type="http://schemas.openxmlformats.org/officeDocument/2006/relationships/image" Target="../media/image433.png"/><Relationship Id="rId44" Type="http://schemas.openxmlformats.org/officeDocument/2006/relationships/customXml" Target="../ink/ink294.xml"/><Relationship Id="rId86" Type="http://schemas.openxmlformats.org/officeDocument/2006/relationships/customXml" Target="../ink/ink315.xml"/><Relationship Id="rId151" Type="http://schemas.openxmlformats.org/officeDocument/2006/relationships/image" Target="../media/image356.png"/><Relationship Id="rId193" Type="http://schemas.openxmlformats.org/officeDocument/2006/relationships/image" Target="../media/image377.png"/><Relationship Id="rId207" Type="http://schemas.openxmlformats.org/officeDocument/2006/relationships/image" Target="../media/image384.png"/><Relationship Id="rId249" Type="http://schemas.openxmlformats.org/officeDocument/2006/relationships/image" Target="../media/image405.png"/><Relationship Id="rId13" Type="http://schemas.openxmlformats.org/officeDocument/2006/relationships/image" Target="../media/image287.png"/><Relationship Id="rId109" Type="http://schemas.openxmlformats.org/officeDocument/2006/relationships/image" Target="../media/image335.png"/><Relationship Id="rId260" Type="http://schemas.openxmlformats.org/officeDocument/2006/relationships/customXml" Target="../ink/ink402.xml"/><Relationship Id="rId316" Type="http://schemas.openxmlformats.org/officeDocument/2006/relationships/customXml" Target="../ink/ink430.xml"/></Relationships>
</file>

<file path=ppt/slides/_rels/slide16.xml.rels><?xml version="1.0" encoding="UTF-8" standalone="yes"?>
<Relationships xmlns="http://schemas.openxmlformats.org/package/2006/relationships"><Relationship Id="rId117" Type="http://schemas.openxmlformats.org/officeDocument/2006/relationships/image" Target="../media/image499.png"/><Relationship Id="rId299" Type="http://schemas.openxmlformats.org/officeDocument/2006/relationships/image" Target="../media/image590.png"/><Relationship Id="rId21" Type="http://schemas.openxmlformats.org/officeDocument/2006/relationships/image" Target="../media/image451.png"/><Relationship Id="rId63" Type="http://schemas.openxmlformats.org/officeDocument/2006/relationships/image" Target="../media/image472.png"/><Relationship Id="rId159" Type="http://schemas.openxmlformats.org/officeDocument/2006/relationships/image" Target="../media/image520.png"/><Relationship Id="rId324" Type="http://schemas.openxmlformats.org/officeDocument/2006/relationships/customXml" Target="../ink/ink594.xml"/><Relationship Id="rId366" Type="http://schemas.openxmlformats.org/officeDocument/2006/relationships/customXml" Target="../ink/ink615.xml"/><Relationship Id="rId170" Type="http://schemas.openxmlformats.org/officeDocument/2006/relationships/customXml" Target="../ink/ink517.xml"/><Relationship Id="rId226" Type="http://schemas.openxmlformats.org/officeDocument/2006/relationships/customXml" Target="../ink/ink545.xml"/><Relationship Id="rId433" Type="http://schemas.openxmlformats.org/officeDocument/2006/relationships/image" Target="../media/image657.png"/><Relationship Id="rId268" Type="http://schemas.openxmlformats.org/officeDocument/2006/relationships/customXml" Target="../ink/ink566.xml"/><Relationship Id="rId32" Type="http://schemas.openxmlformats.org/officeDocument/2006/relationships/customXml" Target="../ink/ink448.xml"/><Relationship Id="rId74" Type="http://schemas.openxmlformats.org/officeDocument/2006/relationships/customXml" Target="../ink/ink469.xml"/><Relationship Id="rId128" Type="http://schemas.openxmlformats.org/officeDocument/2006/relationships/customXml" Target="../ink/ink496.xml"/><Relationship Id="rId335" Type="http://schemas.openxmlformats.org/officeDocument/2006/relationships/image" Target="../media/image608.png"/><Relationship Id="rId377" Type="http://schemas.openxmlformats.org/officeDocument/2006/relationships/image" Target="../media/image629.png"/><Relationship Id="rId5" Type="http://schemas.openxmlformats.org/officeDocument/2006/relationships/image" Target="../media/image443.png"/><Relationship Id="rId181" Type="http://schemas.openxmlformats.org/officeDocument/2006/relationships/image" Target="../media/image531.png"/><Relationship Id="rId237" Type="http://schemas.openxmlformats.org/officeDocument/2006/relationships/image" Target="../media/image559.png"/><Relationship Id="rId402" Type="http://schemas.openxmlformats.org/officeDocument/2006/relationships/customXml" Target="../ink/ink633.xml"/><Relationship Id="rId279" Type="http://schemas.openxmlformats.org/officeDocument/2006/relationships/image" Target="../media/image580.png"/><Relationship Id="rId444" Type="http://schemas.openxmlformats.org/officeDocument/2006/relationships/customXml" Target="../ink/ink654.xml"/><Relationship Id="rId43" Type="http://schemas.openxmlformats.org/officeDocument/2006/relationships/image" Target="../media/image462.png"/><Relationship Id="rId139" Type="http://schemas.openxmlformats.org/officeDocument/2006/relationships/image" Target="../media/image510.png"/><Relationship Id="rId290" Type="http://schemas.openxmlformats.org/officeDocument/2006/relationships/customXml" Target="../ink/ink577.xml"/><Relationship Id="rId304" Type="http://schemas.openxmlformats.org/officeDocument/2006/relationships/customXml" Target="../ink/ink584.xml"/><Relationship Id="rId346" Type="http://schemas.openxmlformats.org/officeDocument/2006/relationships/customXml" Target="../ink/ink605.xml"/><Relationship Id="rId388" Type="http://schemas.openxmlformats.org/officeDocument/2006/relationships/customXml" Target="../ink/ink626.xml"/><Relationship Id="rId85" Type="http://schemas.openxmlformats.org/officeDocument/2006/relationships/image" Target="../media/image483.png"/><Relationship Id="rId150" Type="http://schemas.openxmlformats.org/officeDocument/2006/relationships/customXml" Target="../ink/ink507.xml"/><Relationship Id="rId192" Type="http://schemas.openxmlformats.org/officeDocument/2006/relationships/customXml" Target="../ink/ink528.xml"/><Relationship Id="rId206" Type="http://schemas.openxmlformats.org/officeDocument/2006/relationships/customXml" Target="../ink/ink535.xml"/><Relationship Id="rId413" Type="http://schemas.openxmlformats.org/officeDocument/2006/relationships/image" Target="../media/image647.png"/><Relationship Id="rId248" Type="http://schemas.openxmlformats.org/officeDocument/2006/relationships/customXml" Target="../ink/ink556.xml"/><Relationship Id="rId455" Type="http://schemas.openxmlformats.org/officeDocument/2006/relationships/image" Target="../media/image667.png"/><Relationship Id="rId12" Type="http://schemas.openxmlformats.org/officeDocument/2006/relationships/customXml" Target="../ink/ink438.xml"/><Relationship Id="rId108" Type="http://schemas.openxmlformats.org/officeDocument/2006/relationships/customXml" Target="../ink/ink486.xml"/><Relationship Id="rId315" Type="http://schemas.openxmlformats.org/officeDocument/2006/relationships/image" Target="../media/image598.png"/><Relationship Id="rId357" Type="http://schemas.openxmlformats.org/officeDocument/2006/relationships/image" Target="../media/image619.png"/><Relationship Id="rId54" Type="http://schemas.openxmlformats.org/officeDocument/2006/relationships/customXml" Target="../ink/ink459.xml"/><Relationship Id="rId96" Type="http://schemas.openxmlformats.org/officeDocument/2006/relationships/customXml" Target="../ink/ink480.xml"/><Relationship Id="rId161" Type="http://schemas.openxmlformats.org/officeDocument/2006/relationships/image" Target="../media/image521.png"/><Relationship Id="rId217" Type="http://schemas.openxmlformats.org/officeDocument/2006/relationships/image" Target="../media/image549.png"/><Relationship Id="rId399" Type="http://schemas.openxmlformats.org/officeDocument/2006/relationships/image" Target="../media/image640.png"/><Relationship Id="rId259" Type="http://schemas.openxmlformats.org/officeDocument/2006/relationships/image" Target="../media/image570.png"/><Relationship Id="rId424" Type="http://schemas.openxmlformats.org/officeDocument/2006/relationships/customXml" Target="../ink/ink644.xml"/><Relationship Id="rId466" Type="http://schemas.openxmlformats.org/officeDocument/2006/relationships/customXml" Target="../ink/ink665.xml"/><Relationship Id="rId23" Type="http://schemas.openxmlformats.org/officeDocument/2006/relationships/image" Target="../media/image452.png"/><Relationship Id="rId119" Type="http://schemas.openxmlformats.org/officeDocument/2006/relationships/image" Target="../media/image500.png"/><Relationship Id="rId270" Type="http://schemas.openxmlformats.org/officeDocument/2006/relationships/customXml" Target="../ink/ink567.xml"/><Relationship Id="rId326" Type="http://schemas.openxmlformats.org/officeDocument/2006/relationships/customXml" Target="../ink/ink595.xml"/><Relationship Id="rId65" Type="http://schemas.openxmlformats.org/officeDocument/2006/relationships/image" Target="../media/image473.png"/><Relationship Id="rId130" Type="http://schemas.openxmlformats.org/officeDocument/2006/relationships/customXml" Target="../ink/ink497.xml"/><Relationship Id="rId368" Type="http://schemas.openxmlformats.org/officeDocument/2006/relationships/customXml" Target="../ink/ink616.xml"/><Relationship Id="rId172" Type="http://schemas.openxmlformats.org/officeDocument/2006/relationships/customXml" Target="../ink/ink518.xml"/><Relationship Id="rId228" Type="http://schemas.openxmlformats.org/officeDocument/2006/relationships/customXml" Target="../ink/ink546.xml"/><Relationship Id="rId435" Type="http://schemas.openxmlformats.org/officeDocument/2006/relationships/image" Target="../media/image658.png"/><Relationship Id="rId281" Type="http://schemas.openxmlformats.org/officeDocument/2006/relationships/image" Target="../media/image581.png"/><Relationship Id="rId337" Type="http://schemas.openxmlformats.org/officeDocument/2006/relationships/image" Target="../media/image609.png"/><Relationship Id="rId34" Type="http://schemas.openxmlformats.org/officeDocument/2006/relationships/customXml" Target="../ink/ink449.xml"/><Relationship Id="rId76" Type="http://schemas.openxmlformats.org/officeDocument/2006/relationships/customXml" Target="../ink/ink470.xml"/><Relationship Id="rId141" Type="http://schemas.openxmlformats.org/officeDocument/2006/relationships/image" Target="../media/image511.png"/><Relationship Id="rId379" Type="http://schemas.openxmlformats.org/officeDocument/2006/relationships/image" Target="../media/image630.png"/><Relationship Id="rId7" Type="http://schemas.openxmlformats.org/officeDocument/2006/relationships/image" Target="../media/image444.png"/><Relationship Id="rId183" Type="http://schemas.openxmlformats.org/officeDocument/2006/relationships/image" Target="../media/image532.png"/><Relationship Id="rId239" Type="http://schemas.openxmlformats.org/officeDocument/2006/relationships/image" Target="../media/image560.png"/><Relationship Id="rId390" Type="http://schemas.openxmlformats.org/officeDocument/2006/relationships/customXml" Target="../ink/ink627.xml"/><Relationship Id="rId404" Type="http://schemas.openxmlformats.org/officeDocument/2006/relationships/customXml" Target="../ink/ink634.xml"/><Relationship Id="rId446" Type="http://schemas.openxmlformats.org/officeDocument/2006/relationships/customXml" Target="../ink/ink655.xml"/><Relationship Id="rId250" Type="http://schemas.openxmlformats.org/officeDocument/2006/relationships/customXml" Target="../ink/ink557.xml"/><Relationship Id="rId292" Type="http://schemas.openxmlformats.org/officeDocument/2006/relationships/customXml" Target="../ink/ink578.xml"/><Relationship Id="rId306" Type="http://schemas.openxmlformats.org/officeDocument/2006/relationships/customXml" Target="../ink/ink585.xml"/><Relationship Id="rId45" Type="http://schemas.openxmlformats.org/officeDocument/2006/relationships/image" Target="../media/image463.png"/><Relationship Id="rId87" Type="http://schemas.openxmlformats.org/officeDocument/2006/relationships/image" Target="../media/image484.png"/><Relationship Id="rId110" Type="http://schemas.openxmlformats.org/officeDocument/2006/relationships/customXml" Target="../ink/ink487.xml"/><Relationship Id="rId348" Type="http://schemas.openxmlformats.org/officeDocument/2006/relationships/customXml" Target="../ink/ink606.xml"/><Relationship Id="rId152" Type="http://schemas.openxmlformats.org/officeDocument/2006/relationships/customXml" Target="../ink/ink508.xml"/><Relationship Id="rId194" Type="http://schemas.openxmlformats.org/officeDocument/2006/relationships/customXml" Target="../ink/ink529.xml"/><Relationship Id="rId208" Type="http://schemas.openxmlformats.org/officeDocument/2006/relationships/customXml" Target="../ink/ink536.xml"/><Relationship Id="rId415" Type="http://schemas.openxmlformats.org/officeDocument/2006/relationships/image" Target="../media/image648.png"/><Relationship Id="rId457" Type="http://schemas.openxmlformats.org/officeDocument/2006/relationships/image" Target="../media/image668.png"/><Relationship Id="rId261" Type="http://schemas.openxmlformats.org/officeDocument/2006/relationships/image" Target="../media/image571.png"/><Relationship Id="rId14" Type="http://schemas.openxmlformats.org/officeDocument/2006/relationships/customXml" Target="../ink/ink439.xml"/><Relationship Id="rId56" Type="http://schemas.openxmlformats.org/officeDocument/2006/relationships/customXml" Target="../ink/ink460.xml"/><Relationship Id="rId317" Type="http://schemas.openxmlformats.org/officeDocument/2006/relationships/image" Target="../media/image599.png"/><Relationship Id="rId359" Type="http://schemas.openxmlformats.org/officeDocument/2006/relationships/image" Target="../media/image620.png"/><Relationship Id="rId98" Type="http://schemas.openxmlformats.org/officeDocument/2006/relationships/customXml" Target="../ink/ink481.xml"/><Relationship Id="rId121" Type="http://schemas.openxmlformats.org/officeDocument/2006/relationships/image" Target="../media/image501.png"/><Relationship Id="rId163" Type="http://schemas.openxmlformats.org/officeDocument/2006/relationships/image" Target="../media/image522.png"/><Relationship Id="rId219" Type="http://schemas.openxmlformats.org/officeDocument/2006/relationships/image" Target="../media/image550.png"/><Relationship Id="rId370" Type="http://schemas.openxmlformats.org/officeDocument/2006/relationships/customXml" Target="../ink/ink617.xml"/><Relationship Id="rId426" Type="http://schemas.openxmlformats.org/officeDocument/2006/relationships/customXml" Target="../ink/ink645.xml"/><Relationship Id="rId230" Type="http://schemas.openxmlformats.org/officeDocument/2006/relationships/customXml" Target="../ink/ink547.xml"/><Relationship Id="rId25" Type="http://schemas.openxmlformats.org/officeDocument/2006/relationships/image" Target="../media/image453.png"/><Relationship Id="rId67" Type="http://schemas.openxmlformats.org/officeDocument/2006/relationships/image" Target="../media/image474.png"/><Relationship Id="rId272" Type="http://schemas.openxmlformats.org/officeDocument/2006/relationships/customXml" Target="../ink/ink568.xml"/><Relationship Id="rId328" Type="http://schemas.openxmlformats.org/officeDocument/2006/relationships/customXml" Target="../ink/ink596.xml"/><Relationship Id="rId132" Type="http://schemas.openxmlformats.org/officeDocument/2006/relationships/customXml" Target="../ink/ink498.xml"/><Relationship Id="rId174" Type="http://schemas.openxmlformats.org/officeDocument/2006/relationships/customXml" Target="../ink/ink519.xml"/><Relationship Id="rId381" Type="http://schemas.openxmlformats.org/officeDocument/2006/relationships/image" Target="../media/image631.png"/><Relationship Id="rId241" Type="http://schemas.openxmlformats.org/officeDocument/2006/relationships/image" Target="../media/image561.png"/><Relationship Id="rId437" Type="http://schemas.openxmlformats.org/officeDocument/2006/relationships/image" Target="../media/image282.png"/><Relationship Id="rId36" Type="http://schemas.openxmlformats.org/officeDocument/2006/relationships/customXml" Target="../ink/ink450.xml"/><Relationship Id="rId283" Type="http://schemas.openxmlformats.org/officeDocument/2006/relationships/image" Target="../media/image582.png"/><Relationship Id="rId339" Type="http://schemas.openxmlformats.org/officeDocument/2006/relationships/image" Target="../media/image610.png"/><Relationship Id="rId78" Type="http://schemas.openxmlformats.org/officeDocument/2006/relationships/customXml" Target="../ink/ink471.xml"/><Relationship Id="rId101" Type="http://schemas.openxmlformats.org/officeDocument/2006/relationships/image" Target="../media/image491.png"/><Relationship Id="rId143" Type="http://schemas.openxmlformats.org/officeDocument/2006/relationships/image" Target="../media/image512.png"/><Relationship Id="rId185" Type="http://schemas.openxmlformats.org/officeDocument/2006/relationships/image" Target="../media/image533.png"/><Relationship Id="rId350" Type="http://schemas.openxmlformats.org/officeDocument/2006/relationships/customXml" Target="../ink/ink607.xml"/><Relationship Id="rId406" Type="http://schemas.openxmlformats.org/officeDocument/2006/relationships/customXml" Target="../ink/ink635.xml"/><Relationship Id="rId9" Type="http://schemas.openxmlformats.org/officeDocument/2006/relationships/image" Target="../media/image445.png"/><Relationship Id="rId210" Type="http://schemas.openxmlformats.org/officeDocument/2006/relationships/customXml" Target="../ink/ink537.xml"/><Relationship Id="rId392" Type="http://schemas.openxmlformats.org/officeDocument/2006/relationships/customXml" Target="../ink/ink628.xml"/><Relationship Id="rId448" Type="http://schemas.openxmlformats.org/officeDocument/2006/relationships/customXml" Target="../ink/ink656.xml"/><Relationship Id="rId252" Type="http://schemas.openxmlformats.org/officeDocument/2006/relationships/customXml" Target="../ink/ink558.xml"/><Relationship Id="rId294" Type="http://schemas.openxmlformats.org/officeDocument/2006/relationships/customXml" Target="../ink/ink579.xml"/><Relationship Id="rId308" Type="http://schemas.openxmlformats.org/officeDocument/2006/relationships/customXml" Target="../ink/ink586.xml"/><Relationship Id="rId47" Type="http://schemas.openxmlformats.org/officeDocument/2006/relationships/image" Target="../media/image464.png"/><Relationship Id="rId89" Type="http://schemas.openxmlformats.org/officeDocument/2006/relationships/image" Target="../media/image485.png"/><Relationship Id="rId112" Type="http://schemas.openxmlformats.org/officeDocument/2006/relationships/customXml" Target="../ink/ink488.xml"/><Relationship Id="rId154" Type="http://schemas.openxmlformats.org/officeDocument/2006/relationships/customXml" Target="../ink/ink509.xml"/><Relationship Id="rId361" Type="http://schemas.openxmlformats.org/officeDocument/2006/relationships/image" Target="../media/image621.png"/><Relationship Id="rId196" Type="http://schemas.openxmlformats.org/officeDocument/2006/relationships/customXml" Target="../ink/ink530.xml"/><Relationship Id="rId417" Type="http://schemas.openxmlformats.org/officeDocument/2006/relationships/image" Target="../media/image649.png"/><Relationship Id="rId459" Type="http://schemas.openxmlformats.org/officeDocument/2006/relationships/image" Target="../media/image669.png"/><Relationship Id="rId16" Type="http://schemas.openxmlformats.org/officeDocument/2006/relationships/customXml" Target="../ink/ink440.xml"/><Relationship Id="rId221" Type="http://schemas.openxmlformats.org/officeDocument/2006/relationships/image" Target="../media/image551.png"/><Relationship Id="rId263" Type="http://schemas.openxmlformats.org/officeDocument/2006/relationships/image" Target="../media/image572.png"/><Relationship Id="rId319" Type="http://schemas.openxmlformats.org/officeDocument/2006/relationships/image" Target="../media/image600.png"/><Relationship Id="rId58" Type="http://schemas.openxmlformats.org/officeDocument/2006/relationships/customXml" Target="../ink/ink461.xml"/><Relationship Id="rId123" Type="http://schemas.openxmlformats.org/officeDocument/2006/relationships/image" Target="../media/image502.png"/><Relationship Id="rId330" Type="http://schemas.openxmlformats.org/officeDocument/2006/relationships/customXml" Target="../ink/ink597.xml"/><Relationship Id="rId165" Type="http://schemas.openxmlformats.org/officeDocument/2006/relationships/image" Target="../media/image523.png"/><Relationship Id="rId372" Type="http://schemas.openxmlformats.org/officeDocument/2006/relationships/customXml" Target="../ink/ink618.xml"/><Relationship Id="rId428" Type="http://schemas.openxmlformats.org/officeDocument/2006/relationships/customXml" Target="../ink/ink646.xml"/><Relationship Id="rId232" Type="http://schemas.openxmlformats.org/officeDocument/2006/relationships/customXml" Target="../ink/ink548.xml"/><Relationship Id="rId274" Type="http://schemas.openxmlformats.org/officeDocument/2006/relationships/customXml" Target="../ink/ink569.xml"/><Relationship Id="rId27" Type="http://schemas.openxmlformats.org/officeDocument/2006/relationships/image" Target="../media/image454.png"/><Relationship Id="rId69" Type="http://schemas.openxmlformats.org/officeDocument/2006/relationships/image" Target="../media/image475.png"/><Relationship Id="rId134" Type="http://schemas.openxmlformats.org/officeDocument/2006/relationships/customXml" Target="../ink/ink499.xml"/><Relationship Id="rId80" Type="http://schemas.openxmlformats.org/officeDocument/2006/relationships/customXml" Target="../ink/ink472.xml"/><Relationship Id="rId176" Type="http://schemas.openxmlformats.org/officeDocument/2006/relationships/customXml" Target="../ink/ink520.xml"/><Relationship Id="rId341" Type="http://schemas.openxmlformats.org/officeDocument/2006/relationships/image" Target="../media/image611.png"/><Relationship Id="rId383" Type="http://schemas.openxmlformats.org/officeDocument/2006/relationships/image" Target="../media/image632.png"/><Relationship Id="rId439" Type="http://schemas.openxmlformats.org/officeDocument/2006/relationships/image" Target="../media/image659.png"/><Relationship Id="rId201" Type="http://schemas.openxmlformats.org/officeDocument/2006/relationships/image" Target="../media/image541.png"/><Relationship Id="rId243" Type="http://schemas.openxmlformats.org/officeDocument/2006/relationships/image" Target="../media/image562.png"/><Relationship Id="rId285" Type="http://schemas.openxmlformats.org/officeDocument/2006/relationships/image" Target="../media/image583.png"/><Relationship Id="rId450" Type="http://schemas.openxmlformats.org/officeDocument/2006/relationships/customXml" Target="../ink/ink657.xml"/><Relationship Id="rId38" Type="http://schemas.openxmlformats.org/officeDocument/2006/relationships/customXml" Target="../ink/ink451.xml"/><Relationship Id="rId103" Type="http://schemas.openxmlformats.org/officeDocument/2006/relationships/image" Target="../media/image492.png"/><Relationship Id="rId310" Type="http://schemas.openxmlformats.org/officeDocument/2006/relationships/customXml" Target="../ink/ink587.xml"/><Relationship Id="rId91" Type="http://schemas.openxmlformats.org/officeDocument/2006/relationships/image" Target="../media/image486.png"/><Relationship Id="rId145" Type="http://schemas.openxmlformats.org/officeDocument/2006/relationships/image" Target="../media/image513.png"/><Relationship Id="rId187" Type="http://schemas.openxmlformats.org/officeDocument/2006/relationships/image" Target="../media/image534.png"/><Relationship Id="rId352" Type="http://schemas.openxmlformats.org/officeDocument/2006/relationships/customXml" Target="../ink/ink608.xml"/><Relationship Id="rId394" Type="http://schemas.openxmlformats.org/officeDocument/2006/relationships/customXml" Target="../ink/ink629.xml"/><Relationship Id="rId408" Type="http://schemas.openxmlformats.org/officeDocument/2006/relationships/customXml" Target="../ink/ink636.xml"/><Relationship Id="rId212" Type="http://schemas.openxmlformats.org/officeDocument/2006/relationships/customXml" Target="../ink/ink538.xml"/><Relationship Id="rId254" Type="http://schemas.openxmlformats.org/officeDocument/2006/relationships/customXml" Target="../ink/ink559.xml"/><Relationship Id="rId49" Type="http://schemas.openxmlformats.org/officeDocument/2006/relationships/image" Target="../media/image465.png"/><Relationship Id="rId114" Type="http://schemas.openxmlformats.org/officeDocument/2006/relationships/customXml" Target="../ink/ink489.xml"/><Relationship Id="rId296" Type="http://schemas.openxmlformats.org/officeDocument/2006/relationships/customXml" Target="../ink/ink580.xml"/><Relationship Id="rId461" Type="http://schemas.openxmlformats.org/officeDocument/2006/relationships/image" Target="../media/image670.png"/><Relationship Id="rId60" Type="http://schemas.openxmlformats.org/officeDocument/2006/relationships/customXml" Target="../ink/ink462.xml"/><Relationship Id="rId156" Type="http://schemas.openxmlformats.org/officeDocument/2006/relationships/customXml" Target="../ink/ink510.xml"/><Relationship Id="rId198" Type="http://schemas.openxmlformats.org/officeDocument/2006/relationships/customXml" Target="../ink/ink531.xml"/><Relationship Id="rId321" Type="http://schemas.openxmlformats.org/officeDocument/2006/relationships/image" Target="../media/image601.png"/><Relationship Id="rId363" Type="http://schemas.openxmlformats.org/officeDocument/2006/relationships/image" Target="../media/image622.png"/><Relationship Id="rId419" Type="http://schemas.openxmlformats.org/officeDocument/2006/relationships/image" Target="../media/image650.png"/><Relationship Id="rId223" Type="http://schemas.openxmlformats.org/officeDocument/2006/relationships/image" Target="../media/image552.png"/><Relationship Id="rId430" Type="http://schemas.openxmlformats.org/officeDocument/2006/relationships/customXml" Target="../ink/ink647.xml"/><Relationship Id="rId18" Type="http://schemas.openxmlformats.org/officeDocument/2006/relationships/customXml" Target="../ink/ink441.xml"/><Relationship Id="rId265" Type="http://schemas.openxmlformats.org/officeDocument/2006/relationships/image" Target="../media/image573.png"/><Relationship Id="rId125" Type="http://schemas.openxmlformats.org/officeDocument/2006/relationships/image" Target="../media/image503.png"/><Relationship Id="rId167" Type="http://schemas.openxmlformats.org/officeDocument/2006/relationships/image" Target="../media/image524.png"/><Relationship Id="rId332" Type="http://schemas.openxmlformats.org/officeDocument/2006/relationships/customXml" Target="../ink/ink598.xml"/><Relationship Id="rId374" Type="http://schemas.openxmlformats.org/officeDocument/2006/relationships/customXml" Target="../ink/ink619.xml"/><Relationship Id="rId71" Type="http://schemas.openxmlformats.org/officeDocument/2006/relationships/image" Target="../media/image476.png"/><Relationship Id="rId234" Type="http://schemas.openxmlformats.org/officeDocument/2006/relationships/customXml" Target="../ink/ink549.xml"/><Relationship Id="rId2" Type="http://schemas.openxmlformats.org/officeDocument/2006/relationships/customXml" Target="../ink/ink433.xml"/><Relationship Id="rId29" Type="http://schemas.openxmlformats.org/officeDocument/2006/relationships/image" Target="../media/image455.png"/><Relationship Id="rId276" Type="http://schemas.openxmlformats.org/officeDocument/2006/relationships/customXml" Target="../ink/ink570.xml"/><Relationship Id="rId441" Type="http://schemas.openxmlformats.org/officeDocument/2006/relationships/image" Target="../media/image660.png"/><Relationship Id="rId40" Type="http://schemas.openxmlformats.org/officeDocument/2006/relationships/customXml" Target="../ink/ink452.xml"/><Relationship Id="rId136" Type="http://schemas.openxmlformats.org/officeDocument/2006/relationships/customXml" Target="../ink/ink500.xml"/><Relationship Id="rId178" Type="http://schemas.openxmlformats.org/officeDocument/2006/relationships/customXml" Target="../ink/ink521.xml"/><Relationship Id="rId301" Type="http://schemas.openxmlformats.org/officeDocument/2006/relationships/image" Target="../media/image591.png"/><Relationship Id="rId343" Type="http://schemas.openxmlformats.org/officeDocument/2006/relationships/image" Target="../media/image612.png"/><Relationship Id="rId61" Type="http://schemas.openxmlformats.org/officeDocument/2006/relationships/image" Target="../media/image471.png"/><Relationship Id="rId82" Type="http://schemas.openxmlformats.org/officeDocument/2006/relationships/customXml" Target="../ink/ink473.xml"/><Relationship Id="rId199" Type="http://schemas.openxmlformats.org/officeDocument/2006/relationships/image" Target="../media/image540.png"/><Relationship Id="rId203" Type="http://schemas.openxmlformats.org/officeDocument/2006/relationships/image" Target="../media/image542.png"/><Relationship Id="rId385" Type="http://schemas.openxmlformats.org/officeDocument/2006/relationships/image" Target="../media/image633.png"/><Relationship Id="rId19" Type="http://schemas.openxmlformats.org/officeDocument/2006/relationships/image" Target="../media/image450.png"/><Relationship Id="rId224" Type="http://schemas.openxmlformats.org/officeDocument/2006/relationships/customXml" Target="../ink/ink544.xml"/><Relationship Id="rId245" Type="http://schemas.openxmlformats.org/officeDocument/2006/relationships/image" Target="../media/image563.png"/><Relationship Id="rId266" Type="http://schemas.openxmlformats.org/officeDocument/2006/relationships/customXml" Target="../ink/ink565.xml"/><Relationship Id="rId287" Type="http://schemas.openxmlformats.org/officeDocument/2006/relationships/image" Target="../media/image584.png"/><Relationship Id="rId410" Type="http://schemas.openxmlformats.org/officeDocument/2006/relationships/customXml" Target="../ink/ink637.xml"/><Relationship Id="rId431" Type="http://schemas.openxmlformats.org/officeDocument/2006/relationships/image" Target="../media/image656.png"/><Relationship Id="rId452" Type="http://schemas.openxmlformats.org/officeDocument/2006/relationships/customXml" Target="../ink/ink658.xml"/><Relationship Id="rId30" Type="http://schemas.openxmlformats.org/officeDocument/2006/relationships/customXml" Target="../ink/ink447.xml"/><Relationship Id="rId105" Type="http://schemas.openxmlformats.org/officeDocument/2006/relationships/image" Target="../media/image493.png"/><Relationship Id="rId126" Type="http://schemas.openxmlformats.org/officeDocument/2006/relationships/customXml" Target="../ink/ink495.xml"/><Relationship Id="rId147" Type="http://schemas.openxmlformats.org/officeDocument/2006/relationships/image" Target="../media/image514.png"/><Relationship Id="rId168" Type="http://schemas.openxmlformats.org/officeDocument/2006/relationships/customXml" Target="../ink/ink516.xml"/><Relationship Id="rId312" Type="http://schemas.openxmlformats.org/officeDocument/2006/relationships/customXml" Target="../ink/ink588.xml"/><Relationship Id="rId333" Type="http://schemas.openxmlformats.org/officeDocument/2006/relationships/image" Target="../media/image607.png"/><Relationship Id="rId354" Type="http://schemas.openxmlformats.org/officeDocument/2006/relationships/customXml" Target="../ink/ink609.xml"/><Relationship Id="rId51" Type="http://schemas.openxmlformats.org/officeDocument/2006/relationships/image" Target="../media/image466.png"/><Relationship Id="rId72" Type="http://schemas.openxmlformats.org/officeDocument/2006/relationships/customXml" Target="../ink/ink468.xml"/><Relationship Id="rId93" Type="http://schemas.openxmlformats.org/officeDocument/2006/relationships/image" Target="../media/image487.png"/><Relationship Id="rId189" Type="http://schemas.openxmlformats.org/officeDocument/2006/relationships/image" Target="../media/image535.png"/><Relationship Id="rId375" Type="http://schemas.openxmlformats.org/officeDocument/2006/relationships/image" Target="../media/image628.png"/><Relationship Id="rId396" Type="http://schemas.openxmlformats.org/officeDocument/2006/relationships/customXml" Target="../ink/ink630.xml"/><Relationship Id="rId3" Type="http://schemas.openxmlformats.org/officeDocument/2006/relationships/image" Target="../media/image442.png"/><Relationship Id="rId214" Type="http://schemas.openxmlformats.org/officeDocument/2006/relationships/customXml" Target="../ink/ink539.xml"/><Relationship Id="rId235" Type="http://schemas.openxmlformats.org/officeDocument/2006/relationships/image" Target="../media/image558.png"/><Relationship Id="rId256" Type="http://schemas.openxmlformats.org/officeDocument/2006/relationships/customXml" Target="../ink/ink560.xml"/><Relationship Id="rId277" Type="http://schemas.openxmlformats.org/officeDocument/2006/relationships/image" Target="../media/image579.png"/><Relationship Id="rId298" Type="http://schemas.openxmlformats.org/officeDocument/2006/relationships/customXml" Target="../ink/ink581.xml"/><Relationship Id="rId400" Type="http://schemas.openxmlformats.org/officeDocument/2006/relationships/customXml" Target="../ink/ink632.xml"/><Relationship Id="rId421" Type="http://schemas.openxmlformats.org/officeDocument/2006/relationships/image" Target="../media/image651.png"/><Relationship Id="rId442" Type="http://schemas.openxmlformats.org/officeDocument/2006/relationships/customXml" Target="../ink/ink653.xml"/><Relationship Id="rId463" Type="http://schemas.openxmlformats.org/officeDocument/2006/relationships/image" Target="../media/image671.png"/><Relationship Id="rId116" Type="http://schemas.openxmlformats.org/officeDocument/2006/relationships/customXml" Target="../ink/ink490.xml"/><Relationship Id="rId137" Type="http://schemas.openxmlformats.org/officeDocument/2006/relationships/image" Target="../media/image509.png"/><Relationship Id="rId158" Type="http://schemas.openxmlformats.org/officeDocument/2006/relationships/customXml" Target="../ink/ink511.xml"/><Relationship Id="rId302" Type="http://schemas.openxmlformats.org/officeDocument/2006/relationships/customXml" Target="../ink/ink583.xml"/><Relationship Id="rId323" Type="http://schemas.openxmlformats.org/officeDocument/2006/relationships/image" Target="../media/image602.png"/><Relationship Id="rId344" Type="http://schemas.openxmlformats.org/officeDocument/2006/relationships/customXml" Target="../ink/ink604.xml"/><Relationship Id="rId20" Type="http://schemas.openxmlformats.org/officeDocument/2006/relationships/customXml" Target="../ink/ink442.xml"/><Relationship Id="rId41" Type="http://schemas.openxmlformats.org/officeDocument/2006/relationships/image" Target="../media/image461.png"/><Relationship Id="rId62" Type="http://schemas.openxmlformats.org/officeDocument/2006/relationships/customXml" Target="../ink/ink463.xml"/><Relationship Id="rId83" Type="http://schemas.openxmlformats.org/officeDocument/2006/relationships/image" Target="../media/image482.png"/><Relationship Id="rId179" Type="http://schemas.openxmlformats.org/officeDocument/2006/relationships/image" Target="../media/image530.png"/><Relationship Id="rId365" Type="http://schemas.openxmlformats.org/officeDocument/2006/relationships/image" Target="../media/image623.png"/><Relationship Id="rId386" Type="http://schemas.openxmlformats.org/officeDocument/2006/relationships/customXml" Target="../ink/ink625.xml"/><Relationship Id="rId190" Type="http://schemas.openxmlformats.org/officeDocument/2006/relationships/customXml" Target="../ink/ink527.xml"/><Relationship Id="rId204" Type="http://schemas.openxmlformats.org/officeDocument/2006/relationships/customXml" Target="../ink/ink534.xml"/><Relationship Id="rId225" Type="http://schemas.openxmlformats.org/officeDocument/2006/relationships/image" Target="../media/image553.png"/><Relationship Id="rId246" Type="http://schemas.openxmlformats.org/officeDocument/2006/relationships/customXml" Target="../ink/ink555.xml"/><Relationship Id="rId267" Type="http://schemas.openxmlformats.org/officeDocument/2006/relationships/image" Target="../media/image574.png"/><Relationship Id="rId288" Type="http://schemas.openxmlformats.org/officeDocument/2006/relationships/customXml" Target="../ink/ink576.xml"/><Relationship Id="rId411" Type="http://schemas.openxmlformats.org/officeDocument/2006/relationships/image" Target="../media/image646.png"/><Relationship Id="rId432" Type="http://schemas.openxmlformats.org/officeDocument/2006/relationships/customXml" Target="../ink/ink648.xml"/><Relationship Id="rId453" Type="http://schemas.openxmlformats.org/officeDocument/2006/relationships/image" Target="../media/image666.png"/><Relationship Id="rId106" Type="http://schemas.openxmlformats.org/officeDocument/2006/relationships/customXml" Target="../ink/ink485.xml"/><Relationship Id="rId127" Type="http://schemas.openxmlformats.org/officeDocument/2006/relationships/image" Target="../media/image504.png"/><Relationship Id="rId313" Type="http://schemas.openxmlformats.org/officeDocument/2006/relationships/image" Target="../media/image597.png"/><Relationship Id="rId10" Type="http://schemas.openxmlformats.org/officeDocument/2006/relationships/customXml" Target="../ink/ink437.xml"/><Relationship Id="rId31" Type="http://schemas.openxmlformats.org/officeDocument/2006/relationships/image" Target="../media/image456.png"/><Relationship Id="rId52" Type="http://schemas.openxmlformats.org/officeDocument/2006/relationships/customXml" Target="../ink/ink458.xml"/><Relationship Id="rId73" Type="http://schemas.openxmlformats.org/officeDocument/2006/relationships/image" Target="../media/image477.png"/><Relationship Id="rId94" Type="http://schemas.openxmlformats.org/officeDocument/2006/relationships/customXml" Target="../ink/ink479.xml"/><Relationship Id="rId148" Type="http://schemas.openxmlformats.org/officeDocument/2006/relationships/customXml" Target="../ink/ink506.xml"/><Relationship Id="rId169" Type="http://schemas.openxmlformats.org/officeDocument/2006/relationships/image" Target="../media/image525.png"/><Relationship Id="rId334" Type="http://schemas.openxmlformats.org/officeDocument/2006/relationships/customXml" Target="../ink/ink599.xml"/><Relationship Id="rId355" Type="http://schemas.openxmlformats.org/officeDocument/2006/relationships/image" Target="../media/image618.png"/><Relationship Id="rId376" Type="http://schemas.openxmlformats.org/officeDocument/2006/relationships/customXml" Target="../ink/ink620.xml"/><Relationship Id="rId397" Type="http://schemas.openxmlformats.org/officeDocument/2006/relationships/image" Target="../media/image639.png"/><Relationship Id="rId4" Type="http://schemas.openxmlformats.org/officeDocument/2006/relationships/customXml" Target="../ink/ink434.xml"/><Relationship Id="rId180" Type="http://schemas.openxmlformats.org/officeDocument/2006/relationships/customXml" Target="../ink/ink522.xml"/><Relationship Id="rId215" Type="http://schemas.openxmlformats.org/officeDocument/2006/relationships/image" Target="../media/image548.png"/><Relationship Id="rId236" Type="http://schemas.openxmlformats.org/officeDocument/2006/relationships/customXml" Target="../ink/ink550.xml"/><Relationship Id="rId257" Type="http://schemas.openxmlformats.org/officeDocument/2006/relationships/image" Target="../media/image569.png"/><Relationship Id="rId278" Type="http://schemas.openxmlformats.org/officeDocument/2006/relationships/customXml" Target="../ink/ink571.xml"/><Relationship Id="rId401" Type="http://schemas.openxmlformats.org/officeDocument/2006/relationships/image" Target="../media/image641.png"/><Relationship Id="rId422" Type="http://schemas.openxmlformats.org/officeDocument/2006/relationships/customXml" Target="../ink/ink643.xml"/><Relationship Id="rId443" Type="http://schemas.openxmlformats.org/officeDocument/2006/relationships/image" Target="../media/image661.png"/><Relationship Id="rId464" Type="http://schemas.openxmlformats.org/officeDocument/2006/relationships/customXml" Target="../ink/ink664.xml"/><Relationship Id="rId303" Type="http://schemas.openxmlformats.org/officeDocument/2006/relationships/image" Target="../media/image592.png"/><Relationship Id="rId42" Type="http://schemas.openxmlformats.org/officeDocument/2006/relationships/customXml" Target="../ink/ink453.xml"/><Relationship Id="rId84" Type="http://schemas.openxmlformats.org/officeDocument/2006/relationships/customXml" Target="../ink/ink474.xml"/><Relationship Id="rId138" Type="http://schemas.openxmlformats.org/officeDocument/2006/relationships/customXml" Target="../ink/ink501.xml"/><Relationship Id="rId345" Type="http://schemas.openxmlformats.org/officeDocument/2006/relationships/image" Target="../media/image613.png"/><Relationship Id="rId387" Type="http://schemas.openxmlformats.org/officeDocument/2006/relationships/image" Target="../media/image634.png"/><Relationship Id="rId191" Type="http://schemas.openxmlformats.org/officeDocument/2006/relationships/image" Target="../media/image536.png"/><Relationship Id="rId205" Type="http://schemas.openxmlformats.org/officeDocument/2006/relationships/image" Target="../media/image543.png"/><Relationship Id="rId247" Type="http://schemas.openxmlformats.org/officeDocument/2006/relationships/image" Target="../media/image564.png"/><Relationship Id="rId412" Type="http://schemas.openxmlformats.org/officeDocument/2006/relationships/customXml" Target="../ink/ink638.xml"/><Relationship Id="rId107" Type="http://schemas.openxmlformats.org/officeDocument/2006/relationships/image" Target="../media/image494.png"/><Relationship Id="rId289" Type="http://schemas.openxmlformats.org/officeDocument/2006/relationships/image" Target="../media/image585.png"/><Relationship Id="rId454" Type="http://schemas.openxmlformats.org/officeDocument/2006/relationships/customXml" Target="../ink/ink659.xml"/><Relationship Id="rId11" Type="http://schemas.openxmlformats.org/officeDocument/2006/relationships/image" Target="../media/image446.png"/><Relationship Id="rId53" Type="http://schemas.openxmlformats.org/officeDocument/2006/relationships/image" Target="../media/image467.png"/><Relationship Id="rId149" Type="http://schemas.openxmlformats.org/officeDocument/2006/relationships/image" Target="../media/image515.png"/><Relationship Id="rId314" Type="http://schemas.openxmlformats.org/officeDocument/2006/relationships/customXml" Target="../ink/ink589.xml"/><Relationship Id="rId356" Type="http://schemas.openxmlformats.org/officeDocument/2006/relationships/customXml" Target="../ink/ink610.xml"/><Relationship Id="rId398" Type="http://schemas.openxmlformats.org/officeDocument/2006/relationships/customXml" Target="../ink/ink631.xml"/><Relationship Id="rId95" Type="http://schemas.openxmlformats.org/officeDocument/2006/relationships/image" Target="../media/image488.png"/><Relationship Id="rId160" Type="http://schemas.openxmlformats.org/officeDocument/2006/relationships/customXml" Target="../ink/ink512.xml"/><Relationship Id="rId216" Type="http://schemas.openxmlformats.org/officeDocument/2006/relationships/customXml" Target="../ink/ink540.xml"/><Relationship Id="rId423" Type="http://schemas.openxmlformats.org/officeDocument/2006/relationships/image" Target="../media/image652.png"/><Relationship Id="rId258" Type="http://schemas.openxmlformats.org/officeDocument/2006/relationships/customXml" Target="../ink/ink561.xml"/><Relationship Id="rId465" Type="http://schemas.openxmlformats.org/officeDocument/2006/relationships/image" Target="../media/image672.png"/><Relationship Id="rId22" Type="http://schemas.openxmlformats.org/officeDocument/2006/relationships/customXml" Target="../ink/ink443.xml"/><Relationship Id="rId64" Type="http://schemas.openxmlformats.org/officeDocument/2006/relationships/customXml" Target="../ink/ink464.xml"/><Relationship Id="rId118" Type="http://schemas.openxmlformats.org/officeDocument/2006/relationships/customXml" Target="../ink/ink491.xml"/><Relationship Id="rId325" Type="http://schemas.openxmlformats.org/officeDocument/2006/relationships/image" Target="../media/image603.png"/><Relationship Id="rId367" Type="http://schemas.openxmlformats.org/officeDocument/2006/relationships/image" Target="../media/image624.png"/><Relationship Id="rId171" Type="http://schemas.openxmlformats.org/officeDocument/2006/relationships/image" Target="../media/image526.png"/><Relationship Id="rId227" Type="http://schemas.openxmlformats.org/officeDocument/2006/relationships/image" Target="../media/image554.png"/><Relationship Id="rId269" Type="http://schemas.openxmlformats.org/officeDocument/2006/relationships/image" Target="../media/image575.png"/><Relationship Id="rId434" Type="http://schemas.openxmlformats.org/officeDocument/2006/relationships/customXml" Target="../ink/ink649.xml"/><Relationship Id="rId33" Type="http://schemas.openxmlformats.org/officeDocument/2006/relationships/image" Target="../media/image457.png"/><Relationship Id="rId129" Type="http://schemas.openxmlformats.org/officeDocument/2006/relationships/image" Target="../media/image505.png"/><Relationship Id="rId280" Type="http://schemas.openxmlformats.org/officeDocument/2006/relationships/customXml" Target="../ink/ink572.xml"/><Relationship Id="rId336" Type="http://schemas.openxmlformats.org/officeDocument/2006/relationships/customXml" Target="../ink/ink600.xml"/><Relationship Id="rId75" Type="http://schemas.openxmlformats.org/officeDocument/2006/relationships/image" Target="../media/image478.png"/><Relationship Id="rId140" Type="http://schemas.openxmlformats.org/officeDocument/2006/relationships/customXml" Target="../ink/ink502.xml"/><Relationship Id="rId182" Type="http://schemas.openxmlformats.org/officeDocument/2006/relationships/customXml" Target="../ink/ink523.xml"/><Relationship Id="rId378" Type="http://schemas.openxmlformats.org/officeDocument/2006/relationships/customXml" Target="../ink/ink621.xml"/><Relationship Id="rId403" Type="http://schemas.openxmlformats.org/officeDocument/2006/relationships/image" Target="../media/image642.png"/><Relationship Id="rId6" Type="http://schemas.openxmlformats.org/officeDocument/2006/relationships/customXml" Target="../ink/ink435.xml"/><Relationship Id="rId238" Type="http://schemas.openxmlformats.org/officeDocument/2006/relationships/customXml" Target="../ink/ink551.xml"/><Relationship Id="rId445" Type="http://schemas.openxmlformats.org/officeDocument/2006/relationships/image" Target="../media/image662.png"/><Relationship Id="rId291" Type="http://schemas.openxmlformats.org/officeDocument/2006/relationships/image" Target="../media/image586.png"/><Relationship Id="rId305" Type="http://schemas.openxmlformats.org/officeDocument/2006/relationships/image" Target="../media/image593.png"/><Relationship Id="rId347" Type="http://schemas.openxmlformats.org/officeDocument/2006/relationships/image" Target="../media/image614.png"/><Relationship Id="rId44" Type="http://schemas.openxmlformats.org/officeDocument/2006/relationships/customXml" Target="../ink/ink454.xml"/><Relationship Id="rId86" Type="http://schemas.openxmlformats.org/officeDocument/2006/relationships/customXml" Target="../ink/ink475.xml"/><Relationship Id="rId151" Type="http://schemas.openxmlformats.org/officeDocument/2006/relationships/image" Target="../media/image516.png"/><Relationship Id="rId389" Type="http://schemas.openxmlformats.org/officeDocument/2006/relationships/image" Target="../media/image635.png"/><Relationship Id="rId193" Type="http://schemas.openxmlformats.org/officeDocument/2006/relationships/image" Target="../media/image537.png"/><Relationship Id="rId207" Type="http://schemas.openxmlformats.org/officeDocument/2006/relationships/image" Target="../media/image544.png"/><Relationship Id="rId249" Type="http://schemas.openxmlformats.org/officeDocument/2006/relationships/image" Target="../media/image565.png"/><Relationship Id="rId414" Type="http://schemas.openxmlformats.org/officeDocument/2006/relationships/customXml" Target="../ink/ink639.xml"/><Relationship Id="rId456" Type="http://schemas.openxmlformats.org/officeDocument/2006/relationships/customXml" Target="../ink/ink660.xml"/><Relationship Id="rId13" Type="http://schemas.openxmlformats.org/officeDocument/2006/relationships/image" Target="../media/image447.png"/><Relationship Id="rId109" Type="http://schemas.openxmlformats.org/officeDocument/2006/relationships/image" Target="../media/image495.png"/><Relationship Id="rId260" Type="http://schemas.openxmlformats.org/officeDocument/2006/relationships/customXml" Target="../ink/ink562.xml"/><Relationship Id="rId316" Type="http://schemas.openxmlformats.org/officeDocument/2006/relationships/customXml" Target="../ink/ink590.xml"/><Relationship Id="rId55" Type="http://schemas.openxmlformats.org/officeDocument/2006/relationships/image" Target="../media/image468.png"/><Relationship Id="rId97" Type="http://schemas.openxmlformats.org/officeDocument/2006/relationships/image" Target="../media/image489.png"/><Relationship Id="rId120" Type="http://schemas.openxmlformats.org/officeDocument/2006/relationships/customXml" Target="../ink/ink492.xml"/><Relationship Id="rId358" Type="http://schemas.openxmlformats.org/officeDocument/2006/relationships/customXml" Target="../ink/ink611.xml"/><Relationship Id="rId162" Type="http://schemas.openxmlformats.org/officeDocument/2006/relationships/customXml" Target="../ink/ink513.xml"/><Relationship Id="rId218" Type="http://schemas.openxmlformats.org/officeDocument/2006/relationships/customXml" Target="../ink/ink541.xml"/><Relationship Id="rId425" Type="http://schemas.openxmlformats.org/officeDocument/2006/relationships/image" Target="../media/image653.png"/><Relationship Id="rId467" Type="http://schemas.openxmlformats.org/officeDocument/2006/relationships/image" Target="../media/image673.png"/><Relationship Id="rId271" Type="http://schemas.openxmlformats.org/officeDocument/2006/relationships/image" Target="../media/image576.png"/><Relationship Id="rId24" Type="http://schemas.openxmlformats.org/officeDocument/2006/relationships/customXml" Target="../ink/ink444.xml"/><Relationship Id="rId66" Type="http://schemas.openxmlformats.org/officeDocument/2006/relationships/customXml" Target="../ink/ink465.xml"/><Relationship Id="rId131" Type="http://schemas.openxmlformats.org/officeDocument/2006/relationships/image" Target="../media/image506.png"/><Relationship Id="rId327" Type="http://schemas.openxmlformats.org/officeDocument/2006/relationships/image" Target="../media/image604.png"/><Relationship Id="rId369" Type="http://schemas.openxmlformats.org/officeDocument/2006/relationships/image" Target="../media/image625.png"/><Relationship Id="rId173" Type="http://schemas.openxmlformats.org/officeDocument/2006/relationships/image" Target="../media/image527.png"/><Relationship Id="rId229" Type="http://schemas.openxmlformats.org/officeDocument/2006/relationships/image" Target="../media/image555.png"/><Relationship Id="rId380" Type="http://schemas.openxmlformats.org/officeDocument/2006/relationships/customXml" Target="../ink/ink622.xml"/><Relationship Id="rId436" Type="http://schemas.openxmlformats.org/officeDocument/2006/relationships/customXml" Target="../ink/ink650.xml"/><Relationship Id="rId240" Type="http://schemas.openxmlformats.org/officeDocument/2006/relationships/customXml" Target="../ink/ink552.xml"/><Relationship Id="rId35" Type="http://schemas.openxmlformats.org/officeDocument/2006/relationships/image" Target="../media/image458.png"/><Relationship Id="rId77" Type="http://schemas.openxmlformats.org/officeDocument/2006/relationships/image" Target="../media/image479.png"/><Relationship Id="rId100" Type="http://schemas.openxmlformats.org/officeDocument/2006/relationships/customXml" Target="../ink/ink482.xml"/><Relationship Id="rId282" Type="http://schemas.openxmlformats.org/officeDocument/2006/relationships/customXml" Target="../ink/ink573.xml"/><Relationship Id="rId338" Type="http://schemas.openxmlformats.org/officeDocument/2006/relationships/customXml" Target="../ink/ink601.xml"/><Relationship Id="rId8" Type="http://schemas.openxmlformats.org/officeDocument/2006/relationships/customXml" Target="../ink/ink436.xml"/><Relationship Id="rId142" Type="http://schemas.openxmlformats.org/officeDocument/2006/relationships/customXml" Target="../ink/ink503.xml"/><Relationship Id="rId184" Type="http://schemas.openxmlformats.org/officeDocument/2006/relationships/customXml" Target="../ink/ink524.xml"/><Relationship Id="rId391" Type="http://schemas.openxmlformats.org/officeDocument/2006/relationships/image" Target="../media/image636.png"/><Relationship Id="rId405" Type="http://schemas.openxmlformats.org/officeDocument/2006/relationships/image" Target="../media/image643.png"/><Relationship Id="rId447" Type="http://schemas.openxmlformats.org/officeDocument/2006/relationships/image" Target="../media/image663.png"/><Relationship Id="rId251" Type="http://schemas.openxmlformats.org/officeDocument/2006/relationships/image" Target="../media/image566.png"/><Relationship Id="rId46" Type="http://schemas.openxmlformats.org/officeDocument/2006/relationships/customXml" Target="../ink/ink455.xml"/><Relationship Id="rId293" Type="http://schemas.openxmlformats.org/officeDocument/2006/relationships/image" Target="../media/image587.png"/><Relationship Id="rId307" Type="http://schemas.openxmlformats.org/officeDocument/2006/relationships/image" Target="../media/image594.png"/><Relationship Id="rId349" Type="http://schemas.openxmlformats.org/officeDocument/2006/relationships/image" Target="../media/image615.png"/><Relationship Id="rId88" Type="http://schemas.openxmlformats.org/officeDocument/2006/relationships/customXml" Target="../ink/ink476.xml"/><Relationship Id="rId111" Type="http://schemas.openxmlformats.org/officeDocument/2006/relationships/image" Target="../media/image496.png"/><Relationship Id="rId153" Type="http://schemas.openxmlformats.org/officeDocument/2006/relationships/image" Target="../media/image517.png"/><Relationship Id="rId195" Type="http://schemas.openxmlformats.org/officeDocument/2006/relationships/image" Target="../media/image538.png"/><Relationship Id="rId209" Type="http://schemas.openxmlformats.org/officeDocument/2006/relationships/image" Target="../media/image545.png"/><Relationship Id="rId360" Type="http://schemas.openxmlformats.org/officeDocument/2006/relationships/customXml" Target="../ink/ink612.xml"/><Relationship Id="rId416" Type="http://schemas.openxmlformats.org/officeDocument/2006/relationships/customXml" Target="../ink/ink640.xml"/><Relationship Id="rId220" Type="http://schemas.openxmlformats.org/officeDocument/2006/relationships/customXml" Target="../ink/ink542.xml"/><Relationship Id="rId458" Type="http://schemas.openxmlformats.org/officeDocument/2006/relationships/customXml" Target="../ink/ink661.xml"/><Relationship Id="rId15" Type="http://schemas.openxmlformats.org/officeDocument/2006/relationships/image" Target="../media/image448.png"/><Relationship Id="rId57" Type="http://schemas.openxmlformats.org/officeDocument/2006/relationships/image" Target="../media/image469.png"/><Relationship Id="rId262" Type="http://schemas.openxmlformats.org/officeDocument/2006/relationships/customXml" Target="../ink/ink563.xml"/><Relationship Id="rId318" Type="http://schemas.openxmlformats.org/officeDocument/2006/relationships/customXml" Target="../ink/ink591.xml"/><Relationship Id="rId99" Type="http://schemas.openxmlformats.org/officeDocument/2006/relationships/image" Target="../media/image490.png"/><Relationship Id="rId122" Type="http://schemas.openxmlformats.org/officeDocument/2006/relationships/customXml" Target="../ink/ink493.xml"/><Relationship Id="rId164" Type="http://schemas.openxmlformats.org/officeDocument/2006/relationships/customXml" Target="../ink/ink514.xml"/><Relationship Id="rId371" Type="http://schemas.openxmlformats.org/officeDocument/2006/relationships/image" Target="../media/image626.png"/><Relationship Id="rId427" Type="http://schemas.openxmlformats.org/officeDocument/2006/relationships/image" Target="../media/image654.png"/><Relationship Id="rId26" Type="http://schemas.openxmlformats.org/officeDocument/2006/relationships/customXml" Target="../ink/ink445.xml"/><Relationship Id="rId231" Type="http://schemas.openxmlformats.org/officeDocument/2006/relationships/image" Target="../media/image556.png"/><Relationship Id="rId273" Type="http://schemas.openxmlformats.org/officeDocument/2006/relationships/image" Target="../media/image577.png"/><Relationship Id="rId329" Type="http://schemas.openxmlformats.org/officeDocument/2006/relationships/image" Target="../media/image605.png"/><Relationship Id="rId68" Type="http://schemas.openxmlformats.org/officeDocument/2006/relationships/customXml" Target="../ink/ink466.xml"/><Relationship Id="rId133" Type="http://schemas.openxmlformats.org/officeDocument/2006/relationships/image" Target="../media/image507.png"/><Relationship Id="rId175" Type="http://schemas.openxmlformats.org/officeDocument/2006/relationships/image" Target="../media/image528.png"/><Relationship Id="rId340" Type="http://schemas.openxmlformats.org/officeDocument/2006/relationships/customXml" Target="../ink/ink602.xml"/><Relationship Id="rId200" Type="http://schemas.openxmlformats.org/officeDocument/2006/relationships/customXml" Target="../ink/ink532.xml"/><Relationship Id="rId382" Type="http://schemas.openxmlformats.org/officeDocument/2006/relationships/customXml" Target="../ink/ink623.xml"/><Relationship Id="rId438" Type="http://schemas.openxmlformats.org/officeDocument/2006/relationships/customXml" Target="../ink/ink651.xml"/><Relationship Id="rId242" Type="http://schemas.openxmlformats.org/officeDocument/2006/relationships/customXml" Target="../ink/ink553.xml"/><Relationship Id="rId284" Type="http://schemas.openxmlformats.org/officeDocument/2006/relationships/customXml" Target="../ink/ink574.xml"/><Relationship Id="rId37" Type="http://schemas.openxmlformats.org/officeDocument/2006/relationships/image" Target="../media/image459.png"/><Relationship Id="rId79" Type="http://schemas.openxmlformats.org/officeDocument/2006/relationships/image" Target="../media/image480.png"/><Relationship Id="rId102" Type="http://schemas.openxmlformats.org/officeDocument/2006/relationships/customXml" Target="../ink/ink483.xml"/><Relationship Id="rId144" Type="http://schemas.openxmlformats.org/officeDocument/2006/relationships/customXml" Target="../ink/ink504.xml"/><Relationship Id="rId90" Type="http://schemas.openxmlformats.org/officeDocument/2006/relationships/customXml" Target="../ink/ink477.xml"/><Relationship Id="rId186" Type="http://schemas.openxmlformats.org/officeDocument/2006/relationships/customXml" Target="../ink/ink525.xml"/><Relationship Id="rId351" Type="http://schemas.openxmlformats.org/officeDocument/2006/relationships/image" Target="../media/image616.png"/><Relationship Id="rId393" Type="http://schemas.openxmlformats.org/officeDocument/2006/relationships/image" Target="../media/image637.png"/><Relationship Id="rId407" Type="http://schemas.openxmlformats.org/officeDocument/2006/relationships/image" Target="../media/image644.png"/><Relationship Id="rId449" Type="http://schemas.openxmlformats.org/officeDocument/2006/relationships/image" Target="../media/image664.png"/><Relationship Id="rId211" Type="http://schemas.openxmlformats.org/officeDocument/2006/relationships/image" Target="../media/image546.png"/><Relationship Id="rId253" Type="http://schemas.openxmlformats.org/officeDocument/2006/relationships/image" Target="../media/image567.png"/><Relationship Id="rId295" Type="http://schemas.openxmlformats.org/officeDocument/2006/relationships/image" Target="../media/image588.png"/><Relationship Id="rId309" Type="http://schemas.openxmlformats.org/officeDocument/2006/relationships/image" Target="../media/image595.png"/><Relationship Id="rId460" Type="http://schemas.openxmlformats.org/officeDocument/2006/relationships/customXml" Target="../ink/ink662.xml"/><Relationship Id="rId48" Type="http://schemas.openxmlformats.org/officeDocument/2006/relationships/customXml" Target="../ink/ink456.xml"/><Relationship Id="rId113" Type="http://schemas.openxmlformats.org/officeDocument/2006/relationships/image" Target="../media/image497.png"/><Relationship Id="rId320" Type="http://schemas.openxmlformats.org/officeDocument/2006/relationships/customXml" Target="../ink/ink592.xml"/><Relationship Id="rId155" Type="http://schemas.openxmlformats.org/officeDocument/2006/relationships/image" Target="../media/image518.png"/><Relationship Id="rId197" Type="http://schemas.openxmlformats.org/officeDocument/2006/relationships/image" Target="../media/image539.png"/><Relationship Id="rId362" Type="http://schemas.openxmlformats.org/officeDocument/2006/relationships/customXml" Target="../ink/ink613.xml"/><Relationship Id="rId418" Type="http://schemas.openxmlformats.org/officeDocument/2006/relationships/customXml" Target="../ink/ink641.xml"/><Relationship Id="rId222" Type="http://schemas.openxmlformats.org/officeDocument/2006/relationships/customXml" Target="../ink/ink543.xml"/><Relationship Id="rId264" Type="http://schemas.openxmlformats.org/officeDocument/2006/relationships/customXml" Target="../ink/ink564.xml"/><Relationship Id="rId17" Type="http://schemas.openxmlformats.org/officeDocument/2006/relationships/image" Target="../media/image449.png"/><Relationship Id="rId59" Type="http://schemas.openxmlformats.org/officeDocument/2006/relationships/image" Target="../media/image470.png"/><Relationship Id="rId124" Type="http://schemas.openxmlformats.org/officeDocument/2006/relationships/customXml" Target="../ink/ink494.xml"/><Relationship Id="rId70" Type="http://schemas.openxmlformats.org/officeDocument/2006/relationships/customXml" Target="../ink/ink467.xml"/><Relationship Id="rId166" Type="http://schemas.openxmlformats.org/officeDocument/2006/relationships/customXml" Target="../ink/ink515.xml"/><Relationship Id="rId331" Type="http://schemas.openxmlformats.org/officeDocument/2006/relationships/image" Target="../media/image606.png"/><Relationship Id="rId373" Type="http://schemas.openxmlformats.org/officeDocument/2006/relationships/image" Target="../media/image627.png"/><Relationship Id="rId429" Type="http://schemas.openxmlformats.org/officeDocument/2006/relationships/image" Target="../media/image655.png"/><Relationship Id="rId1" Type="http://schemas.openxmlformats.org/officeDocument/2006/relationships/slideLayout" Target="../slideLayouts/slideLayout2.xml"/><Relationship Id="rId233" Type="http://schemas.openxmlformats.org/officeDocument/2006/relationships/image" Target="../media/image557.png"/><Relationship Id="rId440" Type="http://schemas.openxmlformats.org/officeDocument/2006/relationships/customXml" Target="../ink/ink652.xml"/><Relationship Id="rId28" Type="http://schemas.openxmlformats.org/officeDocument/2006/relationships/customXml" Target="../ink/ink446.xml"/><Relationship Id="rId275" Type="http://schemas.openxmlformats.org/officeDocument/2006/relationships/image" Target="../media/image578.png"/><Relationship Id="rId300" Type="http://schemas.openxmlformats.org/officeDocument/2006/relationships/customXml" Target="../ink/ink582.xml"/><Relationship Id="rId81" Type="http://schemas.openxmlformats.org/officeDocument/2006/relationships/image" Target="../media/image481.png"/><Relationship Id="rId135" Type="http://schemas.openxmlformats.org/officeDocument/2006/relationships/image" Target="../media/image508.png"/><Relationship Id="rId177" Type="http://schemas.openxmlformats.org/officeDocument/2006/relationships/image" Target="../media/image529.png"/><Relationship Id="rId342" Type="http://schemas.openxmlformats.org/officeDocument/2006/relationships/customXml" Target="../ink/ink603.xml"/><Relationship Id="rId384" Type="http://schemas.openxmlformats.org/officeDocument/2006/relationships/customXml" Target="../ink/ink624.xml"/><Relationship Id="rId202" Type="http://schemas.openxmlformats.org/officeDocument/2006/relationships/customXml" Target="../ink/ink533.xml"/><Relationship Id="rId244" Type="http://schemas.openxmlformats.org/officeDocument/2006/relationships/customXml" Target="../ink/ink554.xml"/><Relationship Id="rId39" Type="http://schemas.openxmlformats.org/officeDocument/2006/relationships/image" Target="../media/image460.png"/><Relationship Id="rId286" Type="http://schemas.openxmlformats.org/officeDocument/2006/relationships/customXml" Target="../ink/ink575.xml"/><Relationship Id="rId451" Type="http://schemas.openxmlformats.org/officeDocument/2006/relationships/image" Target="../media/image665.png"/><Relationship Id="rId50" Type="http://schemas.openxmlformats.org/officeDocument/2006/relationships/customXml" Target="../ink/ink457.xml"/><Relationship Id="rId104" Type="http://schemas.openxmlformats.org/officeDocument/2006/relationships/customXml" Target="../ink/ink484.xml"/><Relationship Id="rId146" Type="http://schemas.openxmlformats.org/officeDocument/2006/relationships/customXml" Target="../ink/ink505.xml"/><Relationship Id="rId188" Type="http://schemas.openxmlformats.org/officeDocument/2006/relationships/customXml" Target="../ink/ink526.xml"/><Relationship Id="rId311" Type="http://schemas.openxmlformats.org/officeDocument/2006/relationships/image" Target="../media/image596.png"/><Relationship Id="rId353" Type="http://schemas.openxmlformats.org/officeDocument/2006/relationships/image" Target="../media/image617.png"/><Relationship Id="rId395" Type="http://schemas.openxmlformats.org/officeDocument/2006/relationships/image" Target="../media/image638.png"/><Relationship Id="rId409" Type="http://schemas.openxmlformats.org/officeDocument/2006/relationships/image" Target="../media/image645.png"/><Relationship Id="rId92" Type="http://schemas.openxmlformats.org/officeDocument/2006/relationships/customXml" Target="../ink/ink478.xml"/><Relationship Id="rId213" Type="http://schemas.openxmlformats.org/officeDocument/2006/relationships/image" Target="../media/image547.png"/><Relationship Id="rId420" Type="http://schemas.openxmlformats.org/officeDocument/2006/relationships/customXml" Target="../ink/ink642.xml"/><Relationship Id="rId255" Type="http://schemas.openxmlformats.org/officeDocument/2006/relationships/image" Target="../media/image568.png"/><Relationship Id="rId297" Type="http://schemas.openxmlformats.org/officeDocument/2006/relationships/image" Target="../media/image589.png"/><Relationship Id="rId462" Type="http://schemas.openxmlformats.org/officeDocument/2006/relationships/customXml" Target="../ink/ink663.xml"/><Relationship Id="rId115" Type="http://schemas.openxmlformats.org/officeDocument/2006/relationships/image" Target="../media/image498.png"/><Relationship Id="rId157" Type="http://schemas.openxmlformats.org/officeDocument/2006/relationships/image" Target="../media/image519.png"/><Relationship Id="rId322" Type="http://schemas.openxmlformats.org/officeDocument/2006/relationships/customXml" Target="../ink/ink593.xml"/><Relationship Id="rId364" Type="http://schemas.openxmlformats.org/officeDocument/2006/relationships/customXml" Target="../ink/ink614.xml"/></Relationships>
</file>

<file path=ppt/slides/_rels/slide17.xml.rels><?xml version="1.0" encoding="UTF-8" standalone="yes"?>
<Relationships xmlns="http://schemas.openxmlformats.org/package/2006/relationships"><Relationship Id="rId117" Type="http://schemas.openxmlformats.org/officeDocument/2006/relationships/image" Target="../media/image731.png"/><Relationship Id="rId21" Type="http://schemas.openxmlformats.org/officeDocument/2006/relationships/image" Target="../media/image683.png"/><Relationship Id="rId42" Type="http://schemas.openxmlformats.org/officeDocument/2006/relationships/customXml" Target="../ink/ink686.xml"/><Relationship Id="rId63" Type="http://schemas.openxmlformats.org/officeDocument/2006/relationships/image" Target="../media/image704.png"/><Relationship Id="rId84" Type="http://schemas.openxmlformats.org/officeDocument/2006/relationships/customXml" Target="../ink/ink707.xml"/><Relationship Id="rId138" Type="http://schemas.openxmlformats.org/officeDocument/2006/relationships/customXml" Target="../ink/ink734.xml"/><Relationship Id="rId159" Type="http://schemas.openxmlformats.org/officeDocument/2006/relationships/image" Target="../media/image752.png"/><Relationship Id="rId170" Type="http://schemas.openxmlformats.org/officeDocument/2006/relationships/customXml" Target="../ink/ink750.xml"/><Relationship Id="rId191" Type="http://schemas.openxmlformats.org/officeDocument/2006/relationships/image" Target="../media/image768.png"/><Relationship Id="rId205" Type="http://schemas.openxmlformats.org/officeDocument/2006/relationships/image" Target="../media/image775.png"/><Relationship Id="rId107" Type="http://schemas.openxmlformats.org/officeDocument/2006/relationships/image" Target="../media/image726.png"/><Relationship Id="rId11" Type="http://schemas.openxmlformats.org/officeDocument/2006/relationships/image" Target="../media/image678.png"/><Relationship Id="rId32" Type="http://schemas.openxmlformats.org/officeDocument/2006/relationships/customXml" Target="../ink/ink681.xml"/><Relationship Id="rId53" Type="http://schemas.openxmlformats.org/officeDocument/2006/relationships/image" Target="../media/image699.png"/><Relationship Id="rId74" Type="http://schemas.openxmlformats.org/officeDocument/2006/relationships/customXml" Target="../ink/ink702.xml"/><Relationship Id="rId128" Type="http://schemas.openxmlformats.org/officeDocument/2006/relationships/customXml" Target="../ink/ink729.xml"/><Relationship Id="rId149" Type="http://schemas.openxmlformats.org/officeDocument/2006/relationships/image" Target="../media/image747.png"/><Relationship Id="rId5" Type="http://schemas.openxmlformats.org/officeDocument/2006/relationships/image" Target="../media/image675.png"/><Relationship Id="rId95" Type="http://schemas.openxmlformats.org/officeDocument/2006/relationships/image" Target="../media/image720.png"/><Relationship Id="rId160" Type="http://schemas.openxmlformats.org/officeDocument/2006/relationships/customXml" Target="../ink/ink745.xml"/><Relationship Id="rId181" Type="http://schemas.openxmlformats.org/officeDocument/2006/relationships/image" Target="../media/image763.png"/><Relationship Id="rId22" Type="http://schemas.openxmlformats.org/officeDocument/2006/relationships/customXml" Target="../ink/ink676.xml"/><Relationship Id="rId43" Type="http://schemas.openxmlformats.org/officeDocument/2006/relationships/image" Target="../media/image694.png"/><Relationship Id="rId64" Type="http://schemas.openxmlformats.org/officeDocument/2006/relationships/customXml" Target="../ink/ink697.xml"/><Relationship Id="rId118" Type="http://schemas.openxmlformats.org/officeDocument/2006/relationships/customXml" Target="../ink/ink724.xml"/><Relationship Id="rId139" Type="http://schemas.openxmlformats.org/officeDocument/2006/relationships/image" Target="../media/image742.png"/><Relationship Id="rId85" Type="http://schemas.openxmlformats.org/officeDocument/2006/relationships/image" Target="../media/image715.png"/><Relationship Id="rId150" Type="http://schemas.openxmlformats.org/officeDocument/2006/relationships/customXml" Target="../ink/ink740.xml"/><Relationship Id="rId171" Type="http://schemas.openxmlformats.org/officeDocument/2006/relationships/image" Target="../media/image758.png"/><Relationship Id="rId192" Type="http://schemas.openxmlformats.org/officeDocument/2006/relationships/customXml" Target="../ink/ink761.xml"/><Relationship Id="rId12" Type="http://schemas.openxmlformats.org/officeDocument/2006/relationships/customXml" Target="../ink/ink671.xml"/><Relationship Id="rId33" Type="http://schemas.openxmlformats.org/officeDocument/2006/relationships/image" Target="../media/image689.png"/><Relationship Id="rId108" Type="http://schemas.openxmlformats.org/officeDocument/2006/relationships/customXml" Target="../ink/ink719.xml"/><Relationship Id="rId129" Type="http://schemas.openxmlformats.org/officeDocument/2006/relationships/image" Target="../media/image737.png"/><Relationship Id="rId54" Type="http://schemas.openxmlformats.org/officeDocument/2006/relationships/customXml" Target="../ink/ink692.xml"/><Relationship Id="rId75" Type="http://schemas.openxmlformats.org/officeDocument/2006/relationships/image" Target="../media/image710.png"/><Relationship Id="rId96" Type="http://schemas.openxmlformats.org/officeDocument/2006/relationships/customXml" Target="../ink/ink713.xml"/><Relationship Id="rId140" Type="http://schemas.openxmlformats.org/officeDocument/2006/relationships/customXml" Target="../ink/ink735.xml"/><Relationship Id="rId161" Type="http://schemas.openxmlformats.org/officeDocument/2006/relationships/image" Target="../media/image753.png"/><Relationship Id="rId182" Type="http://schemas.openxmlformats.org/officeDocument/2006/relationships/customXml" Target="../ink/ink756.xml"/><Relationship Id="rId6" Type="http://schemas.openxmlformats.org/officeDocument/2006/relationships/customXml" Target="../ink/ink668.xml"/><Relationship Id="rId23" Type="http://schemas.openxmlformats.org/officeDocument/2006/relationships/image" Target="../media/image684.png"/><Relationship Id="rId119" Type="http://schemas.openxmlformats.org/officeDocument/2006/relationships/image" Target="../media/image732.png"/><Relationship Id="rId44" Type="http://schemas.openxmlformats.org/officeDocument/2006/relationships/customXml" Target="../ink/ink687.xml"/><Relationship Id="rId65" Type="http://schemas.openxmlformats.org/officeDocument/2006/relationships/image" Target="../media/image705.png"/><Relationship Id="rId86" Type="http://schemas.openxmlformats.org/officeDocument/2006/relationships/customXml" Target="../ink/ink708.xml"/><Relationship Id="rId130" Type="http://schemas.openxmlformats.org/officeDocument/2006/relationships/customXml" Target="../ink/ink730.xml"/><Relationship Id="rId151" Type="http://schemas.openxmlformats.org/officeDocument/2006/relationships/image" Target="../media/image748.png"/><Relationship Id="rId172" Type="http://schemas.openxmlformats.org/officeDocument/2006/relationships/customXml" Target="../ink/ink751.xml"/><Relationship Id="rId193" Type="http://schemas.openxmlformats.org/officeDocument/2006/relationships/image" Target="../media/image769.png"/><Relationship Id="rId13" Type="http://schemas.openxmlformats.org/officeDocument/2006/relationships/image" Target="../media/image679.png"/><Relationship Id="rId109" Type="http://schemas.openxmlformats.org/officeDocument/2006/relationships/image" Target="../media/image727.png"/><Relationship Id="rId34" Type="http://schemas.openxmlformats.org/officeDocument/2006/relationships/customXml" Target="../ink/ink682.xml"/><Relationship Id="rId55" Type="http://schemas.openxmlformats.org/officeDocument/2006/relationships/image" Target="../media/image700.png"/><Relationship Id="rId76" Type="http://schemas.openxmlformats.org/officeDocument/2006/relationships/customXml" Target="../ink/ink703.xml"/><Relationship Id="rId97" Type="http://schemas.openxmlformats.org/officeDocument/2006/relationships/image" Target="../media/image721.png"/><Relationship Id="rId120" Type="http://schemas.openxmlformats.org/officeDocument/2006/relationships/customXml" Target="../ink/ink725.xml"/><Relationship Id="rId141" Type="http://schemas.openxmlformats.org/officeDocument/2006/relationships/image" Target="../media/image743.png"/><Relationship Id="rId7" Type="http://schemas.openxmlformats.org/officeDocument/2006/relationships/image" Target="../media/image676.png"/><Relationship Id="rId162" Type="http://schemas.openxmlformats.org/officeDocument/2006/relationships/customXml" Target="../ink/ink746.xml"/><Relationship Id="rId183" Type="http://schemas.openxmlformats.org/officeDocument/2006/relationships/image" Target="../media/image764.png"/><Relationship Id="rId24" Type="http://schemas.openxmlformats.org/officeDocument/2006/relationships/customXml" Target="../ink/ink677.xml"/><Relationship Id="rId40" Type="http://schemas.openxmlformats.org/officeDocument/2006/relationships/customXml" Target="../ink/ink685.xml"/><Relationship Id="rId45" Type="http://schemas.openxmlformats.org/officeDocument/2006/relationships/image" Target="../media/image695.png"/><Relationship Id="rId66" Type="http://schemas.openxmlformats.org/officeDocument/2006/relationships/customXml" Target="../ink/ink698.xml"/><Relationship Id="rId87" Type="http://schemas.openxmlformats.org/officeDocument/2006/relationships/image" Target="../media/image716.png"/><Relationship Id="rId110" Type="http://schemas.openxmlformats.org/officeDocument/2006/relationships/customXml" Target="../ink/ink720.xml"/><Relationship Id="rId115" Type="http://schemas.openxmlformats.org/officeDocument/2006/relationships/image" Target="../media/image730.png"/><Relationship Id="rId131" Type="http://schemas.openxmlformats.org/officeDocument/2006/relationships/image" Target="../media/image738.png"/><Relationship Id="rId136" Type="http://schemas.openxmlformats.org/officeDocument/2006/relationships/customXml" Target="../ink/ink733.xml"/><Relationship Id="rId157" Type="http://schemas.openxmlformats.org/officeDocument/2006/relationships/image" Target="../media/image751.png"/><Relationship Id="rId178" Type="http://schemas.openxmlformats.org/officeDocument/2006/relationships/customXml" Target="../ink/ink754.xml"/><Relationship Id="rId61" Type="http://schemas.openxmlformats.org/officeDocument/2006/relationships/image" Target="../media/image703.png"/><Relationship Id="rId82" Type="http://schemas.openxmlformats.org/officeDocument/2006/relationships/customXml" Target="../ink/ink706.xml"/><Relationship Id="rId152" Type="http://schemas.openxmlformats.org/officeDocument/2006/relationships/customXml" Target="../ink/ink741.xml"/><Relationship Id="rId173" Type="http://schemas.openxmlformats.org/officeDocument/2006/relationships/image" Target="../media/image759.png"/><Relationship Id="rId194" Type="http://schemas.openxmlformats.org/officeDocument/2006/relationships/customXml" Target="../ink/ink762.xml"/><Relationship Id="rId199" Type="http://schemas.openxmlformats.org/officeDocument/2006/relationships/image" Target="../media/image772.png"/><Relationship Id="rId203" Type="http://schemas.openxmlformats.org/officeDocument/2006/relationships/image" Target="../media/image774.png"/><Relationship Id="rId19" Type="http://schemas.openxmlformats.org/officeDocument/2006/relationships/image" Target="../media/image682.png"/><Relationship Id="rId14" Type="http://schemas.openxmlformats.org/officeDocument/2006/relationships/customXml" Target="../ink/ink672.xml"/><Relationship Id="rId30" Type="http://schemas.openxmlformats.org/officeDocument/2006/relationships/customXml" Target="../ink/ink680.xml"/><Relationship Id="rId35" Type="http://schemas.openxmlformats.org/officeDocument/2006/relationships/image" Target="../media/image690.png"/><Relationship Id="rId56" Type="http://schemas.openxmlformats.org/officeDocument/2006/relationships/customXml" Target="../ink/ink693.xml"/><Relationship Id="rId77" Type="http://schemas.openxmlformats.org/officeDocument/2006/relationships/image" Target="../media/image711.png"/><Relationship Id="rId100" Type="http://schemas.openxmlformats.org/officeDocument/2006/relationships/customXml" Target="../ink/ink715.xml"/><Relationship Id="rId105" Type="http://schemas.openxmlformats.org/officeDocument/2006/relationships/image" Target="../media/image725.png"/><Relationship Id="rId126" Type="http://schemas.openxmlformats.org/officeDocument/2006/relationships/customXml" Target="../ink/ink728.xml"/><Relationship Id="rId147" Type="http://schemas.openxmlformats.org/officeDocument/2006/relationships/image" Target="../media/image746.png"/><Relationship Id="rId168" Type="http://schemas.openxmlformats.org/officeDocument/2006/relationships/customXml" Target="../ink/ink749.xml"/><Relationship Id="rId8" Type="http://schemas.openxmlformats.org/officeDocument/2006/relationships/customXml" Target="../ink/ink669.xml"/><Relationship Id="rId51" Type="http://schemas.openxmlformats.org/officeDocument/2006/relationships/image" Target="../media/image698.png"/><Relationship Id="rId72" Type="http://schemas.openxmlformats.org/officeDocument/2006/relationships/customXml" Target="../ink/ink701.xml"/><Relationship Id="rId93" Type="http://schemas.openxmlformats.org/officeDocument/2006/relationships/image" Target="../media/image719.png"/><Relationship Id="rId98" Type="http://schemas.openxmlformats.org/officeDocument/2006/relationships/customXml" Target="../ink/ink714.xml"/><Relationship Id="rId121" Type="http://schemas.openxmlformats.org/officeDocument/2006/relationships/image" Target="../media/image733.png"/><Relationship Id="rId142" Type="http://schemas.openxmlformats.org/officeDocument/2006/relationships/customXml" Target="../ink/ink736.xml"/><Relationship Id="rId163" Type="http://schemas.openxmlformats.org/officeDocument/2006/relationships/image" Target="../media/image754.png"/><Relationship Id="rId184" Type="http://schemas.openxmlformats.org/officeDocument/2006/relationships/customXml" Target="../ink/ink757.xml"/><Relationship Id="rId189" Type="http://schemas.openxmlformats.org/officeDocument/2006/relationships/image" Target="../media/image767.png"/><Relationship Id="rId3" Type="http://schemas.openxmlformats.org/officeDocument/2006/relationships/image" Target="../media/image674.png"/><Relationship Id="rId25" Type="http://schemas.openxmlformats.org/officeDocument/2006/relationships/image" Target="../media/image685.png"/><Relationship Id="rId46" Type="http://schemas.openxmlformats.org/officeDocument/2006/relationships/customXml" Target="../ink/ink688.xml"/><Relationship Id="rId67" Type="http://schemas.openxmlformats.org/officeDocument/2006/relationships/image" Target="../media/image706.png"/><Relationship Id="rId116" Type="http://schemas.openxmlformats.org/officeDocument/2006/relationships/customXml" Target="../ink/ink723.xml"/><Relationship Id="rId137" Type="http://schemas.openxmlformats.org/officeDocument/2006/relationships/image" Target="../media/image741.png"/><Relationship Id="rId158" Type="http://schemas.openxmlformats.org/officeDocument/2006/relationships/customXml" Target="../ink/ink744.xml"/><Relationship Id="rId20" Type="http://schemas.openxmlformats.org/officeDocument/2006/relationships/customXml" Target="../ink/ink675.xml"/><Relationship Id="rId41" Type="http://schemas.openxmlformats.org/officeDocument/2006/relationships/image" Target="../media/image693.png"/><Relationship Id="rId62" Type="http://schemas.openxmlformats.org/officeDocument/2006/relationships/customXml" Target="../ink/ink696.xml"/><Relationship Id="rId83" Type="http://schemas.openxmlformats.org/officeDocument/2006/relationships/image" Target="../media/image714.png"/><Relationship Id="rId88" Type="http://schemas.openxmlformats.org/officeDocument/2006/relationships/customXml" Target="../ink/ink709.xml"/><Relationship Id="rId111" Type="http://schemas.openxmlformats.org/officeDocument/2006/relationships/image" Target="../media/image728.png"/><Relationship Id="rId132" Type="http://schemas.openxmlformats.org/officeDocument/2006/relationships/customXml" Target="../ink/ink731.xml"/><Relationship Id="rId153" Type="http://schemas.openxmlformats.org/officeDocument/2006/relationships/image" Target="../media/image749.png"/><Relationship Id="rId174" Type="http://schemas.openxmlformats.org/officeDocument/2006/relationships/customXml" Target="../ink/ink752.xml"/><Relationship Id="rId179" Type="http://schemas.openxmlformats.org/officeDocument/2006/relationships/image" Target="../media/image762.png"/><Relationship Id="rId195" Type="http://schemas.openxmlformats.org/officeDocument/2006/relationships/image" Target="../media/image770.png"/><Relationship Id="rId190" Type="http://schemas.openxmlformats.org/officeDocument/2006/relationships/customXml" Target="../ink/ink760.xml"/><Relationship Id="rId204" Type="http://schemas.openxmlformats.org/officeDocument/2006/relationships/customXml" Target="../ink/ink767.xml"/><Relationship Id="rId15" Type="http://schemas.openxmlformats.org/officeDocument/2006/relationships/image" Target="../media/image680.png"/><Relationship Id="rId36" Type="http://schemas.openxmlformats.org/officeDocument/2006/relationships/customXml" Target="../ink/ink683.xml"/><Relationship Id="rId57" Type="http://schemas.openxmlformats.org/officeDocument/2006/relationships/image" Target="../media/image701.png"/><Relationship Id="rId106" Type="http://schemas.openxmlformats.org/officeDocument/2006/relationships/customXml" Target="../ink/ink718.xml"/><Relationship Id="rId127" Type="http://schemas.openxmlformats.org/officeDocument/2006/relationships/image" Target="../media/image736.png"/><Relationship Id="rId10" Type="http://schemas.openxmlformats.org/officeDocument/2006/relationships/customXml" Target="../ink/ink670.xml"/><Relationship Id="rId31" Type="http://schemas.openxmlformats.org/officeDocument/2006/relationships/image" Target="../media/image688.png"/><Relationship Id="rId52" Type="http://schemas.openxmlformats.org/officeDocument/2006/relationships/customXml" Target="../ink/ink691.xml"/><Relationship Id="rId73" Type="http://schemas.openxmlformats.org/officeDocument/2006/relationships/image" Target="../media/image709.png"/><Relationship Id="rId78" Type="http://schemas.openxmlformats.org/officeDocument/2006/relationships/customXml" Target="../ink/ink704.xml"/><Relationship Id="rId94" Type="http://schemas.openxmlformats.org/officeDocument/2006/relationships/customXml" Target="../ink/ink712.xml"/><Relationship Id="rId99" Type="http://schemas.openxmlformats.org/officeDocument/2006/relationships/image" Target="../media/image722.png"/><Relationship Id="rId101" Type="http://schemas.openxmlformats.org/officeDocument/2006/relationships/image" Target="../media/image723.png"/><Relationship Id="rId122" Type="http://schemas.openxmlformats.org/officeDocument/2006/relationships/customXml" Target="../ink/ink726.xml"/><Relationship Id="rId143" Type="http://schemas.openxmlformats.org/officeDocument/2006/relationships/image" Target="../media/image744.png"/><Relationship Id="rId148" Type="http://schemas.openxmlformats.org/officeDocument/2006/relationships/customXml" Target="../ink/ink739.xml"/><Relationship Id="rId164" Type="http://schemas.openxmlformats.org/officeDocument/2006/relationships/customXml" Target="../ink/ink747.xml"/><Relationship Id="rId169" Type="http://schemas.openxmlformats.org/officeDocument/2006/relationships/image" Target="../media/image757.png"/><Relationship Id="rId185" Type="http://schemas.openxmlformats.org/officeDocument/2006/relationships/image" Target="../media/image765.png"/><Relationship Id="rId4" Type="http://schemas.openxmlformats.org/officeDocument/2006/relationships/customXml" Target="../ink/ink667.xml"/><Relationship Id="rId9" Type="http://schemas.openxmlformats.org/officeDocument/2006/relationships/image" Target="../media/image677.png"/><Relationship Id="rId180" Type="http://schemas.openxmlformats.org/officeDocument/2006/relationships/customXml" Target="../ink/ink755.xml"/><Relationship Id="rId26" Type="http://schemas.openxmlformats.org/officeDocument/2006/relationships/customXml" Target="../ink/ink678.xml"/><Relationship Id="rId47" Type="http://schemas.openxmlformats.org/officeDocument/2006/relationships/image" Target="../media/image696.png"/><Relationship Id="rId68" Type="http://schemas.openxmlformats.org/officeDocument/2006/relationships/customXml" Target="../ink/ink699.xml"/><Relationship Id="rId89" Type="http://schemas.openxmlformats.org/officeDocument/2006/relationships/image" Target="../media/image717.png"/><Relationship Id="rId112" Type="http://schemas.openxmlformats.org/officeDocument/2006/relationships/customXml" Target="../ink/ink721.xml"/><Relationship Id="rId133" Type="http://schemas.openxmlformats.org/officeDocument/2006/relationships/image" Target="../media/image739.png"/><Relationship Id="rId154" Type="http://schemas.openxmlformats.org/officeDocument/2006/relationships/customXml" Target="../ink/ink742.xml"/><Relationship Id="rId175" Type="http://schemas.openxmlformats.org/officeDocument/2006/relationships/image" Target="../media/image760.png"/><Relationship Id="rId196" Type="http://schemas.openxmlformats.org/officeDocument/2006/relationships/customXml" Target="../ink/ink763.xml"/><Relationship Id="rId200" Type="http://schemas.openxmlformats.org/officeDocument/2006/relationships/customXml" Target="../ink/ink765.xml"/><Relationship Id="rId16" Type="http://schemas.openxmlformats.org/officeDocument/2006/relationships/customXml" Target="../ink/ink673.xml"/><Relationship Id="rId37" Type="http://schemas.openxmlformats.org/officeDocument/2006/relationships/image" Target="../media/image691.png"/><Relationship Id="rId58" Type="http://schemas.openxmlformats.org/officeDocument/2006/relationships/customXml" Target="../ink/ink694.xml"/><Relationship Id="rId79" Type="http://schemas.openxmlformats.org/officeDocument/2006/relationships/image" Target="../media/image712.png"/><Relationship Id="rId102" Type="http://schemas.openxmlformats.org/officeDocument/2006/relationships/customXml" Target="../ink/ink716.xml"/><Relationship Id="rId123" Type="http://schemas.openxmlformats.org/officeDocument/2006/relationships/image" Target="../media/image734.png"/><Relationship Id="rId144" Type="http://schemas.openxmlformats.org/officeDocument/2006/relationships/customXml" Target="../ink/ink737.xml"/><Relationship Id="rId90" Type="http://schemas.openxmlformats.org/officeDocument/2006/relationships/customXml" Target="../ink/ink710.xml"/><Relationship Id="rId165" Type="http://schemas.openxmlformats.org/officeDocument/2006/relationships/image" Target="../media/image755.png"/><Relationship Id="rId186" Type="http://schemas.openxmlformats.org/officeDocument/2006/relationships/customXml" Target="../ink/ink758.xml"/><Relationship Id="rId27" Type="http://schemas.openxmlformats.org/officeDocument/2006/relationships/image" Target="../media/image686.png"/><Relationship Id="rId48" Type="http://schemas.openxmlformats.org/officeDocument/2006/relationships/customXml" Target="../ink/ink689.xml"/><Relationship Id="rId69" Type="http://schemas.openxmlformats.org/officeDocument/2006/relationships/image" Target="../media/image707.png"/><Relationship Id="rId113" Type="http://schemas.openxmlformats.org/officeDocument/2006/relationships/image" Target="../media/image729.png"/><Relationship Id="rId134" Type="http://schemas.openxmlformats.org/officeDocument/2006/relationships/customXml" Target="../ink/ink732.xml"/><Relationship Id="rId80" Type="http://schemas.openxmlformats.org/officeDocument/2006/relationships/customXml" Target="../ink/ink705.xml"/><Relationship Id="rId155" Type="http://schemas.openxmlformats.org/officeDocument/2006/relationships/image" Target="../media/image750.png"/><Relationship Id="rId176" Type="http://schemas.openxmlformats.org/officeDocument/2006/relationships/customXml" Target="../ink/ink753.xml"/><Relationship Id="rId197" Type="http://schemas.openxmlformats.org/officeDocument/2006/relationships/image" Target="../media/image771.png"/><Relationship Id="rId201" Type="http://schemas.openxmlformats.org/officeDocument/2006/relationships/image" Target="../media/image773.png"/><Relationship Id="rId17" Type="http://schemas.openxmlformats.org/officeDocument/2006/relationships/image" Target="../media/image681.png"/><Relationship Id="rId38" Type="http://schemas.openxmlformats.org/officeDocument/2006/relationships/customXml" Target="../ink/ink684.xml"/><Relationship Id="rId59" Type="http://schemas.openxmlformats.org/officeDocument/2006/relationships/image" Target="../media/image702.png"/><Relationship Id="rId103" Type="http://schemas.openxmlformats.org/officeDocument/2006/relationships/image" Target="../media/image724.png"/><Relationship Id="rId124" Type="http://schemas.openxmlformats.org/officeDocument/2006/relationships/customXml" Target="../ink/ink727.xml"/><Relationship Id="rId70" Type="http://schemas.openxmlformats.org/officeDocument/2006/relationships/customXml" Target="../ink/ink700.xml"/><Relationship Id="rId91" Type="http://schemas.openxmlformats.org/officeDocument/2006/relationships/image" Target="../media/image718.png"/><Relationship Id="rId145" Type="http://schemas.openxmlformats.org/officeDocument/2006/relationships/image" Target="../media/image745.png"/><Relationship Id="rId166" Type="http://schemas.openxmlformats.org/officeDocument/2006/relationships/customXml" Target="../ink/ink748.xml"/><Relationship Id="rId187" Type="http://schemas.openxmlformats.org/officeDocument/2006/relationships/image" Target="../media/image766.png"/><Relationship Id="rId1" Type="http://schemas.openxmlformats.org/officeDocument/2006/relationships/slideLayout" Target="../slideLayouts/slideLayout2.xml"/><Relationship Id="rId28" Type="http://schemas.openxmlformats.org/officeDocument/2006/relationships/customXml" Target="../ink/ink679.xml"/><Relationship Id="rId49" Type="http://schemas.openxmlformats.org/officeDocument/2006/relationships/image" Target="../media/image697.png"/><Relationship Id="rId114" Type="http://schemas.openxmlformats.org/officeDocument/2006/relationships/customXml" Target="../ink/ink722.xml"/><Relationship Id="rId60" Type="http://schemas.openxmlformats.org/officeDocument/2006/relationships/customXml" Target="../ink/ink695.xml"/><Relationship Id="rId81" Type="http://schemas.openxmlformats.org/officeDocument/2006/relationships/image" Target="../media/image713.png"/><Relationship Id="rId135" Type="http://schemas.openxmlformats.org/officeDocument/2006/relationships/image" Target="../media/image740.png"/><Relationship Id="rId156" Type="http://schemas.openxmlformats.org/officeDocument/2006/relationships/customXml" Target="../ink/ink743.xml"/><Relationship Id="rId177" Type="http://schemas.openxmlformats.org/officeDocument/2006/relationships/image" Target="../media/image761.png"/><Relationship Id="rId198" Type="http://schemas.openxmlformats.org/officeDocument/2006/relationships/customXml" Target="../ink/ink764.xml"/><Relationship Id="rId202" Type="http://schemas.openxmlformats.org/officeDocument/2006/relationships/customXml" Target="../ink/ink766.xml"/><Relationship Id="rId18" Type="http://schemas.openxmlformats.org/officeDocument/2006/relationships/customXml" Target="../ink/ink674.xml"/><Relationship Id="rId39" Type="http://schemas.openxmlformats.org/officeDocument/2006/relationships/image" Target="../media/image692.png"/><Relationship Id="rId50" Type="http://schemas.openxmlformats.org/officeDocument/2006/relationships/customXml" Target="../ink/ink690.xml"/><Relationship Id="rId104" Type="http://schemas.openxmlformats.org/officeDocument/2006/relationships/customXml" Target="../ink/ink717.xml"/><Relationship Id="rId125" Type="http://schemas.openxmlformats.org/officeDocument/2006/relationships/image" Target="../media/image735.png"/><Relationship Id="rId146" Type="http://schemas.openxmlformats.org/officeDocument/2006/relationships/customXml" Target="../ink/ink738.xml"/><Relationship Id="rId167" Type="http://schemas.openxmlformats.org/officeDocument/2006/relationships/image" Target="../media/image756.png"/><Relationship Id="rId188" Type="http://schemas.openxmlformats.org/officeDocument/2006/relationships/customXml" Target="../ink/ink759.xml"/><Relationship Id="rId71" Type="http://schemas.openxmlformats.org/officeDocument/2006/relationships/image" Target="../media/image708.png"/><Relationship Id="rId92" Type="http://schemas.openxmlformats.org/officeDocument/2006/relationships/customXml" Target="../ink/ink711.xml"/><Relationship Id="rId2" Type="http://schemas.openxmlformats.org/officeDocument/2006/relationships/customXml" Target="../ink/ink666.xml"/><Relationship Id="rId29" Type="http://schemas.openxmlformats.org/officeDocument/2006/relationships/image" Target="../media/image687.png"/></Relationships>
</file>

<file path=ppt/slides/_rels/slide18.xml.rels><?xml version="1.0" encoding="UTF-8" standalone="yes"?>
<Relationships xmlns="http://schemas.openxmlformats.org/package/2006/relationships"><Relationship Id="rId117" Type="http://schemas.openxmlformats.org/officeDocument/2006/relationships/image" Target="../media/image833.png"/><Relationship Id="rId21" Type="http://schemas.openxmlformats.org/officeDocument/2006/relationships/image" Target="../media/image785.png"/><Relationship Id="rId63" Type="http://schemas.openxmlformats.org/officeDocument/2006/relationships/image" Target="../media/image806.png"/><Relationship Id="rId159" Type="http://schemas.openxmlformats.org/officeDocument/2006/relationships/image" Target="../media/image854.png"/><Relationship Id="rId170" Type="http://schemas.openxmlformats.org/officeDocument/2006/relationships/customXml" Target="../ink/ink852.xml"/><Relationship Id="rId226" Type="http://schemas.openxmlformats.org/officeDocument/2006/relationships/customXml" Target="../ink/ink880.xml"/><Relationship Id="rId268" Type="http://schemas.openxmlformats.org/officeDocument/2006/relationships/customXml" Target="../ink/ink901.xml"/><Relationship Id="rId32" Type="http://schemas.openxmlformats.org/officeDocument/2006/relationships/customXml" Target="../ink/ink783.xml"/><Relationship Id="rId74" Type="http://schemas.openxmlformats.org/officeDocument/2006/relationships/customXml" Target="../ink/ink804.xml"/><Relationship Id="rId128" Type="http://schemas.openxmlformats.org/officeDocument/2006/relationships/customXml" Target="../ink/ink831.xml"/><Relationship Id="rId5" Type="http://schemas.openxmlformats.org/officeDocument/2006/relationships/image" Target="../media/image777.png"/><Relationship Id="rId181" Type="http://schemas.openxmlformats.org/officeDocument/2006/relationships/image" Target="../media/image865.png"/><Relationship Id="rId237" Type="http://schemas.openxmlformats.org/officeDocument/2006/relationships/image" Target="../media/image893.png"/><Relationship Id="rId279" Type="http://schemas.openxmlformats.org/officeDocument/2006/relationships/image" Target="../media/image914.png"/><Relationship Id="rId22" Type="http://schemas.openxmlformats.org/officeDocument/2006/relationships/customXml" Target="../ink/ink778.xml"/><Relationship Id="rId43" Type="http://schemas.openxmlformats.org/officeDocument/2006/relationships/image" Target="../media/image796.png"/><Relationship Id="rId64" Type="http://schemas.openxmlformats.org/officeDocument/2006/relationships/customXml" Target="../ink/ink799.xml"/><Relationship Id="rId118" Type="http://schemas.openxmlformats.org/officeDocument/2006/relationships/customXml" Target="../ink/ink826.xml"/><Relationship Id="rId139" Type="http://schemas.openxmlformats.org/officeDocument/2006/relationships/image" Target="../media/image844.png"/><Relationship Id="rId85" Type="http://schemas.openxmlformats.org/officeDocument/2006/relationships/image" Target="../media/image817.png"/><Relationship Id="rId150" Type="http://schemas.openxmlformats.org/officeDocument/2006/relationships/customXml" Target="../ink/ink842.xml"/><Relationship Id="rId171" Type="http://schemas.openxmlformats.org/officeDocument/2006/relationships/image" Target="../media/image860.png"/><Relationship Id="rId192" Type="http://schemas.openxmlformats.org/officeDocument/2006/relationships/customXml" Target="../ink/ink863.xml"/><Relationship Id="rId206" Type="http://schemas.openxmlformats.org/officeDocument/2006/relationships/customXml" Target="../ink/ink870.xml"/><Relationship Id="rId227" Type="http://schemas.openxmlformats.org/officeDocument/2006/relationships/image" Target="../media/image888.png"/><Relationship Id="rId248" Type="http://schemas.openxmlformats.org/officeDocument/2006/relationships/customXml" Target="../ink/ink891.xml"/><Relationship Id="rId269" Type="http://schemas.openxmlformats.org/officeDocument/2006/relationships/image" Target="../media/image909.png"/><Relationship Id="rId12" Type="http://schemas.openxmlformats.org/officeDocument/2006/relationships/customXml" Target="../ink/ink773.xml"/><Relationship Id="rId33" Type="http://schemas.openxmlformats.org/officeDocument/2006/relationships/image" Target="../media/image791.png"/><Relationship Id="rId108" Type="http://schemas.openxmlformats.org/officeDocument/2006/relationships/customXml" Target="../ink/ink821.xml"/><Relationship Id="rId129" Type="http://schemas.openxmlformats.org/officeDocument/2006/relationships/image" Target="../media/image839.png"/><Relationship Id="rId280" Type="http://schemas.openxmlformats.org/officeDocument/2006/relationships/customXml" Target="../ink/ink907.xml"/><Relationship Id="rId54" Type="http://schemas.openxmlformats.org/officeDocument/2006/relationships/customXml" Target="../ink/ink794.xml"/><Relationship Id="rId75" Type="http://schemas.openxmlformats.org/officeDocument/2006/relationships/image" Target="../media/image812.png"/><Relationship Id="rId96" Type="http://schemas.openxmlformats.org/officeDocument/2006/relationships/customXml" Target="../ink/ink815.xml"/><Relationship Id="rId140" Type="http://schemas.openxmlformats.org/officeDocument/2006/relationships/customXml" Target="../ink/ink837.xml"/><Relationship Id="rId161" Type="http://schemas.openxmlformats.org/officeDocument/2006/relationships/image" Target="../media/image855.png"/><Relationship Id="rId182" Type="http://schemas.openxmlformats.org/officeDocument/2006/relationships/customXml" Target="../ink/ink858.xml"/><Relationship Id="rId217" Type="http://schemas.openxmlformats.org/officeDocument/2006/relationships/image" Target="../media/image883.png"/><Relationship Id="rId6" Type="http://schemas.openxmlformats.org/officeDocument/2006/relationships/customXml" Target="../ink/ink770.xml"/><Relationship Id="rId238" Type="http://schemas.openxmlformats.org/officeDocument/2006/relationships/customXml" Target="../ink/ink886.xml"/><Relationship Id="rId259" Type="http://schemas.openxmlformats.org/officeDocument/2006/relationships/image" Target="../media/image904.png"/><Relationship Id="rId23" Type="http://schemas.openxmlformats.org/officeDocument/2006/relationships/image" Target="../media/image786.png"/><Relationship Id="rId119" Type="http://schemas.openxmlformats.org/officeDocument/2006/relationships/image" Target="../media/image834.png"/><Relationship Id="rId270" Type="http://schemas.openxmlformats.org/officeDocument/2006/relationships/customXml" Target="../ink/ink902.xml"/><Relationship Id="rId44" Type="http://schemas.openxmlformats.org/officeDocument/2006/relationships/customXml" Target="../ink/ink789.xml"/><Relationship Id="rId65" Type="http://schemas.openxmlformats.org/officeDocument/2006/relationships/image" Target="../media/image807.png"/><Relationship Id="rId86" Type="http://schemas.openxmlformats.org/officeDocument/2006/relationships/customXml" Target="../ink/ink810.xml"/><Relationship Id="rId130" Type="http://schemas.openxmlformats.org/officeDocument/2006/relationships/customXml" Target="../ink/ink832.xml"/><Relationship Id="rId151" Type="http://schemas.openxmlformats.org/officeDocument/2006/relationships/image" Target="../media/image850.png"/><Relationship Id="rId172" Type="http://schemas.openxmlformats.org/officeDocument/2006/relationships/customXml" Target="../ink/ink853.xml"/><Relationship Id="rId193" Type="http://schemas.openxmlformats.org/officeDocument/2006/relationships/image" Target="../media/image871.png"/><Relationship Id="rId207" Type="http://schemas.openxmlformats.org/officeDocument/2006/relationships/image" Target="../media/image878.png"/><Relationship Id="rId228" Type="http://schemas.openxmlformats.org/officeDocument/2006/relationships/customXml" Target="../ink/ink881.xml"/><Relationship Id="rId249" Type="http://schemas.openxmlformats.org/officeDocument/2006/relationships/image" Target="../media/image899.png"/><Relationship Id="rId13" Type="http://schemas.openxmlformats.org/officeDocument/2006/relationships/image" Target="../media/image781.png"/><Relationship Id="rId109" Type="http://schemas.openxmlformats.org/officeDocument/2006/relationships/image" Target="../media/image829.png"/><Relationship Id="rId260" Type="http://schemas.openxmlformats.org/officeDocument/2006/relationships/customXml" Target="../ink/ink897.xml"/><Relationship Id="rId281" Type="http://schemas.openxmlformats.org/officeDocument/2006/relationships/image" Target="../media/image915.png"/><Relationship Id="rId34" Type="http://schemas.openxmlformats.org/officeDocument/2006/relationships/customXml" Target="../ink/ink784.xml"/><Relationship Id="rId55" Type="http://schemas.openxmlformats.org/officeDocument/2006/relationships/image" Target="../media/image802.png"/><Relationship Id="rId76" Type="http://schemas.openxmlformats.org/officeDocument/2006/relationships/customXml" Target="../ink/ink805.xml"/><Relationship Id="rId97" Type="http://schemas.openxmlformats.org/officeDocument/2006/relationships/image" Target="../media/image823.png"/><Relationship Id="rId120" Type="http://schemas.openxmlformats.org/officeDocument/2006/relationships/customXml" Target="../ink/ink827.xml"/><Relationship Id="rId141" Type="http://schemas.openxmlformats.org/officeDocument/2006/relationships/image" Target="../media/image845.png"/><Relationship Id="rId7" Type="http://schemas.openxmlformats.org/officeDocument/2006/relationships/image" Target="../media/image778.png"/><Relationship Id="rId162" Type="http://schemas.openxmlformats.org/officeDocument/2006/relationships/customXml" Target="../ink/ink848.xml"/><Relationship Id="rId183" Type="http://schemas.openxmlformats.org/officeDocument/2006/relationships/image" Target="../media/image866.png"/><Relationship Id="rId218" Type="http://schemas.openxmlformats.org/officeDocument/2006/relationships/customXml" Target="../ink/ink876.xml"/><Relationship Id="rId239" Type="http://schemas.openxmlformats.org/officeDocument/2006/relationships/image" Target="../media/image894.png"/><Relationship Id="rId250" Type="http://schemas.openxmlformats.org/officeDocument/2006/relationships/customXml" Target="../ink/ink892.xml"/><Relationship Id="rId271" Type="http://schemas.openxmlformats.org/officeDocument/2006/relationships/image" Target="../media/image910.png"/><Relationship Id="rId24" Type="http://schemas.openxmlformats.org/officeDocument/2006/relationships/customXml" Target="../ink/ink779.xml"/><Relationship Id="rId45" Type="http://schemas.openxmlformats.org/officeDocument/2006/relationships/image" Target="../media/image797.png"/><Relationship Id="rId66" Type="http://schemas.openxmlformats.org/officeDocument/2006/relationships/customXml" Target="../ink/ink800.xml"/><Relationship Id="rId87" Type="http://schemas.openxmlformats.org/officeDocument/2006/relationships/image" Target="../media/image818.png"/><Relationship Id="rId110" Type="http://schemas.openxmlformats.org/officeDocument/2006/relationships/customXml" Target="../ink/ink822.xml"/><Relationship Id="rId131" Type="http://schemas.openxmlformats.org/officeDocument/2006/relationships/image" Target="../media/image840.png"/><Relationship Id="rId152" Type="http://schemas.openxmlformats.org/officeDocument/2006/relationships/customXml" Target="../ink/ink843.xml"/><Relationship Id="rId173" Type="http://schemas.openxmlformats.org/officeDocument/2006/relationships/image" Target="../media/image861.png"/><Relationship Id="rId194" Type="http://schemas.openxmlformats.org/officeDocument/2006/relationships/customXml" Target="../ink/ink864.xml"/><Relationship Id="rId208" Type="http://schemas.openxmlformats.org/officeDocument/2006/relationships/customXml" Target="../ink/ink871.xml"/><Relationship Id="rId229" Type="http://schemas.openxmlformats.org/officeDocument/2006/relationships/image" Target="../media/image889.png"/><Relationship Id="rId240" Type="http://schemas.openxmlformats.org/officeDocument/2006/relationships/customXml" Target="../ink/ink887.xml"/><Relationship Id="rId261" Type="http://schemas.openxmlformats.org/officeDocument/2006/relationships/image" Target="../media/image905.png"/><Relationship Id="rId14" Type="http://schemas.openxmlformats.org/officeDocument/2006/relationships/customXml" Target="../ink/ink774.xml"/><Relationship Id="rId35" Type="http://schemas.openxmlformats.org/officeDocument/2006/relationships/image" Target="../media/image792.png"/><Relationship Id="rId56" Type="http://schemas.openxmlformats.org/officeDocument/2006/relationships/customXml" Target="../ink/ink795.xml"/><Relationship Id="rId77" Type="http://schemas.openxmlformats.org/officeDocument/2006/relationships/image" Target="../media/image813.png"/><Relationship Id="rId100" Type="http://schemas.openxmlformats.org/officeDocument/2006/relationships/customXml" Target="../ink/ink817.xml"/><Relationship Id="rId8" Type="http://schemas.openxmlformats.org/officeDocument/2006/relationships/customXml" Target="../ink/ink771.xml"/><Relationship Id="rId98" Type="http://schemas.openxmlformats.org/officeDocument/2006/relationships/customXml" Target="../ink/ink816.xml"/><Relationship Id="rId121" Type="http://schemas.openxmlformats.org/officeDocument/2006/relationships/image" Target="../media/image835.png"/><Relationship Id="rId142" Type="http://schemas.openxmlformats.org/officeDocument/2006/relationships/customXml" Target="../ink/ink838.xml"/><Relationship Id="rId163" Type="http://schemas.openxmlformats.org/officeDocument/2006/relationships/image" Target="../media/image856.png"/><Relationship Id="rId184" Type="http://schemas.openxmlformats.org/officeDocument/2006/relationships/customXml" Target="../ink/ink859.xml"/><Relationship Id="rId219" Type="http://schemas.openxmlformats.org/officeDocument/2006/relationships/image" Target="../media/image884.png"/><Relationship Id="rId230" Type="http://schemas.openxmlformats.org/officeDocument/2006/relationships/customXml" Target="../ink/ink882.xml"/><Relationship Id="rId251" Type="http://schemas.openxmlformats.org/officeDocument/2006/relationships/image" Target="../media/image900.png"/><Relationship Id="rId25" Type="http://schemas.openxmlformats.org/officeDocument/2006/relationships/image" Target="../media/image787.png"/><Relationship Id="rId46" Type="http://schemas.openxmlformats.org/officeDocument/2006/relationships/customXml" Target="../ink/ink790.xml"/><Relationship Id="rId67" Type="http://schemas.openxmlformats.org/officeDocument/2006/relationships/image" Target="../media/image808.png"/><Relationship Id="rId272" Type="http://schemas.openxmlformats.org/officeDocument/2006/relationships/customXml" Target="../ink/ink903.xml"/><Relationship Id="rId88" Type="http://schemas.openxmlformats.org/officeDocument/2006/relationships/customXml" Target="../ink/ink811.xml"/><Relationship Id="rId111" Type="http://schemas.openxmlformats.org/officeDocument/2006/relationships/image" Target="../media/image830.png"/><Relationship Id="rId132" Type="http://schemas.openxmlformats.org/officeDocument/2006/relationships/customXml" Target="../ink/ink833.xml"/><Relationship Id="rId153" Type="http://schemas.openxmlformats.org/officeDocument/2006/relationships/image" Target="../media/image851.png"/><Relationship Id="rId174" Type="http://schemas.openxmlformats.org/officeDocument/2006/relationships/customXml" Target="../ink/ink854.xml"/><Relationship Id="rId195" Type="http://schemas.openxmlformats.org/officeDocument/2006/relationships/image" Target="../media/image872.png"/><Relationship Id="rId209" Type="http://schemas.openxmlformats.org/officeDocument/2006/relationships/image" Target="../media/image879.png"/><Relationship Id="rId220" Type="http://schemas.openxmlformats.org/officeDocument/2006/relationships/customXml" Target="../ink/ink877.xml"/><Relationship Id="rId241" Type="http://schemas.openxmlformats.org/officeDocument/2006/relationships/image" Target="../media/image895.png"/><Relationship Id="rId15" Type="http://schemas.openxmlformats.org/officeDocument/2006/relationships/image" Target="../media/image782.png"/><Relationship Id="rId36" Type="http://schemas.openxmlformats.org/officeDocument/2006/relationships/customXml" Target="../ink/ink785.xml"/><Relationship Id="rId57" Type="http://schemas.openxmlformats.org/officeDocument/2006/relationships/image" Target="../media/image803.png"/><Relationship Id="rId262" Type="http://schemas.openxmlformats.org/officeDocument/2006/relationships/customXml" Target="../ink/ink898.xml"/><Relationship Id="rId78" Type="http://schemas.openxmlformats.org/officeDocument/2006/relationships/customXml" Target="../ink/ink806.xml"/><Relationship Id="rId99" Type="http://schemas.openxmlformats.org/officeDocument/2006/relationships/image" Target="../media/image824.png"/><Relationship Id="rId101" Type="http://schemas.openxmlformats.org/officeDocument/2006/relationships/image" Target="../media/image825.png"/><Relationship Id="rId122" Type="http://schemas.openxmlformats.org/officeDocument/2006/relationships/customXml" Target="../ink/ink828.xml"/><Relationship Id="rId143" Type="http://schemas.openxmlformats.org/officeDocument/2006/relationships/image" Target="../media/image846.png"/><Relationship Id="rId164" Type="http://schemas.openxmlformats.org/officeDocument/2006/relationships/customXml" Target="../ink/ink849.xml"/><Relationship Id="rId185" Type="http://schemas.openxmlformats.org/officeDocument/2006/relationships/image" Target="../media/image867.png"/><Relationship Id="rId9" Type="http://schemas.openxmlformats.org/officeDocument/2006/relationships/image" Target="../media/image779.png"/><Relationship Id="rId210" Type="http://schemas.openxmlformats.org/officeDocument/2006/relationships/customXml" Target="../ink/ink872.xml"/><Relationship Id="rId26" Type="http://schemas.openxmlformats.org/officeDocument/2006/relationships/customXml" Target="../ink/ink780.xml"/><Relationship Id="rId231" Type="http://schemas.openxmlformats.org/officeDocument/2006/relationships/image" Target="../media/image890.png"/><Relationship Id="rId252" Type="http://schemas.openxmlformats.org/officeDocument/2006/relationships/customXml" Target="../ink/ink893.xml"/><Relationship Id="rId273" Type="http://schemas.openxmlformats.org/officeDocument/2006/relationships/image" Target="../media/image911.png"/><Relationship Id="rId47" Type="http://schemas.openxmlformats.org/officeDocument/2006/relationships/image" Target="../media/image798.png"/><Relationship Id="rId68" Type="http://schemas.openxmlformats.org/officeDocument/2006/relationships/customXml" Target="../ink/ink801.xml"/><Relationship Id="rId89" Type="http://schemas.openxmlformats.org/officeDocument/2006/relationships/image" Target="../media/image819.png"/><Relationship Id="rId112" Type="http://schemas.openxmlformats.org/officeDocument/2006/relationships/customXml" Target="../ink/ink823.xml"/><Relationship Id="rId133" Type="http://schemas.openxmlformats.org/officeDocument/2006/relationships/image" Target="../media/image841.png"/><Relationship Id="rId154" Type="http://schemas.openxmlformats.org/officeDocument/2006/relationships/customXml" Target="../ink/ink844.xml"/><Relationship Id="rId175" Type="http://schemas.openxmlformats.org/officeDocument/2006/relationships/image" Target="../media/image862.png"/><Relationship Id="rId196" Type="http://schemas.openxmlformats.org/officeDocument/2006/relationships/customXml" Target="../ink/ink865.xml"/><Relationship Id="rId200" Type="http://schemas.openxmlformats.org/officeDocument/2006/relationships/customXml" Target="../ink/ink867.xml"/><Relationship Id="rId16" Type="http://schemas.openxmlformats.org/officeDocument/2006/relationships/customXml" Target="../ink/ink775.xml"/><Relationship Id="rId221" Type="http://schemas.openxmlformats.org/officeDocument/2006/relationships/image" Target="../media/image885.png"/><Relationship Id="rId242" Type="http://schemas.openxmlformats.org/officeDocument/2006/relationships/customXml" Target="../ink/ink888.xml"/><Relationship Id="rId263" Type="http://schemas.openxmlformats.org/officeDocument/2006/relationships/image" Target="../media/image906.png"/><Relationship Id="rId37" Type="http://schemas.openxmlformats.org/officeDocument/2006/relationships/image" Target="../media/image793.png"/><Relationship Id="rId58" Type="http://schemas.openxmlformats.org/officeDocument/2006/relationships/customXml" Target="../ink/ink796.xml"/><Relationship Id="rId79" Type="http://schemas.openxmlformats.org/officeDocument/2006/relationships/image" Target="../media/image814.png"/><Relationship Id="rId102" Type="http://schemas.openxmlformats.org/officeDocument/2006/relationships/customXml" Target="../ink/ink818.xml"/><Relationship Id="rId123" Type="http://schemas.openxmlformats.org/officeDocument/2006/relationships/image" Target="../media/image836.png"/><Relationship Id="rId144" Type="http://schemas.openxmlformats.org/officeDocument/2006/relationships/customXml" Target="../ink/ink839.xml"/><Relationship Id="rId90" Type="http://schemas.openxmlformats.org/officeDocument/2006/relationships/customXml" Target="../ink/ink812.xml"/><Relationship Id="rId165" Type="http://schemas.openxmlformats.org/officeDocument/2006/relationships/image" Target="../media/image857.png"/><Relationship Id="rId186" Type="http://schemas.openxmlformats.org/officeDocument/2006/relationships/customXml" Target="../ink/ink860.xml"/><Relationship Id="rId211" Type="http://schemas.openxmlformats.org/officeDocument/2006/relationships/image" Target="../media/image880.png"/><Relationship Id="rId232" Type="http://schemas.openxmlformats.org/officeDocument/2006/relationships/customXml" Target="../ink/ink883.xml"/><Relationship Id="rId253" Type="http://schemas.openxmlformats.org/officeDocument/2006/relationships/image" Target="../media/image901.png"/><Relationship Id="rId274" Type="http://schemas.openxmlformats.org/officeDocument/2006/relationships/customXml" Target="../ink/ink904.xml"/><Relationship Id="rId27" Type="http://schemas.openxmlformats.org/officeDocument/2006/relationships/image" Target="../media/image788.png"/><Relationship Id="rId48" Type="http://schemas.openxmlformats.org/officeDocument/2006/relationships/customXml" Target="../ink/ink791.xml"/><Relationship Id="rId69" Type="http://schemas.openxmlformats.org/officeDocument/2006/relationships/image" Target="../media/image809.png"/><Relationship Id="rId113" Type="http://schemas.openxmlformats.org/officeDocument/2006/relationships/image" Target="../media/image831.png"/><Relationship Id="rId134" Type="http://schemas.openxmlformats.org/officeDocument/2006/relationships/customXml" Target="../ink/ink834.xml"/><Relationship Id="rId80" Type="http://schemas.openxmlformats.org/officeDocument/2006/relationships/customXml" Target="../ink/ink807.xml"/><Relationship Id="rId155" Type="http://schemas.openxmlformats.org/officeDocument/2006/relationships/image" Target="../media/image852.png"/><Relationship Id="rId176" Type="http://schemas.openxmlformats.org/officeDocument/2006/relationships/customXml" Target="../ink/ink855.xml"/><Relationship Id="rId197" Type="http://schemas.openxmlformats.org/officeDocument/2006/relationships/image" Target="../media/image873.png"/><Relationship Id="rId201" Type="http://schemas.openxmlformats.org/officeDocument/2006/relationships/image" Target="../media/image875.png"/><Relationship Id="rId222" Type="http://schemas.openxmlformats.org/officeDocument/2006/relationships/customXml" Target="../ink/ink878.xml"/><Relationship Id="rId243" Type="http://schemas.openxmlformats.org/officeDocument/2006/relationships/image" Target="../media/image896.png"/><Relationship Id="rId264" Type="http://schemas.openxmlformats.org/officeDocument/2006/relationships/customXml" Target="../ink/ink899.xml"/><Relationship Id="rId17" Type="http://schemas.openxmlformats.org/officeDocument/2006/relationships/image" Target="../media/image783.png"/><Relationship Id="rId38" Type="http://schemas.openxmlformats.org/officeDocument/2006/relationships/customXml" Target="../ink/ink786.xml"/><Relationship Id="rId59" Type="http://schemas.openxmlformats.org/officeDocument/2006/relationships/image" Target="../media/image804.png"/><Relationship Id="rId103" Type="http://schemas.openxmlformats.org/officeDocument/2006/relationships/image" Target="../media/image826.png"/><Relationship Id="rId124" Type="http://schemas.openxmlformats.org/officeDocument/2006/relationships/customXml" Target="../ink/ink829.xml"/><Relationship Id="rId70" Type="http://schemas.openxmlformats.org/officeDocument/2006/relationships/customXml" Target="../ink/ink802.xml"/><Relationship Id="rId91" Type="http://schemas.openxmlformats.org/officeDocument/2006/relationships/image" Target="../media/image820.png"/><Relationship Id="rId145" Type="http://schemas.openxmlformats.org/officeDocument/2006/relationships/image" Target="../media/image847.png"/><Relationship Id="rId166" Type="http://schemas.openxmlformats.org/officeDocument/2006/relationships/customXml" Target="../ink/ink850.xml"/><Relationship Id="rId187" Type="http://schemas.openxmlformats.org/officeDocument/2006/relationships/image" Target="../media/image868.png"/><Relationship Id="rId1" Type="http://schemas.openxmlformats.org/officeDocument/2006/relationships/slideLayout" Target="../slideLayouts/slideLayout2.xml"/><Relationship Id="rId212" Type="http://schemas.openxmlformats.org/officeDocument/2006/relationships/customXml" Target="../ink/ink873.xml"/><Relationship Id="rId233" Type="http://schemas.openxmlformats.org/officeDocument/2006/relationships/image" Target="../media/image891.png"/><Relationship Id="rId254" Type="http://schemas.openxmlformats.org/officeDocument/2006/relationships/customXml" Target="../ink/ink894.xml"/><Relationship Id="rId28" Type="http://schemas.openxmlformats.org/officeDocument/2006/relationships/customXml" Target="../ink/ink781.xml"/><Relationship Id="rId49" Type="http://schemas.openxmlformats.org/officeDocument/2006/relationships/image" Target="../media/image799.png"/><Relationship Id="rId114" Type="http://schemas.openxmlformats.org/officeDocument/2006/relationships/customXml" Target="../ink/ink824.xml"/><Relationship Id="rId275" Type="http://schemas.openxmlformats.org/officeDocument/2006/relationships/image" Target="../media/image912.png"/><Relationship Id="rId60" Type="http://schemas.openxmlformats.org/officeDocument/2006/relationships/customXml" Target="../ink/ink797.xml"/><Relationship Id="rId81" Type="http://schemas.openxmlformats.org/officeDocument/2006/relationships/image" Target="../media/image815.png"/><Relationship Id="rId135" Type="http://schemas.openxmlformats.org/officeDocument/2006/relationships/image" Target="../media/image842.png"/><Relationship Id="rId156" Type="http://schemas.openxmlformats.org/officeDocument/2006/relationships/customXml" Target="../ink/ink845.xml"/><Relationship Id="rId177" Type="http://schemas.openxmlformats.org/officeDocument/2006/relationships/image" Target="../media/image863.png"/><Relationship Id="rId198" Type="http://schemas.openxmlformats.org/officeDocument/2006/relationships/customXml" Target="../ink/ink866.xml"/><Relationship Id="rId202" Type="http://schemas.openxmlformats.org/officeDocument/2006/relationships/customXml" Target="../ink/ink868.xml"/><Relationship Id="rId223" Type="http://schemas.openxmlformats.org/officeDocument/2006/relationships/image" Target="../media/image886.png"/><Relationship Id="rId244" Type="http://schemas.openxmlformats.org/officeDocument/2006/relationships/customXml" Target="../ink/ink889.xml"/><Relationship Id="rId18" Type="http://schemas.openxmlformats.org/officeDocument/2006/relationships/customXml" Target="../ink/ink776.xml"/><Relationship Id="rId39" Type="http://schemas.openxmlformats.org/officeDocument/2006/relationships/image" Target="../media/image794.png"/><Relationship Id="rId265" Type="http://schemas.openxmlformats.org/officeDocument/2006/relationships/image" Target="../media/image907.png"/><Relationship Id="rId50" Type="http://schemas.openxmlformats.org/officeDocument/2006/relationships/customXml" Target="../ink/ink792.xml"/><Relationship Id="rId104" Type="http://schemas.openxmlformats.org/officeDocument/2006/relationships/customXml" Target="../ink/ink819.xml"/><Relationship Id="rId125" Type="http://schemas.openxmlformats.org/officeDocument/2006/relationships/image" Target="../media/image837.png"/><Relationship Id="rId146" Type="http://schemas.openxmlformats.org/officeDocument/2006/relationships/customXml" Target="../ink/ink840.xml"/><Relationship Id="rId167" Type="http://schemas.openxmlformats.org/officeDocument/2006/relationships/image" Target="../media/image858.png"/><Relationship Id="rId188" Type="http://schemas.openxmlformats.org/officeDocument/2006/relationships/customXml" Target="../ink/ink861.xml"/><Relationship Id="rId71" Type="http://schemas.openxmlformats.org/officeDocument/2006/relationships/image" Target="../media/image810.png"/><Relationship Id="rId92" Type="http://schemas.openxmlformats.org/officeDocument/2006/relationships/customXml" Target="../ink/ink813.xml"/><Relationship Id="rId213" Type="http://schemas.openxmlformats.org/officeDocument/2006/relationships/image" Target="../media/image881.png"/><Relationship Id="rId234" Type="http://schemas.openxmlformats.org/officeDocument/2006/relationships/customXml" Target="../ink/ink884.xml"/><Relationship Id="rId2" Type="http://schemas.openxmlformats.org/officeDocument/2006/relationships/customXml" Target="../ink/ink768.xml"/><Relationship Id="rId29" Type="http://schemas.openxmlformats.org/officeDocument/2006/relationships/image" Target="../media/image789.png"/><Relationship Id="rId255" Type="http://schemas.openxmlformats.org/officeDocument/2006/relationships/image" Target="../media/image902.png"/><Relationship Id="rId276" Type="http://schemas.openxmlformats.org/officeDocument/2006/relationships/customXml" Target="../ink/ink905.xml"/><Relationship Id="rId40" Type="http://schemas.openxmlformats.org/officeDocument/2006/relationships/customXml" Target="../ink/ink787.xml"/><Relationship Id="rId115" Type="http://schemas.openxmlformats.org/officeDocument/2006/relationships/image" Target="../media/image832.png"/><Relationship Id="rId136" Type="http://schemas.openxmlformats.org/officeDocument/2006/relationships/customXml" Target="../ink/ink835.xml"/><Relationship Id="rId157" Type="http://schemas.openxmlformats.org/officeDocument/2006/relationships/image" Target="../media/image853.png"/><Relationship Id="rId178" Type="http://schemas.openxmlformats.org/officeDocument/2006/relationships/customXml" Target="../ink/ink856.xml"/><Relationship Id="rId61" Type="http://schemas.openxmlformats.org/officeDocument/2006/relationships/image" Target="../media/image805.png"/><Relationship Id="rId82" Type="http://schemas.openxmlformats.org/officeDocument/2006/relationships/customXml" Target="../ink/ink808.xml"/><Relationship Id="rId199" Type="http://schemas.openxmlformats.org/officeDocument/2006/relationships/image" Target="../media/image874.png"/><Relationship Id="rId203" Type="http://schemas.openxmlformats.org/officeDocument/2006/relationships/image" Target="../media/image876.png"/><Relationship Id="rId19" Type="http://schemas.openxmlformats.org/officeDocument/2006/relationships/image" Target="../media/image784.png"/><Relationship Id="rId224" Type="http://schemas.openxmlformats.org/officeDocument/2006/relationships/customXml" Target="../ink/ink879.xml"/><Relationship Id="rId245" Type="http://schemas.openxmlformats.org/officeDocument/2006/relationships/image" Target="../media/image897.png"/><Relationship Id="rId266" Type="http://schemas.openxmlformats.org/officeDocument/2006/relationships/customXml" Target="../ink/ink900.xml"/><Relationship Id="rId30" Type="http://schemas.openxmlformats.org/officeDocument/2006/relationships/customXml" Target="../ink/ink782.xml"/><Relationship Id="rId105" Type="http://schemas.openxmlformats.org/officeDocument/2006/relationships/image" Target="../media/image827.png"/><Relationship Id="rId126" Type="http://schemas.openxmlformats.org/officeDocument/2006/relationships/customXml" Target="../ink/ink830.xml"/><Relationship Id="rId147" Type="http://schemas.openxmlformats.org/officeDocument/2006/relationships/image" Target="../media/image848.png"/><Relationship Id="rId168" Type="http://schemas.openxmlformats.org/officeDocument/2006/relationships/customXml" Target="../ink/ink851.xml"/><Relationship Id="rId51" Type="http://schemas.openxmlformats.org/officeDocument/2006/relationships/image" Target="../media/image800.png"/><Relationship Id="rId72" Type="http://schemas.openxmlformats.org/officeDocument/2006/relationships/customXml" Target="../ink/ink803.xml"/><Relationship Id="rId93" Type="http://schemas.openxmlformats.org/officeDocument/2006/relationships/image" Target="../media/image821.png"/><Relationship Id="rId189" Type="http://schemas.openxmlformats.org/officeDocument/2006/relationships/image" Target="../media/image869.png"/><Relationship Id="rId3" Type="http://schemas.openxmlformats.org/officeDocument/2006/relationships/image" Target="../media/image776.png"/><Relationship Id="rId214" Type="http://schemas.openxmlformats.org/officeDocument/2006/relationships/customXml" Target="../ink/ink874.xml"/><Relationship Id="rId235" Type="http://schemas.openxmlformats.org/officeDocument/2006/relationships/image" Target="../media/image892.png"/><Relationship Id="rId256" Type="http://schemas.openxmlformats.org/officeDocument/2006/relationships/customXml" Target="../ink/ink895.xml"/><Relationship Id="rId277" Type="http://schemas.openxmlformats.org/officeDocument/2006/relationships/image" Target="../media/image913.png"/><Relationship Id="rId116" Type="http://schemas.openxmlformats.org/officeDocument/2006/relationships/customXml" Target="../ink/ink825.xml"/><Relationship Id="rId137" Type="http://schemas.openxmlformats.org/officeDocument/2006/relationships/image" Target="../media/image843.png"/><Relationship Id="rId158" Type="http://schemas.openxmlformats.org/officeDocument/2006/relationships/customXml" Target="../ink/ink846.xml"/><Relationship Id="rId20" Type="http://schemas.openxmlformats.org/officeDocument/2006/relationships/customXml" Target="../ink/ink777.xml"/><Relationship Id="rId41" Type="http://schemas.openxmlformats.org/officeDocument/2006/relationships/image" Target="../media/image795.png"/><Relationship Id="rId62" Type="http://schemas.openxmlformats.org/officeDocument/2006/relationships/customXml" Target="../ink/ink798.xml"/><Relationship Id="rId83" Type="http://schemas.openxmlformats.org/officeDocument/2006/relationships/image" Target="../media/image816.png"/><Relationship Id="rId179" Type="http://schemas.openxmlformats.org/officeDocument/2006/relationships/image" Target="../media/image864.png"/><Relationship Id="rId190" Type="http://schemas.openxmlformats.org/officeDocument/2006/relationships/customXml" Target="../ink/ink862.xml"/><Relationship Id="rId204" Type="http://schemas.openxmlformats.org/officeDocument/2006/relationships/customXml" Target="../ink/ink869.xml"/><Relationship Id="rId225" Type="http://schemas.openxmlformats.org/officeDocument/2006/relationships/image" Target="../media/image887.png"/><Relationship Id="rId246" Type="http://schemas.openxmlformats.org/officeDocument/2006/relationships/customXml" Target="../ink/ink890.xml"/><Relationship Id="rId267" Type="http://schemas.openxmlformats.org/officeDocument/2006/relationships/image" Target="../media/image908.png"/><Relationship Id="rId106" Type="http://schemas.openxmlformats.org/officeDocument/2006/relationships/customXml" Target="../ink/ink820.xml"/><Relationship Id="rId127" Type="http://schemas.openxmlformats.org/officeDocument/2006/relationships/image" Target="../media/image838.png"/><Relationship Id="rId10" Type="http://schemas.openxmlformats.org/officeDocument/2006/relationships/customXml" Target="../ink/ink772.xml"/><Relationship Id="rId31" Type="http://schemas.openxmlformats.org/officeDocument/2006/relationships/image" Target="../media/image790.png"/><Relationship Id="rId52" Type="http://schemas.openxmlformats.org/officeDocument/2006/relationships/customXml" Target="../ink/ink793.xml"/><Relationship Id="rId73" Type="http://schemas.openxmlformats.org/officeDocument/2006/relationships/image" Target="../media/image811.png"/><Relationship Id="rId94" Type="http://schemas.openxmlformats.org/officeDocument/2006/relationships/customXml" Target="../ink/ink814.xml"/><Relationship Id="rId148" Type="http://schemas.openxmlformats.org/officeDocument/2006/relationships/customXml" Target="../ink/ink841.xml"/><Relationship Id="rId169" Type="http://schemas.openxmlformats.org/officeDocument/2006/relationships/image" Target="../media/image859.png"/><Relationship Id="rId4" Type="http://schemas.openxmlformats.org/officeDocument/2006/relationships/customXml" Target="../ink/ink769.xml"/><Relationship Id="rId180" Type="http://schemas.openxmlformats.org/officeDocument/2006/relationships/customXml" Target="../ink/ink857.xml"/><Relationship Id="rId215" Type="http://schemas.openxmlformats.org/officeDocument/2006/relationships/image" Target="../media/image882.png"/><Relationship Id="rId236" Type="http://schemas.openxmlformats.org/officeDocument/2006/relationships/customXml" Target="../ink/ink885.xml"/><Relationship Id="rId257" Type="http://schemas.openxmlformats.org/officeDocument/2006/relationships/image" Target="../media/image903.png"/><Relationship Id="rId278" Type="http://schemas.openxmlformats.org/officeDocument/2006/relationships/customXml" Target="../ink/ink906.xml"/><Relationship Id="rId42" Type="http://schemas.openxmlformats.org/officeDocument/2006/relationships/customXml" Target="../ink/ink788.xml"/><Relationship Id="rId84" Type="http://schemas.openxmlformats.org/officeDocument/2006/relationships/customXml" Target="../ink/ink809.xml"/><Relationship Id="rId138" Type="http://schemas.openxmlformats.org/officeDocument/2006/relationships/customXml" Target="../ink/ink836.xml"/><Relationship Id="rId191" Type="http://schemas.openxmlformats.org/officeDocument/2006/relationships/image" Target="../media/image870.png"/><Relationship Id="rId205" Type="http://schemas.openxmlformats.org/officeDocument/2006/relationships/image" Target="../media/image877.png"/><Relationship Id="rId247" Type="http://schemas.openxmlformats.org/officeDocument/2006/relationships/image" Target="../media/image898.png"/><Relationship Id="rId107" Type="http://schemas.openxmlformats.org/officeDocument/2006/relationships/image" Target="../media/image828.png"/><Relationship Id="rId11" Type="http://schemas.openxmlformats.org/officeDocument/2006/relationships/image" Target="../media/image780.png"/><Relationship Id="rId53" Type="http://schemas.openxmlformats.org/officeDocument/2006/relationships/image" Target="../media/image801.png"/><Relationship Id="rId149" Type="http://schemas.openxmlformats.org/officeDocument/2006/relationships/image" Target="../media/image849.png"/><Relationship Id="rId95" Type="http://schemas.openxmlformats.org/officeDocument/2006/relationships/image" Target="../media/image822.png"/><Relationship Id="rId160" Type="http://schemas.openxmlformats.org/officeDocument/2006/relationships/customXml" Target="../ink/ink847.xml"/><Relationship Id="rId216" Type="http://schemas.openxmlformats.org/officeDocument/2006/relationships/customXml" Target="../ink/ink875.xml"/><Relationship Id="rId258" Type="http://schemas.openxmlformats.org/officeDocument/2006/relationships/customXml" Target="../ink/ink89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260.png"/><Relationship Id="rId2" Type="http://schemas.openxmlformats.org/officeDocument/2006/relationships/customXml" Target="../ink/ink90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npmjs.com/"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soyuztechnologies/BTP_Architect_Training/blob/master/Day%203/03Nodemicroservice.zip" TargetMode="External"/><Relationship Id="rId2" Type="http://schemas.openxmlformats.org/officeDocument/2006/relationships/hyperlink" Target="https://github.com/soyuztechnologies/BTP_Architect_Training/blob/master/Day%203/02basicnode.zip" TargetMode="External"/><Relationship Id="rId1" Type="http://schemas.openxmlformats.org/officeDocument/2006/relationships/slideLayout" Target="../slideLayouts/slideLayout2.xml"/><Relationship Id="rId5" Type="http://schemas.openxmlformats.org/officeDocument/2006/relationships/image" Target="../media/image917.png"/><Relationship Id="rId4" Type="http://schemas.openxmlformats.org/officeDocument/2006/relationships/image" Target="../media/image9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18.jp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919.png"/><Relationship Id="rId4" Type="http://schemas.openxmlformats.org/officeDocument/2006/relationships/hyperlink" Target="http://www.dribbble.com/" TargetMode="External"/></Relationships>
</file>

<file path=ppt/slides/_rels/slide29.xml.rels><?xml version="1.0" encoding="UTF-8" standalone="yes"?>
<Relationships xmlns="http://schemas.openxmlformats.org/package/2006/relationships"><Relationship Id="rId8" Type="http://schemas.openxmlformats.org/officeDocument/2006/relationships/image" Target="../media/image925.jpeg"/><Relationship Id="rId3" Type="http://schemas.openxmlformats.org/officeDocument/2006/relationships/image" Target="../media/image920.jpeg"/><Relationship Id="rId7" Type="http://schemas.openxmlformats.org/officeDocument/2006/relationships/image" Target="../media/image924.tiff"/><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923.tiff"/><Relationship Id="rId5" Type="http://schemas.openxmlformats.org/officeDocument/2006/relationships/image" Target="../media/image922.tiff"/><Relationship Id="rId4" Type="http://schemas.openxmlformats.org/officeDocument/2006/relationships/image" Target="../media/image921.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07AD4BE1-A039-0C39-03C6-B87E08B37A06}"/>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2</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36" name="Picture Placeholder 35">
            <a:extLst>
              <a:ext uri="{FF2B5EF4-FFF2-40B4-BE49-F238E27FC236}">
                <a16:creationId xmlns:a16="http://schemas.microsoft.com/office/drawing/2014/main" id="{984BD025-E8D6-4986-ACB4-348E6D14FD13}"/>
              </a:ext>
            </a:extLst>
          </p:cNvPr>
          <p:cNvPicPr>
            <a:picLocks noGrp="1" noChangeAspect="1"/>
          </p:cNvPicPr>
          <p:nvPr>
            <p:ph type="pic" sz="quarter" idx="13"/>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rcRect l="5490" r="5490"/>
          <a:stretch>
            <a:fillRect/>
          </a:stretch>
        </p:blipFill>
        <p:spPr/>
      </p:pic>
      <p:sp>
        <p:nvSpPr>
          <p:cNvPr id="969" name="Rectangle: Rounded Corners 968">
            <a:extLst>
              <a:ext uri="{FF2B5EF4-FFF2-40B4-BE49-F238E27FC236}">
                <a16:creationId xmlns:a16="http://schemas.microsoft.com/office/drawing/2014/main" id="{9A03188F-313C-4343-89F8-26EF3ADF19BC}"/>
              </a:ext>
            </a:extLst>
          </p:cNvPr>
          <p:cNvSpPr/>
          <p:nvPr/>
        </p:nvSpPr>
        <p:spPr>
          <a:xfrm>
            <a:off x="5466844" y="3474497"/>
            <a:ext cx="4553934"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AF63EEB3-F05E-4EFB-A873-46F319EDA936}"/>
              </a:ext>
            </a:extLst>
          </p:cNvPr>
          <p:cNvSpPr txBox="1"/>
          <p:nvPr/>
        </p:nvSpPr>
        <p:spPr>
          <a:xfrm>
            <a:off x="5983196" y="3883286"/>
            <a:ext cx="3529104" cy="615553"/>
          </a:xfrm>
          <a:prstGeom prst="rect">
            <a:avLst/>
          </a:prstGeom>
          <a:noFill/>
        </p:spPr>
        <p:txBody>
          <a:bodyPr wrap="square" lIns="0" tIns="0" rIns="0" bIns="0" rtlCol="0">
            <a:spAutoFit/>
          </a:bodyPr>
          <a:lstStyle/>
          <a:p>
            <a:r>
              <a:rPr lang="en-IN" sz="4000" b="1" i="0" dirty="0">
                <a:solidFill>
                  <a:schemeClr val="accent3"/>
                </a:solidFill>
                <a:effectLst/>
              </a:rPr>
              <a:t>Introduction</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970" name="TextBox 969">
            <a:extLst>
              <a:ext uri="{FF2B5EF4-FFF2-40B4-BE49-F238E27FC236}">
                <a16:creationId xmlns:a16="http://schemas.microsoft.com/office/drawing/2014/main" id="{1A0F3EB3-F5B2-4451-8944-2519F6807F15}"/>
              </a:ext>
            </a:extLst>
          </p:cNvPr>
          <p:cNvSpPr txBox="1"/>
          <p:nvPr/>
        </p:nvSpPr>
        <p:spPr>
          <a:xfrm>
            <a:off x="5940975" y="4498839"/>
            <a:ext cx="3529104" cy="984885"/>
          </a:xfrm>
          <a:prstGeom prst="rect">
            <a:avLst/>
          </a:prstGeom>
          <a:noFill/>
        </p:spPr>
        <p:txBody>
          <a:bodyPr wrap="square" lIns="0" tIns="0" rIns="0" bIns="0" rtlCol="0" anchor="t">
            <a:spAutoFit/>
          </a:bodyPr>
          <a:lstStyle/>
          <a:p>
            <a:r>
              <a:rPr lang="en-US" sz="16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Welcome to the BTP Architect Training Course, specially designed for senior SAP Consultants planning to provide guidance on SAP BTP Adoption</a:t>
            </a:r>
            <a:endParaRPr lang="en-US" sz="16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982" name="Group 981">
            <a:extLst>
              <a:ext uri="{FF2B5EF4-FFF2-40B4-BE49-F238E27FC236}">
                <a16:creationId xmlns:a16="http://schemas.microsoft.com/office/drawing/2014/main" id="{1C86F990-08A5-4110-8C03-B0D18CCCACC8}"/>
              </a:ext>
            </a:extLst>
          </p:cNvPr>
          <p:cNvGrpSpPr/>
          <p:nvPr/>
        </p:nvGrpSpPr>
        <p:grpSpPr>
          <a:xfrm>
            <a:off x="6006451" y="5654908"/>
            <a:ext cx="617354" cy="109990"/>
            <a:chOff x="6006451" y="5603130"/>
            <a:chExt cx="617354" cy="109990"/>
          </a:xfrm>
        </p:grpSpPr>
        <p:sp>
          <p:nvSpPr>
            <p:cNvPr id="983" name="Rectangle 5">
              <a:extLst>
                <a:ext uri="{FF2B5EF4-FFF2-40B4-BE49-F238E27FC236}">
                  <a16:creationId xmlns:a16="http://schemas.microsoft.com/office/drawing/2014/main" id="{CCB87286-5103-4700-AC2B-DF04BD9D7EFC}"/>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4" name="Rectangle 5">
              <a:extLst>
                <a:ext uri="{FF2B5EF4-FFF2-40B4-BE49-F238E27FC236}">
                  <a16:creationId xmlns:a16="http://schemas.microsoft.com/office/drawing/2014/main" id="{2D0F020C-961B-4DC7-A96C-D3933097D995}"/>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5" name="Rectangle 5">
              <a:extLst>
                <a:ext uri="{FF2B5EF4-FFF2-40B4-BE49-F238E27FC236}">
                  <a16:creationId xmlns:a16="http://schemas.microsoft.com/office/drawing/2014/main" id="{11A82165-5A27-4E8B-9852-5AB8EDC0DFE0}"/>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986" name="TextBox 985">
            <a:extLst>
              <a:ext uri="{FF2B5EF4-FFF2-40B4-BE49-F238E27FC236}">
                <a16:creationId xmlns:a16="http://schemas.microsoft.com/office/drawing/2014/main" id="{F654CA03-8569-49F8-9893-34C384845174}"/>
              </a:ext>
            </a:extLst>
          </p:cNvPr>
          <p:cNvSpPr txBox="1"/>
          <p:nvPr/>
        </p:nvSpPr>
        <p:spPr>
          <a:xfrm>
            <a:off x="660392" y="5133729"/>
            <a:ext cx="4405534" cy="1107996"/>
          </a:xfrm>
          <a:prstGeom prst="rect">
            <a:avLst/>
          </a:prstGeom>
          <a:noFill/>
        </p:spPr>
        <p:txBody>
          <a:bodyPr wrap="square" lIns="0" tIns="0" rIns="0" bIns="0" rtlCol="0" anchor="t">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The Course is designed to provide end to end development on SAP Business Technology platform, Deployment, lifecycle and security overview with Hands-on</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Tree>
    <p:extLst>
      <p:ext uri="{BB962C8B-B14F-4D97-AF65-F5344CB8AC3E}">
        <p14:creationId xmlns:p14="http://schemas.microsoft.com/office/powerpoint/2010/main" val="534305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133" name="Rectangle: Rounded Corners 1132">
            <a:extLst>
              <a:ext uri="{FF2B5EF4-FFF2-40B4-BE49-F238E27FC236}">
                <a16:creationId xmlns:a16="http://schemas.microsoft.com/office/drawing/2014/main" id="{47299741-729A-4FA6-A73E-373218C0B948}"/>
              </a:ext>
            </a:extLst>
          </p:cNvPr>
          <p:cNvSpPr/>
          <p:nvPr/>
        </p:nvSpPr>
        <p:spPr>
          <a:xfrm>
            <a:off x="3453886" y="1196752"/>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3453886" y="2952474"/>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3453886" y="4708197"/>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141" name="Group 1140">
            <a:extLst>
              <a:ext uri="{FF2B5EF4-FFF2-40B4-BE49-F238E27FC236}">
                <a16:creationId xmlns:a16="http://schemas.microsoft.com/office/drawing/2014/main" id="{010C7D28-B781-409B-AFDB-2EB8DCBAB471}"/>
              </a:ext>
            </a:extLst>
          </p:cNvPr>
          <p:cNvGrpSpPr/>
          <p:nvPr/>
        </p:nvGrpSpPr>
        <p:grpSpPr>
          <a:xfrm>
            <a:off x="4118571" y="1449765"/>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1083772"/>
              <a:ext cx="2236930" cy="639170"/>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Types of BTP Accounts and Service Discovery</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4118571" y="3205484"/>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BTP Use cases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4118571" y="4961207"/>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923975"/>
              <a:ext cx="2701525" cy="95875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Micro service architecture and First Micro service in SAP BTP</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Service Catalog &amp; Entitlements</a:t>
            </a:r>
          </a:p>
        </p:txBody>
      </p:sp>
      <p:sp>
        <p:nvSpPr>
          <p:cNvPr id="3" name="TextBox 2">
            <a:extLst>
              <a:ext uri="{FF2B5EF4-FFF2-40B4-BE49-F238E27FC236}">
                <a16:creationId xmlns:a16="http://schemas.microsoft.com/office/drawing/2014/main" id="{B8ADEC3D-C663-BAE3-304E-EA57F5E0F5E5}"/>
              </a:ext>
            </a:extLst>
          </p:cNvPr>
          <p:cNvSpPr txBox="1"/>
          <p:nvPr/>
        </p:nvSpPr>
        <p:spPr>
          <a:xfrm>
            <a:off x="189756" y="1173224"/>
            <a:ext cx="11809312" cy="1785104"/>
          </a:xfrm>
          <a:prstGeom prst="rect">
            <a:avLst/>
          </a:prstGeom>
          <a:noFill/>
        </p:spPr>
        <p:txBody>
          <a:bodyPr wrap="square" rtlCol="0">
            <a:spAutoFit/>
          </a:bodyPr>
          <a:lstStyle/>
          <a:p>
            <a:pPr>
              <a:defRPr/>
            </a:pPr>
            <a:r>
              <a:rPr lang="en-US" sz="1400" dirty="0">
                <a:solidFill>
                  <a:schemeClr val="bg1"/>
                </a:solidFill>
                <a:latin typeface="72-Regular"/>
              </a:rPr>
              <a:t>The SAP Discovery Center is a relatively new site hosted by SAP for developers and architects to find the services hosted by sap in SAP BTP and their respective service plans available.</a:t>
            </a:r>
          </a:p>
          <a:p>
            <a:pPr>
              <a:defRPr/>
            </a:pPr>
            <a:endParaRPr lang="en-US" sz="1400" dirty="0">
              <a:solidFill>
                <a:schemeClr val="bg1"/>
              </a:solidFill>
              <a:latin typeface="72-Regular"/>
            </a:endParaRPr>
          </a:p>
          <a:p>
            <a:pPr>
              <a:defRPr/>
            </a:pPr>
            <a:r>
              <a:rPr lang="en-US" sz="1400" dirty="0">
                <a:solidFill>
                  <a:schemeClr val="bg1"/>
                </a:solidFill>
                <a:latin typeface="72-Regular"/>
              </a:rPr>
              <a:t>It will also help technical team to identify the data center availability and cost associated with each service.</a:t>
            </a:r>
          </a:p>
          <a:p>
            <a:endParaRPr lang="en-IN" sz="1800" dirty="0">
              <a:hlinkClick r:id="" action="ppaction://noaction"/>
            </a:endParaRPr>
          </a:p>
          <a:p>
            <a:r>
              <a:rPr lang="en-IN" sz="1800" dirty="0">
                <a:hlinkClick r:id="" action="ppaction://noaction"/>
              </a:rPr>
              <a:t>https://discovery-center.cloud.sap/#/serviceCatalog</a:t>
            </a:r>
            <a:endParaRPr lang="en-IN" sz="1800" dirty="0"/>
          </a:p>
          <a:p>
            <a:endParaRPr lang="en-IN" sz="1800" dirty="0"/>
          </a:p>
        </p:txBody>
      </p:sp>
      <p:sp>
        <p:nvSpPr>
          <p:cNvPr id="7" name="TextBox 6">
            <a:extLst>
              <a:ext uri="{FF2B5EF4-FFF2-40B4-BE49-F238E27FC236}">
                <a16:creationId xmlns:a16="http://schemas.microsoft.com/office/drawing/2014/main" id="{52395A60-C6F3-B296-1DDF-6C755F46EC91}"/>
              </a:ext>
            </a:extLst>
          </p:cNvPr>
          <p:cNvSpPr txBox="1"/>
          <p:nvPr/>
        </p:nvSpPr>
        <p:spPr>
          <a:xfrm>
            <a:off x="189757" y="3140968"/>
            <a:ext cx="11809311" cy="2739211"/>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72-Regular"/>
                <a:ea typeface="+mn-ea"/>
                <a:cs typeface="+mn-cs"/>
              </a:rPr>
              <a:t>Entitlements are the heart of all subaccounts in SAP BTP. They define which service and runtime artifacts you are able to use. </a:t>
            </a: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When you purchase an enterprise account, you’re entitled to use a specific set of resources, such as the amount of memory that can be allocated to your applications.</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An </a:t>
            </a:r>
            <a:r>
              <a:rPr kumimoji="0" lang="en-US" sz="1400" b="1" i="0" u="none" strike="noStrike" kern="1200" cap="none" spc="0" normalizeH="0" baseline="0" noProof="0" dirty="0">
                <a:ln>
                  <a:noFill/>
                </a:ln>
                <a:solidFill>
                  <a:schemeClr val="bg1"/>
                </a:solidFill>
                <a:effectLst/>
                <a:uLnTx/>
                <a:uFillTx/>
                <a:latin typeface="72" panose="020B0503030000000003" pitchFamily="34" charset="0"/>
                <a:ea typeface="+mn-ea"/>
                <a:cs typeface="+mn-cs"/>
              </a:rPr>
              <a:t>entitlement</a:t>
            </a: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 is your right to provision and consume a resource. In other words, entitlements are </a:t>
            </a:r>
            <a:r>
              <a:rPr kumimoji="0" lang="en-US" sz="1400" b="1" i="0" u="none" strike="noStrike" kern="1200" cap="none" spc="0" normalizeH="0" baseline="0" noProof="0" dirty="0">
                <a:ln>
                  <a:noFill/>
                </a:ln>
                <a:solidFill>
                  <a:schemeClr val="bg1"/>
                </a:solidFill>
                <a:effectLst/>
                <a:uLnTx/>
                <a:uFillTx/>
                <a:latin typeface="72" panose="020B0503030000000003" pitchFamily="34" charset="0"/>
                <a:ea typeface="+mn-ea"/>
                <a:cs typeface="+mn-cs"/>
              </a:rPr>
              <a:t>the service plans</a:t>
            </a: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 that you're entitled to use.</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A </a:t>
            </a:r>
            <a:r>
              <a:rPr kumimoji="0" lang="en-US" sz="1400" b="1" i="0" u="none" strike="noStrike" kern="1200" cap="none" spc="0" normalizeH="0" baseline="0" noProof="0" dirty="0">
                <a:ln>
                  <a:noFill/>
                </a:ln>
                <a:solidFill>
                  <a:schemeClr val="bg1"/>
                </a:solidFill>
                <a:effectLst/>
                <a:uLnTx/>
                <a:uFillTx/>
                <a:latin typeface="72" panose="020B0503030000000003" pitchFamily="34" charset="0"/>
                <a:ea typeface="+mn-ea"/>
                <a:cs typeface="+mn-cs"/>
              </a:rPr>
              <a:t>quota</a:t>
            </a: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 represents the numeric quantity that defines the maximum allowed consumption of a resource. In other words, </a:t>
            </a:r>
            <a:r>
              <a:rPr kumimoji="0" lang="en-US" sz="1400" b="1" i="0" u="none" strike="noStrike" kern="1200" cap="none" spc="0" normalizeH="0" baseline="0" noProof="0" dirty="0">
                <a:ln>
                  <a:noFill/>
                </a:ln>
                <a:solidFill>
                  <a:schemeClr val="bg1"/>
                </a:solidFill>
                <a:effectLst/>
                <a:uLnTx/>
                <a:uFillTx/>
                <a:latin typeface="72" panose="020B0503030000000003" pitchFamily="34" charset="0"/>
                <a:ea typeface="+mn-ea"/>
                <a:cs typeface="+mn-cs"/>
              </a:rPr>
              <a:t>how much</a:t>
            </a: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 of a service plan you're entitled to use.</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Entitlements and quotas are purchased and managed at global account level, from where they’re distributed to subaccounts, which consume them.</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When you remove quotas or entitlements from a subaccount, they become available again at global account level and can be assigned to other subaccounts.</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chemeClr val="bg1"/>
              </a:solidFill>
              <a:effectLst/>
              <a:uLnTx/>
              <a:uFillTx/>
              <a:latin typeface="Segoe UI"/>
              <a:ea typeface="+mn-ea"/>
              <a:cs typeface="+mn-cs"/>
            </a:endParaRPr>
          </a:p>
        </p:txBody>
      </p:sp>
    </p:spTree>
    <p:extLst>
      <p:ext uri="{BB962C8B-B14F-4D97-AF65-F5344CB8AC3E}">
        <p14:creationId xmlns:p14="http://schemas.microsoft.com/office/powerpoint/2010/main" val="3611912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animEffect transition="in" filter="fade">
                                      <p:cBhvr>
                                        <p:cTn id="24" dur="1000"/>
                                        <p:tgtEl>
                                          <p:spTgt spid="7">
                                            <p:txEl>
                                              <p:pRg st="4" end="4"/>
                                            </p:txEl>
                                          </p:spTgt>
                                        </p:tgtEl>
                                      </p:cBhvr>
                                    </p:animEffect>
                                    <p:anim calcmode="lin" valueType="num">
                                      <p:cBhvr>
                                        <p:cTn id="2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Effect transition="in" filter="fade">
                                      <p:cBhvr>
                                        <p:cTn id="29" dur="1000"/>
                                        <p:tgtEl>
                                          <p:spTgt spid="7">
                                            <p:txEl>
                                              <p:pRg st="6" end="6"/>
                                            </p:txEl>
                                          </p:spTgt>
                                        </p:tgtEl>
                                      </p:cBhvr>
                                    </p:animEffect>
                                    <p:anim calcmode="lin" valueType="num">
                                      <p:cBhvr>
                                        <p:cTn id="3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
                                            <p:txEl>
                                              <p:pRg st="7" end="7"/>
                                            </p:txEl>
                                          </p:spTgt>
                                        </p:tgtEl>
                                        <p:attrNameLst>
                                          <p:attrName>style.visibility</p:attrName>
                                        </p:attrNameLst>
                                      </p:cBhvr>
                                      <p:to>
                                        <p:strVal val="visible"/>
                                      </p:to>
                                    </p:set>
                                    <p:animEffect transition="in" filter="fade">
                                      <p:cBhvr>
                                        <p:cTn id="34" dur="1000"/>
                                        <p:tgtEl>
                                          <p:spTgt spid="7">
                                            <p:txEl>
                                              <p:pRg st="7" end="7"/>
                                            </p:txEl>
                                          </p:spTgt>
                                        </p:tgtEl>
                                      </p:cBhvr>
                                    </p:animEffect>
                                    <p:anim calcmode="lin" valueType="num">
                                      <p:cBhvr>
                                        <p:cTn id="35"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EE041-867D-F1FA-5CA6-7C564728BAC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816C6E8-AE88-B4E5-55CC-0E7971C781FB}"/>
              </a:ext>
            </a:extLst>
          </p:cNvPr>
          <p:cNvSpPr>
            <a:spLocks noGrp="1"/>
          </p:cNvSpPr>
          <p:nvPr>
            <p:ph type="title"/>
          </p:nvPr>
        </p:nvSpPr>
        <p:spPr>
          <a:xfrm>
            <a:off x="406293" y="261746"/>
            <a:ext cx="10969943" cy="812590"/>
          </a:xfrm>
        </p:spPr>
        <p:txBody>
          <a:bodyPr>
            <a:normAutofit/>
          </a:bodyPr>
          <a:lstStyle/>
          <a:p>
            <a:r>
              <a:rPr lang="en-US" b="1" kern="1200">
                <a:latin typeface="Cooper Black" panose="0208090404030B020404" pitchFamily="18" charset="0"/>
              </a:rPr>
              <a:t>BTP Subscription Models</a:t>
            </a:r>
            <a:endParaRPr lang="en-US" b="1" kern="1200" dirty="0">
              <a:latin typeface="Cooper Black" panose="0208090404030B020404" pitchFamily="18" charset="0"/>
            </a:endParaRPr>
          </a:p>
        </p:txBody>
      </p:sp>
      <p:sp>
        <p:nvSpPr>
          <p:cNvPr id="3" name="Footer Placeholder 2">
            <a:extLst>
              <a:ext uri="{FF2B5EF4-FFF2-40B4-BE49-F238E27FC236}">
                <a16:creationId xmlns:a16="http://schemas.microsoft.com/office/drawing/2014/main" id="{40A6FC32-36B9-CE10-589D-EB45F4A3BDDC}"/>
              </a:ext>
            </a:extLst>
          </p:cNvPr>
          <p:cNvSpPr>
            <a:spLocks noGrp="1"/>
          </p:cNvSpPr>
          <p:nvPr>
            <p:ph type="ftr" sz="quarter" idx="11"/>
          </p:nvPr>
        </p:nvSpPr>
        <p:spPr>
          <a:xfrm>
            <a:off x="4164515" y="6355588"/>
            <a:ext cx="3859795" cy="365030"/>
          </a:xfrm>
        </p:spPr>
        <p:txBody>
          <a:bodyPr spcFirstLastPara="1" vert="horz" wrap="square" lIns="121888" tIns="60944" rIns="121888" bIns="60944" rtlCol="0" anchor="ctr" anchorCtr="0">
            <a:normAutofit fontScale="77500" lnSpcReduction="20000"/>
          </a:bodyPr>
          <a:lstStyle/>
          <a:p>
            <a:pPr marL="0" marR="0" lvl="0" indent="0" algn="ctr" defTabSz="1218987" rtl="0" eaLnBrk="1" fontAlgn="auto" latinLnBrk="0" hangingPunct="1">
              <a:lnSpc>
                <a:spcPct val="90000"/>
              </a:lnSpc>
              <a:spcBef>
                <a:spcPts val="0"/>
              </a:spcBef>
              <a:spcAft>
                <a:spcPts val="800"/>
              </a:spcAft>
              <a:buClrTx/>
              <a:buSzTx/>
              <a:buFontTx/>
              <a:buNone/>
              <a:tabLst/>
              <a:defRPr/>
            </a:pPr>
            <a:r>
              <a:rPr kumimoji="0" lang="en-US" sz="1600" b="0" i="0" u="none" strike="noStrike" kern="1200" cap="none" spc="0" normalizeH="0" baseline="0" noProof="0">
                <a:ln>
                  <a:noFill/>
                </a:ln>
                <a:solidFill>
                  <a:prstClr val="black">
                    <a:tint val="75000"/>
                  </a:prstClr>
                </a:solidFill>
                <a:effectLst/>
                <a:uLnTx/>
                <a:uFillTx/>
                <a:latin typeface="Calibri"/>
                <a:ea typeface="+mn-ea"/>
                <a:cs typeface="+mn-cs"/>
              </a:rPr>
              <a:t>www.anubhavtrainings.com</a:t>
            </a:r>
          </a:p>
        </p:txBody>
      </p:sp>
      <p:sp>
        <p:nvSpPr>
          <p:cNvPr id="4" name="Slide Number Placeholder 3">
            <a:extLst>
              <a:ext uri="{FF2B5EF4-FFF2-40B4-BE49-F238E27FC236}">
                <a16:creationId xmlns:a16="http://schemas.microsoft.com/office/drawing/2014/main" id="{3711606E-8A46-BBF5-96D7-332EB126DB97}"/>
              </a:ext>
            </a:extLst>
          </p:cNvPr>
          <p:cNvSpPr>
            <a:spLocks noGrp="1"/>
          </p:cNvSpPr>
          <p:nvPr>
            <p:ph type="sldNum" sz="quarter" idx="12"/>
          </p:nvPr>
        </p:nvSpPr>
        <p:spPr>
          <a:xfrm>
            <a:off x="8735324" y="6355588"/>
            <a:ext cx="2844059" cy="365030"/>
          </a:xfrm>
        </p:spPr>
        <p:txBody>
          <a:bodyPr spcFirstLastPara="1" vert="horz" wrap="square" lIns="121888" tIns="60944" rIns="121888" bIns="60944" rtlCol="0" anchor="ctr" anchorCtr="0">
            <a:normAutofit fontScale="77500" lnSpcReduction="20000"/>
          </a:bodyPr>
          <a:lstStyle/>
          <a:p>
            <a:pPr marL="0" marR="0" lvl="0" indent="0" algn="r" defTabSz="1218987" rtl="0" eaLnBrk="1" fontAlgn="auto" latinLnBrk="0" hangingPunct="1">
              <a:lnSpc>
                <a:spcPct val="90000"/>
              </a:lnSpc>
              <a:spcBef>
                <a:spcPts val="0"/>
              </a:spcBef>
              <a:spcAft>
                <a:spcPts val="800"/>
              </a:spcAft>
              <a:buClrTx/>
              <a:buSzTx/>
              <a:buFontTx/>
              <a:buNone/>
              <a:tabLst/>
              <a:defRPr/>
            </a:pPr>
            <a:fld id="{B6F15528-21DE-4FAA-801E-634DDDAF4B2B}" type="slidenum">
              <a:rPr kumimoji="0" lang="en-US" sz="16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1218987" rtl="0" eaLnBrk="1" fontAlgn="auto" latinLnBrk="0" hangingPunct="1">
                <a:lnSpc>
                  <a:spcPct val="90000"/>
                </a:lnSpc>
                <a:spcBef>
                  <a:spcPts val="0"/>
                </a:spcBef>
                <a:spcAft>
                  <a:spcPts val="800"/>
                </a:spcAft>
                <a:buClrTx/>
                <a:buSzTx/>
                <a:buFontTx/>
                <a:buNone/>
                <a:tabLst/>
                <a:defRPr/>
              </a:pPr>
              <a:t>6</a:t>
            </a:fld>
            <a:endParaRPr kumimoji="0" lang="en-US" sz="16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7172" name="Picture 4" descr="Commercial Models Available for Enterprise Accounts">
            <a:hlinkClick r:id="rId2"/>
            <a:extLst>
              <a:ext uri="{FF2B5EF4-FFF2-40B4-BE49-F238E27FC236}">
                <a16:creationId xmlns:a16="http://schemas.microsoft.com/office/drawing/2014/main" id="{05ADD24B-5A2B-B88C-09AC-78EFFB7122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441" y="1397529"/>
            <a:ext cx="9478815" cy="483320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0CAE4A3-2DB4-2376-A522-429EE1450143}"/>
              </a:ext>
            </a:extLst>
          </p:cNvPr>
          <p:cNvSpPr txBox="1"/>
          <p:nvPr/>
        </p:nvSpPr>
        <p:spPr>
          <a:xfrm>
            <a:off x="72" y="6265434"/>
            <a:ext cx="6094878" cy="307777"/>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Calibri"/>
                <a:ea typeface="+mn-ea"/>
                <a:cs typeface="+mn-cs"/>
              </a:rPr>
              <a:t>https://help.sap.com/docs/btp/sap-business-technology-platform</a:t>
            </a: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DBCF1E9-6514-334C-2391-5E2377F25F04}"/>
                  </a:ext>
                </a:extLst>
              </p14:cNvPr>
              <p14:cNvContentPartPr/>
              <p14:nvPr/>
            </p14:nvContentPartPr>
            <p14:xfrm>
              <a:off x="552240" y="909360"/>
              <a:ext cx="10818000" cy="5151600"/>
            </p14:xfrm>
          </p:contentPart>
        </mc:Choice>
        <mc:Fallback>
          <p:pic>
            <p:nvPicPr>
              <p:cNvPr id="2" name="Ink 1">
                <a:extLst>
                  <a:ext uri="{FF2B5EF4-FFF2-40B4-BE49-F238E27FC236}">
                    <a16:creationId xmlns:a16="http://schemas.microsoft.com/office/drawing/2014/main" id="{EDBCF1E9-6514-334C-2391-5E2377F25F04}"/>
                  </a:ext>
                </a:extLst>
              </p:cNvPr>
              <p:cNvPicPr/>
              <p:nvPr/>
            </p:nvPicPr>
            <p:blipFill>
              <a:blip r:embed="rId5"/>
              <a:stretch>
                <a:fillRect/>
              </a:stretch>
            </p:blipFill>
            <p:spPr>
              <a:xfrm>
                <a:off x="542880" y="900000"/>
                <a:ext cx="10836720" cy="5170320"/>
              </a:xfrm>
              <a:prstGeom prst="rect">
                <a:avLst/>
              </a:prstGeom>
            </p:spPr>
          </p:pic>
        </mc:Fallback>
      </mc:AlternateContent>
    </p:spTree>
    <p:extLst>
      <p:ext uri="{BB962C8B-B14F-4D97-AF65-F5344CB8AC3E}">
        <p14:creationId xmlns:p14="http://schemas.microsoft.com/office/powerpoint/2010/main" val="1032937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Tools to Setup</a:t>
            </a:r>
          </a:p>
        </p:txBody>
      </p:sp>
      <p:sp>
        <p:nvSpPr>
          <p:cNvPr id="6" name="TextBox 5">
            <a:extLst>
              <a:ext uri="{FF2B5EF4-FFF2-40B4-BE49-F238E27FC236}">
                <a16:creationId xmlns:a16="http://schemas.microsoft.com/office/drawing/2014/main" id="{6A0A19D8-C3C6-3EAF-E522-A7A51752E39E}"/>
              </a:ext>
            </a:extLst>
          </p:cNvPr>
          <p:cNvSpPr txBox="1"/>
          <p:nvPr/>
        </p:nvSpPr>
        <p:spPr>
          <a:xfrm>
            <a:off x="169734" y="908720"/>
            <a:ext cx="11665296" cy="2862322"/>
          </a:xfrm>
          <a:prstGeom prst="rect">
            <a:avLst/>
          </a:prstGeom>
          <a:noFill/>
        </p:spPr>
        <p:txBody>
          <a:bodyPr wrap="square">
            <a:spAutoFit/>
          </a:bodyPr>
          <a:lstStyle/>
          <a:p>
            <a:pPr marL="342797" marR="0" lvl="0" indent="-342797" algn="l" defTabSz="1218987"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schemeClr val="bg1"/>
                </a:solidFill>
                <a:effectLst/>
                <a:uLnTx/>
                <a:uFillTx/>
                <a:latin typeface="Segoe UI"/>
                <a:ea typeface="+mn-ea"/>
                <a:cs typeface="+mn-cs"/>
              </a:rPr>
              <a:t>Git Setup - </a:t>
            </a:r>
            <a:r>
              <a:rPr kumimoji="0" lang="en-US" sz="1800" b="0" i="0" u="none" strike="noStrike" kern="1200" cap="none" spc="0" normalizeH="0" baseline="0" noProof="0" dirty="0">
                <a:ln>
                  <a:noFill/>
                </a:ln>
                <a:solidFill>
                  <a:prstClr val="black"/>
                </a:solidFill>
                <a:effectLst/>
                <a:uLnTx/>
                <a:uFillTx/>
                <a:latin typeface="Segoe UI"/>
                <a:ea typeface="+mn-ea"/>
                <a:cs typeface="+mn-cs"/>
                <a:hlinkClick r:id="rId2"/>
              </a:rPr>
              <a:t>https://git-scm.com/downloads</a:t>
            </a: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a:p>
            <a:pPr marL="342797" marR="0" lvl="0" indent="-342797" algn="l" defTabSz="1218987"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chemeClr val="bg1"/>
              </a:solidFill>
              <a:effectLst/>
              <a:uLnTx/>
              <a:uFillTx/>
              <a:latin typeface="Segoe UI"/>
              <a:ea typeface="+mn-ea"/>
              <a:cs typeface="+mn-cs"/>
            </a:endParaRPr>
          </a:p>
          <a:p>
            <a:pPr marL="342797" marR="0" lvl="0" indent="-342797" algn="l" defTabSz="1218987"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schemeClr val="bg1"/>
                </a:solidFill>
                <a:effectLst/>
                <a:uLnTx/>
                <a:uFillTx/>
                <a:latin typeface="Segoe UI"/>
                <a:ea typeface="+mn-ea"/>
                <a:cs typeface="+mn-cs"/>
              </a:rPr>
              <a:t>CF CLI (Command Line Interface) Tool – allows to communicate/connect to CF</a:t>
            </a:r>
          </a:p>
          <a:p>
            <a:pPr marL="609493" marR="0" lvl="1"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hlinkClick r:id="rId3"/>
              </a:rPr>
              <a:t>https://github.com/cloudfoundry/cli/wiki/V6-CLI-Installation-Guide</a:t>
            </a: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a:p>
            <a:pPr>
              <a:defRPr/>
            </a:pPr>
            <a:endParaRPr kumimoji="0" lang="en-US" sz="1800" b="0" i="0" u="none" strike="noStrike" kern="1200" cap="none" spc="0" normalizeH="0" baseline="0" noProof="0" dirty="0">
              <a:ln>
                <a:noFill/>
              </a:ln>
              <a:solidFill>
                <a:schemeClr val="bg1"/>
              </a:solidFill>
              <a:effectLst/>
              <a:uLnTx/>
              <a:uFillTx/>
              <a:latin typeface="Segoe UI"/>
              <a:ea typeface="+mn-ea"/>
              <a:cs typeface="+mn-cs"/>
            </a:endParaRPr>
          </a:p>
          <a:p>
            <a:pPr>
              <a:defRPr/>
            </a:pPr>
            <a:r>
              <a:rPr kumimoji="0" lang="en-US" sz="1800" b="0" i="0" u="none" strike="noStrike" kern="1200" cap="none" spc="0" normalizeH="0" baseline="0" noProof="0" dirty="0">
                <a:ln>
                  <a:noFill/>
                </a:ln>
                <a:solidFill>
                  <a:schemeClr val="bg1"/>
                </a:solidFill>
                <a:effectLst/>
                <a:uLnTx/>
                <a:uFillTx/>
                <a:latin typeface="Segoe UI"/>
                <a:ea typeface="+mn-ea"/>
                <a:cs typeface="+mn-cs"/>
              </a:rPr>
              <a:t>3. Microsoft VS Code - </a:t>
            </a:r>
            <a:r>
              <a:rPr kumimoji="0" lang="en-US" sz="1800" b="0" i="0" u="none" strike="noStrike" kern="1200" cap="none" spc="0" normalizeH="0" baseline="0" noProof="0" dirty="0">
                <a:ln>
                  <a:noFill/>
                </a:ln>
                <a:solidFill>
                  <a:schemeClr val="bg1"/>
                </a:solidFill>
                <a:effectLst/>
                <a:uLnTx/>
                <a:uFillTx/>
                <a:latin typeface="Segoe UI"/>
                <a:ea typeface="+mn-ea"/>
                <a:cs typeface="+mn-cs"/>
                <a:hlinkClick r:id="rId4"/>
              </a:rPr>
              <a:t>https://code.visualstudio.com/download</a:t>
            </a:r>
            <a:endParaRPr kumimoji="0" lang="en-US" sz="1800" b="0" i="0" u="none" strike="noStrike" kern="1200" cap="none" spc="0" normalizeH="0" baseline="0" noProof="0" dirty="0">
              <a:ln>
                <a:noFill/>
              </a:ln>
              <a:solidFill>
                <a:schemeClr val="bg1"/>
              </a:solidFill>
              <a:effectLst/>
              <a:uLnTx/>
              <a:uFillTx/>
              <a:latin typeface="Segoe UI"/>
              <a:ea typeface="+mn-ea"/>
              <a:cs typeface="+mn-cs"/>
            </a:endParaRPr>
          </a:p>
          <a:p>
            <a:pPr>
              <a:defRPr/>
            </a:pPr>
            <a:endParaRPr kumimoji="0" lang="en-US" sz="1800" b="0" i="0" u="none" strike="noStrike" kern="1200" cap="none" spc="0" normalizeH="0" baseline="0" noProof="0" dirty="0">
              <a:ln>
                <a:noFill/>
              </a:ln>
              <a:solidFill>
                <a:schemeClr val="bg1"/>
              </a:solidFill>
              <a:effectLst/>
              <a:uLnTx/>
              <a:uFillTx/>
              <a:latin typeface="Segoe UI"/>
              <a:ea typeface="+mn-ea"/>
              <a:cs typeface="+mn-cs"/>
            </a:endParaRPr>
          </a:p>
          <a:p>
            <a:pPr>
              <a:defRPr/>
            </a:pPr>
            <a:endParaRPr kumimoji="0" lang="en-US" sz="1800" b="0" i="0" u="none" strike="noStrike" kern="1200" cap="none" spc="0" normalizeH="0" baseline="0" noProof="0" dirty="0">
              <a:ln>
                <a:noFill/>
              </a:ln>
              <a:solidFill>
                <a:schemeClr val="bg1"/>
              </a:solidFill>
              <a:effectLst/>
              <a:uLnTx/>
              <a:uFillTx/>
              <a:latin typeface="Segoe UI"/>
              <a:ea typeface="+mn-ea"/>
              <a:cs typeface="+mn-cs"/>
            </a:endParaRPr>
          </a:p>
          <a:p>
            <a:pPr>
              <a:defRPr/>
            </a:pPr>
            <a:endParaRPr kumimoji="0" lang="en-US" sz="1800" b="0" i="0" u="none" strike="noStrike" kern="1200" cap="none" spc="0" normalizeH="0" baseline="0" noProof="0" dirty="0">
              <a:ln>
                <a:noFill/>
              </a:ln>
              <a:solidFill>
                <a:schemeClr val="bg1"/>
              </a:solidFill>
              <a:effectLst/>
              <a:uLnTx/>
              <a:uFillTx/>
              <a:latin typeface="Segoe UI"/>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p:txBody>
      </p:sp>
    </p:spTree>
    <p:extLst>
      <p:ext uri="{BB962C8B-B14F-4D97-AF65-F5344CB8AC3E}">
        <p14:creationId xmlns:p14="http://schemas.microsoft.com/office/powerpoint/2010/main" val="234899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Create First Hello World App and Deploy</a:t>
            </a:r>
          </a:p>
        </p:txBody>
      </p:sp>
      <p:pic>
        <p:nvPicPr>
          <p:cNvPr id="1026" name="Picture 2" descr="Page 3 | Fast Computer Images - Free Download on Freepik">
            <a:extLst>
              <a:ext uri="{FF2B5EF4-FFF2-40B4-BE49-F238E27FC236}">
                <a16:creationId xmlns:a16="http://schemas.microsoft.com/office/drawing/2014/main" id="{CB17146D-A5AA-3AB6-25B8-46606A9857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8628" y="1844824"/>
            <a:ext cx="3429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2F0BE7D-9C4C-50F1-C3CD-BC16E8BB924F}"/>
              </a:ext>
            </a:extLst>
          </p:cNvPr>
          <p:cNvSpPr txBox="1"/>
          <p:nvPr/>
        </p:nvSpPr>
        <p:spPr>
          <a:xfrm>
            <a:off x="405780" y="1844824"/>
            <a:ext cx="6140244" cy="1569660"/>
          </a:xfrm>
          <a:prstGeom prst="rect">
            <a:avLst/>
          </a:prstGeom>
          <a:noFill/>
        </p:spPr>
        <p:txBody>
          <a:bodyPr wrap="square">
            <a:spAutoFit/>
          </a:bodyPr>
          <a:lstStyle/>
          <a:p>
            <a:r>
              <a:rPr lang="en-US" dirty="0">
                <a:hlinkClick r:id="rId3"/>
              </a:rPr>
              <a:t>https://github.com/soyuztechnologies/BTP_Architect_Training/blob/master/Day%201/helloworld.zip</a:t>
            </a:r>
            <a:endParaRPr lang="en-US" dirty="0"/>
          </a:p>
          <a:p>
            <a:endParaRPr lang="en-US" dirty="0"/>
          </a:p>
        </p:txBody>
      </p:sp>
    </p:spTree>
    <p:extLst>
      <p:ext uri="{BB962C8B-B14F-4D97-AF65-F5344CB8AC3E}">
        <p14:creationId xmlns:p14="http://schemas.microsoft.com/office/powerpoint/2010/main" val="3710963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4E98A-EA64-3596-9111-1DF7E971AAA9}"/>
              </a:ext>
            </a:extLst>
          </p:cNvPr>
          <p:cNvSpPr>
            <a:spLocks noGrp="1"/>
          </p:cNvSpPr>
          <p:nvPr>
            <p:ph type="title"/>
          </p:nvPr>
        </p:nvSpPr>
        <p:spPr/>
        <p:txBody>
          <a:bodyPr/>
          <a:lstStyle/>
          <a:p>
            <a:endParaRPr lang="en-IN"/>
          </a:p>
        </p:txBody>
      </p:sp>
      <p:grpSp>
        <p:nvGrpSpPr>
          <p:cNvPr id="13" name="Group 12">
            <a:extLst>
              <a:ext uri="{FF2B5EF4-FFF2-40B4-BE49-F238E27FC236}">
                <a16:creationId xmlns:a16="http://schemas.microsoft.com/office/drawing/2014/main" id="{CC00551B-903F-847E-A16B-806EFD45A474}"/>
              </a:ext>
            </a:extLst>
          </p:cNvPr>
          <p:cNvGrpSpPr/>
          <p:nvPr/>
        </p:nvGrpSpPr>
        <p:grpSpPr>
          <a:xfrm>
            <a:off x="8119605" y="4839070"/>
            <a:ext cx="2955960" cy="685080"/>
            <a:chOff x="8119605" y="4839070"/>
            <a:chExt cx="2955960" cy="68508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067F399B-E30E-0E9F-A494-6CCE22FFF7B6}"/>
                    </a:ext>
                  </a:extLst>
                </p14:cNvPr>
                <p14:cNvContentPartPr/>
                <p14:nvPr/>
              </p14:nvContentPartPr>
              <p14:xfrm>
                <a:off x="8119605" y="4839070"/>
                <a:ext cx="2955960" cy="685080"/>
              </p14:xfrm>
            </p:contentPart>
          </mc:Choice>
          <mc:Fallback>
            <p:pic>
              <p:nvPicPr>
                <p:cNvPr id="3" name="Ink 2">
                  <a:extLst>
                    <a:ext uri="{FF2B5EF4-FFF2-40B4-BE49-F238E27FC236}">
                      <a16:creationId xmlns:a16="http://schemas.microsoft.com/office/drawing/2014/main" id="{067F399B-E30E-0E9F-A494-6CCE22FFF7B6}"/>
                    </a:ext>
                  </a:extLst>
                </p:cNvPr>
                <p:cNvPicPr/>
                <p:nvPr/>
              </p:nvPicPr>
              <p:blipFill>
                <a:blip r:embed="rId3"/>
                <a:stretch>
                  <a:fillRect/>
                </a:stretch>
              </p:blipFill>
              <p:spPr>
                <a:xfrm>
                  <a:off x="8110605" y="4830070"/>
                  <a:ext cx="2973600" cy="7027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E8C052C9-9F86-CD60-9713-895038B5D74A}"/>
                    </a:ext>
                  </a:extLst>
                </p14:cNvPr>
                <p14:cNvContentPartPr/>
                <p14:nvPr/>
              </p14:nvContentPartPr>
              <p14:xfrm>
                <a:off x="9111045" y="5070190"/>
                <a:ext cx="38520" cy="274320"/>
              </p14:xfrm>
            </p:contentPart>
          </mc:Choice>
          <mc:Fallback>
            <p:pic>
              <p:nvPicPr>
                <p:cNvPr id="4" name="Ink 3">
                  <a:extLst>
                    <a:ext uri="{FF2B5EF4-FFF2-40B4-BE49-F238E27FC236}">
                      <a16:creationId xmlns:a16="http://schemas.microsoft.com/office/drawing/2014/main" id="{E8C052C9-9F86-CD60-9713-895038B5D74A}"/>
                    </a:ext>
                  </a:extLst>
                </p:cNvPr>
                <p:cNvPicPr/>
                <p:nvPr/>
              </p:nvPicPr>
              <p:blipFill>
                <a:blip r:embed="rId5"/>
                <a:stretch>
                  <a:fillRect/>
                </a:stretch>
              </p:blipFill>
              <p:spPr>
                <a:xfrm>
                  <a:off x="9102405" y="5061190"/>
                  <a:ext cx="56160" cy="291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9BCCF2D1-4A83-A3DA-4C29-30E366B2B452}"/>
                    </a:ext>
                  </a:extLst>
                </p14:cNvPr>
                <p14:cNvContentPartPr/>
                <p14:nvPr/>
              </p14:nvContentPartPr>
              <p14:xfrm>
                <a:off x="8988645" y="5263510"/>
                <a:ext cx="280080" cy="47520"/>
              </p14:xfrm>
            </p:contentPart>
          </mc:Choice>
          <mc:Fallback>
            <p:pic>
              <p:nvPicPr>
                <p:cNvPr id="5" name="Ink 4">
                  <a:extLst>
                    <a:ext uri="{FF2B5EF4-FFF2-40B4-BE49-F238E27FC236}">
                      <a16:creationId xmlns:a16="http://schemas.microsoft.com/office/drawing/2014/main" id="{9BCCF2D1-4A83-A3DA-4C29-30E366B2B452}"/>
                    </a:ext>
                  </a:extLst>
                </p:cNvPr>
                <p:cNvPicPr/>
                <p:nvPr/>
              </p:nvPicPr>
              <p:blipFill>
                <a:blip r:embed="rId7"/>
                <a:stretch>
                  <a:fillRect/>
                </a:stretch>
              </p:blipFill>
              <p:spPr>
                <a:xfrm>
                  <a:off x="8980005" y="5254510"/>
                  <a:ext cx="29772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ECABBBAC-C3DB-CFA7-75D0-51750D2B21EB}"/>
                    </a:ext>
                  </a:extLst>
                </p14:cNvPr>
                <p14:cNvContentPartPr/>
                <p14:nvPr/>
              </p14:nvContentPartPr>
              <p14:xfrm>
                <a:off x="9068565" y="5031310"/>
                <a:ext cx="180360" cy="79920"/>
              </p14:xfrm>
            </p:contentPart>
          </mc:Choice>
          <mc:Fallback>
            <p:pic>
              <p:nvPicPr>
                <p:cNvPr id="6" name="Ink 5">
                  <a:extLst>
                    <a:ext uri="{FF2B5EF4-FFF2-40B4-BE49-F238E27FC236}">
                      <a16:creationId xmlns:a16="http://schemas.microsoft.com/office/drawing/2014/main" id="{ECABBBAC-C3DB-CFA7-75D0-51750D2B21EB}"/>
                    </a:ext>
                  </a:extLst>
                </p:cNvPr>
                <p:cNvPicPr/>
                <p:nvPr/>
              </p:nvPicPr>
              <p:blipFill>
                <a:blip r:embed="rId9"/>
                <a:stretch>
                  <a:fillRect/>
                </a:stretch>
              </p:blipFill>
              <p:spPr>
                <a:xfrm>
                  <a:off x="9059565" y="5022310"/>
                  <a:ext cx="198000" cy="975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F2B496FF-6014-E224-7BAA-38B658E0A520}"/>
                    </a:ext>
                  </a:extLst>
                </p14:cNvPr>
                <p14:cNvContentPartPr/>
                <p14:nvPr/>
              </p14:nvContentPartPr>
              <p14:xfrm>
                <a:off x="9270885" y="5129950"/>
                <a:ext cx="143640" cy="155520"/>
              </p14:xfrm>
            </p:contentPart>
          </mc:Choice>
          <mc:Fallback>
            <p:pic>
              <p:nvPicPr>
                <p:cNvPr id="7" name="Ink 6">
                  <a:extLst>
                    <a:ext uri="{FF2B5EF4-FFF2-40B4-BE49-F238E27FC236}">
                      <a16:creationId xmlns:a16="http://schemas.microsoft.com/office/drawing/2014/main" id="{F2B496FF-6014-E224-7BAA-38B658E0A520}"/>
                    </a:ext>
                  </a:extLst>
                </p:cNvPr>
                <p:cNvPicPr/>
                <p:nvPr/>
              </p:nvPicPr>
              <p:blipFill>
                <a:blip r:embed="rId11"/>
                <a:stretch>
                  <a:fillRect/>
                </a:stretch>
              </p:blipFill>
              <p:spPr>
                <a:xfrm>
                  <a:off x="9262245" y="5121310"/>
                  <a:ext cx="16128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2133C019-BE2A-B25C-4D9A-3A9A275AD907}"/>
                    </a:ext>
                  </a:extLst>
                </p14:cNvPr>
                <p14:cNvContentPartPr/>
                <p14:nvPr/>
              </p14:nvContentPartPr>
              <p14:xfrm>
                <a:off x="9483645" y="5116990"/>
                <a:ext cx="116640" cy="131760"/>
              </p14:xfrm>
            </p:contentPart>
          </mc:Choice>
          <mc:Fallback>
            <p:pic>
              <p:nvPicPr>
                <p:cNvPr id="8" name="Ink 7">
                  <a:extLst>
                    <a:ext uri="{FF2B5EF4-FFF2-40B4-BE49-F238E27FC236}">
                      <a16:creationId xmlns:a16="http://schemas.microsoft.com/office/drawing/2014/main" id="{2133C019-BE2A-B25C-4D9A-3A9A275AD907}"/>
                    </a:ext>
                  </a:extLst>
                </p:cNvPr>
                <p:cNvPicPr/>
                <p:nvPr/>
              </p:nvPicPr>
              <p:blipFill>
                <a:blip r:embed="rId13"/>
                <a:stretch>
                  <a:fillRect/>
                </a:stretch>
              </p:blipFill>
              <p:spPr>
                <a:xfrm>
                  <a:off x="9474645" y="5107990"/>
                  <a:ext cx="13428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E07F0D0B-21A2-D057-D068-0DCBA936505F}"/>
                    </a:ext>
                  </a:extLst>
                </p14:cNvPr>
                <p14:cNvContentPartPr/>
                <p14:nvPr/>
              </p14:nvContentPartPr>
              <p14:xfrm>
                <a:off x="9711885" y="5037070"/>
                <a:ext cx="89280" cy="244440"/>
              </p14:xfrm>
            </p:contentPart>
          </mc:Choice>
          <mc:Fallback>
            <p:pic>
              <p:nvPicPr>
                <p:cNvPr id="9" name="Ink 8">
                  <a:extLst>
                    <a:ext uri="{FF2B5EF4-FFF2-40B4-BE49-F238E27FC236}">
                      <a16:creationId xmlns:a16="http://schemas.microsoft.com/office/drawing/2014/main" id="{E07F0D0B-21A2-D057-D068-0DCBA936505F}"/>
                    </a:ext>
                  </a:extLst>
                </p:cNvPr>
                <p:cNvPicPr/>
                <p:nvPr/>
              </p:nvPicPr>
              <p:blipFill>
                <a:blip r:embed="rId15"/>
                <a:stretch>
                  <a:fillRect/>
                </a:stretch>
              </p:blipFill>
              <p:spPr>
                <a:xfrm>
                  <a:off x="9702885" y="5028430"/>
                  <a:ext cx="10692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C1C9900B-1578-D5D0-C107-5036C9BB428E}"/>
                    </a:ext>
                  </a:extLst>
                </p14:cNvPr>
                <p14:cNvContentPartPr/>
                <p14:nvPr/>
              </p14:nvContentPartPr>
              <p14:xfrm>
                <a:off x="10210485" y="5052190"/>
                <a:ext cx="186840" cy="258840"/>
              </p14:xfrm>
            </p:contentPart>
          </mc:Choice>
          <mc:Fallback>
            <p:pic>
              <p:nvPicPr>
                <p:cNvPr id="10" name="Ink 9">
                  <a:extLst>
                    <a:ext uri="{FF2B5EF4-FFF2-40B4-BE49-F238E27FC236}">
                      <a16:creationId xmlns:a16="http://schemas.microsoft.com/office/drawing/2014/main" id="{C1C9900B-1578-D5D0-C107-5036C9BB428E}"/>
                    </a:ext>
                  </a:extLst>
                </p:cNvPr>
                <p:cNvPicPr/>
                <p:nvPr/>
              </p:nvPicPr>
              <p:blipFill>
                <a:blip r:embed="rId17"/>
                <a:stretch>
                  <a:fillRect/>
                </a:stretch>
              </p:blipFill>
              <p:spPr>
                <a:xfrm>
                  <a:off x="10201485" y="5043550"/>
                  <a:ext cx="204480" cy="2764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B5BA29F6-856A-315E-64A4-5943DBD79328}"/>
                    </a:ext>
                  </a:extLst>
                </p14:cNvPr>
                <p14:cNvContentPartPr/>
                <p14:nvPr/>
              </p14:nvContentPartPr>
              <p14:xfrm>
                <a:off x="10250445" y="5147230"/>
                <a:ext cx="340920" cy="162360"/>
              </p14:xfrm>
            </p:contentPart>
          </mc:Choice>
          <mc:Fallback>
            <p:pic>
              <p:nvPicPr>
                <p:cNvPr id="11" name="Ink 10">
                  <a:extLst>
                    <a:ext uri="{FF2B5EF4-FFF2-40B4-BE49-F238E27FC236}">
                      <a16:creationId xmlns:a16="http://schemas.microsoft.com/office/drawing/2014/main" id="{B5BA29F6-856A-315E-64A4-5943DBD79328}"/>
                    </a:ext>
                  </a:extLst>
                </p:cNvPr>
                <p:cNvPicPr/>
                <p:nvPr/>
              </p:nvPicPr>
              <p:blipFill>
                <a:blip r:embed="rId19"/>
                <a:stretch>
                  <a:fillRect/>
                </a:stretch>
              </p:blipFill>
              <p:spPr>
                <a:xfrm>
                  <a:off x="10241445" y="5138590"/>
                  <a:ext cx="35856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195B33EB-AA70-F7B7-F9F5-B1C104C140BB}"/>
                    </a:ext>
                  </a:extLst>
                </p14:cNvPr>
                <p14:cNvContentPartPr/>
                <p14:nvPr/>
              </p14:nvContentPartPr>
              <p14:xfrm>
                <a:off x="10605765" y="5114830"/>
                <a:ext cx="128160" cy="151200"/>
              </p14:xfrm>
            </p:contentPart>
          </mc:Choice>
          <mc:Fallback>
            <p:pic>
              <p:nvPicPr>
                <p:cNvPr id="12" name="Ink 11">
                  <a:extLst>
                    <a:ext uri="{FF2B5EF4-FFF2-40B4-BE49-F238E27FC236}">
                      <a16:creationId xmlns:a16="http://schemas.microsoft.com/office/drawing/2014/main" id="{195B33EB-AA70-F7B7-F9F5-B1C104C140BB}"/>
                    </a:ext>
                  </a:extLst>
                </p:cNvPr>
                <p:cNvPicPr/>
                <p:nvPr/>
              </p:nvPicPr>
              <p:blipFill>
                <a:blip r:embed="rId21"/>
                <a:stretch>
                  <a:fillRect/>
                </a:stretch>
              </p:blipFill>
              <p:spPr>
                <a:xfrm>
                  <a:off x="10597125" y="5106190"/>
                  <a:ext cx="145800" cy="168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2">
            <p14:nvContentPartPr>
              <p14:cNvPr id="76" name="Ink 75">
                <a:extLst>
                  <a:ext uri="{FF2B5EF4-FFF2-40B4-BE49-F238E27FC236}">
                    <a16:creationId xmlns:a16="http://schemas.microsoft.com/office/drawing/2014/main" id="{6ABB6172-8638-1158-9624-34955A9552FA}"/>
                  </a:ext>
                </a:extLst>
              </p14:cNvPr>
              <p14:cNvContentPartPr/>
              <p14:nvPr/>
            </p14:nvContentPartPr>
            <p14:xfrm>
              <a:off x="6026565" y="1425550"/>
              <a:ext cx="41400" cy="157320"/>
            </p14:xfrm>
          </p:contentPart>
        </mc:Choice>
        <mc:Fallback>
          <p:pic>
            <p:nvPicPr>
              <p:cNvPr id="76" name="Ink 75">
                <a:extLst>
                  <a:ext uri="{FF2B5EF4-FFF2-40B4-BE49-F238E27FC236}">
                    <a16:creationId xmlns:a16="http://schemas.microsoft.com/office/drawing/2014/main" id="{6ABB6172-8638-1158-9624-34955A9552FA}"/>
                  </a:ext>
                </a:extLst>
              </p:cNvPr>
              <p:cNvPicPr/>
              <p:nvPr/>
            </p:nvPicPr>
            <p:blipFill>
              <a:blip r:embed="rId23"/>
              <a:stretch>
                <a:fillRect/>
              </a:stretch>
            </p:blipFill>
            <p:spPr>
              <a:xfrm>
                <a:off x="6017925" y="1416910"/>
                <a:ext cx="5904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81" name="Ink 80">
                <a:extLst>
                  <a:ext uri="{FF2B5EF4-FFF2-40B4-BE49-F238E27FC236}">
                    <a16:creationId xmlns:a16="http://schemas.microsoft.com/office/drawing/2014/main" id="{CF40C779-0D23-F34E-C0F5-9C14838D7E36}"/>
                  </a:ext>
                </a:extLst>
              </p14:cNvPr>
              <p14:cNvContentPartPr/>
              <p14:nvPr/>
            </p14:nvContentPartPr>
            <p14:xfrm>
              <a:off x="6128085" y="4904950"/>
              <a:ext cx="6480" cy="166680"/>
            </p14:xfrm>
          </p:contentPart>
        </mc:Choice>
        <mc:Fallback>
          <p:pic>
            <p:nvPicPr>
              <p:cNvPr id="81" name="Ink 80">
                <a:extLst>
                  <a:ext uri="{FF2B5EF4-FFF2-40B4-BE49-F238E27FC236}">
                    <a16:creationId xmlns:a16="http://schemas.microsoft.com/office/drawing/2014/main" id="{CF40C779-0D23-F34E-C0F5-9C14838D7E36}"/>
                  </a:ext>
                </a:extLst>
              </p:cNvPr>
              <p:cNvPicPr/>
              <p:nvPr/>
            </p:nvPicPr>
            <p:blipFill>
              <a:blip r:embed="rId25"/>
              <a:stretch>
                <a:fillRect/>
              </a:stretch>
            </p:blipFill>
            <p:spPr>
              <a:xfrm>
                <a:off x="6119085" y="4896310"/>
                <a:ext cx="2412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82" name="Ink 81">
                <a:extLst>
                  <a:ext uri="{FF2B5EF4-FFF2-40B4-BE49-F238E27FC236}">
                    <a16:creationId xmlns:a16="http://schemas.microsoft.com/office/drawing/2014/main" id="{E2CAD095-579E-E4D3-B762-2E45522D15CC}"/>
                  </a:ext>
                </a:extLst>
              </p14:cNvPr>
              <p14:cNvContentPartPr/>
              <p14:nvPr/>
            </p14:nvContentPartPr>
            <p14:xfrm>
              <a:off x="6156885" y="5516590"/>
              <a:ext cx="29880" cy="613800"/>
            </p14:xfrm>
          </p:contentPart>
        </mc:Choice>
        <mc:Fallback>
          <p:pic>
            <p:nvPicPr>
              <p:cNvPr id="82" name="Ink 81">
                <a:extLst>
                  <a:ext uri="{FF2B5EF4-FFF2-40B4-BE49-F238E27FC236}">
                    <a16:creationId xmlns:a16="http://schemas.microsoft.com/office/drawing/2014/main" id="{E2CAD095-579E-E4D3-B762-2E45522D15CC}"/>
                  </a:ext>
                </a:extLst>
              </p:cNvPr>
              <p:cNvPicPr/>
              <p:nvPr/>
            </p:nvPicPr>
            <p:blipFill>
              <a:blip r:embed="rId27"/>
              <a:stretch>
                <a:fillRect/>
              </a:stretch>
            </p:blipFill>
            <p:spPr>
              <a:xfrm>
                <a:off x="6147885" y="5507590"/>
                <a:ext cx="47520" cy="631440"/>
              </a:xfrm>
              <a:prstGeom prst="rect">
                <a:avLst/>
              </a:prstGeom>
            </p:spPr>
          </p:pic>
        </mc:Fallback>
      </mc:AlternateContent>
      <p:grpSp>
        <p:nvGrpSpPr>
          <p:cNvPr id="109" name="Group 108">
            <a:extLst>
              <a:ext uri="{FF2B5EF4-FFF2-40B4-BE49-F238E27FC236}">
                <a16:creationId xmlns:a16="http://schemas.microsoft.com/office/drawing/2014/main" id="{45B3B619-206B-7C9D-B377-49D6208815B6}"/>
              </a:ext>
            </a:extLst>
          </p:cNvPr>
          <p:cNvGrpSpPr/>
          <p:nvPr/>
        </p:nvGrpSpPr>
        <p:grpSpPr>
          <a:xfrm>
            <a:off x="8982525" y="991030"/>
            <a:ext cx="887040" cy="239400"/>
            <a:chOff x="8982525" y="991030"/>
            <a:chExt cx="887040" cy="239400"/>
          </a:xfrm>
        </p:grpSpPr>
        <mc:AlternateContent xmlns:mc="http://schemas.openxmlformats.org/markup-compatibility/2006">
          <mc:Choice xmlns:p14="http://schemas.microsoft.com/office/powerpoint/2010/main" Requires="p14">
            <p:contentPart p14:bwMode="auto" r:id="rId28">
              <p14:nvContentPartPr>
                <p14:cNvPr id="100" name="Ink 99">
                  <a:extLst>
                    <a:ext uri="{FF2B5EF4-FFF2-40B4-BE49-F238E27FC236}">
                      <a16:creationId xmlns:a16="http://schemas.microsoft.com/office/drawing/2014/main" id="{D08631C4-E04E-3E4A-5F70-781BDDC5D573}"/>
                    </a:ext>
                  </a:extLst>
                </p14:cNvPr>
                <p14:cNvContentPartPr/>
                <p14:nvPr/>
              </p14:nvContentPartPr>
              <p14:xfrm>
                <a:off x="8992605" y="1105150"/>
                <a:ext cx="28080" cy="97920"/>
              </p14:xfrm>
            </p:contentPart>
          </mc:Choice>
          <mc:Fallback>
            <p:pic>
              <p:nvPicPr>
                <p:cNvPr id="100" name="Ink 99">
                  <a:extLst>
                    <a:ext uri="{FF2B5EF4-FFF2-40B4-BE49-F238E27FC236}">
                      <a16:creationId xmlns:a16="http://schemas.microsoft.com/office/drawing/2014/main" id="{D08631C4-E04E-3E4A-5F70-781BDDC5D573}"/>
                    </a:ext>
                  </a:extLst>
                </p:cNvPr>
                <p:cNvPicPr/>
                <p:nvPr/>
              </p:nvPicPr>
              <p:blipFill>
                <a:blip r:embed="rId29"/>
                <a:stretch>
                  <a:fillRect/>
                </a:stretch>
              </p:blipFill>
              <p:spPr>
                <a:xfrm>
                  <a:off x="8983605" y="1096510"/>
                  <a:ext cx="4572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01" name="Ink 100">
                  <a:extLst>
                    <a:ext uri="{FF2B5EF4-FFF2-40B4-BE49-F238E27FC236}">
                      <a16:creationId xmlns:a16="http://schemas.microsoft.com/office/drawing/2014/main" id="{F56D9B71-FBF3-53C3-C1DC-94F60597D9C3}"/>
                    </a:ext>
                  </a:extLst>
                </p14:cNvPr>
                <p14:cNvContentPartPr/>
                <p14:nvPr/>
              </p14:nvContentPartPr>
              <p14:xfrm>
                <a:off x="8982525" y="1009390"/>
                <a:ext cx="300240" cy="221040"/>
              </p14:xfrm>
            </p:contentPart>
          </mc:Choice>
          <mc:Fallback>
            <p:pic>
              <p:nvPicPr>
                <p:cNvPr id="101" name="Ink 100">
                  <a:extLst>
                    <a:ext uri="{FF2B5EF4-FFF2-40B4-BE49-F238E27FC236}">
                      <a16:creationId xmlns:a16="http://schemas.microsoft.com/office/drawing/2014/main" id="{F56D9B71-FBF3-53C3-C1DC-94F60597D9C3}"/>
                    </a:ext>
                  </a:extLst>
                </p:cNvPr>
                <p:cNvPicPr/>
                <p:nvPr/>
              </p:nvPicPr>
              <p:blipFill>
                <a:blip r:embed="rId31"/>
                <a:stretch>
                  <a:fillRect/>
                </a:stretch>
              </p:blipFill>
              <p:spPr>
                <a:xfrm>
                  <a:off x="8973525" y="1000390"/>
                  <a:ext cx="31788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02" name="Ink 101">
                  <a:extLst>
                    <a:ext uri="{FF2B5EF4-FFF2-40B4-BE49-F238E27FC236}">
                      <a16:creationId xmlns:a16="http://schemas.microsoft.com/office/drawing/2014/main" id="{093EAA26-DBF7-5353-111E-B55DDF189448}"/>
                    </a:ext>
                  </a:extLst>
                </p14:cNvPr>
                <p14:cNvContentPartPr/>
                <p14:nvPr/>
              </p14:nvContentPartPr>
              <p14:xfrm>
                <a:off x="9382845" y="1036030"/>
                <a:ext cx="175320" cy="165600"/>
              </p14:xfrm>
            </p:contentPart>
          </mc:Choice>
          <mc:Fallback>
            <p:pic>
              <p:nvPicPr>
                <p:cNvPr id="102" name="Ink 101">
                  <a:extLst>
                    <a:ext uri="{FF2B5EF4-FFF2-40B4-BE49-F238E27FC236}">
                      <a16:creationId xmlns:a16="http://schemas.microsoft.com/office/drawing/2014/main" id="{093EAA26-DBF7-5353-111E-B55DDF189448}"/>
                    </a:ext>
                  </a:extLst>
                </p:cNvPr>
                <p:cNvPicPr/>
                <p:nvPr/>
              </p:nvPicPr>
              <p:blipFill>
                <a:blip r:embed="rId33"/>
                <a:stretch>
                  <a:fillRect/>
                </a:stretch>
              </p:blipFill>
              <p:spPr>
                <a:xfrm>
                  <a:off x="9374205" y="1027390"/>
                  <a:ext cx="19296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03" name="Ink 102">
                  <a:extLst>
                    <a:ext uri="{FF2B5EF4-FFF2-40B4-BE49-F238E27FC236}">
                      <a16:creationId xmlns:a16="http://schemas.microsoft.com/office/drawing/2014/main" id="{C4C109F5-55C2-627F-7499-12A53FA69A77}"/>
                    </a:ext>
                  </a:extLst>
                </p14:cNvPr>
                <p14:cNvContentPartPr/>
                <p14:nvPr/>
              </p14:nvContentPartPr>
              <p14:xfrm>
                <a:off x="9678405" y="991030"/>
                <a:ext cx="191160" cy="218520"/>
              </p14:xfrm>
            </p:contentPart>
          </mc:Choice>
          <mc:Fallback>
            <p:pic>
              <p:nvPicPr>
                <p:cNvPr id="103" name="Ink 102">
                  <a:extLst>
                    <a:ext uri="{FF2B5EF4-FFF2-40B4-BE49-F238E27FC236}">
                      <a16:creationId xmlns:a16="http://schemas.microsoft.com/office/drawing/2014/main" id="{C4C109F5-55C2-627F-7499-12A53FA69A77}"/>
                    </a:ext>
                  </a:extLst>
                </p:cNvPr>
                <p:cNvPicPr/>
                <p:nvPr/>
              </p:nvPicPr>
              <p:blipFill>
                <a:blip r:embed="rId35"/>
                <a:stretch>
                  <a:fillRect/>
                </a:stretch>
              </p:blipFill>
              <p:spPr>
                <a:xfrm>
                  <a:off x="9669765" y="982390"/>
                  <a:ext cx="208800" cy="236160"/>
                </a:xfrm>
                <a:prstGeom prst="rect">
                  <a:avLst/>
                </a:prstGeom>
              </p:spPr>
            </p:pic>
          </mc:Fallback>
        </mc:AlternateContent>
      </p:grpSp>
      <p:grpSp>
        <p:nvGrpSpPr>
          <p:cNvPr id="108" name="Group 107">
            <a:extLst>
              <a:ext uri="{FF2B5EF4-FFF2-40B4-BE49-F238E27FC236}">
                <a16:creationId xmlns:a16="http://schemas.microsoft.com/office/drawing/2014/main" id="{1368F2F2-739F-5FBB-4632-19DE04E125B5}"/>
              </a:ext>
            </a:extLst>
          </p:cNvPr>
          <p:cNvGrpSpPr/>
          <p:nvPr/>
        </p:nvGrpSpPr>
        <p:grpSpPr>
          <a:xfrm>
            <a:off x="1843365" y="1061950"/>
            <a:ext cx="780120" cy="321120"/>
            <a:chOff x="1843365" y="1061950"/>
            <a:chExt cx="780120" cy="321120"/>
          </a:xfrm>
        </p:grpSpPr>
        <mc:AlternateContent xmlns:mc="http://schemas.openxmlformats.org/markup-compatibility/2006">
          <mc:Choice xmlns:p14="http://schemas.microsoft.com/office/powerpoint/2010/main" Requires="p14">
            <p:contentPart p14:bwMode="auto" r:id="rId36">
              <p14:nvContentPartPr>
                <p14:cNvPr id="104" name="Ink 103">
                  <a:extLst>
                    <a:ext uri="{FF2B5EF4-FFF2-40B4-BE49-F238E27FC236}">
                      <a16:creationId xmlns:a16="http://schemas.microsoft.com/office/drawing/2014/main" id="{9F98921C-17AF-4538-20BB-7C9674C881C6}"/>
                    </a:ext>
                  </a:extLst>
                </p14:cNvPr>
                <p14:cNvContentPartPr/>
                <p14:nvPr/>
              </p14:nvContentPartPr>
              <p14:xfrm>
                <a:off x="1843365" y="1107670"/>
                <a:ext cx="172800" cy="275400"/>
              </p14:xfrm>
            </p:contentPart>
          </mc:Choice>
          <mc:Fallback>
            <p:pic>
              <p:nvPicPr>
                <p:cNvPr id="104" name="Ink 103">
                  <a:extLst>
                    <a:ext uri="{FF2B5EF4-FFF2-40B4-BE49-F238E27FC236}">
                      <a16:creationId xmlns:a16="http://schemas.microsoft.com/office/drawing/2014/main" id="{9F98921C-17AF-4538-20BB-7C9674C881C6}"/>
                    </a:ext>
                  </a:extLst>
                </p:cNvPr>
                <p:cNvPicPr/>
                <p:nvPr/>
              </p:nvPicPr>
              <p:blipFill>
                <a:blip r:embed="rId37"/>
                <a:stretch>
                  <a:fillRect/>
                </a:stretch>
              </p:blipFill>
              <p:spPr>
                <a:xfrm>
                  <a:off x="1834365" y="1098670"/>
                  <a:ext cx="190440" cy="2930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05" name="Ink 104">
                  <a:extLst>
                    <a:ext uri="{FF2B5EF4-FFF2-40B4-BE49-F238E27FC236}">
                      <a16:creationId xmlns:a16="http://schemas.microsoft.com/office/drawing/2014/main" id="{BF91C50B-A420-82ED-C641-6800BC2884BE}"/>
                    </a:ext>
                  </a:extLst>
                </p14:cNvPr>
                <p14:cNvContentPartPr/>
                <p14:nvPr/>
              </p14:nvContentPartPr>
              <p14:xfrm>
                <a:off x="2096445" y="1223950"/>
                <a:ext cx="116280" cy="108360"/>
              </p14:xfrm>
            </p:contentPart>
          </mc:Choice>
          <mc:Fallback>
            <p:pic>
              <p:nvPicPr>
                <p:cNvPr id="105" name="Ink 104">
                  <a:extLst>
                    <a:ext uri="{FF2B5EF4-FFF2-40B4-BE49-F238E27FC236}">
                      <a16:creationId xmlns:a16="http://schemas.microsoft.com/office/drawing/2014/main" id="{BF91C50B-A420-82ED-C641-6800BC2884BE}"/>
                    </a:ext>
                  </a:extLst>
                </p:cNvPr>
                <p:cNvPicPr/>
                <p:nvPr/>
              </p:nvPicPr>
              <p:blipFill>
                <a:blip r:embed="rId39"/>
                <a:stretch>
                  <a:fillRect/>
                </a:stretch>
              </p:blipFill>
              <p:spPr>
                <a:xfrm>
                  <a:off x="2087445" y="1214950"/>
                  <a:ext cx="13392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06" name="Ink 105">
                  <a:extLst>
                    <a:ext uri="{FF2B5EF4-FFF2-40B4-BE49-F238E27FC236}">
                      <a16:creationId xmlns:a16="http://schemas.microsoft.com/office/drawing/2014/main" id="{19D42740-C046-1F71-02EC-7544BC071473}"/>
                    </a:ext>
                  </a:extLst>
                </p14:cNvPr>
                <p14:cNvContentPartPr/>
                <p14:nvPr/>
              </p14:nvContentPartPr>
              <p14:xfrm>
                <a:off x="2201565" y="1200190"/>
                <a:ext cx="100440" cy="124920"/>
              </p14:xfrm>
            </p:contentPart>
          </mc:Choice>
          <mc:Fallback>
            <p:pic>
              <p:nvPicPr>
                <p:cNvPr id="106" name="Ink 105">
                  <a:extLst>
                    <a:ext uri="{FF2B5EF4-FFF2-40B4-BE49-F238E27FC236}">
                      <a16:creationId xmlns:a16="http://schemas.microsoft.com/office/drawing/2014/main" id="{19D42740-C046-1F71-02EC-7544BC071473}"/>
                    </a:ext>
                  </a:extLst>
                </p:cNvPr>
                <p:cNvPicPr/>
                <p:nvPr/>
              </p:nvPicPr>
              <p:blipFill>
                <a:blip r:embed="rId41"/>
                <a:stretch>
                  <a:fillRect/>
                </a:stretch>
              </p:blipFill>
              <p:spPr>
                <a:xfrm>
                  <a:off x="2192925" y="1191190"/>
                  <a:ext cx="11808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07" name="Ink 106">
                  <a:extLst>
                    <a:ext uri="{FF2B5EF4-FFF2-40B4-BE49-F238E27FC236}">
                      <a16:creationId xmlns:a16="http://schemas.microsoft.com/office/drawing/2014/main" id="{69BCFADA-F587-8955-E57D-180C066F714E}"/>
                    </a:ext>
                  </a:extLst>
                </p14:cNvPr>
                <p14:cNvContentPartPr/>
                <p14:nvPr/>
              </p14:nvContentPartPr>
              <p14:xfrm>
                <a:off x="2350245" y="1061950"/>
                <a:ext cx="273240" cy="252360"/>
              </p14:xfrm>
            </p:contentPart>
          </mc:Choice>
          <mc:Fallback>
            <p:pic>
              <p:nvPicPr>
                <p:cNvPr id="107" name="Ink 106">
                  <a:extLst>
                    <a:ext uri="{FF2B5EF4-FFF2-40B4-BE49-F238E27FC236}">
                      <a16:creationId xmlns:a16="http://schemas.microsoft.com/office/drawing/2014/main" id="{69BCFADA-F587-8955-E57D-180C066F714E}"/>
                    </a:ext>
                  </a:extLst>
                </p:cNvPr>
                <p:cNvPicPr/>
                <p:nvPr/>
              </p:nvPicPr>
              <p:blipFill>
                <a:blip r:embed="rId43"/>
                <a:stretch>
                  <a:fillRect/>
                </a:stretch>
              </p:blipFill>
              <p:spPr>
                <a:xfrm>
                  <a:off x="2341245" y="1052950"/>
                  <a:ext cx="290880" cy="270000"/>
                </a:xfrm>
                <a:prstGeom prst="rect">
                  <a:avLst/>
                </a:prstGeom>
              </p:spPr>
            </p:pic>
          </mc:Fallback>
        </mc:AlternateContent>
      </p:grpSp>
      <p:grpSp>
        <p:nvGrpSpPr>
          <p:cNvPr id="132" name="Group 131">
            <a:extLst>
              <a:ext uri="{FF2B5EF4-FFF2-40B4-BE49-F238E27FC236}">
                <a16:creationId xmlns:a16="http://schemas.microsoft.com/office/drawing/2014/main" id="{3825263E-A542-7468-329E-2DB954764884}"/>
              </a:ext>
            </a:extLst>
          </p:cNvPr>
          <p:cNvGrpSpPr/>
          <p:nvPr/>
        </p:nvGrpSpPr>
        <p:grpSpPr>
          <a:xfrm>
            <a:off x="3184005" y="4871830"/>
            <a:ext cx="1481760" cy="499680"/>
            <a:chOff x="3184005" y="4871830"/>
            <a:chExt cx="1481760" cy="499680"/>
          </a:xfrm>
        </p:grpSpPr>
        <mc:AlternateContent xmlns:mc="http://schemas.openxmlformats.org/markup-compatibility/2006">
          <mc:Choice xmlns:p14="http://schemas.microsoft.com/office/powerpoint/2010/main" Requires="p14">
            <p:contentPart p14:bwMode="auto" r:id="rId44">
              <p14:nvContentPartPr>
                <p14:cNvPr id="121" name="Ink 120">
                  <a:extLst>
                    <a:ext uri="{FF2B5EF4-FFF2-40B4-BE49-F238E27FC236}">
                      <a16:creationId xmlns:a16="http://schemas.microsoft.com/office/drawing/2014/main" id="{AAF93FBD-D291-21B6-278B-2268C009577C}"/>
                    </a:ext>
                  </a:extLst>
                </p14:cNvPr>
                <p14:cNvContentPartPr/>
                <p14:nvPr/>
              </p14:nvContentPartPr>
              <p14:xfrm>
                <a:off x="3389565" y="4997830"/>
                <a:ext cx="131760" cy="142920"/>
              </p14:xfrm>
            </p:contentPart>
          </mc:Choice>
          <mc:Fallback>
            <p:pic>
              <p:nvPicPr>
                <p:cNvPr id="121" name="Ink 120">
                  <a:extLst>
                    <a:ext uri="{FF2B5EF4-FFF2-40B4-BE49-F238E27FC236}">
                      <a16:creationId xmlns:a16="http://schemas.microsoft.com/office/drawing/2014/main" id="{AAF93FBD-D291-21B6-278B-2268C009577C}"/>
                    </a:ext>
                  </a:extLst>
                </p:cNvPr>
                <p:cNvPicPr/>
                <p:nvPr/>
              </p:nvPicPr>
              <p:blipFill>
                <a:blip r:embed="rId45"/>
                <a:stretch>
                  <a:fillRect/>
                </a:stretch>
              </p:blipFill>
              <p:spPr>
                <a:xfrm>
                  <a:off x="3380925" y="4988830"/>
                  <a:ext cx="14940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22" name="Ink 121">
                  <a:extLst>
                    <a:ext uri="{FF2B5EF4-FFF2-40B4-BE49-F238E27FC236}">
                      <a16:creationId xmlns:a16="http://schemas.microsoft.com/office/drawing/2014/main" id="{077B533F-1F05-A3D4-33B2-156D8637E44A}"/>
                    </a:ext>
                  </a:extLst>
                </p14:cNvPr>
                <p14:cNvContentPartPr/>
                <p14:nvPr/>
              </p14:nvContentPartPr>
              <p14:xfrm>
                <a:off x="3596205" y="4871830"/>
                <a:ext cx="132480" cy="255600"/>
              </p14:xfrm>
            </p:contentPart>
          </mc:Choice>
          <mc:Fallback>
            <p:pic>
              <p:nvPicPr>
                <p:cNvPr id="122" name="Ink 121">
                  <a:extLst>
                    <a:ext uri="{FF2B5EF4-FFF2-40B4-BE49-F238E27FC236}">
                      <a16:creationId xmlns:a16="http://schemas.microsoft.com/office/drawing/2014/main" id="{077B533F-1F05-A3D4-33B2-156D8637E44A}"/>
                    </a:ext>
                  </a:extLst>
                </p:cNvPr>
                <p:cNvPicPr/>
                <p:nvPr/>
              </p:nvPicPr>
              <p:blipFill>
                <a:blip r:embed="rId47"/>
                <a:stretch>
                  <a:fillRect/>
                </a:stretch>
              </p:blipFill>
              <p:spPr>
                <a:xfrm>
                  <a:off x="3587565" y="4862830"/>
                  <a:ext cx="150120" cy="2732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23" name="Ink 122">
                  <a:extLst>
                    <a:ext uri="{FF2B5EF4-FFF2-40B4-BE49-F238E27FC236}">
                      <a16:creationId xmlns:a16="http://schemas.microsoft.com/office/drawing/2014/main" id="{D5B14799-7608-78F9-E7A3-636C147DBD75}"/>
                    </a:ext>
                  </a:extLst>
                </p14:cNvPr>
                <p14:cNvContentPartPr/>
                <p14:nvPr/>
              </p14:nvContentPartPr>
              <p14:xfrm>
                <a:off x="3590805" y="5031670"/>
                <a:ext cx="81720" cy="6840"/>
              </p14:xfrm>
            </p:contentPart>
          </mc:Choice>
          <mc:Fallback>
            <p:pic>
              <p:nvPicPr>
                <p:cNvPr id="123" name="Ink 122">
                  <a:extLst>
                    <a:ext uri="{FF2B5EF4-FFF2-40B4-BE49-F238E27FC236}">
                      <a16:creationId xmlns:a16="http://schemas.microsoft.com/office/drawing/2014/main" id="{D5B14799-7608-78F9-E7A3-636C147DBD75}"/>
                    </a:ext>
                  </a:extLst>
                </p:cNvPr>
                <p:cNvPicPr/>
                <p:nvPr/>
              </p:nvPicPr>
              <p:blipFill>
                <a:blip r:embed="rId49"/>
                <a:stretch>
                  <a:fillRect/>
                </a:stretch>
              </p:blipFill>
              <p:spPr>
                <a:xfrm>
                  <a:off x="3582165" y="5023030"/>
                  <a:ext cx="993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24" name="Ink 123">
                  <a:extLst>
                    <a:ext uri="{FF2B5EF4-FFF2-40B4-BE49-F238E27FC236}">
                      <a16:creationId xmlns:a16="http://schemas.microsoft.com/office/drawing/2014/main" id="{04D70190-A4AF-0DA4-1631-97D02A1EA25F}"/>
                    </a:ext>
                  </a:extLst>
                </p14:cNvPr>
                <p14:cNvContentPartPr/>
                <p14:nvPr/>
              </p14:nvContentPartPr>
              <p14:xfrm>
                <a:off x="4019565" y="5020150"/>
                <a:ext cx="198720" cy="146160"/>
              </p14:xfrm>
            </p:contentPart>
          </mc:Choice>
          <mc:Fallback>
            <p:pic>
              <p:nvPicPr>
                <p:cNvPr id="124" name="Ink 123">
                  <a:extLst>
                    <a:ext uri="{FF2B5EF4-FFF2-40B4-BE49-F238E27FC236}">
                      <a16:creationId xmlns:a16="http://schemas.microsoft.com/office/drawing/2014/main" id="{04D70190-A4AF-0DA4-1631-97D02A1EA25F}"/>
                    </a:ext>
                  </a:extLst>
                </p:cNvPr>
                <p:cNvPicPr/>
                <p:nvPr/>
              </p:nvPicPr>
              <p:blipFill>
                <a:blip r:embed="rId51"/>
                <a:stretch>
                  <a:fillRect/>
                </a:stretch>
              </p:blipFill>
              <p:spPr>
                <a:xfrm>
                  <a:off x="4010925" y="5011510"/>
                  <a:ext cx="21636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25" name="Ink 124">
                  <a:extLst>
                    <a:ext uri="{FF2B5EF4-FFF2-40B4-BE49-F238E27FC236}">
                      <a16:creationId xmlns:a16="http://schemas.microsoft.com/office/drawing/2014/main" id="{E8509790-AA9B-0E49-3647-9E806C84FDC5}"/>
                    </a:ext>
                  </a:extLst>
                </p14:cNvPr>
                <p14:cNvContentPartPr/>
                <p14:nvPr/>
              </p14:nvContentPartPr>
              <p14:xfrm>
                <a:off x="4241325" y="4934830"/>
                <a:ext cx="84600" cy="221040"/>
              </p14:xfrm>
            </p:contentPart>
          </mc:Choice>
          <mc:Fallback>
            <p:pic>
              <p:nvPicPr>
                <p:cNvPr id="125" name="Ink 124">
                  <a:extLst>
                    <a:ext uri="{FF2B5EF4-FFF2-40B4-BE49-F238E27FC236}">
                      <a16:creationId xmlns:a16="http://schemas.microsoft.com/office/drawing/2014/main" id="{E8509790-AA9B-0E49-3647-9E806C84FDC5}"/>
                    </a:ext>
                  </a:extLst>
                </p:cNvPr>
                <p:cNvPicPr/>
                <p:nvPr/>
              </p:nvPicPr>
              <p:blipFill>
                <a:blip r:embed="rId53"/>
                <a:stretch>
                  <a:fillRect/>
                </a:stretch>
              </p:blipFill>
              <p:spPr>
                <a:xfrm>
                  <a:off x="4232685" y="4925830"/>
                  <a:ext cx="10224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26" name="Ink 125">
                  <a:extLst>
                    <a:ext uri="{FF2B5EF4-FFF2-40B4-BE49-F238E27FC236}">
                      <a16:creationId xmlns:a16="http://schemas.microsoft.com/office/drawing/2014/main" id="{FF6BEF5F-CFF1-5141-9448-C81D8AE90A03}"/>
                    </a:ext>
                  </a:extLst>
                </p14:cNvPr>
                <p14:cNvContentPartPr/>
                <p14:nvPr/>
              </p14:nvContentPartPr>
              <p14:xfrm>
                <a:off x="4378125" y="5058670"/>
                <a:ext cx="45000" cy="98280"/>
              </p14:xfrm>
            </p:contentPart>
          </mc:Choice>
          <mc:Fallback>
            <p:pic>
              <p:nvPicPr>
                <p:cNvPr id="126" name="Ink 125">
                  <a:extLst>
                    <a:ext uri="{FF2B5EF4-FFF2-40B4-BE49-F238E27FC236}">
                      <a16:creationId xmlns:a16="http://schemas.microsoft.com/office/drawing/2014/main" id="{FF6BEF5F-CFF1-5141-9448-C81D8AE90A03}"/>
                    </a:ext>
                  </a:extLst>
                </p:cNvPr>
                <p:cNvPicPr/>
                <p:nvPr/>
              </p:nvPicPr>
              <p:blipFill>
                <a:blip r:embed="rId55"/>
                <a:stretch>
                  <a:fillRect/>
                </a:stretch>
              </p:blipFill>
              <p:spPr>
                <a:xfrm>
                  <a:off x="4369125" y="5050030"/>
                  <a:ext cx="6264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127" name="Ink 126">
                  <a:extLst>
                    <a:ext uri="{FF2B5EF4-FFF2-40B4-BE49-F238E27FC236}">
                      <a16:creationId xmlns:a16="http://schemas.microsoft.com/office/drawing/2014/main" id="{A3EC755A-AB2B-65B1-FC49-63A7C38747E0}"/>
                    </a:ext>
                  </a:extLst>
                </p14:cNvPr>
                <p14:cNvContentPartPr/>
                <p14:nvPr/>
              </p14:nvContentPartPr>
              <p14:xfrm>
                <a:off x="4380645" y="4940950"/>
                <a:ext cx="4320" cy="6840"/>
              </p14:xfrm>
            </p:contentPart>
          </mc:Choice>
          <mc:Fallback>
            <p:pic>
              <p:nvPicPr>
                <p:cNvPr id="127" name="Ink 126">
                  <a:extLst>
                    <a:ext uri="{FF2B5EF4-FFF2-40B4-BE49-F238E27FC236}">
                      <a16:creationId xmlns:a16="http://schemas.microsoft.com/office/drawing/2014/main" id="{A3EC755A-AB2B-65B1-FC49-63A7C38747E0}"/>
                    </a:ext>
                  </a:extLst>
                </p:cNvPr>
                <p:cNvPicPr/>
                <p:nvPr/>
              </p:nvPicPr>
              <p:blipFill>
                <a:blip r:embed="rId57"/>
                <a:stretch>
                  <a:fillRect/>
                </a:stretch>
              </p:blipFill>
              <p:spPr>
                <a:xfrm>
                  <a:off x="4371645" y="4931950"/>
                  <a:ext cx="2196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28" name="Ink 127">
                  <a:extLst>
                    <a:ext uri="{FF2B5EF4-FFF2-40B4-BE49-F238E27FC236}">
                      <a16:creationId xmlns:a16="http://schemas.microsoft.com/office/drawing/2014/main" id="{3DB2921F-9B04-9992-7B8B-8154E6DF9A71}"/>
                    </a:ext>
                  </a:extLst>
                </p14:cNvPr>
                <p14:cNvContentPartPr/>
                <p14:nvPr/>
              </p14:nvContentPartPr>
              <p14:xfrm>
                <a:off x="3365805" y="5347390"/>
                <a:ext cx="1299960" cy="24120"/>
              </p14:xfrm>
            </p:contentPart>
          </mc:Choice>
          <mc:Fallback>
            <p:pic>
              <p:nvPicPr>
                <p:cNvPr id="128" name="Ink 127">
                  <a:extLst>
                    <a:ext uri="{FF2B5EF4-FFF2-40B4-BE49-F238E27FC236}">
                      <a16:creationId xmlns:a16="http://schemas.microsoft.com/office/drawing/2014/main" id="{3DB2921F-9B04-9992-7B8B-8154E6DF9A71}"/>
                    </a:ext>
                  </a:extLst>
                </p:cNvPr>
                <p:cNvPicPr/>
                <p:nvPr/>
              </p:nvPicPr>
              <p:blipFill>
                <a:blip r:embed="rId59"/>
                <a:stretch>
                  <a:fillRect/>
                </a:stretch>
              </p:blipFill>
              <p:spPr>
                <a:xfrm>
                  <a:off x="3357165" y="5338750"/>
                  <a:ext cx="131760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30" name="Ink 129">
                  <a:extLst>
                    <a:ext uri="{FF2B5EF4-FFF2-40B4-BE49-F238E27FC236}">
                      <a16:creationId xmlns:a16="http://schemas.microsoft.com/office/drawing/2014/main" id="{9419871A-4498-534B-4C4B-A9D70AC5EA9A}"/>
                    </a:ext>
                  </a:extLst>
                </p14:cNvPr>
                <p14:cNvContentPartPr/>
                <p14:nvPr/>
              </p14:nvContentPartPr>
              <p14:xfrm>
                <a:off x="3184005" y="4947430"/>
                <a:ext cx="136440" cy="337680"/>
              </p14:xfrm>
            </p:contentPart>
          </mc:Choice>
          <mc:Fallback>
            <p:pic>
              <p:nvPicPr>
                <p:cNvPr id="130" name="Ink 129">
                  <a:extLst>
                    <a:ext uri="{FF2B5EF4-FFF2-40B4-BE49-F238E27FC236}">
                      <a16:creationId xmlns:a16="http://schemas.microsoft.com/office/drawing/2014/main" id="{9419871A-4498-534B-4C4B-A9D70AC5EA9A}"/>
                    </a:ext>
                  </a:extLst>
                </p:cNvPr>
                <p:cNvPicPr/>
                <p:nvPr/>
              </p:nvPicPr>
              <p:blipFill>
                <a:blip r:embed="rId61"/>
                <a:stretch>
                  <a:fillRect/>
                </a:stretch>
              </p:blipFill>
              <p:spPr>
                <a:xfrm>
                  <a:off x="3175365" y="4938790"/>
                  <a:ext cx="154080" cy="35532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31" name="Ink 130">
                  <a:extLst>
                    <a:ext uri="{FF2B5EF4-FFF2-40B4-BE49-F238E27FC236}">
                      <a16:creationId xmlns:a16="http://schemas.microsoft.com/office/drawing/2014/main" id="{5D91A53F-F87D-D2CF-4FA1-AE55C1177BEA}"/>
                    </a:ext>
                  </a:extLst>
                </p14:cNvPr>
                <p14:cNvContentPartPr/>
                <p14:nvPr/>
              </p14:nvContentPartPr>
              <p14:xfrm>
                <a:off x="4522125" y="4909990"/>
                <a:ext cx="73440" cy="235800"/>
              </p14:xfrm>
            </p:contentPart>
          </mc:Choice>
          <mc:Fallback>
            <p:pic>
              <p:nvPicPr>
                <p:cNvPr id="131" name="Ink 130">
                  <a:extLst>
                    <a:ext uri="{FF2B5EF4-FFF2-40B4-BE49-F238E27FC236}">
                      <a16:creationId xmlns:a16="http://schemas.microsoft.com/office/drawing/2014/main" id="{5D91A53F-F87D-D2CF-4FA1-AE55C1177BEA}"/>
                    </a:ext>
                  </a:extLst>
                </p:cNvPr>
                <p:cNvPicPr/>
                <p:nvPr/>
              </p:nvPicPr>
              <p:blipFill>
                <a:blip r:embed="rId63"/>
                <a:stretch>
                  <a:fillRect/>
                </a:stretch>
              </p:blipFill>
              <p:spPr>
                <a:xfrm>
                  <a:off x="4513125" y="4901350"/>
                  <a:ext cx="91080" cy="253440"/>
                </a:xfrm>
                <a:prstGeom prst="rect">
                  <a:avLst/>
                </a:prstGeom>
              </p:spPr>
            </p:pic>
          </mc:Fallback>
        </mc:AlternateContent>
      </p:grpSp>
      <p:grpSp>
        <p:nvGrpSpPr>
          <p:cNvPr id="235" name="Group 234">
            <a:extLst>
              <a:ext uri="{FF2B5EF4-FFF2-40B4-BE49-F238E27FC236}">
                <a16:creationId xmlns:a16="http://schemas.microsoft.com/office/drawing/2014/main" id="{F68FF216-E473-2BC4-BD3E-FC334724FCA2}"/>
              </a:ext>
            </a:extLst>
          </p:cNvPr>
          <p:cNvGrpSpPr/>
          <p:nvPr/>
        </p:nvGrpSpPr>
        <p:grpSpPr>
          <a:xfrm>
            <a:off x="378525" y="1771510"/>
            <a:ext cx="11646000" cy="2988720"/>
            <a:chOff x="378525" y="1771510"/>
            <a:chExt cx="11646000" cy="2988720"/>
          </a:xfrm>
        </p:grpSpPr>
        <mc:AlternateContent xmlns:mc="http://schemas.openxmlformats.org/markup-compatibility/2006">
          <mc:Choice xmlns:p14="http://schemas.microsoft.com/office/powerpoint/2010/main" Requires="p14">
            <p:contentPart p14:bwMode="auto" r:id="rId64">
              <p14:nvContentPartPr>
                <p14:cNvPr id="14" name="Ink 13">
                  <a:extLst>
                    <a:ext uri="{FF2B5EF4-FFF2-40B4-BE49-F238E27FC236}">
                      <a16:creationId xmlns:a16="http://schemas.microsoft.com/office/drawing/2014/main" id="{4FDD5D98-F3BC-3C2A-7378-5F4A1DDBA7CC}"/>
                    </a:ext>
                  </a:extLst>
                </p14:cNvPr>
                <p14:cNvContentPartPr/>
                <p14:nvPr/>
              </p14:nvContentPartPr>
              <p14:xfrm>
                <a:off x="8181165" y="4449550"/>
                <a:ext cx="434880" cy="13680"/>
              </p14:xfrm>
            </p:contentPart>
          </mc:Choice>
          <mc:Fallback>
            <p:pic>
              <p:nvPicPr>
                <p:cNvPr id="14" name="Ink 13">
                  <a:extLst>
                    <a:ext uri="{FF2B5EF4-FFF2-40B4-BE49-F238E27FC236}">
                      <a16:creationId xmlns:a16="http://schemas.microsoft.com/office/drawing/2014/main" id="{4FDD5D98-F3BC-3C2A-7378-5F4A1DDBA7CC}"/>
                    </a:ext>
                  </a:extLst>
                </p:cNvPr>
                <p:cNvPicPr/>
                <p:nvPr/>
              </p:nvPicPr>
              <p:blipFill>
                <a:blip r:embed="rId65"/>
                <a:stretch>
                  <a:fillRect/>
                </a:stretch>
              </p:blipFill>
              <p:spPr>
                <a:xfrm>
                  <a:off x="8172165" y="4440910"/>
                  <a:ext cx="45252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5" name="Ink 14">
                  <a:extLst>
                    <a:ext uri="{FF2B5EF4-FFF2-40B4-BE49-F238E27FC236}">
                      <a16:creationId xmlns:a16="http://schemas.microsoft.com/office/drawing/2014/main" id="{39D61ED4-B892-FE4C-9536-8F6831EE49B1}"/>
                    </a:ext>
                  </a:extLst>
                </p14:cNvPr>
                <p14:cNvContentPartPr/>
                <p14:nvPr/>
              </p14:nvContentPartPr>
              <p14:xfrm>
                <a:off x="8192685" y="3960310"/>
                <a:ext cx="12960" cy="424440"/>
              </p14:xfrm>
            </p:contentPart>
          </mc:Choice>
          <mc:Fallback>
            <p:pic>
              <p:nvPicPr>
                <p:cNvPr id="15" name="Ink 14">
                  <a:extLst>
                    <a:ext uri="{FF2B5EF4-FFF2-40B4-BE49-F238E27FC236}">
                      <a16:creationId xmlns:a16="http://schemas.microsoft.com/office/drawing/2014/main" id="{39D61ED4-B892-FE4C-9536-8F6831EE49B1}"/>
                    </a:ext>
                  </a:extLst>
                </p:cNvPr>
                <p:cNvPicPr/>
                <p:nvPr/>
              </p:nvPicPr>
              <p:blipFill>
                <a:blip r:embed="rId67"/>
                <a:stretch>
                  <a:fillRect/>
                </a:stretch>
              </p:blipFill>
              <p:spPr>
                <a:xfrm>
                  <a:off x="8183685" y="3951310"/>
                  <a:ext cx="30600" cy="4420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6" name="Ink 15">
                  <a:extLst>
                    <a:ext uri="{FF2B5EF4-FFF2-40B4-BE49-F238E27FC236}">
                      <a16:creationId xmlns:a16="http://schemas.microsoft.com/office/drawing/2014/main" id="{49266A28-84D8-F1C8-26B7-E89D56621CDF}"/>
                    </a:ext>
                  </a:extLst>
                </p14:cNvPr>
                <p14:cNvContentPartPr/>
                <p14:nvPr/>
              </p14:nvContentPartPr>
              <p14:xfrm>
                <a:off x="8204925" y="3828190"/>
                <a:ext cx="3201480" cy="659160"/>
              </p14:xfrm>
            </p:contentPart>
          </mc:Choice>
          <mc:Fallback>
            <p:pic>
              <p:nvPicPr>
                <p:cNvPr id="16" name="Ink 15">
                  <a:extLst>
                    <a:ext uri="{FF2B5EF4-FFF2-40B4-BE49-F238E27FC236}">
                      <a16:creationId xmlns:a16="http://schemas.microsoft.com/office/drawing/2014/main" id="{49266A28-84D8-F1C8-26B7-E89D56621CDF}"/>
                    </a:ext>
                  </a:extLst>
                </p:cNvPr>
                <p:cNvPicPr/>
                <p:nvPr/>
              </p:nvPicPr>
              <p:blipFill>
                <a:blip r:embed="rId69"/>
                <a:stretch>
                  <a:fillRect/>
                </a:stretch>
              </p:blipFill>
              <p:spPr>
                <a:xfrm>
                  <a:off x="8196285" y="3819190"/>
                  <a:ext cx="3219120" cy="6768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7" name="Ink 16">
                  <a:extLst>
                    <a:ext uri="{FF2B5EF4-FFF2-40B4-BE49-F238E27FC236}">
                      <a16:creationId xmlns:a16="http://schemas.microsoft.com/office/drawing/2014/main" id="{66E18284-BA1B-1884-2425-9D21BC3E672D}"/>
                    </a:ext>
                  </a:extLst>
                </p14:cNvPr>
                <p14:cNvContentPartPr/>
                <p14:nvPr/>
              </p14:nvContentPartPr>
              <p14:xfrm>
                <a:off x="8744565" y="4148950"/>
                <a:ext cx="21960" cy="145800"/>
              </p14:xfrm>
            </p:contentPart>
          </mc:Choice>
          <mc:Fallback>
            <p:pic>
              <p:nvPicPr>
                <p:cNvPr id="17" name="Ink 16">
                  <a:extLst>
                    <a:ext uri="{FF2B5EF4-FFF2-40B4-BE49-F238E27FC236}">
                      <a16:creationId xmlns:a16="http://schemas.microsoft.com/office/drawing/2014/main" id="{66E18284-BA1B-1884-2425-9D21BC3E672D}"/>
                    </a:ext>
                  </a:extLst>
                </p:cNvPr>
                <p:cNvPicPr/>
                <p:nvPr/>
              </p:nvPicPr>
              <p:blipFill>
                <a:blip r:embed="rId71"/>
                <a:stretch>
                  <a:fillRect/>
                </a:stretch>
              </p:blipFill>
              <p:spPr>
                <a:xfrm>
                  <a:off x="8735925" y="4139950"/>
                  <a:ext cx="3960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8" name="Ink 17">
                  <a:extLst>
                    <a:ext uri="{FF2B5EF4-FFF2-40B4-BE49-F238E27FC236}">
                      <a16:creationId xmlns:a16="http://schemas.microsoft.com/office/drawing/2014/main" id="{7B1EB339-CE02-F367-078A-3C501FA03364}"/>
                    </a:ext>
                  </a:extLst>
                </p14:cNvPr>
                <p14:cNvContentPartPr/>
                <p14:nvPr/>
              </p14:nvContentPartPr>
              <p14:xfrm>
                <a:off x="8746365" y="4092430"/>
                <a:ext cx="167400" cy="205560"/>
              </p14:xfrm>
            </p:contentPart>
          </mc:Choice>
          <mc:Fallback>
            <p:pic>
              <p:nvPicPr>
                <p:cNvPr id="18" name="Ink 17">
                  <a:extLst>
                    <a:ext uri="{FF2B5EF4-FFF2-40B4-BE49-F238E27FC236}">
                      <a16:creationId xmlns:a16="http://schemas.microsoft.com/office/drawing/2014/main" id="{7B1EB339-CE02-F367-078A-3C501FA03364}"/>
                    </a:ext>
                  </a:extLst>
                </p:cNvPr>
                <p:cNvPicPr/>
                <p:nvPr/>
              </p:nvPicPr>
              <p:blipFill>
                <a:blip r:embed="rId73"/>
                <a:stretch>
                  <a:fillRect/>
                </a:stretch>
              </p:blipFill>
              <p:spPr>
                <a:xfrm>
                  <a:off x="8737365" y="4083790"/>
                  <a:ext cx="18504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9" name="Ink 18">
                  <a:extLst>
                    <a:ext uri="{FF2B5EF4-FFF2-40B4-BE49-F238E27FC236}">
                      <a16:creationId xmlns:a16="http://schemas.microsoft.com/office/drawing/2014/main" id="{D08278F1-A564-28E2-FC6A-4108AC5A2262}"/>
                    </a:ext>
                  </a:extLst>
                </p14:cNvPr>
                <p14:cNvContentPartPr/>
                <p14:nvPr/>
              </p14:nvContentPartPr>
              <p14:xfrm>
                <a:off x="8907645" y="4089190"/>
                <a:ext cx="140400" cy="194400"/>
              </p14:xfrm>
            </p:contentPart>
          </mc:Choice>
          <mc:Fallback>
            <p:pic>
              <p:nvPicPr>
                <p:cNvPr id="19" name="Ink 18">
                  <a:extLst>
                    <a:ext uri="{FF2B5EF4-FFF2-40B4-BE49-F238E27FC236}">
                      <a16:creationId xmlns:a16="http://schemas.microsoft.com/office/drawing/2014/main" id="{D08278F1-A564-28E2-FC6A-4108AC5A2262}"/>
                    </a:ext>
                  </a:extLst>
                </p:cNvPr>
                <p:cNvPicPr/>
                <p:nvPr/>
              </p:nvPicPr>
              <p:blipFill>
                <a:blip r:embed="rId75"/>
                <a:stretch>
                  <a:fillRect/>
                </a:stretch>
              </p:blipFill>
              <p:spPr>
                <a:xfrm>
                  <a:off x="8899005" y="4080550"/>
                  <a:ext cx="15804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20" name="Ink 19">
                  <a:extLst>
                    <a:ext uri="{FF2B5EF4-FFF2-40B4-BE49-F238E27FC236}">
                      <a16:creationId xmlns:a16="http://schemas.microsoft.com/office/drawing/2014/main" id="{D89396ED-26EA-190D-F310-C76490A48CDE}"/>
                    </a:ext>
                  </a:extLst>
                </p14:cNvPr>
                <p14:cNvContentPartPr/>
                <p14:nvPr/>
              </p14:nvContentPartPr>
              <p14:xfrm>
                <a:off x="9064605" y="4098190"/>
                <a:ext cx="122040" cy="200520"/>
              </p14:xfrm>
            </p:contentPart>
          </mc:Choice>
          <mc:Fallback>
            <p:pic>
              <p:nvPicPr>
                <p:cNvPr id="20" name="Ink 19">
                  <a:extLst>
                    <a:ext uri="{FF2B5EF4-FFF2-40B4-BE49-F238E27FC236}">
                      <a16:creationId xmlns:a16="http://schemas.microsoft.com/office/drawing/2014/main" id="{D89396ED-26EA-190D-F310-C76490A48CDE}"/>
                    </a:ext>
                  </a:extLst>
                </p:cNvPr>
                <p:cNvPicPr/>
                <p:nvPr/>
              </p:nvPicPr>
              <p:blipFill>
                <a:blip r:embed="rId77"/>
                <a:stretch>
                  <a:fillRect/>
                </a:stretch>
              </p:blipFill>
              <p:spPr>
                <a:xfrm>
                  <a:off x="9055605" y="4089550"/>
                  <a:ext cx="139680"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21" name="Ink 20">
                  <a:extLst>
                    <a:ext uri="{FF2B5EF4-FFF2-40B4-BE49-F238E27FC236}">
                      <a16:creationId xmlns:a16="http://schemas.microsoft.com/office/drawing/2014/main" id="{60705D6E-5EE5-1650-7E52-98D49BC2BC99}"/>
                    </a:ext>
                  </a:extLst>
                </p14:cNvPr>
                <p14:cNvContentPartPr/>
                <p14:nvPr/>
              </p14:nvContentPartPr>
              <p14:xfrm>
                <a:off x="9351165" y="4201870"/>
                <a:ext cx="89640" cy="25200"/>
              </p14:xfrm>
            </p:contentPart>
          </mc:Choice>
          <mc:Fallback>
            <p:pic>
              <p:nvPicPr>
                <p:cNvPr id="21" name="Ink 20">
                  <a:extLst>
                    <a:ext uri="{FF2B5EF4-FFF2-40B4-BE49-F238E27FC236}">
                      <a16:creationId xmlns:a16="http://schemas.microsoft.com/office/drawing/2014/main" id="{60705D6E-5EE5-1650-7E52-98D49BC2BC99}"/>
                    </a:ext>
                  </a:extLst>
                </p:cNvPr>
                <p:cNvPicPr/>
                <p:nvPr/>
              </p:nvPicPr>
              <p:blipFill>
                <a:blip r:embed="rId79"/>
                <a:stretch>
                  <a:fillRect/>
                </a:stretch>
              </p:blipFill>
              <p:spPr>
                <a:xfrm>
                  <a:off x="9342525" y="4192870"/>
                  <a:ext cx="10728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22" name="Ink 21">
                  <a:extLst>
                    <a:ext uri="{FF2B5EF4-FFF2-40B4-BE49-F238E27FC236}">
                      <a16:creationId xmlns:a16="http://schemas.microsoft.com/office/drawing/2014/main" id="{0B398589-1ADD-BE4A-6E38-700C25A349FC}"/>
                    </a:ext>
                  </a:extLst>
                </p14:cNvPr>
                <p14:cNvContentPartPr/>
                <p14:nvPr/>
              </p14:nvContentPartPr>
              <p14:xfrm>
                <a:off x="9569685" y="4065790"/>
                <a:ext cx="505440" cy="222840"/>
              </p14:xfrm>
            </p:contentPart>
          </mc:Choice>
          <mc:Fallback>
            <p:pic>
              <p:nvPicPr>
                <p:cNvPr id="22" name="Ink 21">
                  <a:extLst>
                    <a:ext uri="{FF2B5EF4-FFF2-40B4-BE49-F238E27FC236}">
                      <a16:creationId xmlns:a16="http://schemas.microsoft.com/office/drawing/2014/main" id="{0B398589-1ADD-BE4A-6E38-700C25A349FC}"/>
                    </a:ext>
                  </a:extLst>
                </p:cNvPr>
                <p:cNvPicPr/>
                <p:nvPr/>
              </p:nvPicPr>
              <p:blipFill>
                <a:blip r:embed="rId81"/>
                <a:stretch>
                  <a:fillRect/>
                </a:stretch>
              </p:blipFill>
              <p:spPr>
                <a:xfrm>
                  <a:off x="9561045" y="4056790"/>
                  <a:ext cx="52308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23" name="Ink 22">
                  <a:extLst>
                    <a:ext uri="{FF2B5EF4-FFF2-40B4-BE49-F238E27FC236}">
                      <a16:creationId xmlns:a16="http://schemas.microsoft.com/office/drawing/2014/main" id="{7B75326B-236C-9898-2B42-5A9746B00149}"/>
                    </a:ext>
                  </a:extLst>
                </p14:cNvPr>
                <p14:cNvContentPartPr/>
                <p14:nvPr/>
              </p14:nvContentPartPr>
              <p14:xfrm>
                <a:off x="10075845" y="4096390"/>
                <a:ext cx="166680" cy="189360"/>
              </p14:xfrm>
            </p:contentPart>
          </mc:Choice>
          <mc:Fallback>
            <p:pic>
              <p:nvPicPr>
                <p:cNvPr id="23" name="Ink 22">
                  <a:extLst>
                    <a:ext uri="{FF2B5EF4-FFF2-40B4-BE49-F238E27FC236}">
                      <a16:creationId xmlns:a16="http://schemas.microsoft.com/office/drawing/2014/main" id="{7B75326B-236C-9898-2B42-5A9746B00149}"/>
                    </a:ext>
                  </a:extLst>
                </p:cNvPr>
                <p:cNvPicPr/>
                <p:nvPr/>
              </p:nvPicPr>
              <p:blipFill>
                <a:blip r:embed="rId83"/>
                <a:stretch>
                  <a:fillRect/>
                </a:stretch>
              </p:blipFill>
              <p:spPr>
                <a:xfrm>
                  <a:off x="10067205" y="4087750"/>
                  <a:ext cx="18432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24" name="Ink 23">
                  <a:extLst>
                    <a:ext uri="{FF2B5EF4-FFF2-40B4-BE49-F238E27FC236}">
                      <a16:creationId xmlns:a16="http://schemas.microsoft.com/office/drawing/2014/main" id="{F62E561E-B969-0820-0715-E1C00EB451BE}"/>
                    </a:ext>
                  </a:extLst>
                </p14:cNvPr>
                <p14:cNvContentPartPr/>
                <p14:nvPr/>
              </p14:nvContentPartPr>
              <p14:xfrm>
                <a:off x="10378245" y="3998110"/>
                <a:ext cx="201960" cy="452520"/>
              </p14:xfrm>
            </p:contentPart>
          </mc:Choice>
          <mc:Fallback>
            <p:pic>
              <p:nvPicPr>
                <p:cNvPr id="24" name="Ink 23">
                  <a:extLst>
                    <a:ext uri="{FF2B5EF4-FFF2-40B4-BE49-F238E27FC236}">
                      <a16:creationId xmlns:a16="http://schemas.microsoft.com/office/drawing/2014/main" id="{F62E561E-B969-0820-0715-E1C00EB451BE}"/>
                    </a:ext>
                  </a:extLst>
                </p:cNvPr>
                <p:cNvPicPr/>
                <p:nvPr/>
              </p:nvPicPr>
              <p:blipFill>
                <a:blip r:embed="rId85"/>
                <a:stretch>
                  <a:fillRect/>
                </a:stretch>
              </p:blipFill>
              <p:spPr>
                <a:xfrm>
                  <a:off x="10369245" y="3989470"/>
                  <a:ext cx="219600" cy="4701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25" name="Ink 24">
                  <a:extLst>
                    <a:ext uri="{FF2B5EF4-FFF2-40B4-BE49-F238E27FC236}">
                      <a16:creationId xmlns:a16="http://schemas.microsoft.com/office/drawing/2014/main" id="{1544925A-6793-D39D-19E1-3EF2658155D0}"/>
                    </a:ext>
                  </a:extLst>
                </p14:cNvPr>
                <p14:cNvContentPartPr/>
                <p14:nvPr/>
              </p14:nvContentPartPr>
              <p14:xfrm>
                <a:off x="10621965" y="4220590"/>
                <a:ext cx="97200" cy="96840"/>
              </p14:xfrm>
            </p:contentPart>
          </mc:Choice>
          <mc:Fallback>
            <p:pic>
              <p:nvPicPr>
                <p:cNvPr id="25" name="Ink 24">
                  <a:extLst>
                    <a:ext uri="{FF2B5EF4-FFF2-40B4-BE49-F238E27FC236}">
                      <a16:creationId xmlns:a16="http://schemas.microsoft.com/office/drawing/2014/main" id="{1544925A-6793-D39D-19E1-3EF2658155D0}"/>
                    </a:ext>
                  </a:extLst>
                </p:cNvPr>
                <p:cNvPicPr/>
                <p:nvPr/>
              </p:nvPicPr>
              <p:blipFill>
                <a:blip r:embed="rId87"/>
                <a:stretch>
                  <a:fillRect/>
                </a:stretch>
              </p:blipFill>
              <p:spPr>
                <a:xfrm>
                  <a:off x="10612965" y="4211590"/>
                  <a:ext cx="11484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26" name="Ink 25">
                  <a:extLst>
                    <a:ext uri="{FF2B5EF4-FFF2-40B4-BE49-F238E27FC236}">
                      <a16:creationId xmlns:a16="http://schemas.microsoft.com/office/drawing/2014/main" id="{AF2B3DCD-E03A-41AC-C457-17360D2A1BC1}"/>
                    </a:ext>
                  </a:extLst>
                </p14:cNvPr>
                <p14:cNvContentPartPr/>
                <p14:nvPr/>
              </p14:nvContentPartPr>
              <p14:xfrm>
                <a:off x="10777485" y="4224550"/>
                <a:ext cx="102240" cy="92880"/>
              </p14:xfrm>
            </p:contentPart>
          </mc:Choice>
          <mc:Fallback>
            <p:pic>
              <p:nvPicPr>
                <p:cNvPr id="26" name="Ink 25">
                  <a:extLst>
                    <a:ext uri="{FF2B5EF4-FFF2-40B4-BE49-F238E27FC236}">
                      <a16:creationId xmlns:a16="http://schemas.microsoft.com/office/drawing/2014/main" id="{AF2B3DCD-E03A-41AC-C457-17360D2A1BC1}"/>
                    </a:ext>
                  </a:extLst>
                </p:cNvPr>
                <p:cNvPicPr/>
                <p:nvPr/>
              </p:nvPicPr>
              <p:blipFill>
                <a:blip r:embed="rId89"/>
                <a:stretch>
                  <a:fillRect/>
                </a:stretch>
              </p:blipFill>
              <p:spPr>
                <a:xfrm>
                  <a:off x="10768485" y="4215910"/>
                  <a:ext cx="11988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27" name="Ink 26">
                  <a:extLst>
                    <a:ext uri="{FF2B5EF4-FFF2-40B4-BE49-F238E27FC236}">
                      <a16:creationId xmlns:a16="http://schemas.microsoft.com/office/drawing/2014/main" id="{8A052C04-27ED-E13B-0236-EFC4CB432E39}"/>
                    </a:ext>
                  </a:extLst>
                </p14:cNvPr>
                <p14:cNvContentPartPr/>
                <p14:nvPr/>
              </p14:nvContentPartPr>
              <p14:xfrm>
                <a:off x="10947045" y="4122670"/>
                <a:ext cx="415440" cy="474840"/>
              </p14:xfrm>
            </p:contentPart>
          </mc:Choice>
          <mc:Fallback>
            <p:pic>
              <p:nvPicPr>
                <p:cNvPr id="27" name="Ink 26">
                  <a:extLst>
                    <a:ext uri="{FF2B5EF4-FFF2-40B4-BE49-F238E27FC236}">
                      <a16:creationId xmlns:a16="http://schemas.microsoft.com/office/drawing/2014/main" id="{8A052C04-27ED-E13B-0236-EFC4CB432E39}"/>
                    </a:ext>
                  </a:extLst>
                </p:cNvPr>
                <p:cNvPicPr/>
                <p:nvPr/>
              </p:nvPicPr>
              <p:blipFill>
                <a:blip r:embed="rId91"/>
                <a:stretch>
                  <a:fillRect/>
                </a:stretch>
              </p:blipFill>
              <p:spPr>
                <a:xfrm>
                  <a:off x="10938405" y="4114030"/>
                  <a:ext cx="433080" cy="4924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29" name="Ink 28">
                  <a:extLst>
                    <a:ext uri="{FF2B5EF4-FFF2-40B4-BE49-F238E27FC236}">
                      <a16:creationId xmlns:a16="http://schemas.microsoft.com/office/drawing/2014/main" id="{52F8B531-265C-9FBA-D2D9-1C05F91B636F}"/>
                    </a:ext>
                  </a:extLst>
                </p14:cNvPr>
                <p14:cNvContentPartPr/>
                <p14:nvPr/>
              </p14:nvContentPartPr>
              <p14:xfrm>
                <a:off x="10350165" y="2954110"/>
                <a:ext cx="189360" cy="241560"/>
              </p14:xfrm>
            </p:contentPart>
          </mc:Choice>
          <mc:Fallback>
            <p:pic>
              <p:nvPicPr>
                <p:cNvPr id="29" name="Ink 28">
                  <a:extLst>
                    <a:ext uri="{FF2B5EF4-FFF2-40B4-BE49-F238E27FC236}">
                      <a16:creationId xmlns:a16="http://schemas.microsoft.com/office/drawing/2014/main" id="{52F8B531-265C-9FBA-D2D9-1C05F91B636F}"/>
                    </a:ext>
                  </a:extLst>
                </p:cNvPr>
                <p:cNvPicPr/>
                <p:nvPr/>
              </p:nvPicPr>
              <p:blipFill>
                <a:blip r:embed="rId93"/>
                <a:stretch>
                  <a:fillRect/>
                </a:stretch>
              </p:blipFill>
              <p:spPr>
                <a:xfrm>
                  <a:off x="10341165" y="2945470"/>
                  <a:ext cx="20700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30" name="Ink 29">
                  <a:extLst>
                    <a:ext uri="{FF2B5EF4-FFF2-40B4-BE49-F238E27FC236}">
                      <a16:creationId xmlns:a16="http://schemas.microsoft.com/office/drawing/2014/main" id="{93AE2834-FC8F-E3F3-E2B0-0F46F39A61BE}"/>
                    </a:ext>
                  </a:extLst>
                </p14:cNvPr>
                <p14:cNvContentPartPr/>
                <p14:nvPr/>
              </p14:nvContentPartPr>
              <p14:xfrm>
                <a:off x="10523685" y="3046270"/>
                <a:ext cx="79920" cy="101520"/>
              </p14:xfrm>
            </p:contentPart>
          </mc:Choice>
          <mc:Fallback>
            <p:pic>
              <p:nvPicPr>
                <p:cNvPr id="30" name="Ink 29">
                  <a:extLst>
                    <a:ext uri="{FF2B5EF4-FFF2-40B4-BE49-F238E27FC236}">
                      <a16:creationId xmlns:a16="http://schemas.microsoft.com/office/drawing/2014/main" id="{93AE2834-FC8F-E3F3-E2B0-0F46F39A61BE}"/>
                    </a:ext>
                  </a:extLst>
                </p:cNvPr>
                <p:cNvPicPr/>
                <p:nvPr/>
              </p:nvPicPr>
              <p:blipFill>
                <a:blip r:embed="rId95"/>
                <a:stretch>
                  <a:fillRect/>
                </a:stretch>
              </p:blipFill>
              <p:spPr>
                <a:xfrm>
                  <a:off x="10514685" y="3037630"/>
                  <a:ext cx="9756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31" name="Ink 30">
                  <a:extLst>
                    <a:ext uri="{FF2B5EF4-FFF2-40B4-BE49-F238E27FC236}">
                      <a16:creationId xmlns:a16="http://schemas.microsoft.com/office/drawing/2014/main" id="{41552974-603B-A4DF-312F-52774FF39809}"/>
                    </a:ext>
                  </a:extLst>
                </p14:cNvPr>
                <p14:cNvContentPartPr/>
                <p14:nvPr/>
              </p14:nvContentPartPr>
              <p14:xfrm>
                <a:off x="10642485" y="3043030"/>
                <a:ext cx="58320" cy="91800"/>
              </p14:xfrm>
            </p:contentPart>
          </mc:Choice>
          <mc:Fallback>
            <p:pic>
              <p:nvPicPr>
                <p:cNvPr id="31" name="Ink 30">
                  <a:extLst>
                    <a:ext uri="{FF2B5EF4-FFF2-40B4-BE49-F238E27FC236}">
                      <a16:creationId xmlns:a16="http://schemas.microsoft.com/office/drawing/2014/main" id="{41552974-603B-A4DF-312F-52774FF39809}"/>
                    </a:ext>
                  </a:extLst>
                </p:cNvPr>
                <p:cNvPicPr/>
                <p:nvPr/>
              </p:nvPicPr>
              <p:blipFill>
                <a:blip r:embed="rId97"/>
                <a:stretch>
                  <a:fillRect/>
                </a:stretch>
              </p:blipFill>
              <p:spPr>
                <a:xfrm>
                  <a:off x="10633845" y="3034390"/>
                  <a:ext cx="7596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32" name="Ink 31">
                  <a:extLst>
                    <a:ext uri="{FF2B5EF4-FFF2-40B4-BE49-F238E27FC236}">
                      <a16:creationId xmlns:a16="http://schemas.microsoft.com/office/drawing/2014/main" id="{C1F92122-AD03-9B25-2E3B-2E0CD84FA501}"/>
                    </a:ext>
                  </a:extLst>
                </p14:cNvPr>
                <p14:cNvContentPartPr/>
                <p14:nvPr/>
              </p14:nvContentPartPr>
              <p14:xfrm>
                <a:off x="10738965" y="3038350"/>
                <a:ext cx="86760" cy="101520"/>
              </p14:xfrm>
            </p:contentPart>
          </mc:Choice>
          <mc:Fallback>
            <p:pic>
              <p:nvPicPr>
                <p:cNvPr id="32" name="Ink 31">
                  <a:extLst>
                    <a:ext uri="{FF2B5EF4-FFF2-40B4-BE49-F238E27FC236}">
                      <a16:creationId xmlns:a16="http://schemas.microsoft.com/office/drawing/2014/main" id="{C1F92122-AD03-9B25-2E3B-2E0CD84FA501}"/>
                    </a:ext>
                  </a:extLst>
                </p:cNvPr>
                <p:cNvPicPr/>
                <p:nvPr/>
              </p:nvPicPr>
              <p:blipFill>
                <a:blip r:embed="rId99"/>
                <a:stretch>
                  <a:fillRect/>
                </a:stretch>
              </p:blipFill>
              <p:spPr>
                <a:xfrm>
                  <a:off x="10730325" y="3029710"/>
                  <a:ext cx="10440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34" name="Ink 33">
                  <a:extLst>
                    <a:ext uri="{FF2B5EF4-FFF2-40B4-BE49-F238E27FC236}">
                      <a16:creationId xmlns:a16="http://schemas.microsoft.com/office/drawing/2014/main" id="{7A5D9C62-86F2-54A5-5EDF-5C7E79A7CE99}"/>
                    </a:ext>
                  </a:extLst>
                </p14:cNvPr>
                <p14:cNvContentPartPr/>
                <p14:nvPr/>
              </p14:nvContentPartPr>
              <p14:xfrm>
                <a:off x="11154405" y="2947630"/>
                <a:ext cx="29880" cy="144000"/>
              </p14:xfrm>
            </p:contentPart>
          </mc:Choice>
          <mc:Fallback>
            <p:pic>
              <p:nvPicPr>
                <p:cNvPr id="34" name="Ink 33">
                  <a:extLst>
                    <a:ext uri="{FF2B5EF4-FFF2-40B4-BE49-F238E27FC236}">
                      <a16:creationId xmlns:a16="http://schemas.microsoft.com/office/drawing/2014/main" id="{7A5D9C62-86F2-54A5-5EDF-5C7E79A7CE99}"/>
                    </a:ext>
                  </a:extLst>
                </p:cNvPr>
                <p:cNvPicPr/>
                <p:nvPr/>
              </p:nvPicPr>
              <p:blipFill>
                <a:blip r:embed="rId101"/>
                <a:stretch>
                  <a:fillRect/>
                </a:stretch>
              </p:blipFill>
              <p:spPr>
                <a:xfrm>
                  <a:off x="11145765" y="2938630"/>
                  <a:ext cx="4752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35" name="Ink 34">
                  <a:extLst>
                    <a:ext uri="{FF2B5EF4-FFF2-40B4-BE49-F238E27FC236}">
                      <a16:creationId xmlns:a16="http://schemas.microsoft.com/office/drawing/2014/main" id="{D699768E-BDE1-D6B3-EAEC-E3F4558612AE}"/>
                    </a:ext>
                  </a:extLst>
                </p14:cNvPr>
                <p14:cNvContentPartPr/>
                <p14:nvPr/>
              </p14:nvContentPartPr>
              <p14:xfrm>
                <a:off x="11124525" y="2743510"/>
                <a:ext cx="107640" cy="209160"/>
              </p14:xfrm>
            </p:contentPart>
          </mc:Choice>
          <mc:Fallback>
            <p:pic>
              <p:nvPicPr>
                <p:cNvPr id="35" name="Ink 34">
                  <a:extLst>
                    <a:ext uri="{FF2B5EF4-FFF2-40B4-BE49-F238E27FC236}">
                      <a16:creationId xmlns:a16="http://schemas.microsoft.com/office/drawing/2014/main" id="{D699768E-BDE1-D6B3-EAEC-E3F4558612AE}"/>
                    </a:ext>
                  </a:extLst>
                </p:cNvPr>
                <p:cNvPicPr/>
                <p:nvPr/>
              </p:nvPicPr>
              <p:blipFill>
                <a:blip r:embed="rId103"/>
                <a:stretch>
                  <a:fillRect/>
                </a:stretch>
              </p:blipFill>
              <p:spPr>
                <a:xfrm>
                  <a:off x="11115885" y="2734510"/>
                  <a:ext cx="12528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36" name="Ink 35">
                  <a:extLst>
                    <a:ext uri="{FF2B5EF4-FFF2-40B4-BE49-F238E27FC236}">
                      <a16:creationId xmlns:a16="http://schemas.microsoft.com/office/drawing/2014/main" id="{CCA9DCBA-A2F9-14E0-7D31-FA59BC633153}"/>
                    </a:ext>
                  </a:extLst>
                </p14:cNvPr>
                <p14:cNvContentPartPr/>
                <p14:nvPr/>
              </p14:nvContentPartPr>
              <p14:xfrm>
                <a:off x="11244765" y="2963110"/>
                <a:ext cx="83160" cy="113040"/>
              </p14:xfrm>
            </p:contentPart>
          </mc:Choice>
          <mc:Fallback>
            <p:pic>
              <p:nvPicPr>
                <p:cNvPr id="36" name="Ink 35">
                  <a:extLst>
                    <a:ext uri="{FF2B5EF4-FFF2-40B4-BE49-F238E27FC236}">
                      <a16:creationId xmlns:a16="http://schemas.microsoft.com/office/drawing/2014/main" id="{CCA9DCBA-A2F9-14E0-7D31-FA59BC633153}"/>
                    </a:ext>
                  </a:extLst>
                </p:cNvPr>
                <p:cNvPicPr/>
                <p:nvPr/>
              </p:nvPicPr>
              <p:blipFill>
                <a:blip r:embed="rId105"/>
                <a:stretch>
                  <a:fillRect/>
                </a:stretch>
              </p:blipFill>
              <p:spPr>
                <a:xfrm>
                  <a:off x="11236125" y="2954470"/>
                  <a:ext cx="10080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37" name="Ink 36">
                  <a:extLst>
                    <a:ext uri="{FF2B5EF4-FFF2-40B4-BE49-F238E27FC236}">
                      <a16:creationId xmlns:a16="http://schemas.microsoft.com/office/drawing/2014/main" id="{80DD05AF-6722-EB2D-1791-54D32DEA03BA}"/>
                    </a:ext>
                  </a:extLst>
                </p14:cNvPr>
                <p14:cNvContentPartPr/>
                <p14:nvPr/>
              </p14:nvContentPartPr>
              <p14:xfrm>
                <a:off x="11402805" y="2841790"/>
                <a:ext cx="16560" cy="143640"/>
              </p14:xfrm>
            </p:contentPart>
          </mc:Choice>
          <mc:Fallback>
            <p:pic>
              <p:nvPicPr>
                <p:cNvPr id="37" name="Ink 36">
                  <a:extLst>
                    <a:ext uri="{FF2B5EF4-FFF2-40B4-BE49-F238E27FC236}">
                      <a16:creationId xmlns:a16="http://schemas.microsoft.com/office/drawing/2014/main" id="{80DD05AF-6722-EB2D-1791-54D32DEA03BA}"/>
                    </a:ext>
                  </a:extLst>
                </p:cNvPr>
                <p:cNvPicPr/>
                <p:nvPr/>
              </p:nvPicPr>
              <p:blipFill>
                <a:blip r:embed="rId107"/>
                <a:stretch>
                  <a:fillRect/>
                </a:stretch>
              </p:blipFill>
              <p:spPr>
                <a:xfrm>
                  <a:off x="11393805" y="2833150"/>
                  <a:ext cx="3420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38" name="Ink 37">
                  <a:extLst>
                    <a:ext uri="{FF2B5EF4-FFF2-40B4-BE49-F238E27FC236}">
                      <a16:creationId xmlns:a16="http://schemas.microsoft.com/office/drawing/2014/main" id="{6E0F7B35-CE28-A7F6-5043-081281432363}"/>
                    </a:ext>
                  </a:extLst>
                </p14:cNvPr>
                <p14:cNvContentPartPr/>
                <p14:nvPr/>
              </p14:nvContentPartPr>
              <p14:xfrm>
                <a:off x="11378325" y="2890030"/>
                <a:ext cx="195840" cy="121680"/>
              </p14:xfrm>
            </p:contentPart>
          </mc:Choice>
          <mc:Fallback>
            <p:pic>
              <p:nvPicPr>
                <p:cNvPr id="38" name="Ink 37">
                  <a:extLst>
                    <a:ext uri="{FF2B5EF4-FFF2-40B4-BE49-F238E27FC236}">
                      <a16:creationId xmlns:a16="http://schemas.microsoft.com/office/drawing/2014/main" id="{6E0F7B35-CE28-A7F6-5043-081281432363}"/>
                    </a:ext>
                  </a:extLst>
                </p:cNvPr>
                <p:cNvPicPr/>
                <p:nvPr/>
              </p:nvPicPr>
              <p:blipFill>
                <a:blip r:embed="rId109"/>
                <a:stretch>
                  <a:fillRect/>
                </a:stretch>
              </p:blipFill>
              <p:spPr>
                <a:xfrm>
                  <a:off x="11369325" y="2881390"/>
                  <a:ext cx="21348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39" name="Ink 38">
                  <a:extLst>
                    <a:ext uri="{FF2B5EF4-FFF2-40B4-BE49-F238E27FC236}">
                      <a16:creationId xmlns:a16="http://schemas.microsoft.com/office/drawing/2014/main" id="{2A5078D5-DBFC-82E4-BB5E-4CBFC073AA46}"/>
                    </a:ext>
                  </a:extLst>
                </p14:cNvPr>
                <p14:cNvContentPartPr/>
                <p14:nvPr/>
              </p14:nvContentPartPr>
              <p14:xfrm>
                <a:off x="11602605" y="2898310"/>
                <a:ext cx="191160" cy="112680"/>
              </p14:xfrm>
            </p:contentPart>
          </mc:Choice>
          <mc:Fallback>
            <p:pic>
              <p:nvPicPr>
                <p:cNvPr id="39" name="Ink 38">
                  <a:extLst>
                    <a:ext uri="{FF2B5EF4-FFF2-40B4-BE49-F238E27FC236}">
                      <a16:creationId xmlns:a16="http://schemas.microsoft.com/office/drawing/2014/main" id="{2A5078D5-DBFC-82E4-BB5E-4CBFC073AA46}"/>
                    </a:ext>
                  </a:extLst>
                </p:cNvPr>
                <p:cNvPicPr/>
                <p:nvPr/>
              </p:nvPicPr>
              <p:blipFill>
                <a:blip r:embed="rId111"/>
                <a:stretch>
                  <a:fillRect/>
                </a:stretch>
              </p:blipFill>
              <p:spPr>
                <a:xfrm>
                  <a:off x="11593605" y="2889670"/>
                  <a:ext cx="20880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41" name="Ink 40">
                  <a:extLst>
                    <a:ext uri="{FF2B5EF4-FFF2-40B4-BE49-F238E27FC236}">
                      <a16:creationId xmlns:a16="http://schemas.microsoft.com/office/drawing/2014/main" id="{62C938A8-4703-6554-2B67-775179038AEF}"/>
                    </a:ext>
                  </a:extLst>
                </p14:cNvPr>
                <p14:cNvContentPartPr/>
                <p14:nvPr/>
              </p14:nvContentPartPr>
              <p14:xfrm>
                <a:off x="10663365" y="3295390"/>
                <a:ext cx="128520" cy="191880"/>
              </p14:xfrm>
            </p:contentPart>
          </mc:Choice>
          <mc:Fallback>
            <p:pic>
              <p:nvPicPr>
                <p:cNvPr id="41" name="Ink 40">
                  <a:extLst>
                    <a:ext uri="{FF2B5EF4-FFF2-40B4-BE49-F238E27FC236}">
                      <a16:creationId xmlns:a16="http://schemas.microsoft.com/office/drawing/2014/main" id="{62C938A8-4703-6554-2B67-775179038AEF}"/>
                    </a:ext>
                  </a:extLst>
                </p:cNvPr>
                <p:cNvPicPr/>
                <p:nvPr/>
              </p:nvPicPr>
              <p:blipFill>
                <a:blip r:embed="rId113"/>
                <a:stretch>
                  <a:fillRect/>
                </a:stretch>
              </p:blipFill>
              <p:spPr>
                <a:xfrm>
                  <a:off x="10654725" y="3286390"/>
                  <a:ext cx="14616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42" name="Ink 41">
                  <a:extLst>
                    <a:ext uri="{FF2B5EF4-FFF2-40B4-BE49-F238E27FC236}">
                      <a16:creationId xmlns:a16="http://schemas.microsoft.com/office/drawing/2014/main" id="{F663597C-E6E8-28F5-4C6A-89D718B08B5D}"/>
                    </a:ext>
                  </a:extLst>
                </p14:cNvPr>
                <p14:cNvContentPartPr/>
                <p14:nvPr/>
              </p14:nvContentPartPr>
              <p14:xfrm>
                <a:off x="10720605" y="3285310"/>
                <a:ext cx="251640" cy="176040"/>
              </p14:xfrm>
            </p:contentPart>
          </mc:Choice>
          <mc:Fallback>
            <p:pic>
              <p:nvPicPr>
                <p:cNvPr id="42" name="Ink 41">
                  <a:extLst>
                    <a:ext uri="{FF2B5EF4-FFF2-40B4-BE49-F238E27FC236}">
                      <a16:creationId xmlns:a16="http://schemas.microsoft.com/office/drawing/2014/main" id="{F663597C-E6E8-28F5-4C6A-89D718B08B5D}"/>
                    </a:ext>
                  </a:extLst>
                </p:cNvPr>
                <p:cNvPicPr/>
                <p:nvPr/>
              </p:nvPicPr>
              <p:blipFill>
                <a:blip r:embed="rId115"/>
                <a:stretch>
                  <a:fillRect/>
                </a:stretch>
              </p:blipFill>
              <p:spPr>
                <a:xfrm>
                  <a:off x="10711605" y="3276670"/>
                  <a:ext cx="26928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43" name="Ink 42">
                  <a:extLst>
                    <a:ext uri="{FF2B5EF4-FFF2-40B4-BE49-F238E27FC236}">
                      <a16:creationId xmlns:a16="http://schemas.microsoft.com/office/drawing/2014/main" id="{74FDAA62-5D24-42B8-927B-D7648315F036}"/>
                    </a:ext>
                  </a:extLst>
                </p14:cNvPr>
                <p14:cNvContentPartPr/>
                <p14:nvPr/>
              </p14:nvContentPartPr>
              <p14:xfrm>
                <a:off x="10978725" y="3253270"/>
                <a:ext cx="132840" cy="164880"/>
              </p14:xfrm>
            </p:contentPart>
          </mc:Choice>
          <mc:Fallback>
            <p:pic>
              <p:nvPicPr>
                <p:cNvPr id="43" name="Ink 42">
                  <a:extLst>
                    <a:ext uri="{FF2B5EF4-FFF2-40B4-BE49-F238E27FC236}">
                      <a16:creationId xmlns:a16="http://schemas.microsoft.com/office/drawing/2014/main" id="{74FDAA62-5D24-42B8-927B-D7648315F036}"/>
                    </a:ext>
                  </a:extLst>
                </p:cNvPr>
                <p:cNvPicPr/>
                <p:nvPr/>
              </p:nvPicPr>
              <p:blipFill>
                <a:blip r:embed="rId117"/>
                <a:stretch>
                  <a:fillRect/>
                </a:stretch>
              </p:blipFill>
              <p:spPr>
                <a:xfrm>
                  <a:off x="10969725" y="3244630"/>
                  <a:ext cx="15048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44" name="Ink 43">
                  <a:extLst>
                    <a:ext uri="{FF2B5EF4-FFF2-40B4-BE49-F238E27FC236}">
                      <a16:creationId xmlns:a16="http://schemas.microsoft.com/office/drawing/2014/main" id="{4781F15A-0DB3-B872-C99C-D83195FD71EF}"/>
                    </a:ext>
                  </a:extLst>
                </p14:cNvPr>
                <p14:cNvContentPartPr/>
                <p14:nvPr/>
              </p14:nvContentPartPr>
              <p14:xfrm>
                <a:off x="11005005" y="3210430"/>
                <a:ext cx="167040" cy="182160"/>
              </p14:xfrm>
            </p:contentPart>
          </mc:Choice>
          <mc:Fallback>
            <p:pic>
              <p:nvPicPr>
                <p:cNvPr id="44" name="Ink 43">
                  <a:extLst>
                    <a:ext uri="{FF2B5EF4-FFF2-40B4-BE49-F238E27FC236}">
                      <a16:creationId xmlns:a16="http://schemas.microsoft.com/office/drawing/2014/main" id="{4781F15A-0DB3-B872-C99C-D83195FD71EF}"/>
                    </a:ext>
                  </a:extLst>
                </p:cNvPr>
                <p:cNvPicPr/>
                <p:nvPr/>
              </p:nvPicPr>
              <p:blipFill>
                <a:blip r:embed="rId119"/>
                <a:stretch>
                  <a:fillRect/>
                </a:stretch>
              </p:blipFill>
              <p:spPr>
                <a:xfrm>
                  <a:off x="10996365" y="3201790"/>
                  <a:ext cx="18468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45" name="Ink 44">
                  <a:extLst>
                    <a:ext uri="{FF2B5EF4-FFF2-40B4-BE49-F238E27FC236}">
                      <a16:creationId xmlns:a16="http://schemas.microsoft.com/office/drawing/2014/main" id="{3F3FBFAA-C85C-F1E1-B62C-0A65FD5869CB}"/>
                    </a:ext>
                  </a:extLst>
                </p14:cNvPr>
                <p14:cNvContentPartPr/>
                <p14:nvPr/>
              </p14:nvContentPartPr>
              <p14:xfrm>
                <a:off x="11401725" y="3341830"/>
                <a:ext cx="7560" cy="86400"/>
              </p14:xfrm>
            </p:contentPart>
          </mc:Choice>
          <mc:Fallback>
            <p:pic>
              <p:nvPicPr>
                <p:cNvPr id="45" name="Ink 44">
                  <a:extLst>
                    <a:ext uri="{FF2B5EF4-FFF2-40B4-BE49-F238E27FC236}">
                      <a16:creationId xmlns:a16="http://schemas.microsoft.com/office/drawing/2014/main" id="{3F3FBFAA-C85C-F1E1-B62C-0A65FD5869CB}"/>
                    </a:ext>
                  </a:extLst>
                </p:cNvPr>
                <p:cNvPicPr/>
                <p:nvPr/>
              </p:nvPicPr>
              <p:blipFill>
                <a:blip r:embed="rId121"/>
                <a:stretch>
                  <a:fillRect/>
                </a:stretch>
              </p:blipFill>
              <p:spPr>
                <a:xfrm>
                  <a:off x="11392725" y="3332830"/>
                  <a:ext cx="2520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46" name="Ink 45">
                  <a:extLst>
                    <a:ext uri="{FF2B5EF4-FFF2-40B4-BE49-F238E27FC236}">
                      <a16:creationId xmlns:a16="http://schemas.microsoft.com/office/drawing/2014/main" id="{2CE6546D-E610-53B0-CB8F-37300D90E98B}"/>
                    </a:ext>
                  </a:extLst>
                </p14:cNvPr>
                <p14:cNvContentPartPr/>
                <p14:nvPr/>
              </p14:nvContentPartPr>
              <p14:xfrm>
                <a:off x="11396325" y="3268750"/>
                <a:ext cx="146880" cy="141120"/>
              </p14:xfrm>
            </p:contentPart>
          </mc:Choice>
          <mc:Fallback>
            <p:pic>
              <p:nvPicPr>
                <p:cNvPr id="46" name="Ink 45">
                  <a:extLst>
                    <a:ext uri="{FF2B5EF4-FFF2-40B4-BE49-F238E27FC236}">
                      <a16:creationId xmlns:a16="http://schemas.microsoft.com/office/drawing/2014/main" id="{2CE6546D-E610-53B0-CB8F-37300D90E98B}"/>
                    </a:ext>
                  </a:extLst>
                </p:cNvPr>
                <p:cNvPicPr/>
                <p:nvPr/>
              </p:nvPicPr>
              <p:blipFill>
                <a:blip r:embed="rId123"/>
                <a:stretch>
                  <a:fillRect/>
                </a:stretch>
              </p:blipFill>
              <p:spPr>
                <a:xfrm>
                  <a:off x="11387685" y="3260110"/>
                  <a:ext cx="16452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47" name="Ink 46">
                  <a:extLst>
                    <a:ext uri="{FF2B5EF4-FFF2-40B4-BE49-F238E27FC236}">
                      <a16:creationId xmlns:a16="http://schemas.microsoft.com/office/drawing/2014/main" id="{6DEE0630-C2D4-7E3E-2DA6-69C34CF3DE6F}"/>
                    </a:ext>
                  </a:extLst>
                </p14:cNvPr>
                <p14:cNvContentPartPr/>
                <p14:nvPr/>
              </p14:nvContentPartPr>
              <p14:xfrm>
                <a:off x="11566245" y="3219070"/>
                <a:ext cx="219600" cy="178920"/>
              </p14:xfrm>
            </p:contentPart>
          </mc:Choice>
          <mc:Fallback>
            <p:pic>
              <p:nvPicPr>
                <p:cNvPr id="47" name="Ink 46">
                  <a:extLst>
                    <a:ext uri="{FF2B5EF4-FFF2-40B4-BE49-F238E27FC236}">
                      <a16:creationId xmlns:a16="http://schemas.microsoft.com/office/drawing/2014/main" id="{6DEE0630-C2D4-7E3E-2DA6-69C34CF3DE6F}"/>
                    </a:ext>
                  </a:extLst>
                </p:cNvPr>
                <p:cNvPicPr/>
                <p:nvPr/>
              </p:nvPicPr>
              <p:blipFill>
                <a:blip r:embed="rId125"/>
                <a:stretch>
                  <a:fillRect/>
                </a:stretch>
              </p:blipFill>
              <p:spPr>
                <a:xfrm>
                  <a:off x="11557245" y="3210430"/>
                  <a:ext cx="23724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48" name="Ink 47">
                  <a:extLst>
                    <a:ext uri="{FF2B5EF4-FFF2-40B4-BE49-F238E27FC236}">
                      <a16:creationId xmlns:a16="http://schemas.microsoft.com/office/drawing/2014/main" id="{4DEEC2D3-3B86-472D-98D6-6A0916B5E872}"/>
                    </a:ext>
                  </a:extLst>
                </p14:cNvPr>
                <p14:cNvContentPartPr/>
                <p14:nvPr/>
              </p14:nvContentPartPr>
              <p14:xfrm>
                <a:off x="11836605" y="3288550"/>
                <a:ext cx="46080" cy="151920"/>
              </p14:xfrm>
            </p:contentPart>
          </mc:Choice>
          <mc:Fallback>
            <p:pic>
              <p:nvPicPr>
                <p:cNvPr id="48" name="Ink 47">
                  <a:extLst>
                    <a:ext uri="{FF2B5EF4-FFF2-40B4-BE49-F238E27FC236}">
                      <a16:creationId xmlns:a16="http://schemas.microsoft.com/office/drawing/2014/main" id="{4DEEC2D3-3B86-472D-98D6-6A0916B5E872}"/>
                    </a:ext>
                  </a:extLst>
                </p:cNvPr>
                <p:cNvPicPr/>
                <p:nvPr/>
              </p:nvPicPr>
              <p:blipFill>
                <a:blip r:embed="rId127"/>
                <a:stretch>
                  <a:fillRect/>
                </a:stretch>
              </p:blipFill>
              <p:spPr>
                <a:xfrm>
                  <a:off x="11827965" y="3279550"/>
                  <a:ext cx="6372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49" name="Ink 48">
                  <a:extLst>
                    <a:ext uri="{FF2B5EF4-FFF2-40B4-BE49-F238E27FC236}">
                      <a16:creationId xmlns:a16="http://schemas.microsoft.com/office/drawing/2014/main" id="{4B3CBCB2-E619-90D5-4980-071B684253AB}"/>
                    </a:ext>
                  </a:extLst>
                </p14:cNvPr>
                <p14:cNvContentPartPr/>
                <p14:nvPr/>
              </p14:nvContentPartPr>
              <p14:xfrm>
                <a:off x="11880885" y="3203230"/>
                <a:ext cx="3960" cy="5040"/>
              </p14:xfrm>
            </p:contentPart>
          </mc:Choice>
          <mc:Fallback>
            <p:pic>
              <p:nvPicPr>
                <p:cNvPr id="49" name="Ink 48">
                  <a:extLst>
                    <a:ext uri="{FF2B5EF4-FFF2-40B4-BE49-F238E27FC236}">
                      <a16:creationId xmlns:a16="http://schemas.microsoft.com/office/drawing/2014/main" id="{4B3CBCB2-E619-90D5-4980-071B684253AB}"/>
                    </a:ext>
                  </a:extLst>
                </p:cNvPr>
                <p:cNvPicPr/>
                <p:nvPr/>
              </p:nvPicPr>
              <p:blipFill>
                <a:blip r:embed="rId129"/>
                <a:stretch>
                  <a:fillRect/>
                </a:stretch>
              </p:blipFill>
              <p:spPr>
                <a:xfrm>
                  <a:off x="11872245" y="3194590"/>
                  <a:ext cx="2160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50" name="Ink 49">
                  <a:extLst>
                    <a:ext uri="{FF2B5EF4-FFF2-40B4-BE49-F238E27FC236}">
                      <a16:creationId xmlns:a16="http://schemas.microsoft.com/office/drawing/2014/main" id="{8AF8F53C-23A0-4419-DFF5-8785E079EBAF}"/>
                    </a:ext>
                  </a:extLst>
                </p14:cNvPr>
                <p14:cNvContentPartPr/>
                <p14:nvPr/>
              </p14:nvContentPartPr>
              <p14:xfrm>
                <a:off x="11942805" y="3230230"/>
                <a:ext cx="81720" cy="95760"/>
              </p14:xfrm>
            </p:contentPart>
          </mc:Choice>
          <mc:Fallback>
            <p:pic>
              <p:nvPicPr>
                <p:cNvPr id="50" name="Ink 49">
                  <a:extLst>
                    <a:ext uri="{FF2B5EF4-FFF2-40B4-BE49-F238E27FC236}">
                      <a16:creationId xmlns:a16="http://schemas.microsoft.com/office/drawing/2014/main" id="{8AF8F53C-23A0-4419-DFF5-8785E079EBAF}"/>
                    </a:ext>
                  </a:extLst>
                </p:cNvPr>
                <p:cNvPicPr/>
                <p:nvPr/>
              </p:nvPicPr>
              <p:blipFill>
                <a:blip r:embed="rId131"/>
                <a:stretch>
                  <a:fillRect/>
                </a:stretch>
              </p:blipFill>
              <p:spPr>
                <a:xfrm>
                  <a:off x="11933805" y="3221230"/>
                  <a:ext cx="9936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51" name="Ink 50">
                  <a:extLst>
                    <a:ext uri="{FF2B5EF4-FFF2-40B4-BE49-F238E27FC236}">
                      <a16:creationId xmlns:a16="http://schemas.microsoft.com/office/drawing/2014/main" id="{155E2C03-20B4-6182-B757-31447A529FA7}"/>
                    </a:ext>
                  </a:extLst>
                </p14:cNvPr>
                <p14:cNvContentPartPr/>
                <p14:nvPr/>
              </p14:nvContentPartPr>
              <p14:xfrm>
                <a:off x="11129565" y="3524710"/>
                <a:ext cx="147600" cy="224280"/>
              </p14:xfrm>
            </p:contentPart>
          </mc:Choice>
          <mc:Fallback>
            <p:pic>
              <p:nvPicPr>
                <p:cNvPr id="51" name="Ink 50">
                  <a:extLst>
                    <a:ext uri="{FF2B5EF4-FFF2-40B4-BE49-F238E27FC236}">
                      <a16:creationId xmlns:a16="http://schemas.microsoft.com/office/drawing/2014/main" id="{155E2C03-20B4-6182-B757-31447A529FA7}"/>
                    </a:ext>
                  </a:extLst>
                </p:cNvPr>
                <p:cNvPicPr/>
                <p:nvPr/>
              </p:nvPicPr>
              <p:blipFill>
                <a:blip r:embed="rId133"/>
                <a:stretch>
                  <a:fillRect/>
                </a:stretch>
              </p:blipFill>
              <p:spPr>
                <a:xfrm>
                  <a:off x="11120925" y="3516070"/>
                  <a:ext cx="16524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52" name="Ink 51">
                  <a:extLst>
                    <a:ext uri="{FF2B5EF4-FFF2-40B4-BE49-F238E27FC236}">
                      <a16:creationId xmlns:a16="http://schemas.microsoft.com/office/drawing/2014/main" id="{A75E7F17-1CE0-CF91-C97F-DD64BF267DE5}"/>
                    </a:ext>
                  </a:extLst>
                </p14:cNvPr>
                <p14:cNvContentPartPr/>
                <p14:nvPr/>
              </p14:nvContentPartPr>
              <p14:xfrm>
                <a:off x="11340885" y="3634870"/>
                <a:ext cx="84600" cy="94680"/>
              </p14:xfrm>
            </p:contentPart>
          </mc:Choice>
          <mc:Fallback>
            <p:pic>
              <p:nvPicPr>
                <p:cNvPr id="52" name="Ink 51">
                  <a:extLst>
                    <a:ext uri="{FF2B5EF4-FFF2-40B4-BE49-F238E27FC236}">
                      <a16:creationId xmlns:a16="http://schemas.microsoft.com/office/drawing/2014/main" id="{A75E7F17-1CE0-CF91-C97F-DD64BF267DE5}"/>
                    </a:ext>
                  </a:extLst>
                </p:cNvPr>
                <p:cNvPicPr/>
                <p:nvPr/>
              </p:nvPicPr>
              <p:blipFill>
                <a:blip r:embed="rId135"/>
                <a:stretch>
                  <a:fillRect/>
                </a:stretch>
              </p:blipFill>
              <p:spPr>
                <a:xfrm>
                  <a:off x="11331885" y="3626230"/>
                  <a:ext cx="10224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3" name="Ink 82">
                  <a:extLst>
                    <a:ext uri="{FF2B5EF4-FFF2-40B4-BE49-F238E27FC236}">
                      <a16:creationId xmlns:a16="http://schemas.microsoft.com/office/drawing/2014/main" id="{CF13E38E-0BAD-77EA-46C0-199AC4891E80}"/>
                    </a:ext>
                  </a:extLst>
                </p14:cNvPr>
                <p14:cNvContentPartPr/>
                <p14:nvPr/>
              </p14:nvContentPartPr>
              <p14:xfrm>
                <a:off x="2585685" y="3108910"/>
                <a:ext cx="6394680" cy="918000"/>
              </p14:xfrm>
            </p:contentPart>
          </mc:Choice>
          <mc:Fallback>
            <p:pic>
              <p:nvPicPr>
                <p:cNvPr id="83" name="Ink 82">
                  <a:extLst>
                    <a:ext uri="{FF2B5EF4-FFF2-40B4-BE49-F238E27FC236}">
                      <a16:creationId xmlns:a16="http://schemas.microsoft.com/office/drawing/2014/main" id="{CF13E38E-0BAD-77EA-46C0-199AC4891E80}"/>
                    </a:ext>
                  </a:extLst>
                </p:cNvPr>
                <p:cNvPicPr/>
                <p:nvPr/>
              </p:nvPicPr>
              <p:blipFill>
                <a:blip r:embed="rId137"/>
                <a:stretch>
                  <a:fillRect/>
                </a:stretch>
              </p:blipFill>
              <p:spPr>
                <a:xfrm>
                  <a:off x="2576685" y="3100270"/>
                  <a:ext cx="6412320" cy="9356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4" name="Ink 83">
                  <a:extLst>
                    <a:ext uri="{FF2B5EF4-FFF2-40B4-BE49-F238E27FC236}">
                      <a16:creationId xmlns:a16="http://schemas.microsoft.com/office/drawing/2014/main" id="{67C8F189-9E26-599A-6238-63DD4AB23457}"/>
                    </a:ext>
                  </a:extLst>
                </p14:cNvPr>
                <p14:cNvContentPartPr/>
                <p14:nvPr/>
              </p14:nvContentPartPr>
              <p14:xfrm>
                <a:off x="8902605" y="3433270"/>
                <a:ext cx="77760" cy="59400"/>
              </p14:xfrm>
            </p:contentPart>
          </mc:Choice>
          <mc:Fallback>
            <p:pic>
              <p:nvPicPr>
                <p:cNvPr id="84" name="Ink 83">
                  <a:extLst>
                    <a:ext uri="{FF2B5EF4-FFF2-40B4-BE49-F238E27FC236}">
                      <a16:creationId xmlns:a16="http://schemas.microsoft.com/office/drawing/2014/main" id="{67C8F189-9E26-599A-6238-63DD4AB23457}"/>
                    </a:ext>
                  </a:extLst>
                </p:cNvPr>
                <p:cNvPicPr/>
                <p:nvPr/>
              </p:nvPicPr>
              <p:blipFill>
                <a:blip r:embed="rId139"/>
                <a:stretch>
                  <a:fillRect/>
                </a:stretch>
              </p:blipFill>
              <p:spPr>
                <a:xfrm>
                  <a:off x="8893965" y="3424270"/>
                  <a:ext cx="9540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5" name="Ink 84">
                  <a:extLst>
                    <a:ext uri="{FF2B5EF4-FFF2-40B4-BE49-F238E27FC236}">
                      <a16:creationId xmlns:a16="http://schemas.microsoft.com/office/drawing/2014/main" id="{0FB7575B-52D8-08C2-8289-6423F15509AE}"/>
                    </a:ext>
                  </a:extLst>
                </p14:cNvPr>
                <p14:cNvContentPartPr/>
                <p14:nvPr/>
              </p14:nvContentPartPr>
              <p14:xfrm>
                <a:off x="8967765" y="3411670"/>
                <a:ext cx="98280" cy="103320"/>
              </p14:xfrm>
            </p:contentPart>
          </mc:Choice>
          <mc:Fallback>
            <p:pic>
              <p:nvPicPr>
                <p:cNvPr id="85" name="Ink 84">
                  <a:extLst>
                    <a:ext uri="{FF2B5EF4-FFF2-40B4-BE49-F238E27FC236}">
                      <a16:creationId xmlns:a16="http://schemas.microsoft.com/office/drawing/2014/main" id="{0FB7575B-52D8-08C2-8289-6423F15509AE}"/>
                    </a:ext>
                  </a:extLst>
                </p:cNvPr>
                <p:cNvPicPr/>
                <p:nvPr/>
              </p:nvPicPr>
              <p:blipFill>
                <a:blip r:embed="rId141"/>
                <a:stretch>
                  <a:fillRect/>
                </a:stretch>
              </p:blipFill>
              <p:spPr>
                <a:xfrm>
                  <a:off x="8958765" y="3402670"/>
                  <a:ext cx="11592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7" name="Ink 86">
                  <a:extLst>
                    <a:ext uri="{FF2B5EF4-FFF2-40B4-BE49-F238E27FC236}">
                      <a16:creationId xmlns:a16="http://schemas.microsoft.com/office/drawing/2014/main" id="{8C6C99CC-4442-8B43-FE82-F4C142FDD8B9}"/>
                    </a:ext>
                  </a:extLst>
                </p14:cNvPr>
                <p14:cNvContentPartPr/>
                <p14:nvPr/>
              </p14:nvContentPartPr>
              <p14:xfrm>
                <a:off x="8723325" y="3563230"/>
                <a:ext cx="179640" cy="167400"/>
              </p14:xfrm>
            </p:contentPart>
          </mc:Choice>
          <mc:Fallback>
            <p:pic>
              <p:nvPicPr>
                <p:cNvPr id="87" name="Ink 86">
                  <a:extLst>
                    <a:ext uri="{FF2B5EF4-FFF2-40B4-BE49-F238E27FC236}">
                      <a16:creationId xmlns:a16="http://schemas.microsoft.com/office/drawing/2014/main" id="{8C6C99CC-4442-8B43-FE82-F4C142FDD8B9}"/>
                    </a:ext>
                  </a:extLst>
                </p:cNvPr>
                <p:cNvPicPr/>
                <p:nvPr/>
              </p:nvPicPr>
              <p:blipFill>
                <a:blip r:embed="rId143"/>
                <a:stretch>
                  <a:fillRect/>
                </a:stretch>
              </p:blipFill>
              <p:spPr>
                <a:xfrm>
                  <a:off x="8714325" y="3554230"/>
                  <a:ext cx="19728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8" name="Ink 87">
                  <a:extLst>
                    <a:ext uri="{FF2B5EF4-FFF2-40B4-BE49-F238E27FC236}">
                      <a16:creationId xmlns:a16="http://schemas.microsoft.com/office/drawing/2014/main" id="{7F56A901-80ED-7752-6C11-5AC7F8FF45A8}"/>
                    </a:ext>
                  </a:extLst>
                </p14:cNvPr>
                <p14:cNvContentPartPr/>
                <p14:nvPr/>
              </p14:nvContentPartPr>
              <p14:xfrm>
                <a:off x="8929605" y="3573310"/>
                <a:ext cx="160560" cy="140040"/>
              </p14:xfrm>
            </p:contentPart>
          </mc:Choice>
          <mc:Fallback>
            <p:pic>
              <p:nvPicPr>
                <p:cNvPr id="88" name="Ink 87">
                  <a:extLst>
                    <a:ext uri="{FF2B5EF4-FFF2-40B4-BE49-F238E27FC236}">
                      <a16:creationId xmlns:a16="http://schemas.microsoft.com/office/drawing/2014/main" id="{7F56A901-80ED-7752-6C11-5AC7F8FF45A8}"/>
                    </a:ext>
                  </a:extLst>
                </p:cNvPr>
                <p:cNvPicPr/>
                <p:nvPr/>
              </p:nvPicPr>
              <p:blipFill>
                <a:blip r:embed="rId145"/>
                <a:stretch>
                  <a:fillRect/>
                </a:stretch>
              </p:blipFill>
              <p:spPr>
                <a:xfrm>
                  <a:off x="8920965" y="3564310"/>
                  <a:ext cx="17820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9" name="Ink 88">
                  <a:extLst>
                    <a:ext uri="{FF2B5EF4-FFF2-40B4-BE49-F238E27FC236}">
                      <a16:creationId xmlns:a16="http://schemas.microsoft.com/office/drawing/2014/main" id="{91C10867-F7FC-E17A-48C9-3FFFB14DFA63}"/>
                    </a:ext>
                  </a:extLst>
                </p14:cNvPr>
                <p14:cNvContentPartPr/>
                <p14:nvPr/>
              </p14:nvContentPartPr>
              <p14:xfrm>
                <a:off x="9201045" y="3587350"/>
                <a:ext cx="61200" cy="105480"/>
              </p14:xfrm>
            </p:contentPart>
          </mc:Choice>
          <mc:Fallback>
            <p:pic>
              <p:nvPicPr>
                <p:cNvPr id="89" name="Ink 88">
                  <a:extLst>
                    <a:ext uri="{FF2B5EF4-FFF2-40B4-BE49-F238E27FC236}">
                      <a16:creationId xmlns:a16="http://schemas.microsoft.com/office/drawing/2014/main" id="{91C10867-F7FC-E17A-48C9-3FFFB14DFA63}"/>
                    </a:ext>
                  </a:extLst>
                </p:cNvPr>
                <p:cNvPicPr/>
                <p:nvPr/>
              </p:nvPicPr>
              <p:blipFill>
                <a:blip r:embed="rId147"/>
                <a:stretch>
                  <a:fillRect/>
                </a:stretch>
              </p:blipFill>
              <p:spPr>
                <a:xfrm>
                  <a:off x="9192045" y="3578710"/>
                  <a:ext cx="7884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90" name="Ink 89">
                  <a:extLst>
                    <a:ext uri="{FF2B5EF4-FFF2-40B4-BE49-F238E27FC236}">
                      <a16:creationId xmlns:a16="http://schemas.microsoft.com/office/drawing/2014/main" id="{7EBFD2D2-F4B9-EFBC-FF7E-9BC40ADCEC55}"/>
                    </a:ext>
                  </a:extLst>
                </p14:cNvPr>
                <p14:cNvContentPartPr/>
                <p14:nvPr/>
              </p14:nvContentPartPr>
              <p14:xfrm>
                <a:off x="9355485" y="3597430"/>
                <a:ext cx="99360" cy="96480"/>
              </p14:xfrm>
            </p:contentPart>
          </mc:Choice>
          <mc:Fallback>
            <p:pic>
              <p:nvPicPr>
                <p:cNvPr id="90" name="Ink 89">
                  <a:extLst>
                    <a:ext uri="{FF2B5EF4-FFF2-40B4-BE49-F238E27FC236}">
                      <a16:creationId xmlns:a16="http://schemas.microsoft.com/office/drawing/2014/main" id="{7EBFD2D2-F4B9-EFBC-FF7E-9BC40ADCEC55}"/>
                    </a:ext>
                  </a:extLst>
                </p:cNvPr>
                <p:cNvPicPr/>
                <p:nvPr/>
              </p:nvPicPr>
              <p:blipFill>
                <a:blip r:embed="rId149"/>
                <a:stretch>
                  <a:fillRect/>
                </a:stretch>
              </p:blipFill>
              <p:spPr>
                <a:xfrm>
                  <a:off x="9346485" y="3588790"/>
                  <a:ext cx="11700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1" name="Ink 90">
                  <a:extLst>
                    <a:ext uri="{FF2B5EF4-FFF2-40B4-BE49-F238E27FC236}">
                      <a16:creationId xmlns:a16="http://schemas.microsoft.com/office/drawing/2014/main" id="{83B52FA8-0E2B-D6DF-97AD-72AA54087782}"/>
                    </a:ext>
                  </a:extLst>
                </p14:cNvPr>
                <p14:cNvContentPartPr/>
                <p14:nvPr/>
              </p14:nvContentPartPr>
              <p14:xfrm>
                <a:off x="9518205" y="3518950"/>
                <a:ext cx="159480" cy="158400"/>
              </p14:xfrm>
            </p:contentPart>
          </mc:Choice>
          <mc:Fallback>
            <p:pic>
              <p:nvPicPr>
                <p:cNvPr id="91" name="Ink 90">
                  <a:extLst>
                    <a:ext uri="{FF2B5EF4-FFF2-40B4-BE49-F238E27FC236}">
                      <a16:creationId xmlns:a16="http://schemas.microsoft.com/office/drawing/2014/main" id="{83B52FA8-0E2B-D6DF-97AD-72AA54087782}"/>
                    </a:ext>
                  </a:extLst>
                </p:cNvPr>
                <p:cNvPicPr/>
                <p:nvPr/>
              </p:nvPicPr>
              <p:blipFill>
                <a:blip r:embed="rId151"/>
                <a:stretch>
                  <a:fillRect/>
                </a:stretch>
              </p:blipFill>
              <p:spPr>
                <a:xfrm>
                  <a:off x="9509565" y="3509950"/>
                  <a:ext cx="17712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2" name="Ink 91">
                  <a:extLst>
                    <a:ext uri="{FF2B5EF4-FFF2-40B4-BE49-F238E27FC236}">
                      <a16:creationId xmlns:a16="http://schemas.microsoft.com/office/drawing/2014/main" id="{31A3EE70-7C78-C1F0-38A1-06237E3F1EE1}"/>
                    </a:ext>
                  </a:extLst>
                </p14:cNvPr>
                <p14:cNvContentPartPr/>
                <p14:nvPr/>
              </p14:nvContentPartPr>
              <p14:xfrm>
                <a:off x="9723405" y="3567910"/>
                <a:ext cx="88920" cy="109080"/>
              </p14:xfrm>
            </p:contentPart>
          </mc:Choice>
          <mc:Fallback>
            <p:pic>
              <p:nvPicPr>
                <p:cNvPr id="92" name="Ink 91">
                  <a:extLst>
                    <a:ext uri="{FF2B5EF4-FFF2-40B4-BE49-F238E27FC236}">
                      <a16:creationId xmlns:a16="http://schemas.microsoft.com/office/drawing/2014/main" id="{31A3EE70-7C78-C1F0-38A1-06237E3F1EE1}"/>
                    </a:ext>
                  </a:extLst>
                </p:cNvPr>
                <p:cNvPicPr/>
                <p:nvPr/>
              </p:nvPicPr>
              <p:blipFill>
                <a:blip r:embed="rId153"/>
                <a:stretch>
                  <a:fillRect/>
                </a:stretch>
              </p:blipFill>
              <p:spPr>
                <a:xfrm>
                  <a:off x="9714765" y="3558910"/>
                  <a:ext cx="10656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3" name="Ink 92">
                  <a:extLst>
                    <a:ext uri="{FF2B5EF4-FFF2-40B4-BE49-F238E27FC236}">
                      <a16:creationId xmlns:a16="http://schemas.microsoft.com/office/drawing/2014/main" id="{F1023F05-0DF0-4D82-FD43-1B18A55AA314}"/>
                    </a:ext>
                  </a:extLst>
                </p14:cNvPr>
                <p14:cNvContentPartPr/>
                <p14:nvPr/>
              </p14:nvContentPartPr>
              <p14:xfrm>
                <a:off x="9863805" y="3558550"/>
                <a:ext cx="111600" cy="94680"/>
              </p14:xfrm>
            </p:contentPart>
          </mc:Choice>
          <mc:Fallback>
            <p:pic>
              <p:nvPicPr>
                <p:cNvPr id="93" name="Ink 92">
                  <a:extLst>
                    <a:ext uri="{FF2B5EF4-FFF2-40B4-BE49-F238E27FC236}">
                      <a16:creationId xmlns:a16="http://schemas.microsoft.com/office/drawing/2014/main" id="{F1023F05-0DF0-4D82-FD43-1B18A55AA314}"/>
                    </a:ext>
                  </a:extLst>
                </p:cNvPr>
                <p:cNvPicPr/>
                <p:nvPr/>
              </p:nvPicPr>
              <p:blipFill>
                <a:blip r:embed="rId155"/>
                <a:stretch>
                  <a:fillRect/>
                </a:stretch>
              </p:blipFill>
              <p:spPr>
                <a:xfrm>
                  <a:off x="9854805" y="3549550"/>
                  <a:ext cx="12924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4" name="Ink 93">
                  <a:extLst>
                    <a:ext uri="{FF2B5EF4-FFF2-40B4-BE49-F238E27FC236}">
                      <a16:creationId xmlns:a16="http://schemas.microsoft.com/office/drawing/2014/main" id="{B99D8C02-40EF-F50A-1B5A-D0CE42F9FB4F}"/>
                    </a:ext>
                  </a:extLst>
                </p14:cNvPr>
                <p14:cNvContentPartPr/>
                <p14:nvPr/>
              </p14:nvContentPartPr>
              <p14:xfrm>
                <a:off x="10030845" y="3506710"/>
                <a:ext cx="108360" cy="136080"/>
              </p14:xfrm>
            </p:contentPart>
          </mc:Choice>
          <mc:Fallback>
            <p:pic>
              <p:nvPicPr>
                <p:cNvPr id="94" name="Ink 93">
                  <a:extLst>
                    <a:ext uri="{FF2B5EF4-FFF2-40B4-BE49-F238E27FC236}">
                      <a16:creationId xmlns:a16="http://schemas.microsoft.com/office/drawing/2014/main" id="{B99D8C02-40EF-F50A-1B5A-D0CE42F9FB4F}"/>
                    </a:ext>
                  </a:extLst>
                </p:cNvPr>
                <p:cNvPicPr/>
                <p:nvPr/>
              </p:nvPicPr>
              <p:blipFill>
                <a:blip r:embed="rId157"/>
                <a:stretch>
                  <a:fillRect/>
                </a:stretch>
              </p:blipFill>
              <p:spPr>
                <a:xfrm>
                  <a:off x="10021845" y="3497710"/>
                  <a:ext cx="126000" cy="1537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6" name="Ink 95">
                  <a:extLst>
                    <a:ext uri="{FF2B5EF4-FFF2-40B4-BE49-F238E27FC236}">
                      <a16:creationId xmlns:a16="http://schemas.microsoft.com/office/drawing/2014/main" id="{7EF574FC-5605-A8B1-7E77-830503F00227}"/>
                    </a:ext>
                  </a:extLst>
                </p14:cNvPr>
                <p14:cNvContentPartPr/>
                <p14:nvPr/>
              </p14:nvContentPartPr>
              <p14:xfrm>
                <a:off x="11519085" y="3662950"/>
                <a:ext cx="114120" cy="126720"/>
              </p14:xfrm>
            </p:contentPart>
          </mc:Choice>
          <mc:Fallback>
            <p:pic>
              <p:nvPicPr>
                <p:cNvPr id="96" name="Ink 95">
                  <a:extLst>
                    <a:ext uri="{FF2B5EF4-FFF2-40B4-BE49-F238E27FC236}">
                      <a16:creationId xmlns:a16="http://schemas.microsoft.com/office/drawing/2014/main" id="{7EF574FC-5605-A8B1-7E77-830503F00227}"/>
                    </a:ext>
                  </a:extLst>
                </p:cNvPr>
                <p:cNvPicPr/>
                <p:nvPr/>
              </p:nvPicPr>
              <p:blipFill>
                <a:blip r:embed="rId159"/>
                <a:stretch>
                  <a:fillRect/>
                </a:stretch>
              </p:blipFill>
              <p:spPr>
                <a:xfrm>
                  <a:off x="11510085" y="3654310"/>
                  <a:ext cx="13176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7" name="Ink 96">
                  <a:extLst>
                    <a:ext uri="{FF2B5EF4-FFF2-40B4-BE49-F238E27FC236}">
                      <a16:creationId xmlns:a16="http://schemas.microsoft.com/office/drawing/2014/main" id="{D30249D9-F7E9-B2C3-AE68-31A23D6B3672}"/>
                    </a:ext>
                  </a:extLst>
                </p14:cNvPr>
                <p14:cNvContentPartPr/>
                <p14:nvPr/>
              </p14:nvContentPartPr>
              <p14:xfrm>
                <a:off x="11527365" y="3700750"/>
                <a:ext cx="204120" cy="95040"/>
              </p14:xfrm>
            </p:contentPart>
          </mc:Choice>
          <mc:Fallback>
            <p:pic>
              <p:nvPicPr>
                <p:cNvPr id="97" name="Ink 96">
                  <a:extLst>
                    <a:ext uri="{FF2B5EF4-FFF2-40B4-BE49-F238E27FC236}">
                      <a16:creationId xmlns:a16="http://schemas.microsoft.com/office/drawing/2014/main" id="{D30249D9-F7E9-B2C3-AE68-31A23D6B3672}"/>
                    </a:ext>
                  </a:extLst>
                </p:cNvPr>
                <p:cNvPicPr/>
                <p:nvPr/>
              </p:nvPicPr>
              <p:blipFill>
                <a:blip r:embed="rId161"/>
                <a:stretch>
                  <a:fillRect/>
                </a:stretch>
              </p:blipFill>
              <p:spPr>
                <a:xfrm>
                  <a:off x="11518365" y="3691750"/>
                  <a:ext cx="221760" cy="1126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8" name="Ink 97">
                  <a:extLst>
                    <a:ext uri="{FF2B5EF4-FFF2-40B4-BE49-F238E27FC236}">
                      <a16:creationId xmlns:a16="http://schemas.microsoft.com/office/drawing/2014/main" id="{C4544785-E136-22E9-96D6-C63BA4560001}"/>
                    </a:ext>
                  </a:extLst>
                </p14:cNvPr>
                <p14:cNvContentPartPr/>
                <p14:nvPr/>
              </p14:nvContentPartPr>
              <p14:xfrm>
                <a:off x="11136405" y="3869230"/>
                <a:ext cx="137520" cy="6120"/>
              </p14:xfrm>
            </p:contentPart>
          </mc:Choice>
          <mc:Fallback>
            <p:pic>
              <p:nvPicPr>
                <p:cNvPr id="98" name="Ink 97">
                  <a:extLst>
                    <a:ext uri="{FF2B5EF4-FFF2-40B4-BE49-F238E27FC236}">
                      <a16:creationId xmlns:a16="http://schemas.microsoft.com/office/drawing/2014/main" id="{C4544785-E136-22E9-96D6-C63BA4560001}"/>
                    </a:ext>
                  </a:extLst>
                </p:cNvPr>
                <p:cNvPicPr/>
                <p:nvPr/>
              </p:nvPicPr>
              <p:blipFill>
                <a:blip r:embed="rId163"/>
                <a:stretch>
                  <a:fillRect/>
                </a:stretch>
              </p:blipFill>
              <p:spPr>
                <a:xfrm>
                  <a:off x="11127405" y="3860590"/>
                  <a:ext cx="15516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33" name="Ink 132">
                  <a:extLst>
                    <a:ext uri="{FF2B5EF4-FFF2-40B4-BE49-F238E27FC236}">
                      <a16:creationId xmlns:a16="http://schemas.microsoft.com/office/drawing/2014/main" id="{D50BC3C0-9E0B-A1AB-79FE-BD902CCC03F8}"/>
                    </a:ext>
                  </a:extLst>
                </p14:cNvPr>
                <p14:cNvContentPartPr/>
                <p14:nvPr/>
              </p14:nvContentPartPr>
              <p14:xfrm>
                <a:off x="7848885" y="4067590"/>
                <a:ext cx="156960" cy="208080"/>
              </p14:xfrm>
            </p:contentPart>
          </mc:Choice>
          <mc:Fallback>
            <p:pic>
              <p:nvPicPr>
                <p:cNvPr id="133" name="Ink 132">
                  <a:extLst>
                    <a:ext uri="{FF2B5EF4-FFF2-40B4-BE49-F238E27FC236}">
                      <a16:creationId xmlns:a16="http://schemas.microsoft.com/office/drawing/2014/main" id="{D50BC3C0-9E0B-A1AB-79FE-BD902CCC03F8}"/>
                    </a:ext>
                  </a:extLst>
                </p:cNvPr>
                <p:cNvPicPr/>
                <p:nvPr/>
              </p:nvPicPr>
              <p:blipFill>
                <a:blip r:embed="rId165"/>
                <a:stretch>
                  <a:fillRect/>
                </a:stretch>
              </p:blipFill>
              <p:spPr>
                <a:xfrm>
                  <a:off x="7839885" y="4058950"/>
                  <a:ext cx="17460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34" name="Ink 133">
                  <a:extLst>
                    <a:ext uri="{FF2B5EF4-FFF2-40B4-BE49-F238E27FC236}">
                      <a16:creationId xmlns:a16="http://schemas.microsoft.com/office/drawing/2014/main" id="{FB913648-CE2D-BAD4-4779-DF412AC167F9}"/>
                    </a:ext>
                  </a:extLst>
                </p14:cNvPr>
                <p14:cNvContentPartPr/>
                <p14:nvPr/>
              </p14:nvContentPartPr>
              <p14:xfrm>
                <a:off x="7919085" y="4366030"/>
                <a:ext cx="30240" cy="12600"/>
              </p14:xfrm>
            </p:contentPart>
          </mc:Choice>
          <mc:Fallback>
            <p:pic>
              <p:nvPicPr>
                <p:cNvPr id="134" name="Ink 133">
                  <a:extLst>
                    <a:ext uri="{FF2B5EF4-FFF2-40B4-BE49-F238E27FC236}">
                      <a16:creationId xmlns:a16="http://schemas.microsoft.com/office/drawing/2014/main" id="{FB913648-CE2D-BAD4-4779-DF412AC167F9}"/>
                    </a:ext>
                  </a:extLst>
                </p:cNvPr>
                <p:cNvPicPr/>
                <p:nvPr/>
              </p:nvPicPr>
              <p:blipFill>
                <a:blip r:embed="rId167"/>
                <a:stretch>
                  <a:fillRect/>
                </a:stretch>
              </p:blipFill>
              <p:spPr>
                <a:xfrm>
                  <a:off x="7910445" y="4357390"/>
                  <a:ext cx="4788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35" name="Ink 134">
                  <a:extLst>
                    <a:ext uri="{FF2B5EF4-FFF2-40B4-BE49-F238E27FC236}">
                      <a16:creationId xmlns:a16="http://schemas.microsoft.com/office/drawing/2014/main" id="{0E017909-5DFF-AD44-BEBE-1C9AD82100B2}"/>
                    </a:ext>
                  </a:extLst>
                </p14:cNvPr>
                <p14:cNvContentPartPr/>
                <p14:nvPr/>
              </p14:nvContentPartPr>
              <p14:xfrm>
                <a:off x="8071725" y="4067230"/>
                <a:ext cx="96480" cy="219600"/>
              </p14:xfrm>
            </p:contentPart>
          </mc:Choice>
          <mc:Fallback>
            <p:pic>
              <p:nvPicPr>
                <p:cNvPr id="135" name="Ink 134">
                  <a:extLst>
                    <a:ext uri="{FF2B5EF4-FFF2-40B4-BE49-F238E27FC236}">
                      <a16:creationId xmlns:a16="http://schemas.microsoft.com/office/drawing/2014/main" id="{0E017909-5DFF-AD44-BEBE-1C9AD82100B2}"/>
                    </a:ext>
                  </a:extLst>
                </p:cNvPr>
                <p:cNvPicPr/>
                <p:nvPr/>
              </p:nvPicPr>
              <p:blipFill>
                <a:blip r:embed="rId169"/>
                <a:stretch>
                  <a:fillRect/>
                </a:stretch>
              </p:blipFill>
              <p:spPr>
                <a:xfrm>
                  <a:off x="8062725" y="4058230"/>
                  <a:ext cx="11412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36" name="Ink 135">
                  <a:extLst>
                    <a:ext uri="{FF2B5EF4-FFF2-40B4-BE49-F238E27FC236}">
                      <a16:creationId xmlns:a16="http://schemas.microsoft.com/office/drawing/2014/main" id="{F712B43C-0755-7D55-E99B-2F0EF2FA88DF}"/>
                    </a:ext>
                  </a:extLst>
                </p14:cNvPr>
                <p14:cNvContentPartPr/>
                <p14:nvPr/>
              </p14:nvContentPartPr>
              <p14:xfrm>
                <a:off x="8159205" y="4347670"/>
                <a:ext cx="3960" cy="360"/>
              </p14:xfrm>
            </p:contentPart>
          </mc:Choice>
          <mc:Fallback>
            <p:pic>
              <p:nvPicPr>
                <p:cNvPr id="136" name="Ink 135">
                  <a:extLst>
                    <a:ext uri="{FF2B5EF4-FFF2-40B4-BE49-F238E27FC236}">
                      <a16:creationId xmlns:a16="http://schemas.microsoft.com/office/drawing/2014/main" id="{F712B43C-0755-7D55-E99B-2F0EF2FA88DF}"/>
                    </a:ext>
                  </a:extLst>
                </p:cNvPr>
                <p:cNvPicPr/>
                <p:nvPr/>
              </p:nvPicPr>
              <p:blipFill>
                <a:blip r:embed="rId171"/>
                <a:stretch>
                  <a:fillRect/>
                </a:stretch>
              </p:blipFill>
              <p:spPr>
                <a:xfrm>
                  <a:off x="8150565" y="4339030"/>
                  <a:ext cx="216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38" name="Ink 137">
                  <a:extLst>
                    <a:ext uri="{FF2B5EF4-FFF2-40B4-BE49-F238E27FC236}">
                      <a16:creationId xmlns:a16="http://schemas.microsoft.com/office/drawing/2014/main" id="{23291E17-011B-87CE-3FCC-7A7FC816D0C1}"/>
                    </a:ext>
                  </a:extLst>
                </p14:cNvPr>
                <p14:cNvContentPartPr/>
                <p14:nvPr/>
              </p14:nvContentPartPr>
              <p14:xfrm>
                <a:off x="9343965" y="3868150"/>
                <a:ext cx="91440" cy="140400"/>
              </p14:xfrm>
            </p:contentPart>
          </mc:Choice>
          <mc:Fallback>
            <p:pic>
              <p:nvPicPr>
                <p:cNvPr id="138" name="Ink 137">
                  <a:extLst>
                    <a:ext uri="{FF2B5EF4-FFF2-40B4-BE49-F238E27FC236}">
                      <a16:creationId xmlns:a16="http://schemas.microsoft.com/office/drawing/2014/main" id="{23291E17-011B-87CE-3FCC-7A7FC816D0C1}"/>
                    </a:ext>
                  </a:extLst>
                </p:cNvPr>
                <p:cNvPicPr/>
                <p:nvPr/>
              </p:nvPicPr>
              <p:blipFill>
                <a:blip r:embed="rId173"/>
                <a:stretch>
                  <a:fillRect/>
                </a:stretch>
              </p:blipFill>
              <p:spPr>
                <a:xfrm>
                  <a:off x="9334965" y="3859510"/>
                  <a:ext cx="10908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39" name="Ink 138">
                  <a:extLst>
                    <a:ext uri="{FF2B5EF4-FFF2-40B4-BE49-F238E27FC236}">
                      <a16:creationId xmlns:a16="http://schemas.microsoft.com/office/drawing/2014/main" id="{86FB4D2D-BC67-DF79-481E-6FB439B1ECE5}"/>
                    </a:ext>
                  </a:extLst>
                </p14:cNvPr>
                <p14:cNvContentPartPr/>
                <p14:nvPr/>
              </p14:nvContentPartPr>
              <p14:xfrm>
                <a:off x="9410565" y="4093510"/>
                <a:ext cx="16560" cy="4320"/>
              </p14:xfrm>
            </p:contentPart>
          </mc:Choice>
          <mc:Fallback>
            <p:pic>
              <p:nvPicPr>
                <p:cNvPr id="139" name="Ink 138">
                  <a:extLst>
                    <a:ext uri="{FF2B5EF4-FFF2-40B4-BE49-F238E27FC236}">
                      <a16:creationId xmlns:a16="http://schemas.microsoft.com/office/drawing/2014/main" id="{86FB4D2D-BC67-DF79-481E-6FB439B1ECE5}"/>
                    </a:ext>
                  </a:extLst>
                </p:cNvPr>
                <p:cNvPicPr/>
                <p:nvPr/>
              </p:nvPicPr>
              <p:blipFill>
                <a:blip r:embed="rId175"/>
                <a:stretch>
                  <a:fillRect/>
                </a:stretch>
              </p:blipFill>
              <p:spPr>
                <a:xfrm>
                  <a:off x="9401565" y="4084510"/>
                  <a:ext cx="3420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40" name="Ink 139">
                  <a:extLst>
                    <a:ext uri="{FF2B5EF4-FFF2-40B4-BE49-F238E27FC236}">
                      <a16:creationId xmlns:a16="http://schemas.microsoft.com/office/drawing/2014/main" id="{AFB8731E-848D-D7EC-DFE8-71BBC18C3920}"/>
                    </a:ext>
                  </a:extLst>
                </p14:cNvPr>
                <p14:cNvContentPartPr/>
                <p14:nvPr/>
              </p14:nvContentPartPr>
              <p14:xfrm>
                <a:off x="9483645" y="3856630"/>
                <a:ext cx="73440" cy="109800"/>
              </p14:xfrm>
            </p:contentPart>
          </mc:Choice>
          <mc:Fallback>
            <p:pic>
              <p:nvPicPr>
                <p:cNvPr id="140" name="Ink 139">
                  <a:extLst>
                    <a:ext uri="{FF2B5EF4-FFF2-40B4-BE49-F238E27FC236}">
                      <a16:creationId xmlns:a16="http://schemas.microsoft.com/office/drawing/2014/main" id="{AFB8731E-848D-D7EC-DFE8-71BBC18C3920}"/>
                    </a:ext>
                  </a:extLst>
                </p:cNvPr>
                <p:cNvPicPr/>
                <p:nvPr/>
              </p:nvPicPr>
              <p:blipFill>
                <a:blip r:embed="rId177"/>
                <a:stretch>
                  <a:fillRect/>
                </a:stretch>
              </p:blipFill>
              <p:spPr>
                <a:xfrm>
                  <a:off x="9474645" y="3847990"/>
                  <a:ext cx="9108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41" name="Ink 140">
                  <a:extLst>
                    <a:ext uri="{FF2B5EF4-FFF2-40B4-BE49-F238E27FC236}">
                      <a16:creationId xmlns:a16="http://schemas.microsoft.com/office/drawing/2014/main" id="{9716A66D-017B-3A70-A82E-B1085E77A12B}"/>
                    </a:ext>
                  </a:extLst>
                </p14:cNvPr>
                <p14:cNvContentPartPr/>
                <p14:nvPr/>
              </p14:nvContentPartPr>
              <p14:xfrm>
                <a:off x="9507045" y="4099630"/>
                <a:ext cx="16560" cy="6120"/>
              </p14:xfrm>
            </p:contentPart>
          </mc:Choice>
          <mc:Fallback>
            <p:pic>
              <p:nvPicPr>
                <p:cNvPr id="141" name="Ink 140">
                  <a:extLst>
                    <a:ext uri="{FF2B5EF4-FFF2-40B4-BE49-F238E27FC236}">
                      <a16:creationId xmlns:a16="http://schemas.microsoft.com/office/drawing/2014/main" id="{9716A66D-017B-3A70-A82E-B1085E77A12B}"/>
                    </a:ext>
                  </a:extLst>
                </p:cNvPr>
                <p:cNvPicPr/>
                <p:nvPr/>
              </p:nvPicPr>
              <p:blipFill>
                <a:blip r:embed="rId179"/>
                <a:stretch>
                  <a:fillRect/>
                </a:stretch>
              </p:blipFill>
              <p:spPr>
                <a:xfrm>
                  <a:off x="9498405" y="4090990"/>
                  <a:ext cx="3420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59" name="Ink 58">
                  <a:extLst>
                    <a:ext uri="{FF2B5EF4-FFF2-40B4-BE49-F238E27FC236}">
                      <a16:creationId xmlns:a16="http://schemas.microsoft.com/office/drawing/2014/main" id="{A736FF65-35AA-6196-C561-E21F3C9ADFBF}"/>
                    </a:ext>
                  </a:extLst>
                </p14:cNvPr>
                <p14:cNvContentPartPr/>
                <p14:nvPr/>
              </p14:nvContentPartPr>
              <p14:xfrm>
                <a:off x="1319565" y="4420390"/>
                <a:ext cx="1175400" cy="339840"/>
              </p14:xfrm>
            </p:contentPart>
          </mc:Choice>
          <mc:Fallback>
            <p:pic>
              <p:nvPicPr>
                <p:cNvPr id="59" name="Ink 58">
                  <a:extLst>
                    <a:ext uri="{FF2B5EF4-FFF2-40B4-BE49-F238E27FC236}">
                      <a16:creationId xmlns:a16="http://schemas.microsoft.com/office/drawing/2014/main" id="{A736FF65-35AA-6196-C561-E21F3C9ADFBF}"/>
                    </a:ext>
                  </a:extLst>
                </p:cNvPr>
                <p:cNvPicPr/>
                <p:nvPr/>
              </p:nvPicPr>
              <p:blipFill>
                <a:blip r:embed="rId181"/>
                <a:stretch>
                  <a:fillRect/>
                </a:stretch>
              </p:blipFill>
              <p:spPr>
                <a:xfrm>
                  <a:off x="1310925" y="4411750"/>
                  <a:ext cx="1193040" cy="3574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60" name="Ink 59">
                  <a:extLst>
                    <a:ext uri="{FF2B5EF4-FFF2-40B4-BE49-F238E27FC236}">
                      <a16:creationId xmlns:a16="http://schemas.microsoft.com/office/drawing/2014/main" id="{AD23D21A-5B0B-FF63-A789-51380C6A8115}"/>
                    </a:ext>
                  </a:extLst>
                </p14:cNvPr>
                <p14:cNvContentPartPr/>
                <p14:nvPr/>
              </p14:nvContentPartPr>
              <p14:xfrm>
                <a:off x="2454645" y="4429750"/>
                <a:ext cx="113040" cy="263880"/>
              </p14:xfrm>
            </p:contentPart>
          </mc:Choice>
          <mc:Fallback>
            <p:pic>
              <p:nvPicPr>
                <p:cNvPr id="60" name="Ink 59">
                  <a:extLst>
                    <a:ext uri="{FF2B5EF4-FFF2-40B4-BE49-F238E27FC236}">
                      <a16:creationId xmlns:a16="http://schemas.microsoft.com/office/drawing/2014/main" id="{AD23D21A-5B0B-FF63-A789-51380C6A8115}"/>
                    </a:ext>
                  </a:extLst>
                </p:cNvPr>
                <p:cNvPicPr/>
                <p:nvPr/>
              </p:nvPicPr>
              <p:blipFill>
                <a:blip r:embed="rId183"/>
                <a:stretch>
                  <a:fillRect/>
                </a:stretch>
              </p:blipFill>
              <p:spPr>
                <a:xfrm>
                  <a:off x="2445645" y="4421110"/>
                  <a:ext cx="13068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80" name="Ink 79">
                  <a:extLst>
                    <a:ext uri="{FF2B5EF4-FFF2-40B4-BE49-F238E27FC236}">
                      <a16:creationId xmlns:a16="http://schemas.microsoft.com/office/drawing/2014/main" id="{AA9F89E0-05B6-CE31-AF86-6FC54BE34CAF}"/>
                    </a:ext>
                  </a:extLst>
                </p14:cNvPr>
                <p14:cNvContentPartPr/>
                <p14:nvPr/>
              </p14:nvContentPartPr>
              <p14:xfrm>
                <a:off x="6158685" y="4408150"/>
                <a:ext cx="2520" cy="65880"/>
              </p14:xfrm>
            </p:contentPart>
          </mc:Choice>
          <mc:Fallback>
            <p:pic>
              <p:nvPicPr>
                <p:cNvPr id="80" name="Ink 79">
                  <a:extLst>
                    <a:ext uri="{FF2B5EF4-FFF2-40B4-BE49-F238E27FC236}">
                      <a16:creationId xmlns:a16="http://schemas.microsoft.com/office/drawing/2014/main" id="{AA9F89E0-05B6-CE31-AF86-6FC54BE34CAF}"/>
                    </a:ext>
                  </a:extLst>
                </p:cNvPr>
                <p:cNvPicPr/>
                <p:nvPr/>
              </p:nvPicPr>
              <p:blipFill>
                <a:blip r:embed="rId185"/>
                <a:stretch>
                  <a:fillRect/>
                </a:stretch>
              </p:blipFill>
              <p:spPr>
                <a:xfrm>
                  <a:off x="6149685" y="4399510"/>
                  <a:ext cx="2016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0" name="Ink 109">
                  <a:extLst>
                    <a:ext uri="{FF2B5EF4-FFF2-40B4-BE49-F238E27FC236}">
                      <a16:creationId xmlns:a16="http://schemas.microsoft.com/office/drawing/2014/main" id="{71B7D0FC-19CC-00A9-4E99-F89A6B29E57F}"/>
                    </a:ext>
                  </a:extLst>
                </p14:cNvPr>
                <p14:cNvContentPartPr/>
                <p14:nvPr/>
              </p14:nvContentPartPr>
              <p14:xfrm>
                <a:off x="2730765" y="4244350"/>
                <a:ext cx="4788720" cy="152280"/>
              </p14:xfrm>
            </p:contentPart>
          </mc:Choice>
          <mc:Fallback>
            <p:pic>
              <p:nvPicPr>
                <p:cNvPr id="110" name="Ink 109">
                  <a:extLst>
                    <a:ext uri="{FF2B5EF4-FFF2-40B4-BE49-F238E27FC236}">
                      <a16:creationId xmlns:a16="http://schemas.microsoft.com/office/drawing/2014/main" id="{71B7D0FC-19CC-00A9-4E99-F89A6B29E57F}"/>
                    </a:ext>
                  </a:extLst>
                </p:cNvPr>
                <p:cNvPicPr/>
                <p:nvPr/>
              </p:nvPicPr>
              <p:blipFill>
                <a:blip r:embed="rId187"/>
                <a:stretch>
                  <a:fillRect/>
                </a:stretch>
              </p:blipFill>
              <p:spPr>
                <a:xfrm>
                  <a:off x="2722125" y="4235710"/>
                  <a:ext cx="480636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1" name="Ink 110">
                  <a:extLst>
                    <a:ext uri="{FF2B5EF4-FFF2-40B4-BE49-F238E27FC236}">
                      <a16:creationId xmlns:a16="http://schemas.microsoft.com/office/drawing/2014/main" id="{7D40CD22-A0EC-5C34-F8FA-110685E3A788}"/>
                    </a:ext>
                  </a:extLst>
                </p14:cNvPr>
                <p14:cNvContentPartPr/>
                <p14:nvPr/>
              </p14:nvContentPartPr>
              <p14:xfrm>
                <a:off x="7390245" y="4147870"/>
                <a:ext cx="264600" cy="219960"/>
              </p14:xfrm>
            </p:contentPart>
          </mc:Choice>
          <mc:Fallback>
            <p:pic>
              <p:nvPicPr>
                <p:cNvPr id="111" name="Ink 110">
                  <a:extLst>
                    <a:ext uri="{FF2B5EF4-FFF2-40B4-BE49-F238E27FC236}">
                      <a16:creationId xmlns:a16="http://schemas.microsoft.com/office/drawing/2014/main" id="{7D40CD22-A0EC-5C34-F8FA-110685E3A788}"/>
                    </a:ext>
                  </a:extLst>
                </p:cNvPr>
                <p:cNvPicPr/>
                <p:nvPr/>
              </p:nvPicPr>
              <p:blipFill>
                <a:blip r:embed="rId189"/>
                <a:stretch>
                  <a:fillRect/>
                </a:stretch>
              </p:blipFill>
              <p:spPr>
                <a:xfrm>
                  <a:off x="7381245" y="4139230"/>
                  <a:ext cx="28224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3" name="Ink 112">
                  <a:extLst>
                    <a:ext uri="{FF2B5EF4-FFF2-40B4-BE49-F238E27FC236}">
                      <a16:creationId xmlns:a16="http://schemas.microsoft.com/office/drawing/2014/main" id="{6BE256A3-8102-233F-046D-FF941E2F6DBF}"/>
                    </a:ext>
                  </a:extLst>
                </p14:cNvPr>
                <p14:cNvContentPartPr/>
                <p14:nvPr/>
              </p14:nvContentPartPr>
              <p14:xfrm>
                <a:off x="4076445" y="4529470"/>
                <a:ext cx="124560" cy="182880"/>
              </p14:xfrm>
            </p:contentPart>
          </mc:Choice>
          <mc:Fallback>
            <p:pic>
              <p:nvPicPr>
                <p:cNvPr id="113" name="Ink 112">
                  <a:extLst>
                    <a:ext uri="{FF2B5EF4-FFF2-40B4-BE49-F238E27FC236}">
                      <a16:creationId xmlns:a16="http://schemas.microsoft.com/office/drawing/2014/main" id="{6BE256A3-8102-233F-046D-FF941E2F6DBF}"/>
                    </a:ext>
                  </a:extLst>
                </p:cNvPr>
                <p:cNvPicPr/>
                <p:nvPr/>
              </p:nvPicPr>
              <p:blipFill>
                <a:blip r:embed="rId191"/>
                <a:stretch>
                  <a:fillRect/>
                </a:stretch>
              </p:blipFill>
              <p:spPr>
                <a:xfrm>
                  <a:off x="4067445" y="4520830"/>
                  <a:ext cx="14220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4" name="Ink 113">
                  <a:extLst>
                    <a:ext uri="{FF2B5EF4-FFF2-40B4-BE49-F238E27FC236}">
                      <a16:creationId xmlns:a16="http://schemas.microsoft.com/office/drawing/2014/main" id="{B3BA9E32-8629-DDEF-0BD4-9DF961203B1A}"/>
                    </a:ext>
                  </a:extLst>
                </p14:cNvPr>
                <p14:cNvContentPartPr/>
                <p14:nvPr/>
              </p14:nvContentPartPr>
              <p14:xfrm>
                <a:off x="4335285" y="4614790"/>
                <a:ext cx="84600" cy="79200"/>
              </p14:xfrm>
            </p:contentPart>
          </mc:Choice>
          <mc:Fallback>
            <p:pic>
              <p:nvPicPr>
                <p:cNvPr id="114" name="Ink 113">
                  <a:extLst>
                    <a:ext uri="{FF2B5EF4-FFF2-40B4-BE49-F238E27FC236}">
                      <a16:creationId xmlns:a16="http://schemas.microsoft.com/office/drawing/2014/main" id="{B3BA9E32-8629-DDEF-0BD4-9DF961203B1A}"/>
                    </a:ext>
                  </a:extLst>
                </p:cNvPr>
                <p:cNvPicPr/>
                <p:nvPr/>
              </p:nvPicPr>
              <p:blipFill>
                <a:blip r:embed="rId193"/>
                <a:stretch>
                  <a:fillRect/>
                </a:stretch>
              </p:blipFill>
              <p:spPr>
                <a:xfrm>
                  <a:off x="4326645" y="4605790"/>
                  <a:ext cx="10224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5" name="Ink 114">
                  <a:extLst>
                    <a:ext uri="{FF2B5EF4-FFF2-40B4-BE49-F238E27FC236}">
                      <a16:creationId xmlns:a16="http://schemas.microsoft.com/office/drawing/2014/main" id="{9B598070-975C-EA83-4459-63327D6E51EC}"/>
                    </a:ext>
                  </a:extLst>
                </p14:cNvPr>
                <p14:cNvContentPartPr/>
                <p14:nvPr/>
              </p14:nvContentPartPr>
              <p14:xfrm>
                <a:off x="4460565" y="4603630"/>
                <a:ext cx="176400" cy="97200"/>
              </p14:xfrm>
            </p:contentPart>
          </mc:Choice>
          <mc:Fallback>
            <p:pic>
              <p:nvPicPr>
                <p:cNvPr id="115" name="Ink 114">
                  <a:extLst>
                    <a:ext uri="{FF2B5EF4-FFF2-40B4-BE49-F238E27FC236}">
                      <a16:creationId xmlns:a16="http://schemas.microsoft.com/office/drawing/2014/main" id="{9B598070-975C-EA83-4459-63327D6E51EC}"/>
                    </a:ext>
                  </a:extLst>
                </p:cNvPr>
                <p:cNvPicPr/>
                <p:nvPr/>
              </p:nvPicPr>
              <p:blipFill>
                <a:blip r:embed="rId195"/>
                <a:stretch>
                  <a:fillRect/>
                </a:stretch>
              </p:blipFill>
              <p:spPr>
                <a:xfrm>
                  <a:off x="4451565" y="4594630"/>
                  <a:ext cx="19404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6" name="Ink 115">
                  <a:extLst>
                    <a:ext uri="{FF2B5EF4-FFF2-40B4-BE49-F238E27FC236}">
                      <a16:creationId xmlns:a16="http://schemas.microsoft.com/office/drawing/2014/main" id="{0F442C72-8B87-128E-C2AB-F5A0795BC1B8}"/>
                    </a:ext>
                  </a:extLst>
                </p14:cNvPr>
                <p14:cNvContentPartPr/>
                <p14:nvPr/>
              </p14:nvContentPartPr>
              <p14:xfrm>
                <a:off x="4674765" y="4602190"/>
                <a:ext cx="123480" cy="76320"/>
              </p14:xfrm>
            </p:contentPart>
          </mc:Choice>
          <mc:Fallback>
            <p:pic>
              <p:nvPicPr>
                <p:cNvPr id="116" name="Ink 115">
                  <a:extLst>
                    <a:ext uri="{FF2B5EF4-FFF2-40B4-BE49-F238E27FC236}">
                      <a16:creationId xmlns:a16="http://schemas.microsoft.com/office/drawing/2014/main" id="{0F442C72-8B87-128E-C2AB-F5A0795BC1B8}"/>
                    </a:ext>
                  </a:extLst>
                </p:cNvPr>
                <p:cNvPicPr/>
                <p:nvPr/>
              </p:nvPicPr>
              <p:blipFill>
                <a:blip r:embed="rId197"/>
                <a:stretch>
                  <a:fillRect/>
                </a:stretch>
              </p:blipFill>
              <p:spPr>
                <a:xfrm>
                  <a:off x="4665765" y="4593550"/>
                  <a:ext cx="14112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7" name="Ink 116">
                  <a:extLst>
                    <a:ext uri="{FF2B5EF4-FFF2-40B4-BE49-F238E27FC236}">
                      <a16:creationId xmlns:a16="http://schemas.microsoft.com/office/drawing/2014/main" id="{64052EDB-4676-3418-27AE-5F9F246C9DF2}"/>
                    </a:ext>
                  </a:extLst>
                </p14:cNvPr>
                <p14:cNvContentPartPr/>
                <p14:nvPr/>
              </p14:nvContentPartPr>
              <p14:xfrm>
                <a:off x="4843245" y="4601830"/>
                <a:ext cx="84600" cy="101160"/>
              </p14:xfrm>
            </p:contentPart>
          </mc:Choice>
          <mc:Fallback>
            <p:pic>
              <p:nvPicPr>
                <p:cNvPr id="117" name="Ink 116">
                  <a:extLst>
                    <a:ext uri="{FF2B5EF4-FFF2-40B4-BE49-F238E27FC236}">
                      <a16:creationId xmlns:a16="http://schemas.microsoft.com/office/drawing/2014/main" id="{64052EDB-4676-3418-27AE-5F9F246C9DF2}"/>
                    </a:ext>
                  </a:extLst>
                </p:cNvPr>
                <p:cNvPicPr/>
                <p:nvPr/>
              </p:nvPicPr>
              <p:blipFill>
                <a:blip r:embed="rId199"/>
                <a:stretch>
                  <a:fillRect/>
                </a:stretch>
              </p:blipFill>
              <p:spPr>
                <a:xfrm>
                  <a:off x="4834605" y="4593190"/>
                  <a:ext cx="10224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8" name="Ink 117">
                  <a:extLst>
                    <a:ext uri="{FF2B5EF4-FFF2-40B4-BE49-F238E27FC236}">
                      <a16:creationId xmlns:a16="http://schemas.microsoft.com/office/drawing/2014/main" id="{8206F4C5-7659-45A7-68E3-030E72F7CE72}"/>
                    </a:ext>
                  </a:extLst>
                </p14:cNvPr>
                <p14:cNvContentPartPr/>
                <p14:nvPr/>
              </p14:nvContentPartPr>
              <p14:xfrm>
                <a:off x="5002725" y="4498150"/>
                <a:ext cx="192240" cy="198000"/>
              </p14:xfrm>
            </p:contentPart>
          </mc:Choice>
          <mc:Fallback>
            <p:pic>
              <p:nvPicPr>
                <p:cNvPr id="118" name="Ink 117">
                  <a:extLst>
                    <a:ext uri="{FF2B5EF4-FFF2-40B4-BE49-F238E27FC236}">
                      <a16:creationId xmlns:a16="http://schemas.microsoft.com/office/drawing/2014/main" id="{8206F4C5-7659-45A7-68E3-030E72F7CE72}"/>
                    </a:ext>
                  </a:extLst>
                </p:cNvPr>
                <p:cNvPicPr/>
                <p:nvPr/>
              </p:nvPicPr>
              <p:blipFill>
                <a:blip r:embed="rId201"/>
                <a:stretch>
                  <a:fillRect/>
                </a:stretch>
              </p:blipFill>
              <p:spPr>
                <a:xfrm>
                  <a:off x="4994085" y="4489150"/>
                  <a:ext cx="20988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19" name="Ink 118">
                  <a:extLst>
                    <a:ext uri="{FF2B5EF4-FFF2-40B4-BE49-F238E27FC236}">
                      <a16:creationId xmlns:a16="http://schemas.microsoft.com/office/drawing/2014/main" id="{C408624E-B763-B781-7906-CBDD70673ADF}"/>
                    </a:ext>
                  </a:extLst>
                </p14:cNvPr>
                <p14:cNvContentPartPr/>
                <p14:nvPr/>
              </p14:nvContentPartPr>
              <p14:xfrm>
                <a:off x="5177685" y="4558270"/>
                <a:ext cx="75960" cy="74520"/>
              </p14:xfrm>
            </p:contentPart>
          </mc:Choice>
          <mc:Fallback>
            <p:pic>
              <p:nvPicPr>
                <p:cNvPr id="119" name="Ink 118">
                  <a:extLst>
                    <a:ext uri="{FF2B5EF4-FFF2-40B4-BE49-F238E27FC236}">
                      <a16:creationId xmlns:a16="http://schemas.microsoft.com/office/drawing/2014/main" id="{C408624E-B763-B781-7906-CBDD70673ADF}"/>
                    </a:ext>
                  </a:extLst>
                </p:cNvPr>
                <p:cNvPicPr/>
                <p:nvPr/>
              </p:nvPicPr>
              <p:blipFill>
                <a:blip r:embed="rId203"/>
                <a:stretch>
                  <a:fillRect/>
                </a:stretch>
              </p:blipFill>
              <p:spPr>
                <a:xfrm>
                  <a:off x="5169045" y="4549630"/>
                  <a:ext cx="9360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54" name="Ink 53">
                  <a:extLst>
                    <a:ext uri="{FF2B5EF4-FFF2-40B4-BE49-F238E27FC236}">
                      <a16:creationId xmlns:a16="http://schemas.microsoft.com/office/drawing/2014/main" id="{BB0798D5-DFA2-B49F-CFF6-BE14469A90BB}"/>
                    </a:ext>
                  </a:extLst>
                </p14:cNvPr>
                <p14:cNvContentPartPr/>
                <p14:nvPr/>
              </p14:nvContentPartPr>
              <p14:xfrm>
                <a:off x="378525" y="3622630"/>
                <a:ext cx="402120" cy="314640"/>
              </p14:xfrm>
            </p:contentPart>
          </mc:Choice>
          <mc:Fallback>
            <p:pic>
              <p:nvPicPr>
                <p:cNvPr id="54" name="Ink 53">
                  <a:extLst>
                    <a:ext uri="{FF2B5EF4-FFF2-40B4-BE49-F238E27FC236}">
                      <a16:creationId xmlns:a16="http://schemas.microsoft.com/office/drawing/2014/main" id="{BB0798D5-DFA2-B49F-CFF6-BE14469A90BB}"/>
                    </a:ext>
                  </a:extLst>
                </p:cNvPr>
                <p:cNvPicPr/>
                <p:nvPr/>
              </p:nvPicPr>
              <p:blipFill>
                <a:blip r:embed="rId205"/>
                <a:stretch>
                  <a:fillRect/>
                </a:stretch>
              </p:blipFill>
              <p:spPr>
                <a:xfrm>
                  <a:off x="369525" y="3613630"/>
                  <a:ext cx="419760" cy="33228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55" name="Ink 54">
                  <a:extLst>
                    <a:ext uri="{FF2B5EF4-FFF2-40B4-BE49-F238E27FC236}">
                      <a16:creationId xmlns:a16="http://schemas.microsoft.com/office/drawing/2014/main" id="{29C13C00-8F48-74B6-4E26-C92D00D122E0}"/>
                    </a:ext>
                  </a:extLst>
                </p14:cNvPr>
                <p14:cNvContentPartPr/>
                <p14:nvPr/>
              </p14:nvContentPartPr>
              <p14:xfrm>
                <a:off x="447285" y="3995590"/>
                <a:ext cx="299880" cy="231840"/>
              </p14:xfrm>
            </p:contentPart>
          </mc:Choice>
          <mc:Fallback>
            <p:pic>
              <p:nvPicPr>
                <p:cNvPr id="55" name="Ink 54">
                  <a:extLst>
                    <a:ext uri="{FF2B5EF4-FFF2-40B4-BE49-F238E27FC236}">
                      <a16:creationId xmlns:a16="http://schemas.microsoft.com/office/drawing/2014/main" id="{29C13C00-8F48-74B6-4E26-C92D00D122E0}"/>
                    </a:ext>
                  </a:extLst>
                </p:cNvPr>
                <p:cNvPicPr/>
                <p:nvPr/>
              </p:nvPicPr>
              <p:blipFill>
                <a:blip r:embed="rId207"/>
                <a:stretch>
                  <a:fillRect/>
                </a:stretch>
              </p:blipFill>
              <p:spPr>
                <a:xfrm>
                  <a:off x="438285" y="3986950"/>
                  <a:ext cx="31752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56" name="Ink 55">
                  <a:extLst>
                    <a:ext uri="{FF2B5EF4-FFF2-40B4-BE49-F238E27FC236}">
                      <a16:creationId xmlns:a16="http://schemas.microsoft.com/office/drawing/2014/main" id="{686752F1-0FB7-EAF2-B917-FF0819A30A16}"/>
                    </a:ext>
                  </a:extLst>
                </p14:cNvPr>
                <p14:cNvContentPartPr/>
                <p14:nvPr/>
              </p14:nvContentPartPr>
              <p14:xfrm>
                <a:off x="921405" y="3895510"/>
                <a:ext cx="279000" cy="28800"/>
              </p14:xfrm>
            </p:contentPart>
          </mc:Choice>
          <mc:Fallback>
            <p:pic>
              <p:nvPicPr>
                <p:cNvPr id="56" name="Ink 55">
                  <a:extLst>
                    <a:ext uri="{FF2B5EF4-FFF2-40B4-BE49-F238E27FC236}">
                      <a16:creationId xmlns:a16="http://schemas.microsoft.com/office/drawing/2014/main" id="{686752F1-0FB7-EAF2-B917-FF0819A30A16}"/>
                    </a:ext>
                  </a:extLst>
                </p:cNvPr>
                <p:cNvPicPr/>
                <p:nvPr/>
              </p:nvPicPr>
              <p:blipFill>
                <a:blip r:embed="rId209"/>
                <a:stretch>
                  <a:fillRect/>
                </a:stretch>
              </p:blipFill>
              <p:spPr>
                <a:xfrm>
                  <a:off x="912405" y="3886870"/>
                  <a:ext cx="29664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57" name="Ink 56">
                  <a:extLst>
                    <a:ext uri="{FF2B5EF4-FFF2-40B4-BE49-F238E27FC236}">
                      <a16:creationId xmlns:a16="http://schemas.microsoft.com/office/drawing/2014/main" id="{9222625D-C10F-AE99-8C9F-D013951F7C1D}"/>
                    </a:ext>
                  </a:extLst>
                </p14:cNvPr>
                <p14:cNvContentPartPr/>
                <p14:nvPr/>
              </p14:nvContentPartPr>
              <p14:xfrm>
                <a:off x="1071525" y="3798670"/>
                <a:ext cx="99360" cy="180000"/>
              </p14:xfrm>
            </p:contentPart>
          </mc:Choice>
          <mc:Fallback>
            <p:pic>
              <p:nvPicPr>
                <p:cNvPr id="57" name="Ink 56">
                  <a:extLst>
                    <a:ext uri="{FF2B5EF4-FFF2-40B4-BE49-F238E27FC236}">
                      <a16:creationId xmlns:a16="http://schemas.microsoft.com/office/drawing/2014/main" id="{9222625D-C10F-AE99-8C9F-D013951F7C1D}"/>
                    </a:ext>
                  </a:extLst>
                </p:cNvPr>
                <p:cNvPicPr/>
                <p:nvPr/>
              </p:nvPicPr>
              <p:blipFill>
                <a:blip r:embed="rId211"/>
                <a:stretch>
                  <a:fillRect/>
                </a:stretch>
              </p:blipFill>
              <p:spPr>
                <a:xfrm>
                  <a:off x="1062885" y="3790030"/>
                  <a:ext cx="11700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58" name="Ink 57">
                  <a:extLst>
                    <a:ext uri="{FF2B5EF4-FFF2-40B4-BE49-F238E27FC236}">
                      <a16:creationId xmlns:a16="http://schemas.microsoft.com/office/drawing/2014/main" id="{27563CE5-8FB6-6D6E-28D7-37EE5B3BF991}"/>
                    </a:ext>
                  </a:extLst>
                </p14:cNvPr>
                <p14:cNvContentPartPr/>
                <p14:nvPr/>
              </p14:nvContentPartPr>
              <p14:xfrm>
                <a:off x="1362045" y="3333910"/>
                <a:ext cx="1328760" cy="972360"/>
              </p14:xfrm>
            </p:contentPart>
          </mc:Choice>
          <mc:Fallback>
            <p:pic>
              <p:nvPicPr>
                <p:cNvPr id="58" name="Ink 57">
                  <a:extLst>
                    <a:ext uri="{FF2B5EF4-FFF2-40B4-BE49-F238E27FC236}">
                      <a16:creationId xmlns:a16="http://schemas.microsoft.com/office/drawing/2014/main" id="{27563CE5-8FB6-6D6E-28D7-37EE5B3BF991}"/>
                    </a:ext>
                  </a:extLst>
                </p:cNvPr>
                <p:cNvPicPr/>
                <p:nvPr/>
              </p:nvPicPr>
              <p:blipFill>
                <a:blip r:embed="rId213"/>
                <a:stretch>
                  <a:fillRect/>
                </a:stretch>
              </p:blipFill>
              <p:spPr>
                <a:xfrm>
                  <a:off x="1353405" y="3324910"/>
                  <a:ext cx="1346400" cy="99000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62" name="Ink 61">
                  <a:extLst>
                    <a:ext uri="{FF2B5EF4-FFF2-40B4-BE49-F238E27FC236}">
                      <a16:creationId xmlns:a16="http://schemas.microsoft.com/office/drawing/2014/main" id="{CFCBD616-3580-9EC5-D575-D9D8088F1311}"/>
                    </a:ext>
                  </a:extLst>
                </p14:cNvPr>
                <p14:cNvContentPartPr/>
                <p14:nvPr/>
              </p14:nvContentPartPr>
              <p14:xfrm>
                <a:off x="1639245" y="3597790"/>
                <a:ext cx="105480" cy="129240"/>
              </p14:xfrm>
            </p:contentPart>
          </mc:Choice>
          <mc:Fallback>
            <p:pic>
              <p:nvPicPr>
                <p:cNvPr id="62" name="Ink 61">
                  <a:extLst>
                    <a:ext uri="{FF2B5EF4-FFF2-40B4-BE49-F238E27FC236}">
                      <a16:creationId xmlns:a16="http://schemas.microsoft.com/office/drawing/2014/main" id="{CFCBD616-3580-9EC5-D575-D9D8088F1311}"/>
                    </a:ext>
                  </a:extLst>
                </p:cNvPr>
                <p:cNvPicPr/>
                <p:nvPr/>
              </p:nvPicPr>
              <p:blipFill>
                <a:blip r:embed="rId215"/>
                <a:stretch>
                  <a:fillRect/>
                </a:stretch>
              </p:blipFill>
              <p:spPr>
                <a:xfrm>
                  <a:off x="1630245" y="3589150"/>
                  <a:ext cx="12312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63" name="Ink 62">
                  <a:extLst>
                    <a:ext uri="{FF2B5EF4-FFF2-40B4-BE49-F238E27FC236}">
                      <a16:creationId xmlns:a16="http://schemas.microsoft.com/office/drawing/2014/main" id="{568AB242-79C5-27BC-7336-F31ED12D05B1}"/>
                    </a:ext>
                  </a:extLst>
                </p14:cNvPr>
                <p14:cNvContentPartPr/>
                <p14:nvPr/>
              </p14:nvContentPartPr>
              <p14:xfrm>
                <a:off x="1817445" y="3584830"/>
                <a:ext cx="77400" cy="140040"/>
              </p14:xfrm>
            </p:contentPart>
          </mc:Choice>
          <mc:Fallback>
            <p:pic>
              <p:nvPicPr>
                <p:cNvPr id="63" name="Ink 62">
                  <a:extLst>
                    <a:ext uri="{FF2B5EF4-FFF2-40B4-BE49-F238E27FC236}">
                      <a16:creationId xmlns:a16="http://schemas.microsoft.com/office/drawing/2014/main" id="{568AB242-79C5-27BC-7336-F31ED12D05B1}"/>
                    </a:ext>
                  </a:extLst>
                </p:cNvPr>
                <p:cNvPicPr/>
                <p:nvPr/>
              </p:nvPicPr>
              <p:blipFill>
                <a:blip r:embed="rId217"/>
                <a:stretch>
                  <a:fillRect/>
                </a:stretch>
              </p:blipFill>
              <p:spPr>
                <a:xfrm>
                  <a:off x="1808805" y="3576190"/>
                  <a:ext cx="9504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64" name="Ink 63">
                  <a:extLst>
                    <a:ext uri="{FF2B5EF4-FFF2-40B4-BE49-F238E27FC236}">
                      <a16:creationId xmlns:a16="http://schemas.microsoft.com/office/drawing/2014/main" id="{7EAB5501-3926-6867-4330-90F6AA434DF6}"/>
                    </a:ext>
                  </a:extLst>
                </p14:cNvPr>
                <p14:cNvContentPartPr/>
                <p14:nvPr/>
              </p14:nvContentPartPr>
              <p14:xfrm>
                <a:off x="1931205" y="3613990"/>
                <a:ext cx="62280" cy="99000"/>
              </p14:xfrm>
            </p:contentPart>
          </mc:Choice>
          <mc:Fallback>
            <p:pic>
              <p:nvPicPr>
                <p:cNvPr id="64" name="Ink 63">
                  <a:extLst>
                    <a:ext uri="{FF2B5EF4-FFF2-40B4-BE49-F238E27FC236}">
                      <a16:creationId xmlns:a16="http://schemas.microsoft.com/office/drawing/2014/main" id="{7EAB5501-3926-6867-4330-90F6AA434DF6}"/>
                    </a:ext>
                  </a:extLst>
                </p:cNvPr>
                <p:cNvPicPr/>
                <p:nvPr/>
              </p:nvPicPr>
              <p:blipFill>
                <a:blip r:embed="rId219"/>
                <a:stretch>
                  <a:fillRect/>
                </a:stretch>
              </p:blipFill>
              <p:spPr>
                <a:xfrm>
                  <a:off x="1922205" y="3604990"/>
                  <a:ext cx="7992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65" name="Ink 64">
                  <a:extLst>
                    <a:ext uri="{FF2B5EF4-FFF2-40B4-BE49-F238E27FC236}">
                      <a16:creationId xmlns:a16="http://schemas.microsoft.com/office/drawing/2014/main" id="{7D09CB01-244B-4386-FAD5-8597D7409A32}"/>
                    </a:ext>
                  </a:extLst>
                </p14:cNvPr>
                <p14:cNvContentPartPr/>
                <p14:nvPr/>
              </p14:nvContentPartPr>
              <p14:xfrm>
                <a:off x="2034165" y="3545590"/>
                <a:ext cx="200880" cy="141840"/>
              </p14:xfrm>
            </p:contentPart>
          </mc:Choice>
          <mc:Fallback>
            <p:pic>
              <p:nvPicPr>
                <p:cNvPr id="65" name="Ink 64">
                  <a:extLst>
                    <a:ext uri="{FF2B5EF4-FFF2-40B4-BE49-F238E27FC236}">
                      <a16:creationId xmlns:a16="http://schemas.microsoft.com/office/drawing/2014/main" id="{7D09CB01-244B-4386-FAD5-8597D7409A32}"/>
                    </a:ext>
                  </a:extLst>
                </p:cNvPr>
                <p:cNvPicPr/>
                <p:nvPr/>
              </p:nvPicPr>
              <p:blipFill>
                <a:blip r:embed="rId221"/>
                <a:stretch>
                  <a:fillRect/>
                </a:stretch>
              </p:blipFill>
              <p:spPr>
                <a:xfrm>
                  <a:off x="2025165" y="3536590"/>
                  <a:ext cx="21852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66" name="Ink 65">
                  <a:extLst>
                    <a:ext uri="{FF2B5EF4-FFF2-40B4-BE49-F238E27FC236}">
                      <a16:creationId xmlns:a16="http://schemas.microsoft.com/office/drawing/2014/main" id="{069ECAF0-A222-3A57-7880-2DEA9E20C793}"/>
                    </a:ext>
                  </a:extLst>
                </p14:cNvPr>
                <p14:cNvContentPartPr/>
                <p14:nvPr/>
              </p14:nvContentPartPr>
              <p14:xfrm>
                <a:off x="2282205" y="3548830"/>
                <a:ext cx="90000" cy="115200"/>
              </p14:xfrm>
            </p:contentPart>
          </mc:Choice>
          <mc:Fallback>
            <p:pic>
              <p:nvPicPr>
                <p:cNvPr id="66" name="Ink 65">
                  <a:extLst>
                    <a:ext uri="{FF2B5EF4-FFF2-40B4-BE49-F238E27FC236}">
                      <a16:creationId xmlns:a16="http://schemas.microsoft.com/office/drawing/2014/main" id="{069ECAF0-A222-3A57-7880-2DEA9E20C793}"/>
                    </a:ext>
                  </a:extLst>
                </p:cNvPr>
                <p:cNvPicPr/>
                <p:nvPr/>
              </p:nvPicPr>
              <p:blipFill>
                <a:blip r:embed="rId223"/>
                <a:stretch>
                  <a:fillRect/>
                </a:stretch>
              </p:blipFill>
              <p:spPr>
                <a:xfrm>
                  <a:off x="2273565" y="3539830"/>
                  <a:ext cx="10764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68" name="Ink 67">
                  <a:extLst>
                    <a:ext uri="{FF2B5EF4-FFF2-40B4-BE49-F238E27FC236}">
                      <a16:creationId xmlns:a16="http://schemas.microsoft.com/office/drawing/2014/main" id="{9A9EE6FD-1CFB-E516-A8FC-B53F191102C4}"/>
                    </a:ext>
                  </a:extLst>
                </p14:cNvPr>
                <p14:cNvContentPartPr/>
                <p14:nvPr/>
              </p14:nvContentPartPr>
              <p14:xfrm>
                <a:off x="1672725" y="3927190"/>
                <a:ext cx="96480" cy="164520"/>
              </p14:xfrm>
            </p:contentPart>
          </mc:Choice>
          <mc:Fallback>
            <p:pic>
              <p:nvPicPr>
                <p:cNvPr id="68" name="Ink 67">
                  <a:extLst>
                    <a:ext uri="{FF2B5EF4-FFF2-40B4-BE49-F238E27FC236}">
                      <a16:creationId xmlns:a16="http://schemas.microsoft.com/office/drawing/2014/main" id="{9A9EE6FD-1CFB-E516-A8FC-B53F191102C4}"/>
                    </a:ext>
                  </a:extLst>
                </p:cNvPr>
                <p:cNvPicPr/>
                <p:nvPr/>
              </p:nvPicPr>
              <p:blipFill>
                <a:blip r:embed="rId225"/>
                <a:stretch>
                  <a:fillRect/>
                </a:stretch>
              </p:blipFill>
              <p:spPr>
                <a:xfrm>
                  <a:off x="1663725" y="3918190"/>
                  <a:ext cx="11412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69" name="Ink 68">
                  <a:extLst>
                    <a:ext uri="{FF2B5EF4-FFF2-40B4-BE49-F238E27FC236}">
                      <a16:creationId xmlns:a16="http://schemas.microsoft.com/office/drawing/2014/main" id="{B8164ADA-3B7E-498B-CCB0-203E09200688}"/>
                    </a:ext>
                  </a:extLst>
                </p14:cNvPr>
                <p14:cNvContentPartPr/>
                <p14:nvPr/>
              </p14:nvContentPartPr>
              <p14:xfrm>
                <a:off x="1807365" y="3952750"/>
                <a:ext cx="76320" cy="138240"/>
              </p14:xfrm>
            </p:contentPart>
          </mc:Choice>
          <mc:Fallback>
            <p:pic>
              <p:nvPicPr>
                <p:cNvPr id="69" name="Ink 68">
                  <a:extLst>
                    <a:ext uri="{FF2B5EF4-FFF2-40B4-BE49-F238E27FC236}">
                      <a16:creationId xmlns:a16="http://schemas.microsoft.com/office/drawing/2014/main" id="{B8164ADA-3B7E-498B-CCB0-203E09200688}"/>
                    </a:ext>
                  </a:extLst>
                </p:cNvPr>
                <p:cNvPicPr/>
                <p:nvPr/>
              </p:nvPicPr>
              <p:blipFill>
                <a:blip r:embed="rId227"/>
                <a:stretch>
                  <a:fillRect/>
                </a:stretch>
              </p:blipFill>
              <p:spPr>
                <a:xfrm>
                  <a:off x="1798365" y="3943750"/>
                  <a:ext cx="93960" cy="15588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70" name="Ink 69">
                  <a:extLst>
                    <a:ext uri="{FF2B5EF4-FFF2-40B4-BE49-F238E27FC236}">
                      <a16:creationId xmlns:a16="http://schemas.microsoft.com/office/drawing/2014/main" id="{6F547246-8001-928D-5C46-4FEE28F4AF8C}"/>
                    </a:ext>
                  </a:extLst>
                </p14:cNvPr>
                <p14:cNvContentPartPr/>
                <p14:nvPr/>
              </p14:nvContentPartPr>
              <p14:xfrm>
                <a:off x="1943085" y="3948790"/>
                <a:ext cx="73800" cy="125280"/>
              </p14:xfrm>
            </p:contentPart>
          </mc:Choice>
          <mc:Fallback>
            <p:pic>
              <p:nvPicPr>
                <p:cNvPr id="70" name="Ink 69">
                  <a:extLst>
                    <a:ext uri="{FF2B5EF4-FFF2-40B4-BE49-F238E27FC236}">
                      <a16:creationId xmlns:a16="http://schemas.microsoft.com/office/drawing/2014/main" id="{6F547246-8001-928D-5C46-4FEE28F4AF8C}"/>
                    </a:ext>
                  </a:extLst>
                </p:cNvPr>
                <p:cNvPicPr/>
                <p:nvPr/>
              </p:nvPicPr>
              <p:blipFill>
                <a:blip r:embed="rId229"/>
                <a:stretch>
                  <a:fillRect/>
                </a:stretch>
              </p:blipFill>
              <p:spPr>
                <a:xfrm>
                  <a:off x="1934085" y="3939790"/>
                  <a:ext cx="9144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71" name="Ink 70">
                  <a:extLst>
                    <a:ext uri="{FF2B5EF4-FFF2-40B4-BE49-F238E27FC236}">
                      <a16:creationId xmlns:a16="http://schemas.microsoft.com/office/drawing/2014/main" id="{659F1A9D-4712-B4EE-36C2-B507C48829CC}"/>
                    </a:ext>
                  </a:extLst>
                </p14:cNvPr>
                <p14:cNvContentPartPr/>
                <p14:nvPr/>
              </p14:nvContentPartPr>
              <p14:xfrm>
                <a:off x="2039925" y="3908110"/>
                <a:ext cx="189720" cy="148320"/>
              </p14:xfrm>
            </p:contentPart>
          </mc:Choice>
          <mc:Fallback>
            <p:pic>
              <p:nvPicPr>
                <p:cNvPr id="71" name="Ink 70">
                  <a:extLst>
                    <a:ext uri="{FF2B5EF4-FFF2-40B4-BE49-F238E27FC236}">
                      <a16:creationId xmlns:a16="http://schemas.microsoft.com/office/drawing/2014/main" id="{659F1A9D-4712-B4EE-36C2-B507C48829CC}"/>
                    </a:ext>
                  </a:extLst>
                </p:cNvPr>
                <p:cNvPicPr/>
                <p:nvPr/>
              </p:nvPicPr>
              <p:blipFill>
                <a:blip r:embed="rId231"/>
                <a:stretch>
                  <a:fillRect/>
                </a:stretch>
              </p:blipFill>
              <p:spPr>
                <a:xfrm>
                  <a:off x="2031285" y="3899470"/>
                  <a:ext cx="20736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72" name="Ink 71">
                  <a:extLst>
                    <a:ext uri="{FF2B5EF4-FFF2-40B4-BE49-F238E27FC236}">
                      <a16:creationId xmlns:a16="http://schemas.microsoft.com/office/drawing/2014/main" id="{525B1E41-1C96-263C-1986-B1A6ABE3DC67}"/>
                    </a:ext>
                  </a:extLst>
                </p14:cNvPr>
                <p14:cNvContentPartPr/>
                <p14:nvPr/>
              </p14:nvContentPartPr>
              <p14:xfrm>
                <a:off x="2294805" y="3960670"/>
                <a:ext cx="69120" cy="90720"/>
              </p14:xfrm>
            </p:contentPart>
          </mc:Choice>
          <mc:Fallback>
            <p:pic>
              <p:nvPicPr>
                <p:cNvPr id="72" name="Ink 71">
                  <a:extLst>
                    <a:ext uri="{FF2B5EF4-FFF2-40B4-BE49-F238E27FC236}">
                      <a16:creationId xmlns:a16="http://schemas.microsoft.com/office/drawing/2014/main" id="{525B1E41-1C96-263C-1986-B1A6ABE3DC67}"/>
                    </a:ext>
                  </a:extLst>
                </p:cNvPr>
                <p:cNvPicPr/>
                <p:nvPr/>
              </p:nvPicPr>
              <p:blipFill>
                <a:blip r:embed="rId233"/>
                <a:stretch>
                  <a:fillRect/>
                </a:stretch>
              </p:blipFill>
              <p:spPr>
                <a:xfrm>
                  <a:off x="2286165" y="3952030"/>
                  <a:ext cx="8676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73" name="Ink 72">
                  <a:extLst>
                    <a:ext uri="{FF2B5EF4-FFF2-40B4-BE49-F238E27FC236}">
                      <a16:creationId xmlns:a16="http://schemas.microsoft.com/office/drawing/2014/main" id="{9609F513-6C84-E455-D23D-A73AA327A04D}"/>
                    </a:ext>
                  </a:extLst>
                </p14:cNvPr>
                <p14:cNvContentPartPr/>
                <p14:nvPr/>
              </p14:nvContentPartPr>
              <p14:xfrm>
                <a:off x="2410365" y="3929350"/>
                <a:ext cx="74160" cy="107280"/>
              </p14:xfrm>
            </p:contentPart>
          </mc:Choice>
          <mc:Fallback>
            <p:pic>
              <p:nvPicPr>
                <p:cNvPr id="73" name="Ink 72">
                  <a:extLst>
                    <a:ext uri="{FF2B5EF4-FFF2-40B4-BE49-F238E27FC236}">
                      <a16:creationId xmlns:a16="http://schemas.microsoft.com/office/drawing/2014/main" id="{9609F513-6C84-E455-D23D-A73AA327A04D}"/>
                    </a:ext>
                  </a:extLst>
                </p:cNvPr>
                <p:cNvPicPr/>
                <p:nvPr/>
              </p:nvPicPr>
              <p:blipFill>
                <a:blip r:embed="rId235"/>
                <a:stretch>
                  <a:fillRect/>
                </a:stretch>
              </p:blipFill>
              <p:spPr>
                <a:xfrm>
                  <a:off x="2401365" y="3920350"/>
                  <a:ext cx="91800" cy="12492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74" name="Ink 73">
                  <a:extLst>
                    <a:ext uri="{FF2B5EF4-FFF2-40B4-BE49-F238E27FC236}">
                      <a16:creationId xmlns:a16="http://schemas.microsoft.com/office/drawing/2014/main" id="{9588CEA6-6AF0-7B75-2A5D-352A53200A7B}"/>
                    </a:ext>
                  </a:extLst>
                </p14:cNvPr>
                <p14:cNvContentPartPr/>
                <p14:nvPr/>
              </p14:nvContentPartPr>
              <p14:xfrm>
                <a:off x="2515845" y="3874990"/>
                <a:ext cx="53640" cy="173160"/>
              </p14:xfrm>
            </p:contentPart>
          </mc:Choice>
          <mc:Fallback>
            <p:pic>
              <p:nvPicPr>
                <p:cNvPr id="74" name="Ink 73">
                  <a:extLst>
                    <a:ext uri="{FF2B5EF4-FFF2-40B4-BE49-F238E27FC236}">
                      <a16:creationId xmlns:a16="http://schemas.microsoft.com/office/drawing/2014/main" id="{9588CEA6-6AF0-7B75-2A5D-352A53200A7B}"/>
                    </a:ext>
                  </a:extLst>
                </p:cNvPr>
                <p:cNvPicPr/>
                <p:nvPr/>
              </p:nvPicPr>
              <p:blipFill>
                <a:blip r:embed="rId237"/>
                <a:stretch>
                  <a:fillRect/>
                </a:stretch>
              </p:blipFill>
              <p:spPr>
                <a:xfrm>
                  <a:off x="2507205" y="3865990"/>
                  <a:ext cx="7128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77" name="Ink 76">
                  <a:extLst>
                    <a:ext uri="{FF2B5EF4-FFF2-40B4-BE49-F238E27FC236}">
                      <a16:creationId xmlns:a16="http://schemas.microsoft.com/office/drawing/2014/main" id="{28E6CA58-3C55-4E3D-232E-898B25250623}"/>
                    </a:ext>
                  </a:extLst>
                </p14:cNvPr>
                <p14:cNvContentPartPr/>
                <p14:nvPr/>
              </p14:nvContentPartPr>
              <p14:xfrm>
                <a:off x="6049245" y="1949710"/>
                <a:ext cx="19800" cy="145080"/>
              </p14:xfrm>
            </p:contentPart>
          </mc:Choice>
          <mc:Fallback>
            <p:pic>
              <p:nvPicPr>
                <p:cNvPr id="77" name="Ink 76">
                  <a:extLst>
                    <a:ext uri="{FF2B5EF4-FFF2-40B4-BE49-F238E27FC236}">
                      <a16:creationId xmlns:a16="http://schemas.microsoft.com/office/drawing/2014/main" id="{28E6CA58-3C55-4E3D-232E-898B25250623}"/>
                    </a:ext>
                  </a:extLst>
                </p:cNvPr>
                <p:cNvPicPr/>
                <p:nvPr/>
              </p:nvPicPr>
              <p:blipFill>
                <a:blip r:embed="rId239"/>
                <a:stretch>
                  <a:fillRect/>
                </a:stretch>
              </p:blipFill>
              <p:spPr>
                <a:xfrm>
                  <a:off x="6040605" y="1941070"/>
                  <a:ext cx="3744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78" name="Ink 77">
                  <a:extLst>
                    <a:ext uri="{FF2B5EF4-FFF2-40B4-BE49-F238E27FC236}">
                      <a16:creationId xmlns:a16="http://schemas.microsoft.com/office/drawing/2014/main" id="{8EFB5D78-B906-9E5A-48B9-00D35BD9855C}"/>
                    </a:ext>
                  </a:extLst>
                </p14:cNvPr>
                <p14:cNvContentPartPr/>
                <p14:nvPr/>
              </p14:nvContentPartPr>
              <p14:xfrm>
                <a:off x="6049245" y="2482510"/>
                <a:ext cx="38880" cy="134640"/>
              </p14:xfrm>
            </p:contentPart>
          </mc:Choice>
          <mc:Fallback>
            <p:pic>
              <p:nvPicPr>
                <p:cNvPr id="78" name="Ink 77">
                  <a:extLst>
                    <a:ext uri="{FF2B5EF4-FFF2-40B4-BE49-F238E27FC236}">
                      <a16:creationId xmlns:a16="http://schemas.microsoft.com/office/drawing/2014/main" id="{8EFB5D78-B906-9E5A-48B9-00D35BD9855C}"/>
                    </a:ext>
                  </a:extLst>
                </p:cNvPr>
                <p:cNvPicPr/>
                <p:nvPr/>
              </p:nvPicPr>
              <p:blipFill>
                <a:blip r:embed="rId241"/>
                <a:stretch>
                  <a:fillRect/>
                </a:stretch>
              </p:blipFill>
              <p:spPr>
                <a:xfrm>
                  <a:off x="6040605" y="2473870"/>
                  <a:ext cx="5652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79" name="Ink 78">
                  <a:extLst>
                    <a:ext uri="{FF2B5EF4-FFF2-40B4-BE49-F238E27FC236}">
                      <a16:creationId xmlns:a16="http://schemas.microsoft.com/office/drawing/2014/main" id="{966B472A-17BC-A7E9-E268-4A3AB0CEE39E}"/>
                    </a:ext>
                  </a:extLst>
                </p14:cNvPr>
                <p14:cNvContentPartPr/>
                <p14:nvPr/>
              </p14:nvContentPartPr>
              <p14:xfrm>
                <a:off x="6064005" y="3027910"/>
                <a:ext cx="92520" cy="633960"/>
              </p14:xfrm>
            </p:contentPart>
          </mc:Choice>
          <mc:Fallback>
            <p:pic>
              <p:nvPicPr>
                <p:cNvPr id="79" name="Ink 78">
                  <a:extLst>
                    <a:ext uri="{FF2B5EF4-FFF2-40B4-BE49-F238E27FC236}">
                      <a16:creationId xmlns:a16="http://schemas.microsoft.com/office/drawing/2014/main" id="{966B472A-17BC-A7E9-E268-4A3AB0CEE39E}"/>
                    </a:ext>
                  </a:extLst>
                </p:cNvPr>
                <p:cNvPicPr/>
                <p:nvPr/>
              </p:nvPicPr>
              <p:blipFill>
                <a:blip r:embed="rId243"/>
                <a:stretch>
                  <a:fillRect/>
                </a:stretch>
              </p:blipFill>
              <p:spPr>
                <a:xfrm>
                  <a:off x="6055365" y="3018910"/>
                  <a:ext cx="110160" cy="65160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3" name="Ink 142">
                  <a:extLst>
                    <a:ext uri="{FF2B5EF4-FFF2-40B4-BE49-F238E27FC236}">
                      <a16:creationId xmlns:a16="http://schemas.microsoft.com/office/drawing/2014/main" id="{6E50283F-82FE-FE3B-8058-DFEC58EEE63D}"/>
                    </a:ext>
                  </a:extLst>
                </p14:cNvPr>
                <p14:cNvContentPartPr/>
                <p14:nvPr/>
              </p14:nvContentPartPr>
              <p14:xfrm>
                <a:off x="2476965" y="3603190"/>
                <a:ext cx="450360" cy="177480"/>
              </p14:xfrm>
            </p:contentPart>
          </mc:Choice>
          <mc:Fallback>
            <p:pic>
              <p:nvPicPr>
                <p:cNvPr id="143" name="Ink 142">
                  <a:extLst>
                    <a:ext uri="{FF2B5EF4-FFF2-40B4-BE49-F238E27FC236}">
                      <a16:creationId xmlns:a16="http://schemas.microsoft.com/office/drawing/2014/main" id="{6E50283F-82FE-FE3B-8058-DFEC58EEE63D}"/>
                    </a:ext>
                  </a:extLst>
                </p:cNvPr>
                <p:cNvPicPr/>
                <p:nvPr/>
              </p:nvPicPr>
              <p:blipFill>
                <a:blip r:embed="rId245"/>
                <a:stretch>
                  <a:fillRect/>
                </a:stretch>
              </p:blipFill>
              <p:spPr>
                <a:xfrm>
                  <a:off x="2468325" y="3594550"/>
                  <a:ext cx="46800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4" name="Ink 143">
                  <a:extLst>
                    <a:ext uri="{FF2B5EF4-FFF2-40B4-BE49-F238E27FC236}">
                      <a16:creationId xmlns:a16="http://schemas.microsoft.com/office/drawing/2014/main" id="{7A0F3C66-A28B-49B9-1B31-54E942759661}"/>
                    </a:ext>
                  </a:extLst>
                </p14:cNvPr>
                <p14:cNvContentPartPr/>
                <p14:nvPr/>
              </p14:nvContentPartPr>
              <p14:xfrm>
                <a:off x="2833365" y="3566110"/>
                <a:ext cx="122040" cy="119880"/>
              </p14:xfrm>
            </p:contentPart>
          </mc:Choice>
          <mc:Fallback>
            <p:pic>
              <p:nvPicPr>
                <p:cNvPr id="144" name="Ink 143">
                  <a:extLst>
                    <a:ext uri="{FF2B5EF4-FFF2-40B4-BE49-F238E27FC236}">
                      <a16:creationId xmlns:a16="http://schemas.microsoft.com/office/drawing/2014/main" id="{7A0F3C66-A28B-49B9-1B31-54E942759661}"/>
                    </a:ext>
                  </a:extLst>
                </p:cNvPr>
                <p:cNvPicPr/>
                <p:nvPr/>
              </p:nvPicPr>
              <p:blipFill>
                <a:blip r:embed="rId247"/>
                <a:stretch>
                  <a:fillRect/>
                </a:stretch>
              </p:blipFill>
              <p:spPr>
                <a:xfrm>
                  <a:off x="2824365" y="3557110"/>
                  <a:ext cx="13968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46" name="Ink 145">
                  <a:extLst>
                    <a:ext uri="{FF2B5EF4-FFF2-40B4-BE49-F238E27FC236}">
                      <a16:creationId xmlns:a16="http://schemas.microsoft.com/office/drawing/2014/main" id="{F0A34EAC-72B9-6735-1021-4D24C3D85A52}"/>
                    </a:ext>
                  </a:extLst>
                </p14:cNvPr>
                <p14:cNvContentPartPr/>
                <p14:nvPr/>
              </p14:nvContentPartPr>
              <p14:xfrm>
                <a:off x="3073485" y="3397270"/>
                <a:ext cx="252000" cy="191160"/>
              </p14:xfrm>
            </p:contentPart>
          </mc:Choice>
          <mc:Fallback>
            <p:pic>
              <p:nvPicPr>
                <p:cNvPr id="146" name="Ink 145">
                  <a:extLst>
                    <a:ext uri="{FF2B5EF4-FFF2-40B4-BE49-F238E27FC236}">
                      <a16:creationId xmlns:a16="http://schemas.microsoft.com/office/drawing/2014/main" id="{F0A34EAC-72B9-6735-1021-4D24C3D85A52}"/>
                    </a:ext>
                  </a:extLst>
                </p:cNvPr>
                <p:cNvPicPr/>
                <p:nvPr/>
              </p:nvPicPr>
              <p:blipFill>
                <a:blip r:embed="rId249"/>
                <a:stretch>
                  <a:fillRect/>
                </a:stretch>
              </p:blipFill>
              <p:spPr>
                <a:xfrm>
                  <a:off x="3064485" y="3388630"/>
                  <a:ext cx="26964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47" name="Ink 146">
                  <a:extLst>
                    <a:ext uri="{FF2B5EF4-FFF2-40B4-BE49-F238E27FC236}">
                      <a16:creationId xmlns:a16="http://schemas.microsoft.com/office/drawing/2014/main" id="{CB53E169-79EA-B100-7234-87E3009567F3}"/>
                    </a:ext>
                  </a:extLst>
                </p14:cNvPr>
                <p14:cNvContentPartPr/>
                <p14:nvPr/>
              </p14:nvContentPartPr>
              <p14:xfrm>
                <a:off x="3343125" y="3356950"/>
                <a:ext cx="138600" cy="144720"/>
              </p14:xfrm>
            </p:contentPart>
          </mc:Choice>
          <mc:Fallback>
            <p:pic>
              <p:nvPicPr>
                <p:cNvPr id="147" name="Ink 146">
                  <a:extLst>
                    <a:ext uri="{FF2B5EF4-FFF2-40B4-BE49-F238E27FC236}">
                      <a16:creationId xmlns:a16="http://schemas.microsoft.com/office/drawing/2014/main" id="{CB53E169-79EA-B100-7234-87E3009567F3}"/>
                    </a:ext>
                  </a:extLst>
                </p:cNvPr>
                <p:cNvPicPr/>
                <p:nvPr/>
              </p:nvPicPr>
              <p:blipFill>
                <a:blip r:embed="rId251"/>
                <a:stretch>
                  <a:fillRect/>
                </a:stretch>
              </p:blipFill>
              <p:spPr>
                <a:xfrm>
                  <a:off x="3334125" y="3347950"/>
                  <a:ext cx="15624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48" name="Ink 147">
                  <a:extLst>
                    <a:ext uri="{FF2B5EF4-FFF2-40B4-BE49-F238E27FC236}">
                      <a16:creationId xmlns:a16="http://schemas.microsoft.com/office/drawing/2014/main" id="{CE84D10E-FD8D-150E-DBE5-A5126AAE2E71}"/>
                    </a:ext>
                  </a:extLst>
                </p14:cNvPr>
                <p14:cNvContentPartPr/>
                <p14:nvPr/>
              </p14:nvContentPartPr>
              <p14:xfrm>
                <a:off x="3488205" y="3309070"/>
                <a:ext cx="146880" cy="123120"/>
              </p14:xfrm>
            </p:contentPart>
          </mc:Choice>
          <mc:Fallback>
            <p:pic>
              <p:nvPicPr>
                <p:cNvPr id="148" name="Ink 147">
                  <a:extLst>
                    <a:ext uri="{FF2B5EF4-FFF2-40B4-BE49-F238E27FC236}">
                      <a16:creationId xmlns:a16="http://schemas.microsoft.com/office/drawing/2014/main" id="{CE84D10E-FD8D-150E-DBE5-A5126AAE2E71}"/>
                    </a:ext>
                  </a:extLst>
                </p:cNvPr>
                <p:cNvPicPr/>
                <p:nvPr/>
              </p:nvPicPr>
              <p:blipFill>
                <a:blip r:embed="rId253"/>
                <a:stretch>
                  <a:fillRect/>
                </a:stretch>
              </p:blipFill>
              <p:spPr>
                <a:xfrm>
                  <a:off x="3479565" y="3300070"/>
                  <a:ext cx="16452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49" name="Ink 148">
                  <a:extLst>
                    <a:ext uri="{FF2B5EF4-FFF2-40B4-BE49-F238E27FC236}">
                      <a16:creationId xmlns:a16="http://schemas.microsoft.com/office/drawing/2014/main" id="{84C82053-43DD-2D9D-A2D6-FE7CF1505FEA}"/>
                    </a:ext>
                  </a:extLst>
                </p14:cNvPr>
                <p14:cNvContentPartPr/>
                <p14:nvPr/>
              </p14:nvContentPartPr>
              <p14:xfrm>
                <a:off x="3657405" y="3269830"/>
                <a:ext cx="36000" cy="127440"/>
              </p14:xfrm>
            </p:contentPart>
          </mc:Choice>
          <mc:Fallback>
            <p:pic>
              <p:nvPicPr>
                <p:cNvPr id="149" name="Ink 148">
                  <a:extLst>
                    <a:ext uri="{FF2B5EF4-FFF2-40B4-BE49-F238E27FC236}">
                      <a16:creationId xmlns:a16="http://schemas.microsoft.com/office/drawing/2014/main" id="{84C82053-43DD-2D9D-A2D6-FE7CF1505FEA}"/>
                    </a:ext>
                  </a:extLst>
                </p:cNvPr>
                <p:cNvPicPr/>
                <p:nvPr/>
              </p:nvPicPr>
              <p:blipFill>
                <a:blip r:embed="rId255"/>
                <a:stretch>
                  <a:fillRect/>
                </a:stretch>
              </p:blipFill>
              <p:spPr>
                <a:xfrm>
                  <a:off x="3648765" y="3261190"/>
                  <a:ext cx="5364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0" name="Ink 149">
                  <a:extLst>
                    <a:ext uri="{FF2B5EF4-FFF2-40B4-BE49-F238E27FC236}">
                      <a16:creationId xmlns:a16="http://schemas.microsoft.com/office/drawing/2014/main" id="{CB2210D5-A26B-D215-E7D3-4C6D6098B45E}"/>
                    </a:ext>
                  </a:extLst>
                </p14:cNvPr>
                <p14:cNvContentPartPr/>
                <p14:nvPr/>
              </p14:nvContentPartPr>
              <p14:xfrm>
                <a:off x="3650925" y="3139150"/>
                <a:ext cx="13320" cy="4320"/>
              </p14:xfrm>
            </p:contentPart>
          </mc:Choice>
          <mc:Fallback>
            <p:pic>
              <p:nvPicPr>
                <p:cNvPr id="150" name="Ink 149">
                  <a:extLst>
                    <a:ext uri="{FF2B5EF4-FFF2-40B4-BE49-F238E27FC236}">
                      <a16:creationId xmlns:a16="http://schemas.microsoft.com/office/drawing/2014/main" id="{CB2210D5-A26B-D215-E7D3-4C6D6098B45E}"/>
                    </a:ext>
                  </a:extLst>
                </p:cNvPr>
                <p:cNvPicPr/>
                <p:nvPr/>
              </p:nvPicPr>
              <p:blipFill>
                <a:blip r:embed="rId257"/>
                <a:stretch>
                  <a:fillRect/>
                </a:stretch>
              </p:blipFill>
              <p:spPr>
                <a:xfrm>
                  <a:off x="3641925" y="3130150"/>
                  <a:ext cx="3096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1" name="Ink 150">
                  <a:extLst>
                    <a:ext uri="{FF2B5EF4-FFF2-40B4-BE49-F238E27FC236}">
                      <a16:creationId xmlns:a16="http://schemas.microsoft.com/office/drawing/2014/main" id="{6A81B40F-DDC2-0122-3F71-12D71AEAB4C4}"/>
                    </a:ext>
                  </a:extLst>
                </p14:cNvPr>
                <p14:cNvContentPartPr/>
                <p14:nvPr/>
              </p14:nvContentPartPr>
              <p14:xfrm>
                <a:off x="3789525" y="3013150"/>
                <a:ext cx="86400" cy="483120"/>
              </p14:xfrm>
            </p:contentPart>
          </mc:Choice>
          <mc:Fallback>
            <p:pic>
              <p:nvPicPr>
                <p:cNvPr id="151" name="Ink 150">
                  <a:extLst>
                    <a:ext uri="{FF2B5EF4-FFF2-40B4-BE49-F238E27FC236}">
                      <a16:creationId xmlns:a16="http://schemas.microsoft.com/office/drawing/2014/main" id="{6A81B40F-DDC2-0122-3F71-12D71AEAB4C4}"/>
                    </a:ext>
                  </a:extLst>
                </p:cNvPr>
                <p:cNvPicPr/>
                <p:nvPr/>
              </p:nvPicPr>
              <p:blipFill>
                <a:blip r:embed="rId259"/>
                <a:stretch>
                  <a:fillRect/>
                </a:stretch>
              </p:blipFill>
              <p:spPr>
                <a:xfrm>
                  <a:off x="3780525" y="3004150"/>
                  <a:ext cx="104040" cy="50076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52" name="Ink 151">
                  <a:extLst>
                    <a:ext uri="{FF2B5EF4-FFF2-40B4-BE49-F238E27FC236}">
                      <a16:creationId xmlns:a16="http://schemas.microsoft.com/office/drawing/2014/main" id="{2883B5AB-905A-C66F-9BD1-A9597AD3C044}"/>
                    </a:ext>
                  </a:extLst>
                </p14:cNvPr>
                <p14:cNvContentPartPr/>
                <p14:nvPr/>
              </p14:nvContentPartPr>
              <p14:xfrm>
                <a:off x="3778725" y="3269470"/>
                <a:ext cx="74160" cy="19080"/>
              </p14:xfrm>
            </p:contentPart>
          </mc:Choice>
          <mc:Fallback>
            <p:pic>
              <p:nvPicPr>
                <p:cNvPr id="152" name="Ink 151">
                  <a:extLst>
                    <a:ext uri="{FF2B5EF4-FFF2-40B4-BE49-F238E27FC236}">
                      <a16:creationId xmlns:a16="http://schemas.microsoft.com/office/drawing/2014/main" id="{2883B5AB-905A-C66F-9BD1-A9597AD3C044}"/>
                    </a:ext>
                  </a:extLst>
                </p:cNvPr>
                <p:cNvPicPr/>
                <p:nvPr/>
              </p:nvPicPr>
              <p:blipFill>
                <a:blip r:embed="rId261"/>
                <a:stretch>
                  <a:fillRect/>
                </a:stretch>
              </p:blipFill>
              <p:spPr>
                <a:xfrm>
                  <a:off x="3769725" y="3260470"/>
                  <a:ext cx="9180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53" name="Ink 152">
                  <a:extLst>
                    <a:ext uri="{FF2B5EF4-FFF2-40B4-BE49-F238E27FC236}">
                      <a16:creationId xmlns:a16="http://schemas.microsoft.com/office/drawing/2014/main" id="{2F7968FC-3595-140C-5A22-A2BC5BE17E75}"/>
                    </a:ext>
                  </a:extLst>
                </p14:cNvPr>
                <p14:cNvContentPartPr/>
                <p14:nvPr/>
              </p14:nvContentPartPr>
              <p14:xfrm>
                <a:off x="3874845" y="3198550"/>
                <a:ext cx="96480" cy="165240"/>
              </p14:xfrm>
            </p:contentPart>
          </mc:Choice>
          <mc:Fallback>
            <p:pic>
              <p:nvPicPr>
                <p:cNvPr id="153" name="Ink 152">
                  <a:extLst>
                    <a:ext uri="{FF2B5EF4-FFF2-40B4-BE49-F238E27FC236}">
                      <a16:creationId xmlns:a16="http://schemas.microsoft.com/office/drawing/2014/main" id="{2F7968FC-3595-140C-5A22-A2BC5BE17E75}"/>
                    </a:ext>
                  </a:extLst>
                </p:cNvPr>
                <p:cNvPicPr/>
                <p:nvPr/>
              </p:nvPicPr>
              <p:blipFill>
                <a:blip r:embed="rId263"/>
                <a:stretch>
                  <a:fillRect/>
                </a:stretch>
              </p:blipFill>
              <p:spPr>
                <a:xfrm>
                  <a:off x="3866205" y="3189550"/>
                  <a:ext cx="11412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54" name="Ink 153">
                  <a:extLst>
                    <a:ext uri="{FF2B5EF4-FFF2-40B4-BE49-F238E27FC236}">
                      <a16:creationId xmlns:a16="http://schemas.microsoft.com/office/drawing/2014/main" id="{94C39783-21E5-F2C0-E825-E1363CD7B8F4}"/>
                    </a:ext>
                  </a:extLst>
                </p14:cNvPr>
                <p14:cNvContentPartPr/>
                <p14:nvPr/>
              </p14:nvContentPartPr>
              <p14:xfrm>
                <a:off x="4008045" y="3154270"/>
                <a:ext cx="133560" cy="159840"/>
              </p14:xfrm>
            </p:contentPart>
          </mc:Choice>
          <mc:Fallback>
            <p:pic>
              <p:nvPicPr>
                <p:cNvPr id="154" name="Ink 153">
                  <a:extLst>
                    <a:ext uri="{FF2B5EF4-FFF2-40B4-BE49-F238E27FC236}">
                      <a16:creationId xmlns:a16="http://schemas.microsoft.com/office/drawing/2014/main" id="{94C39783-21E5-F2C0-E825-E1363CD7B8F4}"/>
                    </a:ext>
                  </a:extLst>
                </p:cNvPr>
                <p:cNvPicPr/>
                <p:nvPr/>
              </p:nvPicPr>
              <p:blipFill>
                <a:blip r:embed="rId265"/>
                <a:stretch>
                  <a:fillRect/>
                </a:stretch>
              </p:blipFill>
              <p:spPr>
                <a:xfrm>
                  <a:off x="3999045" y="3145630"/>
                  <a:ext cx="15120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55" name="Ink 154">
                  <a:extLst>
                    <a:ext uri="{FF2B5EF4-FFF2-40B4-BE49-F238E27FC236}">
                      <a16:creationId xmlns:a16="http://schemas.microsoft.com/office/drawing/2014/main" id="{B63DF188-93F2-B751-A7C2-00DC34B0017D}"/>
                    </a:ext>
                  </a:extLst>
                </p14:cNvPr>
                <p14:cNvContentPartPr/>
                <p14:nvPr/>
              </p14:nvContentPartPr>
              <p14:xfrm>
                <a:off x="4103085" y="3056350"/>
                <a:ext cx="127800" cy="203760"/>
              </p14:xfrm>
            </p:contentPart>
          </mc:Choice>
          <mc:Fallback>
            <p:pic>
              <p:nvPicPr>
                <p:cNvPr id="155" name="Ink 154">
                  <a:extLst>
                    <a:ext uri="{FF2B5EF4-FFF2-40B4-BE49-F238E27FC236}">
                      <a16:creationId xmlns:a16="http://schemas.microsoft.com/office/drawing/2014/main" id="{B63DF188-93F2-B751-A7C2-00DC34B0017D}"/>
                    </a:ext>
                  </a:extLst>
                </p:cNvPr>
                <p:cNvPicPr/>
                <p:nvPr/>
              </p:nvPicPr>
              <p:blipFill>
                <a:blip r:embed="rId267"/>
                <a:stretch>
                  <a:fillRect/>
                </a:stretch>
              </p:blipFill>
              <p:spPr>
                <a:xfrm>
                  <a:off x="4094445" y="3047350"/>
                  <a:ext cx="14544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56" name="Ink 155">
                  <a:extLst>
                    <a:ext uri="{FF2B5EF4-FFF2-40B4-BE49-F238E27FC236}">
                      <a16:creationId xmlns:a16="http://schemas.microsoft.com/office/drawing/2014/main" id="{E6127D6F-9D78-80EF-0052-B0238E7E8CE0}"/>
                    </a:ext>
                  </a:extLst>
                </p14:cNvPr>
                <p14:cNvContentPartPr/>
                <p14:nvPr/>
              </p14:nvContentPartPr>
              <p14:xfrm>
                <a:off x="4150965" y="3137350"/>
                <a:ext cx="86040" cy="42120"/>
              </p14:xfrm>
            </p:contentPart>
          </mc:Choice>
          <mc:Fallback>
            <p:pic>
              <p:nvPicPr>
                <p:cNvPr id="156" name="Ink 155">
                  <a:extLst>
                    <a:ext uri="{FF2B5EF4-FFF2-40B4-BE49-F238E27FC236}">
                      <a16:creationId xmlns:a16="http://schemas.microsoft.com/office/drawing/2014/main" id="{E6127D6F-9D78-80EF-0052-B0238E7E8CE0}"/>
                    </a:ext>
                  </a:extLst>
                </p:cNvPr>
                <p:cNvPicPr/>
                <p:nvPr/>
              </p:nvPicPr>
              <p:blipFill>
                <a:blip r:embed="rId269"/>
                <a:stretch>
                  <a:fillRect/>
                </a:stretch>
              </p:blipFill>
              <p:spPr>
                <a:xfrm>
                  <a:off x="4141965" y="3128350"/>
                  <a:ext cx="10368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57" name="Ink 156">
                  <a:extLst>
                    <a:ext uri="{FF2B5EF4-FFF2-40B4-BE49-F238E27FC236}">
                      <a16:creationId xmlns:a16="http://schemas.microsoft.com/office/drawing/2014/main" id="{F689C0FB-D58A-5F14-848C-723E411B2918}"/>
                    </a:ext>
                  </a:extLst>
                </p14:cNvPr>
                <p14:cNvContentPartPr/>
                <p14:nvPr/>
              </p14:nvContentPartPr>
              <p14:xfrm>
                <a:off x="4353645" y="3172990"/>
                <a:ext cx="41760" cy="5040"/>
              </p14:xfrm>
            </p:contentPart>
          </mc:Choice>
          <mc:Fallback>
            <p:pic>
              <p:nvPicPr>
                <p:cNvPr id="157" name="Ink 156">
                  <a:extLst>
                    <a:ext uri="{FF2B5EF4-FFF2-40B4-BE49-F238E27FC236}">
                      <a16:creationId xmlns:a16="http://schemas.microsoft.com/office/drawing/2014/main" id="{F689C0FB-D58A-5F14-848C-723E411B2918}"/>
                    </a:ext>
                  </a:extLst>
                </p:cNvPr>
                <p:cNvPicPr/>
                <p:nvPr/>
              </p:nvPicPr>
              <p:blipFill>
                <a:blip r:embed="rId271"/>
                <a:stretch>
                  <a:fillRect/>
                </a:stretch>
              </p:blipFill>
              <p:spPr>
                <a:xfrm>
                  <a:off x="4345005" y="3164350"/>
                  <a:ext cx="59400" cy="2268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58" name="Ink 157">
                  <a:extLst>
                    <a:ext uri="{FF2B5EF4-FFF2-40B4-BE49-F238E27FC236}">
                      <a16:creationId xmlns:a16="http://schemas.microsoft.com/office/drawing/2014/main" id="{0AFC34A9-FAA0-3588-E75A-354A6994E6F2}"/>
                    </a:ext>
                  </a:extLst>
                </p14:cNvPr>
                <p14:cNvContentPartPr/>
                <p14:nvPr/>
              </p14:nvContentPartPr>
              <p14:xfrm>
                <a:off x="4359765" y="3035110"/>
                <a:ext cx="267120" cy="336960"/>
              </p14:xfrm>
            </p:contentPart>
          </mc:Choice>
          <mc:Fallback>
            <p:pic>
              <p:nvPicPr>
                <p:cNvPr id="158" name="Ink 157">
                  <a:extLst>
                    <a:ext uri="{FF2B5EF4-FFF2-40B4-BE49-F238E27FC236}">
                      <a16:creationId xmlns:a16="http://schemas.microsoft.com/office/drawing/2014/main" id="{0AFC34A9-FAA0-3588-E75A-354A6994E6F2}"/>
                    </a:ext>
                  </a:extLst>
                </p:cNvPr>
                <p:cNvPicPr/>
                <p:nvPr/>
              </p:nvPicPr>
              <p:blipFill>
                <a:blip r:embed="rId273"/>
                <a:stretch>
                  <a:fillRect/>
                </a:stretch>
              </p:blipFill>
              <p:spPr>
                <a:xfrm>
                  <a:off x="4350765" y="3026110"/>
                  <a:ext cx="284760" cy="35460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60" name="Ink 159">
                  <a:extLst>
                    <a:ext uri="{FF2B5EF4-FFF2-40B4-BE49-F238E27FC236}">
                      <a16:creationId xmlns:a16="http://schemas.microsoft.com/office/drawing/2014/main" id="{999F5DAA-F250-CB9D-4B52-4A7C0461525F}"/>
                    </a:ext>
                  </a:extLst>
                </p14:cNvPr>
                <p14:cNvContentPartPr/>
                <p14:nvPr/>
              </p14:nvContentPartPr>
              <p14:xfrm>
                <a:off x="4609605" y="2896150"/>
                <a:ext cx="277560" cy="238680"/>
              </p14:xfrm>
            </p:contentPart>
          </mc:Choice>
          <mc:Fallback>
            <p:pic>
              <p:nvPicPr>
                <p:cNvPr id="160" name="Ink 159">
                  <a:extLst>
                    <a:ext uri="{FF2B5EF4-FFF2-40B4-BE49-F238E27FC236}">
                      <a16:creationId xmlns:a16="http://schemas.microsoft.com/office/drawing/2014/main" id="{999F5DAA-F250-CB9D-4B52-4A7C0461525F}"/>
                    </a:ext>
                  </a:extLst>
                </p:cNvPr>
                <p:cNvPicPr/>
                <p:nvPr/>
              </p:nvPicPr>
              <p:blipFill>
                <a:blip r:embed="rId275"/>
                <a:stretch>
                  <a:fillRect/>
                </a:stretch>
              </p:blipFill>
              <p:spPr>
                <a:xfrm>
                  <a:off x="4600965" y="2887510"/>
                  <a:ext cx="29520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2" name="Ink 161">
                  <a:extLst>
                    <a:ext uri="{FF2B5EF4-FFF2-40B4-BE49-F238E27FC236}">
                      <a16:creationId xmlns:a16="http://schemas.microsoft.com/office/drawing/2014/main" id="{A75210E9-0C02-5334-A472-ECAC39E5FB50}"/>
                    </a:ext>
                  </a:extLst>
                </p14:cNvPr>
                <p14:cNvContentPartPr/>
                <p14:nvPr/>
              </p14:nvContentPartPr>
              <p14:xfrm>
                <a:off x="3464445" y="2572150"/>
                <a:ext cx="163800" cy="528480"/>
              </p14:xfrm>
            </p:contentPart>
          </mc:Choice>
          <mc:Fallback>
            <p:pic>
              <p:nvPicPr>
                <p:cNvPr id="162" name="Ink 161">
                  <a:extLst>
                    <a:ext uri="{FF2B5EF4-FFF2-40B4-BE49-F238E27FC236}">
                      <a16:creationId xmlns:a16="http://schemas.microsoft.com/office/drawing/2014/main" id="{A75210E9-0C02-5334-A472-ECAC39E5FB50}"/>
                    </a:ext>
                  </a:extLst>
                </p:cNvPr>
                <p:cNvPicPr/>
                <p:nvPr/>
              </p:nvPicPr>
              <p:blipFill>
                <a:blip r:embed="rId277"/>
                <a:stretch>
                  <a:fillRect/>
                </a:stretch>
              </p:blipFill>
              <p:spPr>
                <a:xfrm>
                  <a:off x="3455445" y="2563150"/>
                  <a:ext cx="181440" cy="54612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63" name="Ink 162">
                  <a:extLst>
                    <a:ext uri="{FF2B5EF4-FFF2-40B4-BE49-F238E27FC236}">
                      <a16:creationId xmlns:a16="http://schemas.microsoft.com/office/drawing/2014/main" id="{F7CC7333-FEA0-20BA-D60C-140D870ACB57}"/>
                    </a:ext>
                  </a:extLst>
                </p14:cNvPr>
                <p14:cNvContentPartPr/>
                <p14:nvPr/>
              </p14:nvContentPartPr>
              <p14:xfrm>
                <a:off x="3527805" y="2512750"/>
                <a:ext cx="126360" cy="116280"/>
              </p14:xfrm>
            </p:contentPart>
          </mc:Choice>
          <mc:Fallback>
            <p:pic>
              <p:nvPicPr>
                <p:cNvPr id="163" name="Ink 162">
                  <a:extLst>
                    <a:ext uri="{FF2B5EF4-FFF2-40B4-BE49-F238E27FC236}">
                      <a16:creationId xmlns:a16="http://schemas.microsoft.com/office/drawing/2014/main" id="{F7CC7333-FEA0-20BA-D60C-140D870ACB57}"/>
                    </a:ext>
                  </a:extLst>
                </p:cNvPr>
                <p:cNvPicPr/>
                <p:nvPr/>
              </p:nvPicPr>
              <p:blipFill>
                <a:blip r:embed="rId279"/>
                <a:stretch>
                  <a:fillRect/>
                </a:stretch>
              </p:blipFill>
              <p:spPr>
                <a:xfrm>
                  <a:off x="3519165" y="2503750"/>
                  <a:ext cx="144000" cy="13392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69" name="Ink 168">
                  <a:extLst>
                    <a:ext uri="{FF2B5EF4-FFF2-40B4-BE49-F238E27FC236}">
                      <a16:creationId xmlns:a16="http://schemas.microsoft.com/office/drawing/2014/main" id="{F6AAB7DB-E27A-9DD7-2DE7-A8BDAFC47150}"/>
                    </a:ext>
                  </a:extLst>
                </p14:cNvPr>
                <p14:cNvContentPartPr/>
                <p14:nvPr/>
              </p14:nvContentPartPr>
              <p14:xfrm>
                <a:off x="3787725" y="2209990"/>
                <a:ext cx="168480" cy="176760"/>
              </p14:xfrm>
            </p:contentPart>
          </mc:Choice>
          <mc:Fallback>
            <p:pic>
              <p:nvPicPr>
                <p:cNvPr id="169" name="Ink 168">
                  <a:extLst>
                    <a:ext uri="{FF2B5EF4-FFF2-40B4-BE49-F238E27FC236}">
                      <a16:creationId xmlns:a16="http://schemas.microsoft.com/office/drawing/2014/main" id="{F6AAB7DB-E27A-9DD7-2DE7-A8BDAFC47150}"/>
                    </a:ext>
                  </a:extLst>
                </p:cNvPr>
                <p:cNvPicPr/>
                <p:nvPr/>
              </p:nvPicPr>
              <p:blipFill>
                <a:blip r:embed="rId281"/>
                <a:stretch>
                  <a:fillRect/>
                </a:stretch>
              </p:blipFill>
              <p:spPr>
                <a:xfrm>
                  <a:off x="3778725" y="2200990"/>
                  <a:ext cx="18612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70" name="Ink 169">
                  <a:extLst>
                    <a:ext uri="{FF2B5EF4-FFF2-40B4-BE49-F238E27FC236}">
                      <a16:creationId xmlns:a16="http://schemas.microsoft.com/office/drawing/2014/main" id="{12ADE41C-CDEE-86B8-5C9B-AF652DAF7B8E}"/>
                    </a:ext>
                  </a:extLst>
                </p14:cNvPr>
                <p14:cNvContentPartPr/>
                <p14:nvPr/>
              </p14:nvContentPartPr>
              <p14:xfrm>
                <a:off x="3959805" y="2180830"/>
                <a:ext cx="119160" cy="143640"/>
              </p14:xfrm>
            </p:contentPart>
          </mc:Choice>
          <mc:Fallback>
            <p:pic>
              <p:nvPicPr>
                <p:cNvPr id="170" name="Ink 169">
                  <a:extLst>
                    <a:ext uri="{FF2B5EF4-FFF2-40B4-BE49-F238E27FC236}">
                      <a16:creationId xmlns:a16="http://schemas.microsoft.com/office/drawing/2014/main" id="{12ADE41C-CDEE-86B8-5C9B-AF652DAF7B8E}"/>
                    </a:ext>
                  </a:extLst>
                </p:cNvPr>
                <p:cNvPicPr/>
                <p:nvPr/>
              </p:nvPicPr>
              <p:blipFill>
                <a:blip r:embed="rId283"/>
                <a:stretch>
                  <a:fillRect/>
                </a:stretch>
              </p:blipFill>
              <p:spPr>
                <a:xfrm>
                  <a:off x="3950805" y="2171830"/>
                  <a:ext cx="13680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71" name="Ink 170">
                  <a:extLst>
                    <a:ext uri="{FF2B5EF4-FFF2-40B4-BE49-F238E27FC236}">
                      <a16:creationId xmlns:a16="http://schemas.microsoft.com/office/drawing/2014/main" id="{CCCC230F-E4FE-6ED2-74CE-0D1493544247}"/>
                    </a:ext>
                  </a:extLst>
                </p14:cNvPr>
                <p14:cNvContentPartPr/>
                <p14:nvPr/>
              </p14:nvContentPartPr>
              <p14:xfrm>
                <a:off x="4090125" y="2094430"/>
                <a:ext cx="342360" cy="194400"/>
              </p14:xfrm>
            </p:contentPart>
          </mc:Choice>
          <mc:Fallback>
            <p:pic>
              <p:nvPicPr>
                <p:cNvPr id="171" name="Ink 170">
                  <a:extLst>
                    <a:ext uri="{FF2B5EF4-FFF2-40B4-BE49-F238E27FC236}">
                      <a16:creationId xmlns:a16="http://schemas.microsoft.com/office/drawing/2014/main" id="{CCCC230F-E4FE-6ED2-74CE-0D1493544247}"/>
                    </a:ext>
                  </a:extLst>
                </p:cNvPr>
                <p:cNvPicPr/>
                <p:nvPr/>
              </p:nvPicPr>
              <p:blipFill>
                <a:blip r:embed="rId285"/>
                <a:stretch>
                  <a:fillRect/>
                </a:stretch>
              </p:blipFill>
              <p:spPr>
                <a:xfrm>
                  <a:off x="4081125" y="2085790"/>
                  <a:ext cx="36000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72" name="Ink 171">
                  <a:extLst>
                    <a:ext uri="{FF2B5EF4-FFF2-40B4-BE49-F238E27FC236}">
                      <a16:creationId xmlns:a16="http://schemas.microsoft.com/office/drawing/2014/main" id="{CDF91428-C85E-D965-DD0C-8CB38C0A5479}"/>
                    </a:ext>
                  </a:extLst>
                </p14:cNvPr>
                <p14:cNvContentPartPr/>
                <p14:nvPr/>
              </p14:nvContentPartPr>
              <p14:xfrm>
                <a:off x="4512045" y="2016310"/>
                <a:ext cx="18000" cy="1440"/>
              </p14:xfrm>
            </p:contentPart>
          </mc:Choice>
          <mc:Fallback>
            <p:pic>
              <p:nvPicPr>
                <p:cNvPr id="172" name="Ink 171">
                  <a:extLst>
                    <a:ext uri="{FF2B5EF4-FFF2-40B4-BE49-F238E27FC236}">
                      <a16:creationId xmlns:a16="http://schemas.microsoft.com/office/drawing/2014/main" id="{CDF91428-C85E-D965-DD0C-8CB38C0A5479}"/>
                    </a:ext>
                  </a:extLst>
                </p:cNvPr>
                <p:cNvPicPr/>
                <p:nvPr/>
              </p:nvPicPr>
              <p:blipFill>
                <a:blip r:embed="rId287"/>
                <a:stretch>
                  <a:fillRect/>
                </a:stretch>
              </p:blipFill>
              <p:spPr>
                <a:xfrm>
                  <a:off x="4503045" y="2007670"/>
                  <a:ext cx="3564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73" name="Ink 172">
                  <a:extLst>
                    <a:ext uri="{FF2B5EF4-FFF2-40B4-BE49-F238E27FC236}">
                      <a16:creationId xmlns:a16="http://schemas.microsoft.com/office/drawing/2014/main" id="{9D39D40F-4641-5224-BAA0-77B46ABCCBB6}"/>
                    </a:ext>
                  </a:extLst>
                </p14:cNvPr>
                <p14:cNvContentPartPr/>
                <p14:nvPr/>
              </p14:nvContentPartPr>
              <p14:xfrm>
                <a:off x="4529325" y="2137630"/>
                <a:ext cx="3960" cy="5400"/>
              </p14:xfrm>
            </p:contentPart>
          </mc:Choice>
          <mc:Fallback>
            <p:pic>
              <p:nvPicPr>
                <p:cNvPr id="173" name="Ink 172">
                  <a:extLst>
                    <a:ext uri="{FF2B5EF4-FFF2-40B4-BE49-F238E27FC236}">
                      <a16:creationId xmlns:a16="http://schemas.microsoft.com/office/drawing/2014/main" id="{9D39D40F-4641-5224-BAA0-77B46ABCCBB6}"/>
                    </a:ext>
                  </a:extLst>
                </p:cNvPr>
                <p:cNvPicPr/>
                <p:nvPr/>
              </p:nvPicPr>
              <p:blipFill>
                <a:blip r:embed="rId289"/>
                <a:stretch>
                  <a:fillRect/>
                </a:stretch>
              </p:blipFill>
              <p:spPr>
                <a:xfrm>
                  <a:off x="4520685" y="2128630"/>
                  <a:ext cx="2160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75" name="Ink 174">
                  <a:extLst>
                    <a:ext uri="{FF2B5EF4-FFF2-40B4-BE49-F238E27FC236}">
                      <a16:creationId xmlns:a16="http://schemas.microsoft.com/office/drawing/2014/main" id="{860EEDAC-0182-3D1E-B0D9-08BD3E7A1249}"/>
                    </a:ext>
                  </a:extLst>
                </p14:cNvPr>
                <p14:cNvContentPartPr/>
                <p14:nvPr/>
              </p14:nvContentPartPr>
              <p14:xfrm>
                <a:off x="3931365" y="2508790"/>
                <a:ext cx="222480" cy="194760"/>
              </p14:xfrm>
            </p:contentPart>
          </mc:Choice>
          <mc:Fallback>
            <p:pic>
              <p:nvPicPr>
                <p:cNvPr id="175" name="Ink 174">
                  <a:extLst>
                    <a:ext uri="{FF2B5EF4-FFF2-40B4-BE49-F238E27FC236}">
                      <a16:creationId xmlns:a16="http://schemas.microsoft.com/office/drawing/2014/main" id="{860EEDAC-0182-3D1E-B0D9-08BD3E7A1249}"/>
                    </a:ext>
                  </a:extLst>
                </p:cNvPr>
                <p:cNvPicPr/>
                <p:nvPr/>
              </p:nvPicPr>
              <p:blipFill>
                <a:blip r:embed="rId291"/>
                <a:stretch>
                  <a:fillRect/>
                </a:stretch>
              </p:blipFill>
              <p:spPr>
                <a:xfrm>
                  <a:off x="3922725" y="2500150"/>
                  <a:ext cx="24012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76" name="Ink 175">
                  <a:extLst>
                    <a:ext uri="{FF2B5EF4-FFF2-40B4-BE49-F238E27FC236}">
                      <a16:creationId xmlns:a16="http://schemas.microsoft.com/office/drawing/2014/main" id="{22546729-01AC-3194-9D0C-4A9ACEC75AF2}"/>
                    </a:ext>
                  </a:extLst>
                </p14:cNvPr>
                <p14:cNvContentPartPr/>
                <p14:nvPr/>
              </p14:nvContentPartPr>
              <p14:xfrm>
                <a:off x="4165725" y="2470990"/>
                <a:ext cx="84960" cy="134640"/>
              </p14:xfrm>
            </p:contentPart>
          </mc:Choice>
          <mc:Fallback>
            <p:pic>
              <p:nvPicPr>
                <p:cNvPr id="176" name="Ink 175">
                  <a:extLst>
                    <a:ext uri="{FF2B5EF4-FFF2-40B4-BE49-F238E27FC236}">
                      <a16:creationId xmlns:a16="http://schemas.microsoft.com/office/drawing/2014/main" id="{22546729-01AC-3194-9D0C-4A9ACEC75AF2}"/>
                    </a:ext>
                  </a:extLst>
                </p:cNvPr>
                <p:cNvPicPr/>
                <p:nvPr/>
              </p:nvPicPr>
              <p:blipFill>
                <a:blip r:embed="rId293"/>
                <a:stretch>
                  <a:fillRect/>
                </a:stretch>
              </p:blipFill>
              <p:spPr>
                <a:xfrm>
                  <a:off x="4157085" y="2461990"/>
                  <a:ext cx="10260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77" name="Ink 176">
                  <a:extLst>
                    <a:ext uri="{FF2B5EF4-FFF2-40B4-BE49-F238E27FC236}">
                      <a16:creationId xmlns:a16="http://schemas.microsoft.com/office/drawing/2014/main" id="{2DA613C3-5BFA-FDF5-8F26-84F88A9292F6}"/>
                    </a:ext>
                  </a:extLst>
                </p14:cNvPr>
                <p14:cNvContentPartPr/>
                <p14:nvPr/>
              </p14:nvContentPartPr>
              <p14:xfrm>
                <a:off x="4280565" y="2436430"/>
                <a:ext cx="159840" cy="111240"/>
              </p14:xfrm>
            </p:contentPart>
          </mc:Choice>
          <mc:Fallback>
            <p:pic>
              <p:nvPicPr>
                <p:cNvPr id="177" name="Ink 176">
                  <a:extLst>
                    <a:ext uri="{FF2B5EF4-FFF2-40B4-BE49-F238E27FC236}">
                      <a16:creationId xmlns:a16="http://schemas.microsoft.com/office/drawing/2014/main" id="{2DA613C3-5BFA-FDF5-8F26-84F88A9292F6}"/>
                    </a:ext>
                  </a:extLst>
                </p:cNvPr>
                <p:cNvPicPr/>
                <p:nvPr/>
              </p:nvPicPr>
              <p:blipFill>
                <a:blip r:embed="rId295"/>
                <a:stretch>
                  <a:fillRect/>
                </a:stretch>
              </p:blipFill>
              <p:spPr>
                <a:xfrm>
                  <a:off x="4271925" y="2427790"/>
                  <a:ext cx="17748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78" name="Ink 177">
                  <a:extLst>
                    <a:ext uri="{FF2B5EF4-FFF2-40B4-BE49-F238E27FC236}">
                      <a16:creationId xmlns:a16="http://schemas.microsoft.com/office/drawing/2014/main" id="{B3786EB8-E9FC-4AA3-FEEE-CA61137BFB63}"/>
                    </a:ext>
                  </a:extLst>
                </p14:cNvPr>
                <p14:cNvContentPartPr/>
                <p14:nvPr/>
              </p14:nvContentPartPr>
              <p14:xfrm>
                <a:off x="4470285" y="2416270"/>
                <a:ext cx="64800" cy="81360"/>
              </p14:xfrm>
            </p:contentPart>
          </mc:Choice>
          <mc:Fallback>
            <p:pic>
              <p:nvPicPr>
                <p:cNvPr id="178" name="Ink 177">
                  <a:extLst>
                    <a:ext uri="{FF2B5EF4-FFF2-40B4-BE49-F238E27FC236}">
                      <a16:creationId xmlns:a16="http://schemas.microsoft.com/office/drawing/2014/main" id="{B3786EB8-E9FC-4AA3-FEEE-CA61137BFB63}"/>
                    </a:ext>
                  </a:extLst>
                </p:cNvPr>
                <p:cNvPicPr/>
                <p:nvPr/>
              </p:nvPicPr>
              <p:blipFill>
                <a:blip r:embed="rId297"/>
                <a:stretch>
                  <a:fillRect/>
                </a:stretch>
              </p:blipFill>
              <p:spPr>
                <a:xfrm>
                  <a:off x="4461285" y="2407630"/>
                  <a:ext cx="8244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79" name="Ink 178">
                  <a:extLst>
                    <a:ext uri="{FF2B5EF4-FFF2-40B4-BE49-F238E27FC236}">
                      <a16:creationId xmlns:a16="http://schemas.microsoft.com/office/drawing/2014/main" id="{F7CC0343-73FC-150D-8B04-F7AFC5B3704A}"/>
                    </a:ext>
                  </a:extLst>
                </p14:cNvPr>
                <p14:cNvContentPartPr/>
                <p14:nvPr/>
              </p14:nvContentPartPr>
              <p14:xfrm>
                <a:off x="4547685" y="2345350"/>
                <a:ext cx="191520" cy="231480"/>
              </p14:xfrm>
            </p:contentPart>
          </mc:Choice>
          <mc:Fallback>
            <p:pic>
              <p:nvPicPr>
                <p:cNvPr id="179" name="Ink 178">
                  <a:extLst>
                    <a:ext uri="{FF2B5EF4-FFF2-40B4-BE49-F238E27FC236}">
                      <a16:creationId xmlns:a16="http://schemas.microsoft.com/office/drawing/2014/main" id="{F7CC0343-73FC-150D-8B04-F7AFC5B3704A}"/>
                    </a:ext>
                  </a:extLst>
                </p:cNvPr>
                <p:cNvPicPr/>
                <p:nvPr/>
              </p:nvPicPr>
              <p:blipFill>
                <a:blip r:embed="rId299"/>
                <a:stretch>
                  <a:fillRect/>
                </a:stretch>
              </p:blipFill>
              <p:spPr>
                <a:xfrm>
                  <a:off x="4538685" y="2336710"/>
                  <a:ext cx="20916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80" name="Ink 179">
                  <a:extLst>
                    <a:ext uri="{FF2B5EF4-FFF2-40B4-BE49-F238E27FC236}">
                      <a16:creationId xmlns:a16="http://schemas.microsoft.com/office/drawing/2014/main" id="{095CB112-1505-9EC8-3B84-A393DB477D40}"/>
                    </a:ext>
                  </a:extLst>
                </p14:cNvPr>
                <p14:cNvContentPartPr/>
                <p14:nvPr/>
              </p14:nvContentPartPr>
              <p14:xfrm>
                <a:off x="4776285" y="2312950"/>
                <a:ext cx="1800" cy="360"/>
              </p14:xfrm>
            </p:contentPart>
          </mc:Choice>
          <mc:Fallback>
            <p:pic>
              <p:nvPicPr>
                <p:cNvPr id="180" name="Ink 179">
                  <a:extLst>
                    <a:ext uri="{FF2B5EF4-FFF2-40B4-BE49-F238E27FC236}">
                      <a16:creationId xmlns:a16="http://schemas.microsoft.com/office/drawing/2014/main" id="{095CB112-1505-9EC8-3B84-A393DB477D40}"/>
                    </a:ext>
                  </a:extLst>
                </p:cNvPr>
                <p:cNvPicPr/>
                <p:nvPr/>
              </p:nvPicPr>
              <p:blipFill>
                <a:blip r:embed="rId301"/>
                <a:stretch>
                  <a:fillRect/>
                </a:stretch>
              </p:blipFill>
              <p:spPr>
                <a:xfrm>
                  <a:off x="4767645" y="2304310"/>
                  <a:ext cx="1944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81" name="Ink 180">
                  <a:extLst>
                    <a:ext uri="{FF2B5EF4-FFF2-40B4-BE49-F238E27FC236}">
                      <a16:creationId xmlns:a16="http://schemas.microsoft.com/office/drawing/2014/main" id="{7A097A60-8440-F503-2532-89687FD85F76}"/>
                    </a:ext>
                  </a:extLst>
                </p14:cNvPr>
                <p14:cNvContentPartPr/>
                <p14:nvPr/>
              </p14:nvContentPartPr>
              <p14:xfrm>
                <a:off x="4814085" y="2404030"/>
                <a:ext cx="1440" cy="360"/>
              </p14:xfrm>
            </p:contentPart>
          </mc:Choice>
          <mc:Fallback>
            <p:pic>
              <p:nvPicPr>
                <p:cNvPr id="181" name="Ink 180">
                  <a:extLst>
                    <a:ext uri="{FF2B5EF4-FFF2-40B4-BE49-F238E27FC236}">
                      <a16:creationId xmlns:a16="http://schemas.microsoft.com/office/drawing/2014/main" id="{7A097A60-8440-F503-2532-89687FD85F76}"/>
                    </a:ext>
                  </a:extLst>
                </p:cNvPr>
                <p:cNvPicPr/>
                <p:nvPr/>
              </p:nvPicPr>
              <p:blipFill>
                <a:blip r:embed="rId303"/>
                <a:stretch>
                  <a:fillRect/>
                </a:stretch>
              </p:blipFill>
              <p:spPr>
                <a:xfrm>
                  <a:off x="4805445" y="2395030"/>
                  <a:ext cx="190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83" name="Ink 182">
                  <a:extLst>
                    <a:ext uri="{FF2B5EF4-FFF2-40B4-BE49-F238E27FC236}">
                      <a16:creationId xmlns:a16="http://schemas.microsoft.com/office/drawing/2014/main" id="{D829C164-C149-AF81-B988-41F33C6E09F7}"/>
                    </a:ext>
                  </a:extLst>
                </p14:cNvPr>
                <p14:cNvContentPartPr/>
                <p14:nvPr/>
              </p14:nvContentPartPr>
              <p14:xfrm>
                <a:off x="4217925" y="2821270"/>
                <a:ext cx="93240" cy="85320"/>
              </p14:xfrm>
            </p:contentPart>
          </mc:Choice>
          <mc:Fallback>
            <p:pic>
              <p:nvPicPr>
                <p:cNvPr id="183" name="Ink 182">
                  <a:extLst>
                    <a:ext uri="{FF2B5EF4-FFF2-40B4-BE49-F238E27FC236}">
                      <a16:creationId xmlns:a16="http://schemas.microsoft.com/office/drawing/2014/main" id="{D829C164-C149-AF81-B988-41F33C6E09F7}"/>
                    </a:ext>
                  </a:extLst>
                </p:cNvPr>
                <p:cNvPicPr/>
                <p:nvPr/>
              </p:nvPicPr>
              <p:blipFill>
                <a:blip r:embed="rId305"/>
                <a:stretch>
                  <a:fillRect/>
                </a:stretch>
              </p:blipFill>
              <p:spPr>
                <a:xfrm>
                  <a:off x="4209285" y="2812630"/>
                  <a:ext cx="110880" cy="10296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84" name="Ink 183">
                  <a:extLst>
                    <a:ext uri="{FF2B5EF4-FFF2-40B4-BE49-F238E27FC236}">
                      <a16:creationId xmlns:a16="http://schemas.microsoft.com/office/drawing/2014/main" id="{2543D396-DFC1-2A41-F7CD-B85E559A0DDB}"/>
                    </a:ext>
                  </a:extLst>
                </p14:cNvPr>
                <p14:cNvContentPartPr/>
                <p14:nvPr/>
              </p14:nvContentPartPr>
              <p14:xfrm>
                <a:off x="4317285" y="2768710"/>
                <a:ext cx="143640" cy="87120"/>
              </p14:xfrm>
            </p:contentPart>
          </mc:Choice>
          <mc:Fallback>
            <p:pic>
              <p:nvPicPr>
                <p:cNvPr id="184" name="Ink 183">
                  <a:extLst>
                    <a:ext uri="{FF2B5EF4-FFF2-40B4-BE49-F238E27FC236}">
                      <a16:creationId xmlns:a16="http://schemas.microsoft.com/office/drawing/2014/main" id="{2543D396-DFC1-2A41-F7CD-B85E559A0DDB}"/>
                    </a:ext>
                  </a:extLst>
                </p:cNvPr>
                <p:cNvPicPr/>
                <p:nvPr/>
              </p:nvPicPr>
              <p:blipFill>
                <a:blip r:embed="rId307"/>
                <a:stretch>
                  <a:fillRect/>
                </a:stretch>
              </p:blipFill>
              <p:spPr>
                <a:xfrm>
                  <a:off x="4308645" y="2760070"/>
                  <a:ext cx="161280" cy="10476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85" name="Ink 184">
                  <a:extLst>
                    <a:ext uri="{FF2B5EF4-FFF2-40B4-BE49-F238E27FC236}">
                      <a16:creationId xmlns:a16="http://schemas.microsoft.com/office/drawing/2014/main" id="{2A91E819-5872-1FEB-583F-6FA56D087494}"/>
                    </a:ext>
                  </a:extLst>
                </p14:cNvPr>
                <p14:cNvContentPartPr/>
                <p14:nvPr/>
              </p14:nvContentPartPr>
              <p14:xfrm>
                <a:off x="4500885" y="2701030"/>
                <a:ext cx="82080" cy="125640"/>
              </p14:xfrm>
            </p:contentPart>
          </mc:Choice>
          <mc:Fallback>
            <p:pic>
              <p:nvPicPr>
                <p:cNvPr id="185" name="Ink 184">
                  <a:extLst>
                    <a:ext uri="{FF2B5EF4-FFF2-40B4-BE49-F238E27FC236}">
                      <a16:creationId xmlns:a16="http://schemas.microsoft.com/office/drawing/2014/main" id="{2A91E819-5872-1FEB-583F-6FA56D087494}"/>
                    </a:ext>
                  </a:extLst>
                </p:cNvPr>
                <p:cNvPicPr/>
                <p:nvPr/>
              </p:nvPicPr>
              <p:blipFill>
                <a:blip r:embed="rId309"/>
                <a:stretch>
                  <a:fillRect/>
                </a:stretch>
              </p:blipFill>
              <p:spPr>
                <a:xfrm>
                  <a:off x="4492245" y="2692030"/>
                  <a:ext cx="9972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86" name="Ink 185">
                  <a:extLst>
                    <a:ext uri="{FF2B5EF4-FFF2-40B4-BE49-F238E27FC236}">
                      <a16:creationId xmlns:a16="http://schemas.microsoft.com/office/drawing/2014/main" id="{9BA5CC1E-4560-F592-0784-673245658B77}"/>
                    </a:ext>
                  </a:extLst>
                </p14:cNvPr>
                <p14:cNvContentPartPr/>
                <p14:nvPr/>
              </p14:nvContentPartPr>
              <p14:xfrm>
                <a:off x="4559565" y="2609950"/>
                <a:ext cx="89640" cy="167400"/>
              </p14:xfrm>
            </p:contentPart>
          </mc:Choice>
          <mc:Fallback>
            <p:pic>
              <p:nvPicPr>
                <p:cNvPr id="186" name="Ink 185">
                  <a:extLst>
                    <a:ext uri="{FF2B5EF4-FFF2-40B4-BE49-F238E27FC236}">
                      <a16:creationId xmlns:a16="http://schemas.microsoft.com/office/drawing/2014/main" id="{9BA5CC1E-4560-F592-0784-673245658B77}"/>
                    </a:ext>
                  </a:extLst>
                </p:cNvPr>
                <p:cNvPicPr/>
                <p:nvPr/>
              </p:nvPicPr>
              <p:blipFill>
                <a:blip r:embed="rId311"/>
                <a:stretch>
                  <a:fillRect/>
                </a:stretch>
              </p:blipFill>
              <p:spPr>
                <a:xfrm>
                  <a:off x="4550925" y="2600950"/>
                  <a:ext cx="10728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87" name="Ink 186">
                  <a:extLst>
                    <a:ext uri="{FF2B5EF4-FFF2-40B4-BE49-F238E27FC236}">
                      <a16:creationId xmlns:a16="http://schemas.microsoft.com/office/drawing/2014/main" id="{FC58F5CA-1155-3878-BB09-E0D06BEAA991}"/>
                    </a:ext>
                  </a:extLst>
                </p14:cNvPr>
                <p14:cNvContentPartPr/>
                <p14:nvPr/>
              </p14:nvContentPartPr>
              <p14:xfrm>
                <a:off x="4608165" y="2693110"/>
                <a:ext cx="41760" cy="26280"/>
              </p14:xfrm>
            </p:contentPart>
          </mc:Choice>
          <mc:Fallback>
            <p:pic>
              <p:nvPicPr>
                <p:cNvPr id="187" name="Ink 186">
                  <a:extLst>
                    <a:ext uri="{FF2B5EF4-FFF2-40B4-BE49-F238E27FC236}">
                      <a16:creationId xmlns:a16="http://schemas.microsoft.com/office/drawing/2014/main" id="{FC58F5CA-1155-3878-BB09-E0D06BEAA991}"/>
                    </a:ext>
                  </a:extLst>
                </p:cNvPr>
                <p:cNvPicPr/>
                <p:nvPr/>
              </p:nvPicPr>
              <p:blipFill>
                <a:blip r:embed="rId313"/>
                <a:stretch>
                  <a:fillRect/>
                </a:stretch>
              </p:blipFill>
              <p:spPr>
                <a:xfrm>
                  <a:off x="4599165" y="2684110"/>
                  <a:ext cx="5940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88" name="Ink 187">
                  <a:extLst>
                    <a:ext uri="{FF2B5EF4-FFF2-40B4-BE49-F238E27FC236}">
                      <a16:creationId xmlns:a16="http://schemas.microsoft.com/office/drawing/2014/main" id="{BCF2CF69-C7E5-67CD-EC03-3C3C33B0E91C}"/>
                    </a:ext>
                  </a:extLst>
                </p14:cNvPr>
                <p14:cNvContentPartPr/>
                <p14:nvPr/>
              </p14:nvContentPartPr>
              <p14:xfrm>
                <a:off x="4754685" y="2688790"/>
                <a:ext cx="11160" cy="1440"/>
              </p14:xfrm>
            </p:contentPart>
          </mc:Choice>
          <mc:Fallback>
            <p:pic>
              <p:nvPicPr>
                <p:cNvPr id="188" name="Ink 187">
                  <a:extLst>
                    <a:ext uri="{FF2B5EF4-FFF2-40B4-BE49-F238E27FC236}">
                      <a16:creationId xmlns:a16="http://schemas.microsoft.com/office/drawing/2014/main" id="{BCF2CF69-C7E5-67CD-EC03-3C3C33B0E91C}"/>
                    </a:ext>
                  </a:extLst>
                </p:cNvPr>
                <p:cNvPicPr/>
                <p:nvPr/>
              </p:nvPicPr>
              <p:blipFill>
                <a:blip r:embed="rId315"/>
                <a:stretch>
                  <a:fillRect/>
                </a:stretch>
              </p:blipFill>
              <p:spPr>
                <a:xfrm>
                  <a:off x="4746045" y="2679790"/>
                  <a:ext cx="2880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89" name="Ink 188">
                  <a:extLst>
                    <a:ext uri="{FF2B5EF4-FFF2-40B4-BE49-F238E27FC236}">
                      <a16:creationId xmlns:a16="http://schemas.microsoft.com/office/drawing/2014/main" id="{E1A3CAE0-0BED-8278-6343-46659857E5D5}"/>
                    </a:ext>
                  </a:extLst>
                </p14:cNvPr>
                <p14:cNvContentPartPr/>
                <p14:nvPr/>
              </p14:nvContentPartPr>
              <p14:xfrm>
                <a:off x="4747485" y="2797510"/>
                <a:ext cx="1440" cy="360"/>
              </p14:xfrm>
            </p:contentPart>
          </mc:Choice>
          <mc:Fallback>
            <p:pic>
              <p:nvPicPr>
                <p:cNvPr id="189" name="Ink 188">
                  <a:extLst>
                    <a:ext uri="{FF2B5EF4-FFF2-40B4-BE49-F238E27FC236}">
                      <a16:creationId xmlns:a16="http://schemas.microsoft.com/office/drawing/2014/main" id="{E1A3CAE0-0BED-8278-6343-46659857E5D5}"/>
                    </a:ext>
                  </a:extLst>
                </p:cNvPr>
                <p:cNvPicPr/>
                <p:nvPr/>
              </p:nvPicPr>
              <p:blipFill>
                <a:blip r:embed="rId303"/>
                <a:stretch>
                  <a:fillRect/>
                </a:stretch>
              </p:blipFill>
              <p:spPr>
                <a:xfrm>
                  <a:off x="4738845" y="2788510"/>
                  <a:ext cx="190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17">
              <p14:nvContentPartPr>
                <p14:cNvPr id="191" name="Ink 190">
                  <a:extLst>
                    <a:ext uri="{FF2B5EF4-FFF2-40B4-BE49-F238E27FC236}">
                      <a16:creationId xmlns:a16="http://schemas.microsoft.com/office/drawing/2014/main" id="{95B6BD8E-7554-8A66-FC28-B07B0724059E}"/>
                    </a:ext>
                  </a:extLst>
                </p14:cNvPr>
                <p14:cNvContentPartPr/>
                <p14:nvPr/>
              </p14:nvContentPartPr>
              <p14:xfrm>
                <a:off x="4953405" y="2821990"/>
                <a:ext cx="360" cy="360"/>
              </p14:xfrm>
            </p:contentPart>
          </mc:Choice>
          <mc:Fallback>
            <p:pic>
              <p:nvPicPr>
                <p:cNvPr id="191" name="Ink 190">
                  <a:extLst>
                    <a:ext uri="{FF2B5EF4-FFF2-40B4-BE49-F238E27FC236}">
                      <a16:creationId xmlns:a16="http://schemas.microsoft.com/office/drawing/2014/main" id="{95B6BD8E-7554-8A66-FC28-B07B0724059E}"/>
                    </a:ext>
                  </a:extLst>
                </p:cNvPr>
                <p:cNvPicPr/>
                <p:nvPr/>
              </p:nvPicPr>
              <p:blipFill>
                <a:blip r:embed="rId318"/>
                <a:stretch>
                  <a:fillRect/>
                </a:stretch>
              </p:blipFill>
              <p:spPr>
                <a:xfrm>
                  <a:off x="4944765" y="2812990"/>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319">
              <p14:nvContentPartPr>
                <p14:cNvPr id="192" name="Ink 191">
                  <a:extLst>
                    <a:ext uri="{FF2B5EF4-FFF2-40B4-BE49-F238E27FC236}">
                      <a16:creationId xmlns:a16="http://schemas.microsoft.com/office/drawing/2014/main" id="{CCB049B5-AD7C-1283-D68A-FA8E7A62DF18}"/>
                    </a:ext>
                  </a:extLst>
                </p14:cNvPr>
                <p14:cNvContentPartPr/>
                <p14:nvPr/>
              </p14:nvContentPartPr>
              <p14:xfrm>
                <a:off x="4953405" y="2741350"/>
                <a:ext cx="182880" cy="182520"/>
              </p14:xfrm>
            </p:contentPart>
          </mc:Choice>
          <mc:Fallback>
            <p:pic>
              <p:nvPicPr>
                <p:cNvPr id="192" name="Ink 191">
                  <a:extLst>
                    <a:ext uri="{FF2B5EF4-FFF2-40B4-BE49-F238E27FC236}">
                      <a16:creationId xmlns:a16="http://schemas.microsoft.com/office/drawing/2014/main" id="{CCB049B5-AD7C-1283-D68A-FA8E7A62DF18}"/>
                    </a:ext>
                  </a:extLst>
                </p:cNvPr>
                <p:cNvPicPr/>
                <p:nvPr/>
              </p:nvPicPr>
              <p:blipFill>
                <a:blip r:embed="rId320"/>
                <a:stretch>
                  <a:fillRect/>
                </a:stretch>
              </p:blipFill>
              <p:spPr>
                <a:xfrm>
                  <a:off x="4944765" y="2732350"/>
                  <a:ext cx="20052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321">
              <p14:nvContentPartPr>
                <p14:cNvPr id="193" name="Ink 192">
                  <a:extLst>
                    <a:ext uri="{FF2B5EF4-FFF2-40B4-BE49-F238E27FC236}">
                      <a16:creationId xmlns:a16="http://schemas.microsoft.com/office/drawing/2014/main" id="{DA4F1B8F-47D6-796E-6AB8-580FC4431C07}"/>
                    </a:ext>
                  </a:extLst>
                </p14:cNvPr>
                <p14:cNvContentPartPr/>
                <p14:nvPr/>
              </p14:nvContentPartPr>
              <p14:xfrm>
                <a:off x="5140965" y="2736310"/>
                <a:ext cx="117000" cy="124920"/>
              </p14:xfrm>
            </p:contentPart>
          </mc:Choice>
          <mc:Fallback>
            <p:pic>
              <p:nvPicPr>
                <p:cNvPr id="193" name="Ink 192">
                  <a:extLst>
                    <a:ext uri="{FF2B5EF4-FFF2-40B4-BE49-F238E27FC236}">
                      <a16:creationId xmlns:a16="http://schemas.microsoft.com/office/drawing/2014/main" id="{DA4F1B8F-47D6-796E-6AB8-580FC4431C07}"/>
                    </a:ext>
                  </a:extLst>
                </p:cNvPr>
                <p:cNvPicPr/>
                <p:nvPr/>
              </p:nvPicPr>
              <p:blipFill>
                <a:blip r:embed="rId322"/>
                <a:stretch>
                  <a:fillRect/>
                </a:stretch>
              </p:blipFill>
              <p:spPr>
                <a:xfrm>
                  <a:off x="5131965" y="2727310"/>
                  <a:ext cx="13464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323">
              <p14:nvContentPartPr>
                <p14:cNvPr id="194" name="Ink 193">
                  <a:extLst>
                    <a:ext uri="{FF2B5EF4-FFF2-40B4-BE49-F238E27FC236}">
                      <a16:creationId xmlns:a16="http://schemas.microsoft.com/office/drawing/2014/main" id="{0BA25E4F-99DA-8FC0-8D51-01F6DA0F486A}"/>
                    </a:ext>
                  </a:extLst>
                </p14:cNvPr>
                <p14:cNvContentPartPr/>
                <p14:nvPr/>
              </p14:nvContentPartPr>
              <p14:xfrm>
                <a:off x="5269845" y="2648470"/>
                <a:ext cx="75600" cy="157320"/>
              </p14:xfrm>
            </p:contentPart>
          </mc:Choice>
          <mc:Fallback>
            <p:pic>
              <p:nvPicPr>
                <p:cNvPr id="194" name="Ink 193">
                  <a:extLst>
                    <a:ext uri="{FF2B5EF4-FFF2-40B4-BE49-F238E27FC236}">
                      <a16:creationId xmlns:a16="http://schemas.microsoft.com/office/drawing/2014/main" id="{0BA25E4F-99DA-8FC0-8D51-01F6DA0F486A}"/>
                    </a:ext>
                  </a:extLst>
                </p:cNvPr>
                <p:cNvPicPr/>
                <p:nvPr/>
              </p:nvPicPr>
              <p:blipFill>
                <a:blip r:embed="rId324"/>
                <a:stretch>
                  <a:fillRect/>
                </a:stretch>
              </p:blipFill>
              <p:spPr>
                <a:xfrm>
                  <a:off x="5261205" y="2639470"/>
                  <a:ext cx="9324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325">
              <p14:nvContentPartPr>
                <p14:cNvPr id="195" name="Ink 194">
                  <a:extLst>
                    <a:ext uri="{FF2B5EF4-FFF2-40B4-BE49-F238E27FC236}">
                      <a16:creationId xmlns:a16="http://schemas.microsoft.com/office/drawing/2014/main" id="{E843E702-A238-5D89-20F7-77866EDC1491}"/>
                    </a:ext>
                  </a:extLst>
                </p14:cNvPr>
                <p14:cNvContentPartPr/>
                <p14:nvPr/>
              </p14:nvContentPartPr>
              <p14:xfrm>
                <a:off x="5261925" y="2543350"/>
                <a:ext cx="6480" cy="6120"/>
              </p14:xfrm>
            </p:contentPart>
          </mc:Choice>
          <mc:Fallback>
            <p:pic>
              <p:nvPicPr>
                <p:cNvPr id="195" name="Ink 194">
                  <a:extLst>
                    <a:ext uri="{FF2B5EF4-FFF2-40B4-BE49-F238E27FC236}">
                      <a16:creationId xmlns:a16="http://schemas.microsoft.com/office/drawing/2014/main" id="{E843E702-A238-5D89-20F7-77866EDC1491}"/>
                    </a:ext>
                  </a:extLst>
                </p:cNvPr>
                <p:cNvPicPr/>
                <p:nvPr/>
              </p:nvPicPr>
              <p:blipFill>
                <a:blip r:embed="rId326"/>
                <a:stretch>
                  <a:fillRect/>
                </a:stretch>
              </p:blipFill>
              <p:spPr>
                <a:xfrm>
                  <a:off x="5253285" y="2534710"/>
                  <a:ext cx="2412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327">
              <p14:nvContentPartPr>
                <p14:cNvPr id="196" name="Ink 195">
                  <a:extLst>
                    <a:ext uri="{FF2B5EF4-FFF2-40B4-BE49-F238E27FC236}">
                      <a16:creationId xmlns:a16="http://schemas.microsoft.com/office/drawing/2014/main" id="{B3127434-8697-8D69-911C-8721C077E49B}"/>
                    </a:ext>
                  </a:extLst>
                </p14:cNvPr>
                <p14:cNvContentPartPr/>
                <p14:nvPr/>
              </p14:nvContentPartPr>
              <p14:xfrm>
                <a:off x="5335005" y="2627950"/>
                <a:ext cx="54000" cy="117360"/>
              </p14:xfrm>
            </p:contentPart>
          </mc:Choice>
          <mc:Fallback>
            <p:pic>
              <p:nvPicPr>
                <p:cNvPr id="196" name="Ink 195">
                  <a:extLst>
                    <a:ext uri="{FF2B5EF4-FFF2-40B4-BE49-F238E27FC236}">
                      <a16:creationId xmlns:a16="http://schemas.microsoft.com/office/drawing/2014/main" id="{B3127434-8697-8D69-911C-8721C077E49B}"/>
                    </a:ext>
                  </a:extLst>
                </p:cNvPr>
                <p:cNvPicPr/>
                <p:nvPr/>
              </p:nvPicPr>
              <p:blipFill>
                <a:blip r:embed="rId328"/>
                <a:stretch>
                  <a:fillRect/>
                </a:stretch>
              </p:blipFill>
              <p:spPr>
                <a:xfrm>
                  <a:off x="5326005" y="2618950"/>
                  <a:ext cx="7164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329">
              <p14:nvContentPartPr>
                <p14:cNvPr id="197" name="Ink 196">
                  <a:extLst>
                    <a:ext uri="{FF2B5EF4-FFF2-40B4-BE49-F238E27FC236}">
                      <a16:creationId xmlns:a16="http://schemas.microsoft.com/office/drawing/2014/main" id="{426B85AD-1CC8-3CF5-635A-B155F1953322}"/>
                    </a:ext>
                  </a:extLst>
                </p14:cNvPr>
                <p14:cNvContentPartPr/>
                <p14:nvPr/>
              </p14:nvContentPartPr>
              <p14:xfrm>
                <a:off x="5407365" y="2609590"/>
                <a:ext cx="74160" cy="170640"/>
              </p14:xfrm>
            </p:contentPart>
          </mc:Choice>
          <mc:Fallback>
            <p:pic>
              <p:nvPicPr>
                <p:cNvPr id="197" name="Ink 196">
                  <a:extLst>
                    <a:ext uri="{FF2B5EF4-FFF2-40B4-BE49-F238E27FC236}">
                      <a16:creationId xmlns:a16="http://schemas.microsoft.com/office/drawing/2014/main" id="{426B85AD-1CC8-3CF5-635A-B155F1953322}"/>
                    </a:ext>
                  </a:extLst>
                </p:cNvPr>
                <p:cNvPicPr/>
                <p:nvPr/>
              </p:nvPicPr>
              <p:blipFill>
                <a:blip r:embed="rId330"/>
                <a:stretch>
                  <a:fillRect/>
                </a:stretch>
              </p:blipFill>
              <p:spPr>
                <a:xfrm>
                  <a:off x="5398365" y="2600950"/>
                  <a:ext cx="9180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331">
              <p14:nvContentPartPr>
                <p14:cNvPr id="198" name="Ink 197">
                  <a:extLst>
                    <a:ext uri="{FF2B5EF4-FFF2-40B4-BE49-F238E27FC236}">
                      <a16:creationId xmlns:a16="http://schemas.microsoft.com/office/drawing/2014/main" id="{1A4C9E8D-0331-7E79-045C-B7EFF737C127}"/>
                    </a:ext>
                  </a:extLst>
                </p14:cNvPr>
                <p14:cNvContentPartPr/>
                <p14:nvPr/>
              </p14:nvContentPartPr>
              <p14:xfrm>
                <a:off x="5490165" y="2534350"/>
                <a:ext cx="172080" cy="198000"/>
              </p14:xfrm>
            </p:contentPart>
          </mc:Choice>
          <mc:Fallback>
            <p:pic>
              <p:nvPicPr>
                <p:cNvPr id="198" name="Ink 197">
                  <a:extLst>
                    <a:ext uri="{FF2B5EF4-FFF2-40B4-BE49-F238E27FC236}">
                      <a16:creationId xmlns:a16="http://schemas.microsoft.com/office/drawing/2014/main" id="{1A4C9E8D-0331-7E79-045C-B7EFF737C127}"/>
                    </a:ext>
                  </a:extLst>
                </p:cNvPr>
                <p:cNvPicPr/>
                <p:nvPr/>
              </p:nvPicPr>
              <p:blipFill>
                <a:blip r:embed="rId332"/>
                <a:stretch>
                  <a:fillRect/>
                </a:stretch>
              </p:blipFill>
              <p:spPr>
                <a:xfrm>
                  <a:off x="5481165" y="2525350"/>
                  <a:ext cx="18972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333">
              <p14:nvContentPartPr>
                <p14:cNvPr id="199" name="Ink 198">
                  <a:extLst>
                    <a:ext uri="{FF2B5EF4-FFF2-40B4-BE49-F238E27FC236}">
                      <a16:creationId xmlns:a16="http://schemas.microsoft.com/office/drawing/2014/main" id="{AC4D6F6B-E8EC-4355-4F39-B095C8247EDE}"/>
                    </a:ext>
                  </a:extLst>
                </p14:cNvPr>
                <p14:cNvContentPartPr/>
                <p14:nvPr/>
              </p14:nvContentPartPr>
              <p14:xfrm>
                <a:off x="5146365" y="2792110"/>
                <a:ext cx="573120" cy="209880"/>
              </p14:xfrm>
            </p:contentPart>
          </mc:Choice>
          <mc:Fallback>
            <p:pic>
              <p:nvPicPr>
                <p:cNvPr id="199" name="Ink 198">
                  <a:extLst>
                    <a:ext uri="{FF2B5EF4-FFF2-40B4-BE49-F238E27FC236}">
                      <a16:creationId xmlns:a16="http://schemas.microsoft.com/office/drawing/2014/main" id="{AC4D6F6B-E8EC-4355-4F39-B095C8247EDE}"/>
                    </a:ext>
                  </a:extLst>
                </p:cNvPr>
                <p:cNvPicPr/>
                <p:nvPr/>
              </p:nvPicPr>
              <p:blipFill>
                <a:blip r:embed="rId334"/>
                <a:stretch>
                  <a:fillRect/>
                </a:stretch>
              </p:blipFill>
              <p:spPr>
                <a:xfrm>
                  <a:off x="5137725" y="2783110"/>
                  <a:ext cx="59076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335">
              <p14:nvContentPartPr>
                <p14:cNvPr id="201" name="Ink 200">
                  <a:extLst>
                    <a:ext uri="{FF2B5EF4-FFF2-40B4-BE49-F238E27FC236}">
                      <a16:creationId xmlns:a16="http://schemas.microsoft.com/office/drawing/2014/main" id="{88F1FADD-5DB0-598E-48E5-97563AA4101C}"/>
                    </a:ext>
                  </a:extLst>
                </p14:cNvPr>
                <p14:cNvContentPartPr/>
                <p14:nvPr/>
              </p14:nvContentPartPr>
              <p14:xfrm>
                <a:off x="4026765" y="2483230"/>
                <a:ext cx="1751400" cy="423720"/>
              </p14:xfrm>
            </p:contentPart>
          </mc:Choice>
          <mc:Fallback>
            <p:pic>
              <p:nvPicPr>
                <p:cNvPr id="201" name="Ink 200">
                  <a:extLst>
                    <a:ext uri="{FF2B5EF4-FFF2-40B4-BE49-F238E27FC236}">
                      <a16:creationId xmlns:a16="http://schemas.microsoft.com/office/drawing/2014/main" id="{88F1FADD-5DB0-598E-48E5-97563AA4101C}"/>
                    </a:ext>
                  </a:extLst>
                </p:cNvPr>
                <p:cNvPicPr/>
                <p:nvPr/>
              </p:nvPicPr>
              <p:blipFill>
                <a:blip r:embed="rId336"/>
                <a:stretch>
                  <a:fillRect/>
                </a:stretch>
              </p:blipFill>
              <p:spPr>
                <a:xfrm>
                  <a:off x="4017765" y="2474230"/>
                  <a:ext cx="1769040" cy="441360"/>
                </a:xfrm>
                <a:prstGeom prst="rect">
                  <a:avLst/>
                </a:prstGeom>
              </p:spPr>
            </p:pic>
          </mc:Fallback>
        </mc:AlternateContent>
        <mc:AlternateContent xmlns:mc="http://schemas.openxmlformats.org/markup-compatibility/2006">
          <mc:Choice xmlns:p14="http://schemas.microsoft.com/office/powerpoint/2010/main" Requires="p14">
            <p:contentPart p14:bwMode="auto" r:id="rId337">
              <p14:nvContentPartPr>
                <p14:cNvPr id="202" name="Ink 201">
                  <a:extLst>
                    <a:ext uri="{FF2B5EF4-FFF2-40B4-BE49-F238E27FC236}">
                      <a16:creationId xmlns:a16="http://schemas.microsoft.com/office/drawing/2014/main" id="{8207DBF8-D5EC-0065-6E07-DB96439CB0EB}"/>
                    </a:ext>
                  </a:extLst>
                </p14:cNvPr>
                <p14:cNvContentPartPr/>
                <p14:nvPr/>
              </p14:nvContentPartPr>
              <p14:xfrm>
                <a:off x="4856205" y="2276590"/>
                <a:ext cx="288360" cy="929520"/>
              </p14:xfrm>
            </p:contentPart>
          </mc:Choice>
          <mc:Fallback>
            <p:pic>
              <p:nvPicPr>
                <p:cNvPr id="202" name="Ink 201">
                  <a:extLst>
                    <a:ext uri="{FF2B5EF4-FFF2-40B4-BE49-F238E27FC236}">
                      <a16:creationId xmlns:a16="http://schemas.microsoft.com/office/drawing/2014/main" id="{8207DBF8-D5EC-0065-6E07-DB96439CB0EB}"/>
                    </a:ext>
                  </a:extLst>
                </p:cNvPr>
                <p:cNvPicPr/>
                <p:nvPr/>
              </p:nvPicPr>
              <p:blipFill>
                <a:blip r:embed="rId338"/>
                <a:stretch>
                  <a:fillRect/>
                </a:stretch>
              </p:blipFill>
              <p:spPr>
                <a:xfrm>
                  <a:off x="4847565" y="2267950"/>
                  <a:ext cx="306000" cy="947160"/>
                </a:xfrm>
                <a:prstGeom prst="rect">
                  <a:avLst/>
                </a:prstGeom>
              </p:spPr>
            </p:pic>
          </mc:Fallback>
        </mc:AlternateContent>
        <mc:AlternateContent xmlns:mc="http://schemas.openxmlformats.org/markup-compatibility/2006">
          <mc:Choice xmlns:p14="http://schemas.microsoft.com/office/powerpoint/2010/main" Requires="p14">
            <p:contentPart p14:bwMode="auto" r:id="rId339">
              <p14:nvContentPartPr>
                <p14:cNvPr id="204" name="Ink 203">
                  <a:extLst>
                    <a:ext uri="{FF2B5EF4-FFF2-40B4-BE49-F238E27FC236}">
                      <a16:creationId xmlns:a16="http://schemas.microsoft.com/office/drawing/2014/main" id="{F6C3DA25-739F-A6A0-E2D9-DDC82067CC45}"/>
                    </a:ext>
                  </a:extLst>
                </p14:cNvPr>
                <p14:cNvContentPartPr/>
                <p14:nvPr/>
              </p14:nvContentPartPr>
              <p14:xfrm>
                <a:off x="3621405" y="1771510"/>
                <a:ext cx="1119600" cy="716040"/>
              </p14:xfrm>
            </p:contentPart>
          </mc:Choice>
          <mc:Fallback>
            <p:pic>
              <p:nvPicPr>
                <p:cNvPr id="204" name="Ink 203">
                  <a:extLst>
                    <a:ext uri="{FF2B5EF4-FFF2-40B4-BE49-F238E27FC236}">
                      <a16:creationId xmlns:a16="http://schemas.microsoft.com/office/drawing/2014/main" id="{F6C3DA25-739F-A6A0-E2D9-DDC82067CC45}"/>
                    </a:ext>
                  </a:extLst>
                </p:cNvPr>
                <p:cNvPicPr/>
                <p:nvPr/>
              </p:nvPicPr>
              <p:blipFill>
                <a:blip r:embed="rId340"/>
                <a:stretch>
                  <a:fillRect/>
                </a:stretch>
              </p:blipFill>
              <p:spPr>
                <a:xfrm>
                  <a:off x="3612765" y="1762510"/>
                  <a:ext cx="1137240" cy="733680"/>
                </a:xfrm>
                <a:prstGeom prst="rect">
                  <a:avLst/>
                </a:prstGeom>
              </p:spPr>
            </p:pic>
          </mc:Fallback>
        </mc:AlternateContent>
        <mc:AlternateContent xmlns:mc="http://schemas.openxmlformats.org/markup-compatibility/2006">
          <mc:Choice xmlns:p14="http://schemas.microsoft.com/office/powerpoint/2010/main" Requires="p14">
            <p:contentPart p14:bwMode="auto" r:id="rId341">
              <p14:nvContentPartPr>
                <p14:cNvPr id="206" name="Ink 205">
                  <a:extLst>
                    <a:ext uri="{FF2B5EF4-FFF2-40B4-BE49-F238E27FC236}">
                      <a16:creationId xmlns:a16="http://schemas.microsoft.com/office/drawing/2014/main" id="{2401C415-E86D-358F-58A0-509C537F7D3B}"/>
                    </a:ext>
                  </a:extLst>
                </p14:cNvPr>
                <p14:cNvContentPartPr/>
                <p14:nvPr/>
              </p14:nvContentPartPr>
              <p14:xfrm>
                <a:off x="5147445" y="2194510"/>
                <a:ext cx="151920" cy="201960"/>
              </p14:xfrm>
            </p:contentPart>
          </mc:Choice>
          <mc:Fallback>
            <p:pic>
              <p:nvPicPr>
                <p:cNvPr id="206" name="Ink 205">
                  <a:extLst>
                    <a:ext uri="{FF2B5EF4-FFF2-40B4-BE49-F238E27FC236}">
                      <a16:creationId xmlns:a16="http://schemas.microsoft.com/office/drawing/2014/main" id="{2401C415-E86D-358F-58A0-509C537F7D3B}"/>
                    </a:ext>
                  </a:extLst>
                </p:cNvPr>
                <p:cNvPicPr/>
                <p:nvPr/>
              </p:nvPicPr>
              <p:blipFill>
                <a:blip r:embed="rId342"/>
                <a:stretch>
                  <a:fillRect/>
                </a:stretch>
              </p:blipFill>
              <p:spPr>
                <a:xfrm>
                  <a:off x="5138805" y="2185870"/>
                  <a:ext cx="16956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343">
              <p14:nvContentPartPr>
                <p14:cNvPr id="207" name="Ink 206">
                  <a:extLst>
                    <a:ext uri="{FF2B5EF4-FFF2-40B4-BE49-F238E27FC236}">
                      <a16:creationId xmlns:a16="http://schemas.microsoft.com/office/drawing/2014/main" id="{E4ECC108-1F53-4B73-002D-8371022D34A2}"/>
                    </a:ext>
                  </a:extLst>
                </p14:cNvPr>
                <p14:cNvContentPartPr/>
                <p14:nvPr/>
              </p14:nvContentPartPr>
              <p14:xfrm>
                <a:off x="5333565" y="2205310"/>
                <a:ext cx="168480" cy="158760"/>
              </p14:xfrm>
            </p:contentPart>
          </mc:Choice>
          <mc:Fallback>
            <p:pic>
              <p:nvPicPr>
                <p:cNvPr id="207" name="Ink 206">
                  <a:extLst>
                    <a:ext uri="{FF2B5EF4-FFF2-40B4-BE49-F238E27FC236}">
                      <a16:creationId xmlns:a16="http://schemas.microsoft.com/office/drawing/2014/main" id="{E4ECC108-1F53-4B73-002D-8371022D34A2}"/>
                    </a:ext>
                  </a:extLst>
                </p:cNvPr>
                <p:cNvPicPr/>
                <p:nvPr/>
              </p:nvPicPr>
              <p:blipFill>
                <a:blip r:embed="rId344"/>
                <a:stretch>
                  <a:fillRect/>
                </a:stretch>
              </p:blipFill>
              <p:spPr>
                <a:xfrm>
                  <a:off x="5324565" y="2196310"/>
                  <a:ext cx="18612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345">
              <p14:nvContentPartPr>
                <p14:cNvPr id="208" name="Ink 207">
                  <a:extLst>
                    <a:ext uri="{FF2B5EF4-FFF2-40B4-BE49-F238E27FC236}">
                      <a16:creationId xmlns:a16="http://schemas.microsoft.com/office/drawing/2014/main" id="{CDF50632-D236-6109-909C-F877E48B75F2}"/>
                    </a:ext>
                  </a:extLst>
                </p14:cNvPr>
                <p14:cNvContentPartPr/>
                <p14:nvPr/>
              </p14:nvContentPartPr>
              <p14:xfrm>
                <a:off x="5536605" y="2171470"/>
                <a:ext cx="104400" cy="148680"/>
              </p14:xfrm>
            </p:contentPart>
          </mc:Choice>
          <mc:Fallback>
            <p:pic>
              <p:nvPicPr>
                <p:cNvPr id="208" name="Ink 207">
                  <a:extLst>
                    <a:ext uri="{FF2B5EF4-FFF2-40B4-BE49-F238E27FC236}">
                      <a16:creationId xmlns:a16="http://schemas.microsoft.com/office/drawing/2014/main" id="{CDF50632-D236-6109-909C-F877E48B75F2}"/>
                    </a:ext>
                  </a:extLst>
                </p:cNvPr>
                <p:cNvPicPr/>
                <p:nvPr/>
              </p:nvPicPr>
              <p:blipFill>
                <a:blip r:embed="rId346"/>
                <a:stretch>
                  <a:fillRect/>
                </a:stretch>
              </p:blipFill>
              <p:spPr>
                <a:xfrm>
                  <a:off x="5527965" y="2162470"/>
                  <a:ext cx="12204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347">
              <p14:nvContentPartPr>
                <p14:cNvPr id="209" name="Ink 208">
                  <a:extLst>
                    <a:ext uri="{FF2B5EF4-FFF2-40B4-BE49-F238E27FC236}">
                      <a16:creationId xmlns:a16="http://schemas.microsoft.com/office/drawing/2014/main" id="{F8313789-7846-4FFA-71EC-3A22CFACA461}"/>
                    </a:ext>
                  </a:extLst>
                </p14:cNvPr>
                <p14:cNvContentPartPr/>
                <p14:nvPr/>
              </p14:nvContentPartPr>
              <p14:xfrm>
                <a:off x="5601405" y="2200630"/>
                <a:ext cx="87840" cy="90000"/>
              </p14:xfrm>
            </p:contentPart>
          </mc:Choice>
          <mc:Fallback>
            <p:pic>
              <p:nvPicPr>
                <p:cNvPr id="209" name="Ink 208">
                  <a:extLst>
                    <a:ext uri="{FF2B5EF4-FFF2-40B4-BE49-F238E27FC236}">
                      <a16:creationId xmlns:a16="http://schemas.microsoft.com/office/drawing/2014/main" id="{F8313789-7846-4FFA-71EC-3A22CFACA461}"/>
                    </a:ext>
                  </a:extLst>
                </p:cNvPr>
                <p:cNvPicPr/>
                <p:nvPr/>
              </p:nvPicPr>
              <p:blipFill>
                <a:blip r:embed="rId348"/>
                <a:stretch>
                  <a:fillRect/>
                </a:stretch>
              </p:blipFill>
              <p:spPr>
                <a:xfrm>
                  <a:off x="5592405" y="2191630"/>
                  <a:ext cx="105480" cy="107640"/>
                </a:xfrm>
                <a:prstGeom prst="rect">
                  <a:avLst/>
                </a:prstGeom>
              </p:spPr>
            </p:pic>
          </mc:Fallback>
        </mc:AlternateContent>
        <mc:AlternateContent xmlns:mc="http://schemas.openxmlformats.org/markup-compatibility/2006">
          <mc:Choice xmlns:p14="http://schemas.microsoft.com/office/powerpoint/2010/main" Requires="p14">
            <p:contentPart p14:bwMode="auto" r:id="rId349">
              <p14:nvContentPartPr>
                <p14:cNvPr id="210" name="Ink 209">
                  <a:extLst>
                    <a:ext uri="{FF2B5EF4-FFF2-40B4-BE49-F238E27FC236}">
                      <a16:creationId xmlns:a16="http://schemas.microsoft.com/office/drawing/2014/main" id="{5354C676-9735-014C-D989-1321C31741DF}"/>
                    </a:ext>
                  </a:extLst>
                </p14:cNvPr>
                <p14:cNvContentPartPr/>
                <p14:nvPr/>
              </p14:nvContentPartPr>
              <p14:xfrm>
                <a:off x="5640285" y="2075710"/>
                <a:ext cx="28080" cy="11520"/>
              </p14:xfrm>
            </p:contentPart>
          </mc:Choice>
          <mc:Fallback>
            <p:pic>
              <p:nvPicPr>
                <p:cNvPr id="210" name="Ink 209">
                  <a:extLst>
                    <a:ext uri="{FF2B5EF4-FFF2-40B4-BE49-F238E27FC236}">
                      <a16:creationId xmlns:a16="http://schemas.microsoft.com/office/drawing/2014/main" id="{5354C676-9735-014C-D989-1321C31741DF}"/>
                    </a:ext>
                  </a:extLst>
                </p:cNvPr>
                <p:cNvPicPr/>
                <p:nvPr/>
              </p:nvPicPr>
              <p:blipFill>
                <a:blip r:embed="rId350"/>
                <a:stretch>
                  <a:fillRect/>
                </a:stretch>
              </p:blipFill>
              <p:spPr>
                <a:xfrm>
                  <a:off x="5631285" y="2066710"/>
                  <a:ext cx="4572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351">
              <p14:nvContentPartPr>
                <p14:cNvPr id="211" name="Ink 210">
                  <a:extLst>
                    <a:ext uri="{FF2B5EF4-FFF2-40B4-BE49-F238E27FC236}">
                      <a16:creationId xmlns:a16="http://schemas.microsoft.com/office/drawing/2014/main" id="{AC01F0B1-A2E4-7DFE-900E-70F10B740A18}"/>
                    </a:ext>
                  </a:extLst>
                </p14:cNvPr>
                <p14:cNvContentPartPr/>
                <p14:nvPr/>
              </p14:nvContentPartPr>
              <p14:xfrm>
                <a:off x="5716245" y="2136190"/>
                <a:ext cx="199800" cy="140400"/>
              </p14:xfrm>
            </p:contentPart>
          </mc:Choice>
          <mc:Fallback>
            <p:pic>
              <p:nvPicPr>
                <p:cNvPr id="211" name="Ink 210">
                  <a:extLst>
                    <a:ext uri="{FF2B5EF4-FFF2-40B4-BE49-F238E27FC236}">
                      <a16:creationId xmlns:a16="http://schemas.microsoft.com/office/drawing/2014/main" id="{AC01F0B1-A2E4-7DFE-900E-70F10B740A18}"/>
                    </a:ext>
                  </a:extLst>
                </p:cNvPr>
                <p:cNvPicPr/>
                <p:nvPr/>
              </p:nvPicPr>
              <p:blipFill>
                <a:blip r:embed="rId352"/>
                <a:stretch>
                  <a:fillRect/>
                </a:stretch>
              </p:blipFill>
              <p:spPr>
                <a:xfrm>
                  <a:off x="5707605" y="2127190"/>
                  <a:ext cx="21744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353">
              <p14:nvContentPartPr>
                <p14:cNvPr id="212" name="Ink 211">
                  <a:extLst>
                    <a:ext uri="{FF2B5EF4-FFF2-40B4-BE49-F238E27FC236}">
                      <a16:creationId xmlns:a16="http://schemas.microsoft.com/office/drawing/2014/main" id="{9137C1A7-71CA-7A12-A6AF-A7B737287B87}"/>
                    </a:ext>
                  </a:extLst>
                </p14:cNvPr>
                <p14:cNvContentPartPr/>
                <p14:nvPr/>
              </p14:nvContentPartPr>
              <p14:xfrm>
                <a:off x="5163285" y="2337070"/>
                <a:ext cx="752040" cy="206280"/>
              </p14:xfrm>
            </p:contentPart>
          </mc:Choice>
          <mc:Fallback>
            <p:pic>
              <p:nvPicPr>
                <p:cNvPr id="212" name="Ink 211">
                  <a:extLst>
                    <a:ext uri="{FF2B5EF4-FFF2-40B4-BE49-F238E27FC236}">
                      <a16:creationId xmlns:a16="http://schemas.microsoft.com/office/drawing/2014/main" id="{9137C1A7-71CA-7A12-A6AF-A7B737287B87}"/>
                    </a:ext>
                  </a:extLst>
                </p:cNvPr>
                <p:cNvPicPr/>
                <p:nvPr/>
              </p:nvPicPr>
              <p:blipFill>
                <a:blip r:embed="rId354"/>
                <a:stretch>
                  <a:fillRect/>
                </a:stretch>
              </p:blipFill>
              <p:spPr>
                <a:xfrm>
                  <a:off x="5154645" y="2328070"/>
                  <a:ext cx="76968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355">
              <p14:nvContentPartPr>
                <p14:cNvPr id="213" name="Ink 212">
                  <a:extLst>
                    <a:ext uri="{FF2B5EF4-FFF2-40B4-BE49-F238E27FC236}">
                      <a16:creationId xmlns:a16="http://schemas.microsoft.com/office/drawing/2014/main" id="{58C26E83-A25E-BC41-BA15-AF415565EE34}"/>
                    </a:ext>
                  </a:extLst>
                </p14:cNvPr>
                <p14:cNvContentPartPr/>
                <p14:nvPr/>
              </p14:nvContentPartPr>
              <p14:xfrm>
                <a:off x="3065925" y="3525790"/>
                <a:ext cx="574560" cy="212760"/>
              </p14:xfrm>
            </p:contentPart>
          </mc:Choice>
          <mc:Fallback>
            <p:pic>
              <p:nvPicPr>
                <p:cNvPr id="213" name="Ink 212">
                  <a:extLst>
                    <a:ext uri="{FF2B5EF4-FFF2-40B4-BE49-F238E27FC236}">
                      <a16:creationId xmlns:a16="http://schemas.microsoft.com/office/drawing/2014/main" id="{58C26E83-A25E-BC41-BA15-AF415565EE34}"/>
                    </a:ext>
                  </a:extLst>
                </p:cNvPr>
                <p:cNvPicPr/>
                <p:nvPr/>
              </p:nvPicPr>
              <p:blipFill>
                <a:blip r:embed="rId356"/>
                <a:stretch>
                  <a:fillRect/>
                </a:stretch>
              </p:blipFill>
              <p:spPr>
                <a:xfrm>
                  <a:off x="3056925" y="3517150"/>
                  <a:ext cx="59220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357">
              <p14:nvContentPartPr>
                <p14:cNvPr id="214" name="Ink 213">
                  <a:extLst>
                    <a:ext uri="{FF2B5EF4-FFF2-40B4-BE49-F238E27FC236}">
                      <a16:creationId xmlns:a16="http://schemas.microsoft.com/office/drawing/2014/main" id="{C9BE14DF-7B73-F022-63D9-58255CE4FD9E}"/>
                    </a:ext>
                  </a:extLst>
                </p14:cNvPr>
                <p14:cNvContentPartPr/>
                <p14:nvPr/>
              </p14:nvContentPartPr>
              <p14:xfrm>
                <a:off x="3154845" y="3610030"/>
                <a:ext cx="546120" cy="168840"/>
              </p14:xfrm>
            </p:contentPart>
          </mc:Choice>
          <mc:Fallback>
            <p:pic>
              <p:nvPicPr>
                <p:cNvPr id="214" name="Ink 213">
                  <a:extLst>
                    <a:ext uri="{FF2B5EF4-FFF2-40B4-BE49-F238E27FC236}">
                      <a16:creationId xmlns:a16="http://schemas.microsoft.com/office/drawing/2014/main" id="{C9BE14DF-7B73-F022-63D9-58255CE4FD9E}"/>
                    </a:ext>
                  </a:extLst>
                </p:cNvPr>
                <p:cNvPicPr/>
                <p:nvPr/>
              </p:nvPicPr>
              <p:blipFill>
                <a:blip r:embed="rId358"/>
                <a:stretch>
                  <a:fillRect/>
                </a:stretch>
              </p:blipFill>
              <p:spPr>
                <a:xfrm>
                  <a:off x="3146205" y="3601390"/>
                  <a:ext cx="56376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359">
              <p14:nvContentPartPr>
                <p14:cNvPr id="216" name="Ink 215">
                  <a:extLst>
                    <a:ext uri="{FF2B5EF4-FFF2-40B4-BE49-F238E27FC236}">
                      <a16:creationId xmlns:a16="http://schemas.microsoft.com/office/drawing/2014/main" id="{FA63CAE2-7553-F869-188B-AB0655B240E6}"/>
                    </a:ext>
                  </a:extLst>
                </p14:cNvPr>
                <p14:cNvContentPartPr/>
                <p14:nvPr/>
              </p14:nvContentPartPr>
              <p14:xfrm>
                <a:off x="4842885" y="3694990"/>
                <a:ext cx="182880" cy="162360"/>
              </p14:xfrm>
            </p:contentPart>
          </mc:Choice>
          <mc:Fallback>
            <p:pic>
              <p:nvPicPr>
                <p:cNvPr id="216" name="Ink 215">
                  <a:extLst>
                    <a:ext uri="{FF2B5EF4-FFF2-40B4-BE49-F238E27FC236}">
                      <a16:creationId xmlns:a16="http://schemas.microsoft.com/office/drawing/2014/main" id="{FA63CAE2-7553-F869-188B-AB0655B240E6}"/>
                    </a:ext>
                  </a:extLst>
                </p:cNvPr>
                <p:cNvPicPr/>
                <p:nvPr/>
              </p:nvPicPr>
              <p:blipFill>
                <a:blip r:embed="rId360"/>
                <a:stretch>
                  <a:fillRect/>
                </a:stretch>
              </p:blipFill>
              <p:spPr>
                <a:xfrm>
                  <a:off x="4834245" y="3686350"/>
                  <a:ext cx="20052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361">
              <p14:nvContentPartPr>
                <p14:cNvPr id="217" name="Ink 216">
                  <a:extLst>
                    <a:ext uri="{FF2B5EF4-FFF2-40B4-BE49-F238E27FC236}">
                      <a16:creationId xmlns:a16="http://schemas.microsoft.com/office/drawing/2014/main" id="{14DD7178-315E-81A3-96BD-0D84EAAC7968}"/>
                    </a:ext>
                  </a:extLst>
                </p14:cNvPr>
                <p14:cNvContentPartPr/>
                <p14:nvPr/>
              </p14:nvContentPartPr>
              <p14:xfrm>
                <a:off x="5080485" y="3534790"/>
                <a:ext cx="88200" cy="290160"/>
              </p14:xfrm>
            </p:contentPart>
          </mc:Choice>
          <mc:Fallback>
            <p:pic>
              <p:nvPicPr>
                <p:cNvPr id="217" name="Ink 216">
                  <a:extLst>
                    <a:ext uri="{FF2B5EF4-FFF2-40B4-BE49-F238E27FC236}">
                      <a16:creationId xmlns:a16="http://schemas.microsoft.com/office/drawing/2014/main" id="{14DD7178-315E-81A3-96BD-0D84EAAC7968}"/>
                    </a:ext>
                  </a:extLst>
                </p:cNvPr>
                <p:cNvPicPr/>
                <p:nvPr/>
              </p:nvPicPr>
              <p:blipFill>
                <a:blip r:embed="rId362"/>
                <a:stretch>
                  <a:fillRect/>
                </a:stretch>
              </p:blipFill>
              <p:spPr>
                <a:xfrm>
                  <a:off x="5071845" y="3525790"/>
                  <a:ext cx="10584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363">
              <p14:nvContentPartPr>
                <p14:cNvPr id="218" name="Ink 217">
                  <a:extLst>
                    <a:ext uri="{FF2B5EF4-FFF2-40B4-BE49-F238E27FC236}">
                      <a16:creationId xmlns:a16="http://schemas.microsoft.com/office/drawing/2014/main" id="{9198318D-72B0-1022-6B86-4CFE20D5CA6A}"/>
                    </a:ext>
                  </a:extLst>
                </p14:cNvPr>
                <p14:cNvContentPartPr/>
                <p14:nvPr/>
              </p14:nvContentPartPr>
              <p14:xfrm>
                <a:off x="5042685" y="3694630"/>
                <a:ext cx="80640" cy="23760"/>
              </p14:xfrm>
            </p:contentPart>
          </mc:Choice>
          <mc:Fallback>
            <p:pic>
              <p:nvPicPr>
                <p:cNvPr id="218" name="Ink 217">
                  <a:extLst>
                    <a:ext uri="{FF2B5EF4-FFF2-40B4-BE49-F238E27FC236}">
                      <a16:creationId xmlns:a16="http://schemas.microsoft.com/office/drawing/2014/main" id="{9198318D-72B0-1022-6B86-4CFE20D5CA6A}"/>
                    </a:ext>
                  </a:extLst>
                </p:cNvPr>
                <p:cNvPicPr/>
                <p:nvPr/>
              </p:nvPicPr>
              <p:blipFill>
                <a:blip r:embed="rId364"/>
                <a:stretch>
                  <a:fillRect/>
                </a:stretch>
              </p:blipFill>
              <p:spPr>
                <a:xfrm>
                  <a:off x="5034045" y="3685630"/>
                  <a:ext cx="9828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365">
              <p14:nvContentPartPr>
                <p14:cNvPr id="219" name="Ink 218">
                  <a:extLst>
                    <a:ext uri="{FF2B5EF4-FFF2-40B4-BE49-F238E27FC236}">
                      <a16:creationId xmlns:a16="http://schemas.microsoft.com/office/drawing/2014/main" id="{5A2292E5-3C93-2FA2-D746-1A6064D519A5}"/>
                    </a:ext>
                  </a:extLst>
                </p14:cNvPr>
                <p14:cNvContentPartPr/>
                <p14:nvPr/>
              </p14:nvContentPartPr>
              <p14:xfrm>
                <a:off x="5383245" y="3736030"/>
                <a:ext cx="2880" cy="215280"/>
              </p14:xfrm>
            </p:contentPart>
          </mc:Choice>
          <mc:Fallback>
            <p:pic>
              <p:nvPicPr>
                <p:cNvPr id="219" name="Ink 218">
                  <a:extLst>
                    <a:ext uri="{FF2B5EF4-FFF2-40B4-BE49-F238E27FC236}">
                      <a16:creationId xmlns:a16="http://schemas.microsoft.com/office/drawing/2014/main" id="{5A2292E5-3C93-2FA2-D746-1A6064D519A5}"/>
                    </a:ext>
                  </a:extLst>
                </p:cNvPr>
                <p:cNvPicPr/>
                <p:nvPr/>
              </p:nvPicPr>
              <p:blipFill>
                <a:blip r:embed="rId366"/>
                <a:stretch>
                  <a:fillRect/>
                </a:stretch>
              </p:blipFill>
              <p:spPr>
                <a:xfrm>
                  <a:off x="5374605" y="3727390"/>
                  <a:ext cx="20520" cy="232920"/>
                </a:xfrm>
                <a:prstGeom prst="rect">
                  <a:avLst/>
                </a:prstGeom>
              </p:spPr>
            </p:pic>
          </mc:Fallback>
        </mc:AlternateContent>
        <mc:AlternateContent xmlns:mc="http://schemas.openxmlformats.org/markup-compatibility/2006">
          <mc:Choice xmlns:p14="http://schemas.microsoft.com/office/powerpoint/2010/main" Requires="p14">
            <p:contentPart p14:bwMode="auto" r:id="rId367">
              <p14:nvContentPartPr>
                <p14:cNvPr id="220" name="Ink 219">
                  <a:extLst>
                    <a:ext uri="{FF2B5EF4-FFF2-40B4-BE49-F238E27FC236}">
                      <a16:creationId xmlns:a16="http://schemas.microsoft.com/office/drawing/2014/main" id="{029C1870-0923-4ED6-84BA-037E7DB1EB36}"/>
                    </a:ext>
                  </a:extLst>
                </p14:cNvPr>
                <p14:cNvContentPartPr/>
                <p14:nvPr/>
              </p14:nvContentPartPr>
              <p14:xfrm>
                <a:off x="5390085" y="3650350"/>
                <a:ext cx="82440" cy="158760"/>
              </p14:xfrm>
            </p:contentPart>
          </mc:Choice>
          <mc:Fallback>
            <p:pic>
              <p:nvPicPr>
                <p:cNvPr id="220" name="Ink 219">
                  <a:extLst>
                    <a:ext uri="{FF2B5EF4-FFF2-40B4-BE49-F238E27FC236}">
                      <a16:creationId xmlns:a16="http://schemas.microsoft.com/office/drawing/2014/main" id="{029C1870-0923-4ED6-84BA-037E7DB1EB36}"/>
                    </a:ext>
                  </a:extLst>
                </p:cNvPr>
                <p:cNvPicPr/>
                <p:nvPr/>
              </p:nvPicPr>
              <p:blipFill>
                <a:blip r:embed="rId368"/>
                <a:stretch>
                  <a:fillRect/>
                </a:stretch>
              </p:blipFill>
              <p:spPr>
                <a:xfrm>
                  <a:off x="5381445" y="3641710"/>
                  <a:ext cx="10008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369">
              <p14:nvContentPartPr>
                <p14:cNvPr id="221" name="Ink 220">
                  <a:extLst>
                    <a:ext uri="{FF2B5EF4-FFF2-40B4-BE49-F238E27FC236}">
                      <a16:creationId xmlns:a16="http://schemas.microsoft.com/office/drawing/2014/main" id="{F9A95BD5-8D89-9F88-3F71-0572FC6680BA}"/>
                    </a:ext>
                  </a:extLst>
                </p14:cNvPr>
                <p14:cNvContentPartPr/>
                <p14:nvPr/>
              </p14:nvContentPartPr>
              <p14:xfrm>
                <a:off x="5516445" y="3656830"/>
                <a:ext cx="98640" cy="137160"/>
              </p14:xfrm>
            </p:contentPart>
          </mc:Choice>
          <mc:Fallback>
            <p:pic>
              <p:nvPicPr>
                <p:cNvPr id="221" name="Ink 220">
                  <a:extLst>
                    <a:ext uri="{FF2B5EF4-FFF2-40B4-BE49-F238E27FC236}">
                      <a16:creationId xmlns:a16="http://schemas.microsoft.com/office/drawing/2014/main" id="{F9A95BD5-8D89-9F88-3F71-0572FC6680BA}"/>
                    </a:ext>
                  </a:extLst>
                </p:cNvPr>
                <p:cNvPicPr/>
                <p:nvPr/>
              </p:nvPicPr>
              <p:blipFill>
                <a:blip r:embed="rId370"/>
                <a:stretch>
                  <a:fillRect/>
                </a:stretch>
              </p:blipFill>
              <p:spPr>
                <a:xfrm>
                  <a:off x="5507805" y="3648190"/>
                  <a:ext cx="11628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371">
              <p14:nvContentPartPr>
                <p14:cNvPr id="222" name="Ink 221">
                  <a:extLst>
                    <a:ext uri="{FF2B5EF4-FFF2-40B4-BE49-F238E27FC236}">
                      <a16:creationId xmlns:a16="http://schemas.microsoft.com/office/drawing/2014/main" id="{9FD79B3F-E0D1-9C95-8A08-07BBDBC5D971}"/>
                    </a:ext>
                  </a:extLst>
                </p14:cNvPr>
                <p14:cNvContentPartPr/>
                <p14:nvPr/>
              </p14:nvContentPartPr>
              <p14:xfrm>
                <a:off x="5651445" y="3661510"/>
                <a:ext cx="105840" cy="121320"/>
              </p14:xfrm>
            </p:contentPart>
          </mc:Choice>
          <mc:Fallback>
            <p:pic>
              <p:nvPicPr>
                <p:cNvPr id="222" name="Ink 221">
                  <a:extLst>
                    <a:ext uri="{FF2B5EF4-FFF2-40B4-BE49-F238E27FC236}">
                      <a16:creationId xmlns:a16="http://schemas.microsoft.com/office/drawing/2014/main" id="{9FD79B3F-E0D1-9C95-8A08-07BBDBC5D971}"/>
                    </a:ext>
                  </a:extLst>
                </p:cNvPr>
                <p:cNvPicPr/>
                <p:nvPr/>
              </p:nvPicPr>
              <p:blipFill>
                <a:blip r:embed="rId372"/>
                <a:stretch>
                  <a:fillRect/>
                </a:stretch>
              </p:blipFill>
              <p:spPr>
                <a:xfrm>
                  <a:off x="5642445" y="3652870"/>
                  <a:ext cx="12348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373">
              <p14:nvContentPartPr>
                <p14:cNvPr id="223" name="Ink 222">
                  <a:extLst>
                    <a:ext uri="{FF2B5EF4-FFF2-40B4-BE49-F238E27FC236}">
                      <a16:creationId xmlns:a16="http://schemas.microsoft.com/office/drawing/2014/main" id="{FF32D741-014A-9681-D765-015654640904}"/>
                    </a:ext>
                  </a:extLst>
                </p14:cNvPr>
                <p14:cNvContentPartPr/>
                <p14:nvPr/>
              </p14:nvContentPartPr>
              <p14:xfrm>
                <a:off x="5758725" y="3571870"/>
                <a:ext cx="175320" cy="191880"/>
              </p14:xfrm>
            </p:contentPart>
          </mc:Choice>
          <mc:Fallback>
            <p:pic>
              <p:nvPicPr>
                <p:cNvPr id="223" name="Ink 222">
                  <a:extLst>
                    <a:ext uri="{FF2B5EF4-FFF2-40B4-BE49-F238E27FC236}">
                      <a16:creationId xmlns:a16="http://schemas.microsoft.com/office/drawing/2014/main" id="{FF32D741-014A-9681-D765-015654640904}"/>
                    </a:ext>
                  </a:extLst>
                </p:cNvPr>
                <p:cNvPicPr/>
                <p:nvPr/>
              </p:nvPicPr>
              <p:blipFill>
                <a:blip r:embed="rId374"/>
                <a:stretch>
                  <a:fillRect/>
                </a:stretch>
              </p:blipFill>
              <p:spPr>
                <a:xfrm>
                  <a:off x="5749725" y="3563230"/>
                  <a:ext cx="19296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375">
              <p14:nvContentPartPr>
                <p14:cNvPr id="225" name="Ink 224">
                  <a:extLst>
                    <a:ext uri="{FF2B5EF4-FFF2-40B4-BE49-F238E27FC236}">
                      <a16:creationId xmlns:a16="http://schemas.microsoft.com/office/drawing/2014/main" id="{7922A5DB-0268-8E02-88AC-675C4FA4AC03}"/>
                    </a:ext>
                  </a:extLst>
                </p14:cNvPr>
                <p14:cNvContentPartPr/>
                <p14:nvPr/>
              </p14:nvContentPartPr>
              <p14:xfrm>
                <a:off x="4684845" y="3626590"/>
                <a:ext cx="120240" cy="353880"/>
              </p14:xfrm>
            </p:contentPart>
          </mc:Choice>
          <mc:Fallback>
            <p:pic>
              <p:nvPicPr>
                <p:cNvPr id="225" name="Ink 224">
                  <a:extLst>
                    <a:ext uri="{FF2B5EF4-FFF2-40B4-BE49-F238E27FC236}">
                      <a16:creationId xmlns:a16="http://schemas.microsoft.com/office/drawing/2014/main" id="{7922A5DB-0268-8E02-88AC-675C4FA4AC03}"/>
                    </a:ext>
                  </a:extLst>
                </p:cNvPr>
                <p:cNvPicPr/>
                <p:nvPr/>
              </p:nvPicPr>
              <p:blipFill>
                <a:blip r:embed="rId376"/>
                <a:stretch>
                  <a:fillRect/>
                </a:stretch>
              </p:blipFill>
              <p:spPr>
                <a:xfrm>
                  <a:off x="4675845" y="3617950"/>
                  <a:ext cx="137880" cy="371520"/>
                </a:xfrm>
                <a:prstGeom prst="rect">
                  <a:avLst/>
                </a:prstGeom>
              </p:spPr>
            </p:pic>
          </mc:Fallback>
        </mc:AlternateContent>
        <mc:AlternateContent xmlns:mc="http://schemas.openxmlformats.org/markup-compatibility/2006">
          <mc:Choice xmlns:p14="http://schemas.microsoft.com/office/powerpoint/2010/main" Requires="p14">
            <p:contentPart p14:bwMode="auto" r:id="rId377">
              <p14:nvContentPartPr>
                <p14:cNvPr id="226" name="Ink 225">
                  <a:extLst>
                    <a:ext uri="{FF2B5EF4-FFF2-40B4-BE49-F238E27FC236}">
                      <a16:creationId xmlns:a16="http://schemas.microsoft.com/office/drawing/2014/main" id="{D182C78D-81D6-A7EC-CB0D-A6DC85EFDDDA}"/>
                    </a:ext>
                  </a:extLst>
                </p14:cNvPr>
                <p14:cNvContentPartPr/>
                <p14:nvPr/>
              </p14:nvContentPartPr>
              <p14:xfrm>
                <a:off x="5909925" y="3499870"/>
                <a:ext cx="183600" cy="363960"/>
              </p14:xfrm>
            </p:contentPart>
          </mc:Choice>
          <mc:Fallback>
            <p:pic>
              <p:nvPicPr>
                <p:cNvPr id="226" name="Ink 225">
                  <a:extLst>
                    <a:ext uri="{FF2B5EF4-FFF2-40B4-BE49-F238E27FC236}">
                      <a16:creationId xmlns:a16="http://schemas.microsoft.com/office/drawing/2014/main" id="{D182C78D-81D6-A7EC-CB0D-A6DC85EFDDDA}"/>
                    </a:ext>
                  </a:extLst>
                </p:cNvPr>
                <p:cNvPicPr/>
                <p:nvPr/>
              </p:nvPicPr>
              <p:blipFill>
                <a:blip r:embed="rId378"/>
                <a:stretch>
                  <a:fillRect/>
                </a:stretch>
              </p:blipFill>
              <p:spPr>
                <a:xfrm>
                  <a:off x="5901285" y="3490870"/>
                  <a:ext cx="201240" cy="381600"/>
                </a:xfrm>
                <a:prstGeom prst="rect">
                  <a:avLst/>
                </a:prstGeom>
              </p:spPr>
            </p:pic>
          </mc:Fallback>
        </mc:AlternateContent>
        <mc:AlternateContent xmlns:mc="http://schemas.openxmlformats.org/markup-compatibility/2006">
          <mc:Choice xmlns:p14="http://schemas.microsoft.com/office/powerpoint/2010/main" Requires="p14">
            <p:contentPart p14:bwMode="auto" r:id="rId379">
              <p14:nvContentPartPr>
                <p14:cNvPr id="228" name="Ink 227">
                  <a:extLst>
                    <a:ext uri="{FF2B5EF4-FFF2-40B4-BE49-F238E27FC236}">
                      <a16:creationId xmlns:a16="http://schemas.microsoft.com/office/drawing/2014/main" id="{8CBE4828-03DF-D960-D91F-9C1AD8B9DF04}"/>
                    </a:ext>
                  </a:extLst>
                </p14:cNvPr>
                <p14:cNvContentPartPr/>
                <p14:nvPr/>
              </p14:nvContentPartPr>
              <p14:xfrm>
                <a:off x="3745605" y="3560710"/>
                <a:ext cx="952560" cy="340560"/>
              </p14:xfrm>
            </p:contentPart>
          </mc:Choice>
          <mc:Fallback>
            <p:pic>
              <p:nvPicPr>
                <p:cNvPr id="228" name="Ink 227">
                  <a:extLst>
                    <a:ext uri="{FF2B5EF4-FFF2-40B4-BE49-F238E27FC236}">
                      <a16:creationId xmlns:a16="http://schemas.microsoft.com/office/drawing/2014/main" id="{8CBE4828-03DF-D960-D91F-9C1AD8B9DF04}"/>
                    </a:ext>
                  </a:extLst>
                </p:cNvPr>
                <p:cNvPicPr/>
                <p:nvPr/>
              </p:nvPicPr>
              <p:blipFill>
                <a:blip r:embed="rId380"/>
                <a:stretch>
                  <a:fillRect/>
                </a:stretch>
              </p:blipFill>
              <p:spPr>
                <a:xfrm>
                  <a:off x="3736965" y="3552070"/>
                  <a:ext cx="970200" cy="358200"/>
                </a:xfrm>
                <a:prstGeom prst="rect">
                  <a:avLst/>
                </a:prstGeom>
              </p:spPr>
            </p:pic>
          </mc:Fallback>
        </mc:AlternateContent>
        <mc:AlternateContent xmlns:mc="http://schemas.openxmlformats.org/markup-compatibility/2006">
          <mc:Choice xmlns:p14="http://schemas.microsoft.com/office/powerpoint/2010/main" Requires="p14">
            <p:contentPart p14:bwMode="auto" r:id="rId381">
              <p14:nvContentPartPr>
                <p14:cNvPr id="229" name="Ink 228">
                  <a:extLst>
                    <a:ext uri="{FF2B5EF4-FFF2-40B4-BE49-F238E27FC236}">
                      <a16:creationId xmlns:a16="http://schemas.microsoft.com/office/drawing/2014/main" id="{76C4CB37-2930-FA42-5F1C-758DDD944C17}"/>
                    </a:ext>
                  </a:extLst>
                </p14:cNvPr>
                <p14:cNvContentPartPr/>
                <p14:nvPr/>
              </p14:nvContentPartPr>
              <p14:xfrm>
                <a:off x="3705285" y="3608590"/>
                <a:ext cx="162720" cy="187200"/>
              </p14:xfrm>
            </p:contentPart>
          </mc:Choice>
          <mc:Fallback>
            <p:pic>
              <p:nvPicPr>
                <p:cNvPr id="229" name="Ink 228">
                  <a:extLst>
                    <a:ext uri="{FF2B5EF4-FFF2-40B4-BE49-F238E27FC236}">
                      <a16:creationId xmlns:a16="http://schemas.microsoft.com/office/drawing/2014/main" id="{76C4CB37-2930-FA42-5F1C-758DDD944C17}"/>
                    </a:ext>
                  </a:extLst>
                </p:cNvPr>
                <p:cNvPicPr/>
                <p:nvPr/>
              </p:nvPicPr>
              <p:blipFill>
                <a:blip r:embed="rId382"/>
                <a:stretch>
                  <a:fillRect/>
                </a:stretch>
              </p:blipFill>
              <p:spPr>
                <a:xfrm>
                  <a:off x="3696285" y="3599950"/>
                  <a:ext cx="18036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383">
              <p14:nvContentPartPr>
                <p14:cNvPr id="231" name="Ink 230">
                  <a:extLst>
                    <a:ext uri="{FF2B5EF4-FFF2-40B4-BE49-F238E27FC236}">
                      <a16:creationId xmlns:a16="http://schemas.microsoft.com/office/drawing/2014/main" id="{ADD774E1-1BB2-0D83-53B6-E283D77C7525}"/>
                    </a:ext>
                  </a:extLst>
                </p14:cNvPr>
                <p14:cNvContentPartPr/>
                <p14:nvPr/>
              </p14:nvContentPartPr>
              <p14:xfrm>
                <a:off x="4529325" y="1792390"/>
                <a:ext cx="168840" cy="388800"/>
              </p14:xfrm>
            </p:contentPart>
          </mc:Choice>
          <mc:Fallback>
            <p:pic>
              <p:nvPicPr>
                <p:cNvPr id="231" name="Ink 230">
                  <a:extLst>
                    <a:ext uri="{FF2B5EF4-FFF2-40B4-BE49-F238E27FC236}">
                      <a16:creationId xmlns:a16="http://schemas.microsoft.com/office/drawing/2014/main" id="{ADD774E1-1BB2-0D83-53B6-E283D77C7525}"/>
                    </a:ext>
                  </a:extLst>
                </p:cNvPr>
                <p:cNvPicPr/>
                <p:nvPr/>
              </p:nvPicPr>
              <p:blipFill>
                <a:blip r:embed="rId384"/>
                <a:stretch>
                  <a:fillRect/>
                </a:stretch>
              </p:blipFill>
              <p:spPr>
                <a:xfrm>
                  <a:off x="4520685" y="1783390"/>
                  <a:ext cx="186480" cy="406440"/>
                </a:xfrm>
                <a:prstGeom prst="rect">
                  <a:avLst/>
                </a:prstGeom>
              </p:spPr>
            </p:pic>
          </mc:Fallback>
        </mc:AlternateContent>
        <mc:AlternateContent xmlns:mc="http://schemas.openxmlformats.org/markup-compatibility/2006">
          <mc:Choice xmlns:p14="http://schemas.microsoft.com/office/powerpoint/2010/main" Requires="p14">
            <p:contentPart p14:bwMode="auto" r:id="rId385">
              <p14:nvContentPartPr>
                <p14:cNvPr id="233" name="Ink 232">
                  <a:extLst>
                    <a:ext uri="{FF2B5EF4-FFF2-40B4-BE49-F238E27FC236}">
                      <a16:creationId xmlns:a16="http://schemas.microsoft.com/office/drawing/2014/main" id="{FD7E125C-23A4-371C-CEFC-27B1A0D9E1AA}"/>
                    </a:ext>
                  </a:extLst>
                </p14:cNvPr>
                <p14:cNvContentPartPr/>
                <p14:nvPr/>
              </p14:nvContentPartPr>
              <p14:xfrm>
                <a:off x="4802205" y="2374870"/>
                <a:ext cx="4341960" cy="974520"/>
              </p14:xfrm>
            </p:contentPart>
          </mc:Choice>
          <mc:Fallback>
            <p:pic>
              <p:nvPicPr>
                <p:cNvPr id="233" name="Ink 232">
                  <a:extLst>
                    <a:ext uri="{FF2B5EF4-FFF2-40B4-BE49-F238E27FC236}">
                      <a16:creationId xmlns:a16="http://schemas.microsoft.com/office/drawing/2014/main" id="{FD7E125C-23A4-371C-CEFC-27B1A0D9E1AA}"/>
                    </a:ext>
                  </a:extLst>
                </p:cNvPr>
                <p:cNvPicPr/>
                <p:nvPr/>
              </p:nvPicPr>
              <p:blipFill>
                <a:blip r:embed="rId386"/>
                <a:stretch>
                  <a:fillRect/>
                </a:stretch>
              </p:blipFill>
              <p:spPr>
                <a:xfrm>
                  <a:off x="4793205" y="2366230"/>
                  <a:ext cx="4359600" cy="992160"/>
                </a:xfrm>
                <a:prstGeom prst="rect">
                  <a:avLst/>
                </a:prstGeom>
              </p:spPr>
            </p:pic>
          </mc:Fallback>
        </mc:AlternateContent>
        <mc:AlternateContent xmlns:mc="http://schemas.openxmlformats.org/markup-compatibility/2006">
          <mc:Choice xmlns:p14="http://schemas.microsoft.com/office/powerpoint/2010/main" Requires="p14">
            <p:contentPart p14:bwMode="auto" r:id="rId387">
              <p14:nvContentPartPr>
                <p14:cNvPr id="234" name="Ink 233">
                  <a:extLst>
                    <a:ext uri="{FF2B5EF4-FFF2-40B4-BE49-F238E27FC236}">
                      <a16:creationId xmlns:a16="http://schemas.microsoft.com/office/drawing/2014/main" id="{74047F17-4B8F-1723-8413-5A0B896EF86D}"/>
                    </a:ext>
                  </a:extLst>
                </p14:cNvPr>
                <p14:cNvContentPartPr/>
                <p14:nvPr/>
              </p14:nvContentPartPr>
              <p14:xfrm>
                <a:off x="9040845" y="3106390"/>
                <a:ext cx="169200" cy="90000"/>
              </p14:xfrm>
            </p:contentPart>
          </mc:Choice>
          <mc:Fallback>
            <p:pic>
              <p:nvPicPr>
                <p:cNvPr id="234" name="Ink 233">
                  <a:extLst>
                    <a:ext uri="{FF2B5EF4-FFF2-40B4-BE49-F238E27FC236}">
                      <a16:creationId xmlns:a16="http://schemas.microsoft.com/office/drawing/2014/main" id="{74047F17-4B8F-1723-8413-5A0B896EF86D}"/>
                    </a:ext>
                  </a:extLst>
                </p:cNvPr>
                <p:cNvPicPr/>
                <p:nvPr/>
              </p:nvPicPr>
              <p:blipFill>
                <a:blip r:embed="rId388"/>
                <a:stretch>
                  <a:fillRect/>
                </a:stretch>
              </p:blipFill>
              <p:spPr>
                <a:xfrm>
                  <a:off x="9032205" y="3097750"/>
                  <a:ext cx="186840" cy="107640"/>
                </a:xfrm>
                <a:prstGeom prst="rect">
                  <a:avLst/>
                </a:prstGeom>
              </p:spPr>
            </p:pic>
          </mc:Fallback>
        </mc:AlternateContent>
      </p:grpSp>
    </p:spTree>
    <p:extLst>
      <p:ext uri="{BB962C8B-B14F-4D97-AF65-F5344CB8AC3E}">
        <p14:creationId xmlns:p14="http://schemas.microsoft.com/office/powerpoint/2010/main" val="1022382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Under the hood</a:t>
            </a:r>
          </a:p>
        </p:txBody>
      </p:sp>
      <p:pic>
        <p:nvPicPr>
          <p:cNvPr id="3" name="Picture 2">
            <a:extLst>
              <a:ext uri="{FF2B5EF4-FFF2-40B4-BE49-F238E27FC236}">
                <a16:creationId xmlns:a16="http://schemas.microsoft.com/office/drawing/2014/main" id="{684A4760-C74E-7126-049D-F0F0F5F0E17D}"/>
              </a:ext>
            </a:extLst>
          </p:cNvPr>
          <p:cNvPicPr>
            <a:picLocks noChangeAspect="1"/>
          </p:cNvPicPr>
          <p:nvPr/>
        </p:nvPicPr>
        <p:blipFill>
          <a:blip r:embed="rId2"/>
          <a:stretch>
            <a:fillRect/>
          </a:stretch>
        </p:blipFill>
        <p:spPr>
          <a:xfrm>
            <a:off x="693812" y="1196752"/>
            <a:ext cx="10230393" cy="5005294"/>
          </a:xfrm>
          <a:prstGeom prst="rect">
            <a:avLst/>
          </a:prstGeom>
        </p:spPr>
      </p:pic>
    </p:spTree>
    <p:extLst>
      <p:ext uri="{BB962C8B-B14F-4D97-AF65-F5344CB8AC3E}">
        <p14:creationId xmlns:p14="http://schemas.microsoft.com/office/powerpoint/2010/main" val="728551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Micro Service Architecture</a:t>
            </a:r>
          </a:p>
        </p:txBody>
      </p:sp>
      <p:sp>
        <p:nvSpPr>
          <p:cNvPr id="3" name="TextBox 2">
            <a:extLst>
              <a:ext uri="{FF2B5EF4-FFF2-40B4-BE49-F238E27FC236}">
                <a16:creationId xmlns:a16="http://schemas.microsoft.com/office/drawing/2014/main" id="{6B46F0C4-CAEF-2FAE-6F66-A0938CABF11C}"/>
              </a:ext>
            </a:extLst>
          </p:cNvPr>
          <p:cNvSpPr txBox="1"/>
          <p:nvPr/>
        </p:nvSpPr>
        <p:spPr>
          <a:xfrm>
            <a:off x="189756" y="1148458"/>
            <a:ext cx="7280328" cy="3200876"/>
          </a:xfrm>
          <a:prstGeom prst="rect">
            <a:avLst/>
          </a:prstGeom>
          <a:noFill/>
        </p:spPr>
        <p:txBody>
          <a:bodyPr wrap="square" rtlCol="0">
            <a:spAutoFit/>
          </a:bodyPr>
          <a:lstStyle/>
          <a:p>
            <a:pPr defTabSz="914400">
              <a:spcBef>
                <a:spcPts val="300"/>
              </a:spcBef>
              <a:spcAft>
                <a:spcPts val="300"/>
              </a:spcAft>
            </a:pPr>
            <a:r>
              <a:rPr lang="en-US" sz="1800" dirty="0">
                <a:solidFill>
                  <a:schemeClr val="bg1"/>
                </a:solidFill>
                <a:latin typeface="Arial" panose="020B0604020202020204" pitchFamily="34" charset="0"/>
              </a:rPr>
              <a:t>Characteristics of the traditional model</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SAP systems are one large logical system with a single (SQL) DB</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Transactional consistency for all data is guaranteed</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Big, infrequent releases with high risk</a:t>
            </a:r>
          </a:p>
          <a:p>
            <a:pPr defTabSz="914400">
              <a:spcBef>
                <a:spcPts val="300"/>
              </a:spcBef>
              <a:spcAft>
                <a:spcPts val="300"/>
              </a:spcAft>
            </a:pPr>
            <a:r>
              <a:rPr lang="en-US" sz="1800" dirty="0">
                <a:solidFill>
                  <a:schemeClr val="bg1"/>
                </a:solidFill>
                <a:latin typeface="Arial" panose="020B0604020202020204" pitchFamily="34" charset="0"/>
              </a:rPr>
              <a:t>Hard to apply cloud requirements</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Monolith must be built, tested, deployed, and scaled as a whole</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Vertical scaling* is limited, cost is non-linear</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Systems often poorly utilized (dev-test, non-peak-times)</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High availability setup requires almost double the infrastructure</a:t>
            </a:r>
            <a:endParaRPr lang="en-US" dirty="0">
              <a:solidFill>
                <a:schemeClr val="bg1"/>
              </a:solidFill>
              <a:latin typeface="Arial"/>
            </a:endParaRPr>
          </a:p>
        </p:txBody>
      </p:sp>
      <p:pic>
        <p:nvPicPr>
          <p:cNvPr id="4" name="Picture 3">
            <a:extLst>
              <a:ext uri="{FF2B5EF4-FFF2-40B4-BE49-F238E27FC236}">
                <a16:creationId xmlns:a16="http://schemas.microsoft.com/office/drawing/2014/main" id="{41C72253-0E4B-D1B3-5E5D-58873937ED3D}"/>
              </a:ext>
            </a:extLst>
          </p:cNvPr>
          <p:cNvPicPr>
            <a:picLocks noChangeAspect="1"/>
          </p:cNvPicPr>
          <p:nvPr/>
        </p:nvPicPr>
        <p:blipFill>
          <a:blip r:embed="rId2"/>
          <a:stretch>
            <a:fillRect/>
          </a:stretch>
        </p:blipFill>
        <p:spPr>
          <a:xfrm>
            <a:off x="8865308" y="1453313"/>
            <a:ext cx="2293819" cy="2758679"/>
          </a:xfrm>
          <a:prstGeom prst="rect">
            <a:avLst/>
          </a:prstGeom>
        </p:spPr>
      </p:pic>
      <p:sp>
        <p:nvSpPr>
          <p:cNvPr id="5" name="TextBox 4">
            <a:extLst>
              <a:ext uri="{FF2B5EF4-FFF2-40B4-BE49-F238E27FC236}">
                <a16:creationId xmlns:a16="http://schemas.microsoft.com/office/drawing/2014/main" id="{31E330A4-D61C-27E3-CBEC-3967F0681B93}"/>
              </a:ext>
            </a:extLst>
          </p:cNvPr>
          <p:cNvSpPr txBox="1"/>
          <p:nvPr/>
        </p:nvSpPr>
        <p:spPr>
          <a:xfrm>
            <a:off x="0" y="4712868"/>
            <a:ext cx="12192000" cy="1200329"/>
          </a:xfrm>
          <a:prstGeom prst="rect">
            <a:avLst/>
          </a:prstGeom>
          <a:solidFill>
            <a:srgbClr val="5B9BD5"/>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a:ln>
                  <a:noFill/>
                </a:ln>
                <a:solidFill>
                  <a:srgbClr val="FFFFFF"/>
                </a:solidFill>
                <a:effectLst/>
                <a:uLnTx/>
                <a:uFillTx/>
                <a:latin typeface="Arial-ItalicMT"/>
              </a:rPr>
              <a:t>“Microservice architecture is an approach to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developing a single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application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as a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suite of small services</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 each running in its own process and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communicating with lightweight mechanisms</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 often an HTTP REST API. These services are built around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business capabilities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and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independently deployable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by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fully automated deployment </a:t>
            </a:r>
            <a:r>
              <a:rPr kumimoji="0" lang="en-US" sz="1800" b="0" i="1" u="none" strike="noStrike" kern="0" cap="none" spc="0" normalizeH="0" baseline="0" noProof="0" dirty="0">
                <a:ln>
                  <a:noFill/>
                </a:ln>
                <a:solidFill>
                  <a:srgbClr val="FFFFFF"/>
                </a:solidFill>
                <a:effectLst/>
                <a:uLnTx/>
                <a:uFillTx/>
                <a:latin typeface="Arial-ItalicMT"/>
              </a:rPr>
              <a:t>machinery.” </a:t>
            </a:r>
            <a:endParaRPr kumimoji="0" lang="en-US" sz="1800" b="0" i="0" u="none" strike="noStrike" kern="0" cap="none" spc="0" normalizeH="0" baseline="0" noProof="0" dirty="0">
              <a:ln>
                <a:noFill/>
              </a:ln>
              <a:solidFill>
                <a:srgbClr val="FFFFFF"/>
              </a:solidFill>
              <a:effectLst/>
              <a:uLnTx/>
              <a:uFillTx/>
              <a:latin typeface="Arial"/>
            </a:endParaRPr>
          </a:p>
        </p:txBody>
      </p:sp>
    </p:spTree>
    <p:extLst>
      <p:ext uri="{BB962C8B-B14F-4D97-AF65-F5344CB8AC3E}">
        <p14:creationId xmlns:p14="http://schemas.microsoft.com/office/powerpoint/2010/main" val="590994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Advantage of Microservices</a:t>
            </a:r>
          </a:p>
        </p:txBody>
      </p:sp>
      <p:sp>
        <p:nvSpPr>
          <p:cNvPr id="3" name="TextBox 2">
            <a:extLst>
              <a:ext uri="{FF2B5EF4-FFF2-40B4-BE49-F238E27FC236}">
                <a16:creationId xmlns:a16="http://schemas.microsoft.com/office/drawing/2014/main" id="{6662F91A-002F-E92F-75AE-69250A955D1B}"/>
              </a:ext>
            </a:extLst>
          </p:cNvPr>
          <p:cNvSpPr txBox="1"/>
          <p:nvPr/>
        </p:nvSpPr>
        <p:spPr>
          <a:xfrm>
            <a:off x="655321" y="1199418"/>
            <a:ext cx="11696243" cy="1200329"/>
          </a:xfrm>
          <a:prstGeom prst="rect">
            <a:avLst/>
          </a:prstGeom>
          <a:noFill/>
        </p:spPr>
        <p:txBody>
          <a:bodyPr wrap="square" rtlCol="0">
            <a:spAutoFit/>
          </a:bodyPr>
          <a:lstStyle/>
          <a:p>
            <a:pPr defTabSz="914400"/>
            <a:r>
              <a:rPr lang="en-US" sz="1800" dirty="0">
                <a:solidFill>
                  <a:schemeClr val="bg1"/>
                </a:solidFill>
                <a:latin typeface="Arial" panose="020B0604020202020204" pitchFamily="34" charset="0"/>
              </a:rPr>
              <a:t>Each microservice runs in a </a:t>
            </a:r>
            <a:r>
              <a:rPr lang="en-US" sz="1800" b="1" dirty="0">
                <a:solidFill>
                  <a:schemeClr val="bg1"/>
                </a:solidFill>
                <a:latin typeface="Arial" panose="020B0604020202020204" pitchFamily="34" charset="0"/>
              </a:rPr>
              <a:t>separate process / container</a:t>
            </a:r>
            <a:r>
              <a:rPr lang="en-US" sz="1800" dirty="0">
                <a:solidFill>
                  <a:schemeClr val="bg1"/>
                </a:solidFill>
                <a:latin typeface="Arial" panose="020B0604020202020204" pitchFamily="34" charset="0"/>
              </a:rPr>
              <a:t>.</a:t>
            </a:r>
          </a:p>
          <a:p>
            <a:pPr defTabSz="914400"/>
            <a:r>
              <a:rPr lang="en-US" sz="1800" dirty="0">
                <a:solidFill>
                  <a:schemeClr val="bg1"/>
                </a:solidFill>
                <a:latin typeface="Arial" panose="020B0604020202020204" pitchFamily="34" charset="0"/>
              </a:rPr>
              <a:t>This enables them to</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Be deployed individually and frequently</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(Auto)scale independently to varying loads</a:t>
            </a:r>
            <a:endParaRPr lang="en-US" dirty="0">
              <a:solidFill>
                <a:schemeClr val="bg1"/>
              </a:solidFill>
              <a:latin typeface="Arial"/>
            </a:endParaRPr>
          </a:p>
        </p:txBody>
      </p:sp>
      <p:pic>
        <p:nvPicPr>
          <p:cNvPr id="4" name="Picture 3">
            <a:extLst>
              <a:ext uri="{FF2B5EF4-FFF2-40B4-BE49-F238E27FC236}">
                <a16:creationId xmlns:a16="http://schemas.microsoft.com/office/drawing/2014/main" id="{7F16E9B3-B747-B1D0-3792-6B0F2B11B96E}"/>
              </a:ext>
            </a:extLst>
          </p:cNvPr>
          <p:cNvPicPr>
            <a:picLocks noChangeAspect="1"/>
          </p:cNvPicPr>
          <p:nvPr/>
        </p:nvPicPr>
        <p:blipFill rotWithShape="1">
          <a:blip r:embed="rId2"/>
          <a:srcRect t="12736" b="9086"/>
          <a:stretch/>
        </p:blipFill>
        <p:spPr>
          <a:xfrm>
            <a:off x="655321" y="2614192"/>
            <a:ext cx="8794242" cy="1376219"/>
          </a:xfrm>
          <a:prstGeom prst="rect">
            <a:avLst/>
          </a:prstGeom>
        </p:spPr>
      </p:pic>
      <p:sp>
        <p:nvSpPr>
          <p:cNvPr id="5" name="TextBox 4">
            <a:extLst>
              <a:ext uri="{FF2B5EF4-FFF2-40B4-BE49-F238E27FC236}">
                <a16:creationId xmlns:a16="http://schemas.microsoft.com/office/drawing/2014/main" id="{1C6873DE-5BCB-B93C-F7C3-ADF84D51A7DD}"/>
              </a:ext>
            </a:extLst>
          </p:cNvPr>
          <p:cNvSpPr txBox="1"/>
          <p:nvPr/>
        </p:nvSpPr>
        <p:spPr>
          <a:xfrm>
            <a:off x="655321" y="4204857"/>
            <a:ext cx="5154929" cy="1815882"/>
          </a:xfrm>
          <a:prstGeom prst="rect">
            <a:avLst/>
          </a:prstGeom>
          <a:noFill/>
        </p:spPr>
        <p:txBody>
          <a:bodyPr wrap="square">
            <a:spAutoFit/>
          </a:bodyPr>
          <a:lstStyle/>
          <a:p>
            <a:pPr defTabSz="914400"/>
            <a:r>
              <a:rPr lang="en-US" sz="2000" b="1" dirty="0">
                <a:solidFill>
                  <a:schemeClr val="bg1"/>
                </a:solidFill>
                <a:latin typeface="Arial" panose="020B0604020202020204" pitchFamily="34" charset="0"/>
              </a:rPr>
              <a:t>You can use technologies and languages that best fit the problem *</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Microservices are self-contained, i.e. no shared data stores (!)</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Using the right tools impacts productivity and performance</a:t>
            </a:r>
            <a:endParaRPr lang="en-US" sz="1800" dirty="0">
              <a:solidFill>
                <a:schemeClr val="bg1"/>
              </a:solidFill>
              <a:latin typeface="Arial"/>
            </a:endParaRPr>
          </a:p>
        </p:txBody>
      </p:sp>
      <p:pic>
        <p:nvPicPr>
          <p:cNvPr id="6" name="Picture 5">
            <a:extLst>
              <a:ext uri="{FF2B5EF4-FFF2-40B4-BE49-F238E27FC236}">
                <a16:creationId xmlns:a16="http://schemas.microsoft.com/office/drawing/2014/main" id="{20C37240-3625-D23D-C6E5-2860D5257C30}"/>
              </a:ext>
            </a:extLst>
          </p:cNvPr>
          <p:cNvPicPr>
            <a:picLocks noChangeAspect="1"/>
          </p:cNvPicPr>
          <p:nvPr/>
        </p:nvPicPr>
        <p:blipFill>
          <a:blip r:embed="rId3"/>
          <a:stretch>
            <a:fillRect/>
          </a:stretch>
        </p:blipFill>
        <p:spPr>
          <a:xfrm>
            <a:off x="6096000" y="4153999"/>
            <a:ext cx="5656272" cy="1917599"/>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9543BC9E-8A47-E95B-C95A-6D3FE30C89BE}"/>
                  </a:ext>
                </a:extLst>
              </p14:cNvPr>
              <p14:cNvContentPartPr/>
              <p14:nvPr/>
            </p14:nvContentPartPr>
            <p14:xfrm>
              <a:off x="3394197" y="6663812"/>
              <a:ext cx="360" cy="360"/>
            </p14:xfrm>
          </p:contentPart>
        </mc:Choice>
        <mc:Fallback xmlns="">
          <p:pic>
            <p:nvPicPr>
              <p:cNvPr id="7" name="Ink 6">
                <a:extLst>
                  <a:ext uri="{FF2B5EF4-FFF2-40B4-BE49-F238E27FC236}">
                    <a16:creationId xmlns:a16="http://schemas.microsoft.com/office/drawing/2014/main" id="{9543BC9E-8A47-E95B-C95A-6D3FE30C89BE}"/>
                  </a:ext>
                </a:extLst>
              </p:cNvPr>
              <p:cNvPicPr/>
              <p:nvPr/>
            </p:nvPicPr>
            <p:blipFill>
              <a:blip r:embed="rId5"/>
              <a:stretch>
                <a:fillRect/>
              </a:stretch>
            </p:blipFill>
            <p:spPr>
              <a:xfrm>
                <a:off x="3385557" y="6654812"/>
                <a:ext cx="18000" cy="18000"/>
              </a:xfrm>
              <a:prstGeom prst="rect">
                <a:avLst/>
              </a:prstGeom>
            </p:spPr>
          </p:pic>
        </mc:Fallback>
      </mc:AlternateContent>
    </p:spTree>
    <p:extLst>
      <p:ext uri="{BB962C8B-B14F-4D97-AF65-F5344CB8AC3E}">
        <p14:creationId xmlns:p14="http://schemas.microsoft.com/office/powerpoint/2010/main" val="3108545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58283-344D-8012-890D-E8834E475954}"/>
              </a:ext>
            </a:extLst>
          </p:cNvPr>
          <p:cNvSpPr>
            <a:spLocks noGrp="1"/>
          </p:cNvSpPr>
          <p:nvPr>
            <p:ph type="title"/>
          </p:nvPr>
        </p:nvSpPr>
        <p:spPr/>
        <p:txBody>
          <a:bodyPr/>
          <a:lstStyle/>
          <a:p>
            <a:r>
              <a:rPr lang="en-IN" dirty="0"/>
              <a:t>Uber</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2CF4667-0694-1519-0351-9FB6B817E33B}"/>
                  </a:ext>
                </a:extLst>
              </p14:cNvPr>
              <p14:cNvContentPartPr/>
              <p14:nvPr/>
            </p14:nvContentPartPr>
            <p14:xfrm>
              <a:off x="623880" y="262080"/>
              <a:ext cx="11232000" cy="5975280"/>
            </p14:xfrm>
          </p:contentPart>
        </mc:Choice>
        <mc:Fallback>
          <p:pic>
            <p:nvPicPr>
              <p:cNvPr id="3" name="Ink 2">
                <a:extLst>
                  <a:ext uri="{FF2B5EF4-FFF2-40B4-BE49-F238E27FC236}">
                    <a16:creationId xmlns:a16="http://schemas.microsoft.com/office/drawing/2014/main" id="{C2CF4667-0694-1519-0351-9FB6B817E33B}"/>
                  </a:ext>
                </a:extLst>
              </p:cNvPr>
              <p:cNvPicPr/>
              <p:nvPr/>
            </p:nvPicPr>
            <p:blipFill>
              <a:blip r:embed="rId3"/>
              <a:stretch>
                <a:fillRect/>
              </a:stretch>
            </p:blipFill>
            <p:spPr>
              <a:xfrm>
                <a:off x="614520" y="252720"/>
                <a:ext cx="11250720" cy="5994000"/>
              </a:xfrm>
              <a:prstGeom prst="rect">
                <a:avLst/>
              </a:prstGeom>
            </p:spPr>
          </p:pic>
        </mc:Fallback>
      </mc:AlternateContent>
    </p:spTree>
    <p:extLst>
      <p:ext uri="{BB962C8B-B14F-4D97-AF65-F5344CB8AC3E}">
        <p14:creationId xmlns:p14="http://schemas.microsoft.com/office/powerpoint/2010/main" val="1629617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8E626-C937-563B-47AE-2E6DC1EBD1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F2369-A430-4B62-FB84-A0D6BE7923C6}"/>
              </a:ext>
            </a:extLst>
          </p:cNvPr>
          <p:cNvSpPr>
            <a:spLocks noGrp="1"/>
          </p:cNvSpPr>
          <p:nvPr>
            <p:ph type="title"/>
          </p:nvPr>
        </p:nvSpPr>
        <p:spPr/>
        <p:txBody>
          <a:bodyPr/>
          <a:lstStyle/>
          <a:p>
            <a:r>
              <a:rPr lang="en-IN" dirty="0"/>
              <a:t>Scaling</a:t>
            </a:r>
          </a:p>
        </p:txBody>
      </p:sp>
      <p:grpSp>
        <p:nvGrpSpPr>
          <p:cNvPr id="14" name="Group 13">
            <a:extLst>
              <a:ext uri="{FF2B5EF4-FFF2-40B4-BE49-F238E27FC236}">
                <a16:creationId xmlns:a16="http://schemas.microsoft.com/office/drawing/2014/main" id="{752F7E87-17F9-43C7-CD96-7BD70CC9FC33}"/>
              </a:ext>
            </a:extLst>
          </p:cNvPr>
          <p:cNvGrpSpPr/>
          <p:nvPr/>
        </p:nvGrpSpPr>
        <p:grpSpPr>
          <a:xfrm>
            <a:off x="791085" y="2057350"/>
            <a:ext cx="4679640" cy="911160"/>
            <a:chOff x="791085" y="2057350"/>
            <a:chExt cx="4679640" cy="91116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DE657605-A63C-193D-F7FB-DDC4C8FD7C04}"/>
                    </a:ext>
                  </a:extLst>
                </p14:cNvPr>
                <p14:cNvContentPartPr/>
                <p14:nvPr/>
              </p14:nvContentPartPr>
              <p14:xfrm>
                <a:off x="791085" y="2057350"/>
                <a:ext cx="1050120" cy="857520"/>
              </p14:xfrm>
            </p:contentPart>
          </mc:Choice>
          <mc:Fallback>
            <p:pic>
              <p:nvPicPr>
                <p:cNvPr id="3" name="Ink 2">
                  <a:extLst>
                    <a:ext uri="{FF2B5EF4-FFF2-40B4-BE49-F238E27FC236}">
                      <a16:creationId xmlns:a16="http://schemas.microsoft.com/office/drawing/2014/main" id="{DE657605-A63C-193D-F7FB-DDC4C8FD7C04}"/>
                    </a:ext>
                  </a:extLst>
                </p:cNvPr>
                <p:cNvPicPr/>
                <p:nvPr/>
              </p:nvPicPr>
              <p:blipFill>
                <a:blip r:embed="rId3"/>
                <a:stretch>
                  <a:fillRect/>
                </a:stretch>
              </p:blipFill>
              <p:spPr>
                <a:xfrm>
                  <a:off x="782445" y="2048350"/>
                  <a:ext cx="1067760" cy="8751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2F221895-3983-FDBC-A1F2-434AAD898E89}"/>
                    </a:ext>
                  </a:extLst>
                </p14:cNvPr>
                <p14:cNvContentPartPr/>
                <p14:nvPr/>
              </p14:nvContentPartPr>
              <p14:xfrm>
                <a:off x="1215885" y="2466670"/>
                <a:ext cx="7560" cy="142920"/>
              </p14:xfrm>
            </p:contentPart>
          </mc:Choice>
          <mc:Fallback>
            <p:pic>
              <p:nvPicPr>
                <p:cNvPr id="4" name="Ink 3">
                  <a:extLst>
                    <a:ext uri="{FF2B5EF4-FFF2-40B4-BE49-F238E27FC236}">
                      <a16:creationId xmlns:a16="http://schemas.microsoft.com/office/drawing/2014/main" id="{2F221895-3983-FDBC-A1F2-434AAD898E89}"/>
                    </a:ext>
                  </a:extLst>
                </p:cNvPr>
                <p:cNvPicPr/>
                <p:nvPr/>
              </p:nvPicPr>
              <p:blipFill>
                <a:blip r:embed="rId5"/>
                <a:stretch>
                  <a:fillRect/>
                </a:stretch>
              </p:blipFill>
              <p:spPr>
                <a:xfrm>
                  <a:off x="1206885" y="2458030"/>
                  <a:ext cx="2520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9E7F1274-2CC5-F5DC-8933-9B5C843A2B74}"/>
                    </a:ext>
                  </a:extLst>
                </p14:cNvPr>
                <p14:cNvContentPartPr/>
                <p14:nvPr/>
              </p14:nvContentPartPr>
              <p14:xfrm>
                <a:off x="1844805" y="2767990"/>
                <a:ext cx="9720" cy="8640"/>
              </p14:xfrm>
            </p:contentPart>
          </mc:Choice>
          <mc:Fallback>
            <p:pic>
              <p:nvPicPr>
                <p:cNvPr id="5" name="Ink 4">
                  <a:extLst>
                    <a:ext uri="{FF2B5EF4-FFF2-40B4-BE49-F238E27FC236}">
                      <a16:creationId xmlns:a16="http://schemas.microsoft.com/office/drawing/2014/main" id="{9E7F1274-2CC5-F5DC-8933-9B5C843A2B74}"/>
                    </a:ext>
                  </a:extLst>
                </p:cNvPr>
                <p:cNvPicPr/>
                <p:nvPr/>
              </p:nvPicPr>
              <p:blipFill>
                <a:blip r:embed="rId7"/>
                <a:stretch>
                  <a:fillRect/>
                </a:stretch>
              </p:blipFill>
              <p:spPr>
                <a:xfrm>
                  <a:off x="1835805" y="2758990"/>
                  <a:ext cx="2736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6AA187F1-658E-4A54-ED1A-AA7A01BC6C01}"/>
                    </a:ext>
                  </a:extLst>
                </p14:cNvPr>
                <p14:cNvContentPartPr/>
                <p14:nvPr/>
              </p14:nvContentPartPr>
              <p14:xfrm>
                <a:off x="2078085" y="2791750"/>
                <a:ext cx="5400" cy="2880"/>
              </p14:xfrm>
            </p:contentPart>
          </mc:Choice>
          <mc:Fallback>
            <p:pic>
              <p:nvPicPr>
                <p:cNvPr id="6" name="Ink 5">
                  <a:extLst>
                    <a:ext uri="{FF2B5EF4-FFF2-40B4-BE49-F238E27FC236}">
                      <a16:creationId xmlns:a16="http://schemas.microsoft.com/office/drawing/2014/main" id="{6AA187F1-658E-4A54-ED1A-AA7A01BC6C01}"/>
                    </a:ext>
                  </a:extLst>
                </p:cNvPr>
                <p:cNvPicPr/>
                <p:nvPr/>
              </p:nvPicPr>
              <p:blipFill>
                <a:blip r:embed="rId9"/>
                <a:stretch>
                  <a:fillRect/>
                </a:stretch>
              </p:blipFill>
              <p:spPr>
                <a:xfrm>
                  <a:off x="2069085" y="2782750"/>
                  <a:ext cx="2304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06B89BCD-28C0-0623-6092-12138AD1182D}"/>
                    </a:ext>
                  </a:extLst>
                </p14:cNvPr>
                <p14:cNvContentPartPr/>
                <p14:nvPr/>
              </p14:nvContentPartPr>
              <p14:xfrm>
                <a:off x="2270685" y="2794990"/>
                <a:ext cx="88200" cy="19440"/>
              </p14:xfrm>
            </p:contentPart>
          </mc:Choice>
          <mc:Fallback>
            <p:pic>
              <p:nvPicPr>
                <p:cNvPr id="7" name="Ink 6">
                  <a:extLst>
                    <a:ext uri="{FF2B5EF4-FFF2-40B4-BE49-F238E27FC236}">
                      <a16:creationId xmlns:a16="http://schemas.microsoft.com/office/drawing/2014/main" id="{06B89BCD-28C0-0623-6092-12138AD1182D}"/>
                    </a:ext>
                  </a:extLst>
                </p:cNvPr>
                <p:cNvPicPr/>
                <p:nvPr/>
              </p:nvPicPr>
              <p:blipFill>
                <a:blip r:embed="rId11"/>
                <a:stretch>
                  <a:fillRect/>
                </a:stretch>
              </p:blipFill>
              <p:spPr>
                <a:xfrm>
                  <a:off x="2262045" y="2786350"/>
                  <a:ext cx="10584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E3F329D1-2614-035B-5B1B-847967A9AD52}"/>
                    </a:ext>
                  </a:extLst>
                </p14:cNvPr>
                <p14:cNvContentPartPr/>
                <p14:nvPr/>
              </p14:nvContentPartPr>
              <p14:xfrm>
                <a:off x="2357085" y="2219350"/>
                <a:ext cx="767880" cy="701640"/>
              </p14:xfrm>
            </p:contentPart>
          </mc:Choice>
          <mc:Fallback>
            <p:pic>
              <p:nvPicPr>
                <p:cNvPr id="8" name="Ink 7">
                  <a:extLst>
                    <a:ext uri="{FF2B5EF4-FFF2-40B4-BE49-F238E27FC236}">
                      <a16:creationId xmlns:a16="http://schemas.microsoft.com/office/drawing/2014/main" id="{E3F329D1-2614-035B-5B1B-847967A9AD52}"/>
                    </a:ext>
                  </a:extLst>
                </p:cNvPr>
                <p:cNvPicPr/>
                <p:nvPr/>
              </p:nvPicPr>
              <p:blipFill>
                <a:blip r:embed="rId13"/>
                <a:stretch>
                  <a:fillRect/>
                </a:stretch>
              </p:blipFill>
              <p:spPr>
                <a:xfrm>
                  <a:off x="2348085" y="2210710"/>
                  <a:ext cx="785520" cy="7192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43346490-2365-1832-8BDC-6AD3B164C790}"/>
                    </a:ext>
                  </a:extLst>
                </p14:cNvPr>
                <p14:cNvContentPartPr/>
                <p14:nvPr/>
              </p14:nvContentPartPr>
              <p14:xfrm>
                <a:off x="3369405" y="2220790"/>
                <a:ext cx="694440" cy="701280"/>
              </p14:xfrm>
            </p:contentPart>
          </mc:Choice>
          <mc:Fallback>
            <p:pic>
              <p:nvPicPr>
                <p:cNvPr id="9" name="Ink 8">
                  <a:extLst>
                    <a:ext uri="{FF2B5EF4-FFF2-40B4-BE49-F238E27FC236}">
                      <a16:creationId xmlns:a16="http://schemas.microsoft.com/office/drawing/2014/main" id="{43346490-2365-1832-8BDC-6AD3B164C790}"/>
                    </a:ext>
                  </a:extLst>
                </p:cNvPr>
                <p:cNvPicPr/>
                <p:nvPr/>
              </p:nvPicPr>
              <p:blipFill>
                <a:blip r:embed="rId15"/>
                <a:stretch>
                  <a:fillRect/>
                </a:stretch>
              </p:blipFill>
              <p:spPr>
                <a:xfrm>
                  <a:off x="3360765" y="2211790"/>
                  <a:ext cx="712080" cy="718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18B2A15E-D08A-0F65-5CC5-56DF0B91A8A8}"/>
                    </a:ext>
                  </a:extLst>
                </p14:cNvPr>
                <p14:cNvContentPartPr/>
                <p14:nvPr/>
              </p14:nvContentPartPr>
              <p14:xfrm>
                <a:off x="4391085" y="2174350"/>
                <a:ext cx="1079640" cy="794160"/>
              </p14:xfrm>
            </p:contentPart>
          </mc:Choice>
          <mc:Fallback>
            <p:pic>
              <p:nvPicPr>
                <p:cNvPr id="10" name="Ink 9">
                  <a:extLst>
                    <a:ext uri="{FF2B5EF4-FFF2-40B4-BE49-F238E27FC236}">
                      <a16:creationId xmlns:a16="http://schemas.microsoft.com/office/drawing/2014/main" id="{18B2A15E-D08A-0F65-5CC5-56DF0B91A8A8}"/>
                    </a:ext>
                  </a:extLst>
                </p:cNvPr>
                <p:cNvPicPr/>
                <p:nvPr/>
              </p:nvPicPr>
              <p:blipFill>
                <a:blip r:embed="rId17"/>
                <a:stretch>
                  <a:fillRect/>
                </a:stretch>
              </p:blipFill>
              <p:spPr>
                <a:xfrm>
                  <a:off x="4382445" y="2165710"/>
                  <a:ext cx="1097280" cy="811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24FA4921-4493-F91A-C9FD-AEA633F6FE26}"/>
                    </a:ext>
                  </a:extLst>
                </p14:cNvPr>
                <p14:cNvContentPartPr/>
                <p14:nvPr/>
              </p14:nvContentPartPr>
              <p14:xfrm>
                <a:off x="2628165" y="2349670"/>
                <a:ext cx="255240" cy="239760"/>
              </p14:xfrm>
            </p:contentPart>
          </mc:Choice>
          <mc:Fallback>
            <p:pic>
              <p:nvPicPr>
                <p:cNvPr id="11" name="Ink 10">
                  <a:extLst>
                    <a:ext uri="{FF2B5EF4-FFF2-40B4-BE49-F238E27FC236}">
                      <a16:creationId xmlns:a16="http://schemas.microsoft.com/office/drawing/2014/main" id="{24FA4921-4493-F91A-C9FD-AEA633F6FE26}"/>
                    </a:ext>
                  </a:extLst>
                </p:cNvPr>
                <p:cNvPicPr/>
                <p:nvPr/>
              </p:nvPicPr>
              <p:blipFill>
                <a:blip r:embed="rId19"/>
                <a:stretch>
                  <a:fillRect/>
                </a:stretch>
              </p:blipFill>
              <p:spPr>
                <a:xfrm>
                  <a:off x="2619165" y="2340670"/>
                  <a:ext cx="27288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F3C1F66C-93F7-295B-06EA-1536B76B1B39}"/>
                    </a:ext>
                  </a:extLst>
                </p14:cNvPr>
                <p14:cNvContentPartPr/>
                <p14:nvPr/>
              </p14:nvContentPartPr>
              <p14:xfrm>
                <a:off x="3639765" y="2398270"/>
                <a:ext cx="183600" cy="259200"/>
              </p14:xfrm>
            </p:contentPart>
          </mc:Choice>
          <mc:Fallback>
            <p:pic>
              <p:nvPicPr>
                <p:cNvPr id="12" name="Ink 11">
                  <a:extLst>
                    <a:ext uri="{FF2B5EF4-FFF2-40B4-BE49-F238E27FC236}">
                      <a16:creationId xmlns:a16="http://schemas.microsoft.com/office/drawing/2014/main" id="{F3C1F66C-93F7-295B-06EA-1536B76B1B39}"/>
                    </a:ext>
                  </a:extLst>
                </p:cNvPr>
                <p:cNvPicPr/>
                <p:nvPr/>
              </p:nvPicPr>
              <p:blipFill>
                <a:blip r:embed="rId21"/>
                <a:stretch>
                  <a:fillRect/>
                </a:stretch>
              </p:blipFill>
              <p:spPr>
                <a:xfrm>
                  <a:off x="3630765" y="2389630"/>
                  <a:ext cx="201240"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6F44BA1E-0407-C2E6-3600-897F3C2CA4CD}"/>
                    </a:ext>
                  </a:extLst>
                </p14:cNvPr>
                <p14:cNvContentPartPr/>
                <p14:nvPr/>
              </p14:nvContentPartPr>
              <p14:xfrm>
                <a:off x="4775565" y="2438590"/>
                <a:ext cx="165600" cy="175320"/>
              </p14:xfrm>
            </p:contentPart>
          </mc:Choice>
          <mc:Fallback>
            <p:pic>
              <p:nvPicPr>
                <p:cNvPr id="13" name="Ink 12">
                  <a:extLst>
                    <a:ext uri="{FF2B5EF4-FFF2-40B4-BE49-F238E27FC236}">
                      <a16:creationId xmlns:a16="http://schemas.microsoft.com/office/drawing/2014/main" id="{6F44BA1E-0407-C2E6-3600-897F3C2CA4CD}"/>
                    </a:ext>
                  </a:extLst>
                </p:cNvPr>
                <p:cNvPicPr/>
                <p:nvPr/>
              </p:nvPicPr>
              <p:blipFill>
                <a:blip r:embed="rId23"/>
                <a:stretch>
                  <a:fillRect/>
                </a:stretch>
              </p:blipFill>
              <p:spPr>
                <a:xfrm>
                  <a:off x="4766925" y="2429590"/>
                  <a:ext cx="183240" cy="192960"/>
                </a:xfrm>
                <a:prstGeom prst="rect">
                  <a:avLst/>
                </a:prstGeom>
              </p:spPr>
            </p:pic>
          </mc:Fallback>
        </mc:AlternateContent>
      </p:grpSp>
      <p:grpSp>
        <p:nvGrpSpPr>
          <p:cNvPr id="20" name="Group 19">
            <a:extLst>
              <a:ext uri="{FF2B5EF4-FFF2-40B4-BE49-F238E27FC236}">
                <a16:creationId xmlns:a16="http://schemas.microsoft.com/office/drawing/2014/main" id="{B80A8015-7F69-353A-FBD7-97CEF16118EF}"/>
              </a:ext>
            </a:extLst>
          </p:cNvPr>
          <p:cNvGrpSpPr/>
          <p:nvPr/>
        </p:nvGrpSpPr>
        <p:grpSpPr>
          <a:xfrm>
            <a:off x="658245" y="3294310"/>
            <a:ext cx="4569840" cy="292680"/>
            <a:chOff x="658245" y="3294310"/>
            <a:chExt cx="4569840" cy="292680"/>
          </a:xfrm>
        </p:grpSpPr>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BBA8513B-F941-99DD-F29F-BC150A8D9972}"/>
                    </a:ext>
                  </a:extLst>
                </p14:cNvPr>
                <p14:cNvContentPartPr/>
                <p14:nvPr/>
              </p14:nvContentPartPr>
              <p14:xfrm>
                <a:off x="658245" y="3294310"/>
                <a:ext cx="4501080" cy="217800"/>
              </p14:xfrm>
            </p:contentPart>
          </mc:Choice>
          <mc:Fallback>
            <p:pic>
              <p:nvPicPr>
                <p:cNvPr id="15" name="Ink 14">
                  <a:extLst>
                    <a:ext uri="{FF2B5EF4-FFF2-40B4-BE49-F238E27FC236}">
                      <a16:creationId xmlns:a16="http://schemas.microsoft.com/office/drawing/2014/main" id="{BBA8513B-F941-99DD-F29F-BC150A8D9972}"/>
                    </a:ext>
                  </a:extLst>
                </p:cNvPr>
                <p:cNvPicPr/>
                <p:nvPr/>
              </p:nvPicPr>
              <p:blipFill>
                <a:blip r:embed="rId25"/>
                <a:stretch>
                  <a:fillRect/>
                </a:stretch>
              </p:blipFill>
              <p:spPr>
                <a:xfrm>
                  <a:off x="649245" y="3285310"/>
                  <a:ext cx="451872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0B38A609-210A-D3AE-7DFD-663D8D86CF67}"/>
                    </a:ext>
                  </a:extLst>
                </p14:cNvPr>
                <p14:cNvContentPartPr/>
                <p14:nvPr/>
              </p14:nvContentPartPr>
              <p14:xfrm>
                <a:off x="4971405" y="3338590"/>
                <a:ext cx="256680" cy="248400"/>
              </p14:xfrm>
            </p:contentPart>
          </mc:Choice>
          <mc:Fallback>
            <p:pic>
              <p:nvPicPr>
                <p:cNvPr id="16" name="Ink 15">
                  <a:extLst>
                    <a:ext uri="{FF2B5EF4-FFF2-40B4-BE49-F238E27FC236}">
                      <a16:creationId xmlns:a16="http://schemas.microsoft.com/office/drawing/2014/main" id="{0B38A609-210A-D3AE-7DFD-663D8D86CF67}"/>
                    </a:ext>
                  </a:extLst>
                </p:cNvPr>
                <p:cNvPicPr/>
                <p:nvPr/>
              </p:nvPicPr>
              <p:blipFill>
                <a:blip r:embed="rId27"/>
                <a:stretch>
                  <a:fillRect/>
                </a:stretch>
              </p:blipFill>
              <p:spPr>
                <a:xfrm>
                  <a:off x="4962405" y="3329590"/>
                  <a:ext cx="274320" cy="266040"/>
                </a:xfrm>
                <a:prstGeom prst="rect">
                  <a:avLst/>
                </a:prstGeom>
              </p:spPr>
            </p:pic>
          </mc:Fallback>
        </mc:AlternateContent>
      </p:grpSp>
      <p:grpSp>
        <p:nvGrpSpPr>
          <p:cNvPr id="38" name="Group 37">
            <a:extLst>
              <a:ext uri="{FF2B5EF4-FFF2-40B4-BE49-F238E27FC236}">
                <a16:creationId xmlns:a16="http://schemas.microsoft.com/office/drawing/2014/main" id="{9CD211AB-0CE0-B02B-E751-50FB67086742}"/>
              </a:ext>
            </a:extLst>
          </p:cNvPr>
          <p:cNvGrpSpPr/>
          <p:nvPr/>
        </p:nvGrpSpPr>
        <p:grpSpPr>
          <a:xfrm>
            <a:off x="1602525" y="3780310"/>
            <a:ext cx="3636000" cy="1822680"/>
            <a:chOff x="1602525" y="3780310"/>
            <a:chExt cx="3636000" cy="1822680"/>
          </a:xfrm>
        </p:grpSpPr>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B731AC65-F0FD-B9A6-0387-864875D20AD4}"/>
                    </a:ext>
                  </a:extLst>
                </p14:cNvPr>
                <p14:cNvContentPartPr/>
                <p14:nvPr/>
              </p14:nvContentPartPr>
              <p14:xfrm>
                <a:off x="2300925" y="3780310"/>
                <a:ext cx="31320" cy="271800"/>
              </p14:xfrm>
            </p:contentPart>
          </mc:Choice>
          <mc:Fallback>
            <p:pic>
              <p:nvPicPr>
                <p:cNvPr id="17" name="Ink 16">
                  <a:extLst>
                    <a:ext uri="{FF2B5EF4-FFF2-40B4-BE49-F238E27FC236}">
                      <a16:creationId xmlns:a16="http://schemas.microsoft.com/office/drawing/2014/main" id="{B731AC65-F0FD-B9A6-0387-864875D20AD4}"/>
                    </a:ext>
                  </a:extLst>
                </p:cNvPr>
                <p:cNvPicPr/>
                <p:nvPr/>
              </p:nvPicPr>
              <p:blipFill>
                <a:blip r:embed="rId29"/>
                <a:stretch>
                  <a:fillRect/>
                </a:stretch>
              </p:blipFill>
              <p:spPr>
                <a:xfrm>
                  <a:off x="2292285" y="3771670"/>
                  <a:ext cx="48960" cy="2894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A3953CEE-8C3B-4C96-9774-CE73B57D2809}"/>
                    </a:ext>
                  </a:extLst>
                </p14:cNvPr>
                <p14:cNvContentPartPr/>
                <p14:nvPr/>
              </p14:nvContentPartPr>
              <p14:xfrm>
                <a:off x="2335845" y="3842230"/>
                <a:ext cx="209880" cy="294120"/>
              </p14:xfrm>
            </p:contentPart>
          </mc:Choice>
          <mc:Fallback>
            <p:pic>
              <p:nvPicPr>
                <p:cNvPr id="18" name="Ink 17">
                  <a:extLst>
                    <a:ext uri="{FF2B5EF4-FFF2-40B4-BE49-F238E27FC236}">
                      <a16:creationId xmlns:a16="http://schemas.microsoft.com/office/drawing/2014/main" id="{A3953CEE-8C3B-4C96-9774-CE73B57D2809}"/>
                    </a:ext>
                  </a:extLst>
                </p:cNvPr>
                <p:cNvPicPr/>
                <p:nvPr/>
              </p:nvPicPr>
              <p:blipFill>
                <a:blip r:embed="rId31"/>
                <a:stretch>
                  <a:fillRect/>
                </a:stretch>
              </p:blipFill>
              <p:spPr>
                <a:xfrm>
                  <a:off x="2326845" y="3833590"/>
                  <a:ext cx="227520" cy="3117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1" name="Ink 20">
                  <a:extLst>
                    <a:ext uri="{FF2B5EF4-FFF2-40B4-BE49-F238E27FC236}">
                      <a16:creationId xmlns:a16="http://schemas.microsoft.com/office/drawing/2014/main" id="{F9E9CF90-465C-7755-36D5-5FA4DE6149D6}"/>
                    </a:ext>
                  </a:extLst>
                </p14:cNvPr>
                <p14:cNvContentPartPr/>
                <p14:nvPr/>
              </p14:nvContentPartPr>
              <p14:xfrm>
                <a:off x="2821485" y="3785350"/>
                <a:ext cx="195480" cy="308880"/>
              </p14:xfrm>
            </p:contentPart>
          </mc:Choice>
          <mc:Fallback>
            <p:pic>
              <p:nvPicPr>
                <p:cNvPr id="21" name="Ink 20">
                  <a:extLst>
                    <a:ext uri="{FF2B5EF4-FFF2-40B4-BE49-F238E27FC236}">
                      <a16:creationId xmlns:a16="http://schemas.microsoft.com/office/drawing/2014/main" id="{F9E9CF90-465C-7755-36D5-5FA4DE6149D6}"/>
                    </a:ext>
                  </a:extLst>
                </p:cNvPr>
                <p:cNvPicPr/>
                <p:nvPr/>
              </p:nvPicPr>
              <p:blipFill>
                <a:blip r:embed="rId33"/>
                <a:stretch>
                  <a:fillRect/>
                </a:stretch>
              </p:blipFill>
              <p:spPr>
                <a:xfrm>
                  <a:off x="2812485" y="3776710"/>
                  <a:ext cx="213120" cy="3265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2" name="Ink 21">
                  <a:extLst>
                    <a:ext uri="{FF2B5EF4-FFF2-40B4-BE49-F238E27FC236}">
                      <a16:creationId xmlns:a16="http://schemas.microsoft.com/office/drawing/2014/main" id="{BB158024-60AB-2F43-074E-AF866F6F30C2}"/>
                    </a:ext>
                  </a:extLst>
                </p14:cNvPr>
                <p14:cNvContentPartPr/>
                <p14:nvPr/>
              </p14:nvContentPartPr>
              <p14:xfrm>
                <a:off x="3101565" y="3937990"/>
                <a:ext cx="132840" cy="186840"/>
              </p14:xfrm>
            </p:contentPart>
          </mc:Choice>
          <mc:Fallback>
            <p:pic>
              <p:nvPicPr>
                <p:cNvPr id="22" name="Ink 21">
                  <a:extLst>
                    <a:ext uri="{FF2B5EF4-FFF2-40B4-BE49-F238E27FC236}">
                      <a16:creationId xmlns:a16="http://schemas.microsoft.com/office/drawing/2014/main" id="{BB158024-60AB-2F43-074E-AF866F6F30C2}"/>
                    </a:ext>
                  </a:extLst>
                </p:cNvPr>
                <p:cNvPicPr/>
                <p:nvPr/>
              </p:nvPicPr>
              <p:blipFill>
                <a:blip r:embed="rId35"/>
                <a:stretch>
                  <a:fillRect/>
                </a:stretch>
              </p:blipFill>
              <p:spPr>
                <a:xfrm>
                  <a:off x="3092925" y="3929350"/>
                  <a:ext cx="15048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3" name="Ink 22">
                  <a:extLst>
                    <a:ext uri="{FF2B5EF4-FFF2-40B4-BE49-F238E27FC236}">
                      <a16:creationId xmlns:a16="http://schemas.microsoft.com/office/drawing/2014/main" id="{9ACD7375-1753-C334-03BF-AB1390BBE9BE}"/>
                    </a:ext>
                  </a:extLst>
                </p14:cNvPr>
                <p14:cNvContentPartPr/>
                <p14:nvPr/>
              </p14:nvContentPartPr>
              <p14:xfrm>
                <a:off x="3274005" y="3795430"/>
                <a:ext cx="287280" cy="302040"/>
              </p14:xfrm>
            </p:contentPart>
          </mc:Choice>
          <mc:Fallback>
            <p:pic>
              <p:nvPicPr>
                <p:cNvPr id="23" name="Ink 22">
                  <a:extLst>
                    <a:ext uri="{FF2B5EF4-FFF2-40B4-BE49-F238E27FC236}">
                      <a16:creationId xmlns:a16="http://schemas.microsoft.com/office/drawing/2014/main" id="{9ACD7375-1753-C334-03BF-AB1390BBE9BE}"/>
                    </a:ext>
                  </a:extLst>
                </p:cNvPr>
                <p:cNvPicPr/>
                <p:nvPr/>
              </p:nvPicPr>
              <p:blipFill>
                <a:blip r:embed="rId37"/>
                <a:stretch>
                  <a:fillRect/>
                </a:stretch>
              </p:blipFill>
              <p:spPr>
                <a:xfrm>
                  <a:off x="3265005" y="3786790"/>
                  <a:ext cx="304920" cy="3196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4" name="Ink 23">
                  <a:extLst>
                    <a:ext uri="{FF2B5EF4-FFF2-40B4-BE49-F238E27FC236}">
                      <a16:creationId xmlns:a16="http://schemas.microsoft.com/office/drawing/2014/main" id="{47661729-6805-CAF6-5C41-35122C017214}"/>
                    </a:ext>
                  </a:extLst>
                </p14:cNvPr>
                <p14:cNvContentPartPr/>
                <p14:nvPr/>
              </p14:nvContentPartPr>
              <p14:xfrm>
                <a:off x="3673605" y="3867790"/>
                <a:ext cx="183240" cy="269640"/>
              </p14:xfrm>
            </p:contentPart>
          </mc:Choice>
          <mc:Fallback>
            <p:pic>
              <p:nvPicPr>
                <p:cNvPr id="24" name="Ink 23">
                  <a:extLst>
                    <a:ext uri="{FF2B5EF4-FFF2-40B4-BE49-F238E27FC236}">
                      <a16:creationId xmlns:a16="http://schemas.microsoft.com/office/drawing/2014/main" id="{47661729-6805-CAF6-5C41-35122C017214}"/>
                    </a:ext>
                  </a:extLst>
                </p:cNvPr>
                <p:cNvPicPr/>
                <p:nvPr/>
              </p:nvPicPr>
              <p:blipFill>
                <a:blip r:embed="rId39"/>
                <a:stretch>
                  <a:fillRect/>
                </a:stretch>
              </p:blipFill>
              <p:spPr>
                <a:xfrm>
                  <a:off x="3664605" y="3859150"/>
                  <a:ext cx="200880" cy="2872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6" name="Ink 25">
                  <a:extLst>
                    <a:ext uri="{FF2B5EF4-FFF2-40B4-BE49-F238E27FC236}">
                      <a16:creationId xmlns:a16="http://schemas.microsoft.com/office/drawing/2014/main" id="{FF83C50F-34B1-E468-FEA7-2F62F87A4F74}"/>
                    </a:ext>
                  </a:extLst>
                </p14:cNvPr>
                <p14:cNvContentPartPr/>
                <p14:nvPr/>
              </p14:nvContentPartPr>
              <p14:xfrm>
                <a:off x="2803485" y="4297630"/>
                <a:ext cx="6480" cy="394560"/>
              </p14:xfrm>
            </p:contentPart>
          </mc:Choice>
          <mc:Fallback>
            <p:pic>
              <p:nvPicPr>
                <p:cNvPr id="26" name="Ink 25">
                  <a:extLst>
                    <a:ext uri="{FF2B5EF4-FFF2-40B4-BE49-F238E27FC236}">
                      <a16:creationId xmlns:a16="http://schemas.microsoft.com/office/drawing/2014/main" id="{FF83C50F-34B1-E468-FEA7-2F62F87A4F74}"/>
                    </a:ext>
                  </a:extLst>
                </p:cNvPr>
                <p:cNvPicPr/>
                <p:nvPr/>
              </p:nvPicPr>
              <p:blipFill>
                <a:blip r:embed="rId41"/>
                <a:stretch>
                  <a:fillRect/>
                </a:stretch>
              </p:blipFill>
              <p:spPr>
                <a:xfrm>
                  <a:off x="2794485" y="4288990"/>
                  <a:ext cx="24120" cy="4122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7" name="Ink 26">
                  <a:extLst>
                    <a:ext uri="{FF2B5EF4-FFF2-40B4-BE49-F238E27FC236}">
                      <a16:creationId xmlns:a16="http://schemas.microsoft.com/office/drawing/2014/main" id="{62C25013-7C74-95AC-E1A8-ACD0AF56950D}"/>
                    </a:ext>
                  </a:extLst>
                </p14:cNvPr>
                <p14:cNvContentPartPr/>
                <p14:nvPr/>
              </p14:nvContentPartPr>
              <p14:xfrm>
                <a:off x="2725005" y="4641070"/>
                <a:ext cx="190800" cy="124200"/>
              </p14:xfrm>
            </p:contentPart>
          </mc:Choice>
          <mc:Fallback>
            <p:pic>
              <p:nvPicPr>
                <p:cNvPr id="27" name="Ink 26">
                  <a:extLst>
                    <a:ext uri="{FF2B5EF4-FFF2-40B4-BE49-F238E27FC236}">
                      <a16:creationId xmlns:a16="http://schemas.microsoft.com/office/drawing/2014/main" id="{62C25013-7C74-95AC-E1A8-ACD0AF56950D}"/>
                    </a:ext>
                  </a:extLst>
                </p:cNvPr>
                <p:cNvPicPr/>
                <p:nvPr/>
              </p:nvPicPr>
              <p:blipFill>
                <a:blip r:embed="rId43"/>
                <a:stretch>
                  <a:fillRect/>
                </a:stretch>
              </p:blipFill>
              <p:spPr>
                <a:xfrm>
                  <a:off x="2716365" y="4632430"/>
                  <a:ext cx="20844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8" name="Ink 27">
                  <a:extLst>
                    <a:ext uri="{FF2B5EF4-FFF2-40B4-BE49-F238E27FC236}">
                      <a16:creationId xmlns:a16="http://schemas.microsoft.com/office/drawing/2014/main" id="{67930477-4E4D-501C-D082-DAC71096D07C}"/>
                    </a:ext>
                  </a:extLst>
                </p14:cNvPr>
                <p14:cNvContentPartPr/>
                <p14:nvPr/>
              </p14:nvContentPartPr>
              <p14:xfrm>
                <a:off x="2203365" y="4810270"/>
                <a:ext cx="452160" cy="533880"/>
              </p14:xfrm>
            </p:contentPart>
          </mc:Choice>
          <mc:Fallback>
            <p:pic>
              <p:nvPicPr>
                <p:cNvPr id="28" name="Ink 27">
                  <a:extLst>
                    <a:ext uri="{FF2B5EF4-FFF2-40B4-BE49-F238E27FC236}">
                      <a16:creationId xmlns:a16="http://schemas.microsoft.com/office/drawing/2014/main" id="{67930477-4E4D-501C-D082-DAC71096D07C}"/>
                    </a:ext>
                  </a:extLst>
                </p:cNvPr>
                <p:cNvPicPr/>
                <p:nvPr/>
              </p:nvPicPr>
              <p:blipFill>
                <a:blip r:embed="rId45"/>
                <a:stretch>
                  <a:fillRect/>
                </a:stretch>
              </p:blipFill>
              <p:spPr>
                <a:xfrm>
                  <a:off x="2194365" y="4801270"/>
                  <a:ext cx="469800" cy="5515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9" name="Ink 28">
                  <a:extLst>
                    <a:ext uri="{FF2B5EF4-FFF2-40B4-BE49-F238E27FC236}">
                      <a16:creationId xmlns:a16="http://schemas.microsoft.com/office/drawing/2014/main" id="{E00C88B1-60C1-4E1D-E8DE-D03199520340}"/>
                    </a:ext>
                  </a:extLst>
                </p14:cNvPr>
                <p14:cNvContentPartPr/>
                <p14:nvPr/>
              </p14:nvContentPartPr>
              <p14:xfrm>
                <a:off x="2734725" y="5074870"/>
                <a:ext cx="129240" cy="223920"/>
              </p14:xfrm>
            </p:contentPart>
          </mc:Choice>
          <mc:Fallback>
            <p:pic>
              <p:nvPicPr>
                <p:cNvPr id="29" name="Ink 28">
                  <a:extLst>
                    <a:ext uri="{FF2B5EF4-FFF2-40B4-BE49-F238E27FC236}">
                      <a16:creationId xmlns:a16="http://schemas.microsoft.com/office/drawing/2014/main" id="{E00C88B1-60C1-4E1D-E8DE-D03199520340}"/>
                    </a:ext>
                  </a:extLst>
                </p:cNvPr>
                <p:cNvPicPr/>
                <p:nvPr/>
              </p:nvPicPr>
              <p:blipFill>
                <a:blip r:embed="rId47"/>
                <a:stretch>
                  <a:fillRect/>
                </a:stretch>
              </p:blipFill>
              <p:spPr>
                <a:xfrm>
                  <a:off x="2726085" y="5065870"/>
                  <a:ext cx="14688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0" name="Ink 29">
                  <a:extLst>
                    <a:ext uri="{FF2B5EF4-FFF2-40B4-BE49-F238E27FC236}">
                      <a16:creationId xmlns:a16="http://schemas.microsoft.com/office/drawing/2014/main" id="{5BF51FAC-37A6-8283-08DE-AAD808A5DF4B}"/>
                    </a:ext>
                  </a:extLst>
                </p14:cNvPr>
                <p14:cNvContentPartPr/>
                <p14:nvPr/>
              </p14:nvContentPartPr>
              <p14:xfrm>
                <a:off x="2938125" y="5086750"/>
                <a:ext cx="130680" cy="485640"/>
              </p14:xfrm>
            </p:contentPart>
          </mc:Choice>
          <mc:Fallback>
            <p:pic>
              <p:nvPicPr>
                <p:cNvPr id="30" name="Ink 29">
                  <a:extLst>
                    <a:ext uri="{FF2B5EF4-FFF2-40B4-BE49-F238E27FC236}">
                      <a16:creationId xmlns:a16="http://schemas.microsoft.com/office/drawing/2014/main" id="{5BF51FAC-37A6-8283-08DE-AAD808A5DF4B}"/>
                    </a:ext>
                  </a:extLst>
                </p:cNvPr>
                <p:cNvPicPr/>
                <p:nvPr/>
              </p:nvPicPr>
              <p:blipFill>
                <a:blip r:embed="rId49"/>
                <a:stretch>
                  <a:fillRect/>
                </a:stretch>
              </p:blipFill>
              <p:spPr>
                <a:xfrm>
                  <a:off x="2929125" y="5078110"/>
                  <a:ext cx="148320" cy="5032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1" name="Ink 30">
                  <a:extLst>
                    <a:ext uri="{FF2B5EF4-FFF2-40B4-BE49-F238E27FC236}">
                      <a16:creationId xmlns:a16="http://schemas.microsoft.com/office/drawing/2014/main" id="{142DB00D-9F33-D7EF-CBCC-A3DE159B5788}"/>
                    </a:ext>
                  </a:extLst>
                </p14:cNvPr>
                <p14:cNvContentPartPr/>
                <p14:nvPr/>
              </p14:nvContentPartPr>
              <p14:xfrm>
                <a:off x="3180045" y="5073070"/>
                <a:ext cx="138240" cy="285840"/>
              </p14:xfrm>
            </p:contentPart>
          </mc:Choice>
          <mc:Fallback>
            <p:pic>
              <p:nvPicPr>
                <p:cNvPr id="31" name="Ink 30">
                  <a:extLst>
                    <a:ext uri="{FF2B5EF4-FFF2-40B4-BE49-F238E27FC236}">
                      <a16:creationId xmlns:a16="http://schemas.microsoft.com/office/drawing/2014/main" id="{142DB00D-9F33-D7EF-CBCC-A3DE159B5788}"/>
                    </a:ext>
                  </a:extLst>
                </p:cNvPr>
                <p:cNvPicPr/>
                <p:nvPr/>
              </p:nvPicPr>
              <p:blipFill>
                <a:blip r:embed="rId51"/>
                <a:stretch>
                  <a:fillRect/>
                </a:stretch>
              </p:blipFill>
              <p:spPr>
                <a:xfrm>
                  <a:off x="3171045" y="5064070"/>
                  <a:ext cx="155880" cy="3034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53DB94AB-2C2D-C872-21E7-85C1AD86B4F6}"/>
                    </a:ext>
                  </a:extLst>
                </p14:cNvPr>
                <p14:cNvContentPartPr/>
                <p14:nvPr/>
              </p14:nvContentPartPr>
              <p14:xfrm>
                <a:off x="3548685" y="5034910"/>
                <a:ext cx="225720" cy="273600"/>
              </p14:xfrm>
            </p:contentPart>
          </mc:Choice>
          <mc:Fallback>
            <p:pic>
              <p:nvPicPr>
                <p:cNvPr id="32" name="Ink 31">
                  <a:extLst>
                    <a:ext uri="{FF2B5EF4-FFF2-40B4-BE49-F238E27FC236}">
                      <a16:creationId xmlns:a16="http://schemas.microsoft.com/office/drawing/2014/main" id="{53DB94AB-2C2D-C872-21E7-85C1AD86B4F6}"/>
                    </a:ext>
                  </a:extLst>
                </p:cNvPr>
                <p:cNvPicPr/>
                <p:nvPr/>
              </p:nvPicPr>
              <p:blipFill>
                <a:blip r:embed="rId53"/>
                <a:stretch>
                  <a:fillRect/>
                </a:stretch>
              </p:blipFill>
              <p:spPr>
                <a:xfrm>
                  <a:off x="3540045" y="5025910"/>
                  <a:ext cx="24336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71D1063B-4F0F-78B0-85CD-31F3BAA361DB}"/>
                    </a:ext>
                  </a:extLst>
                </p14:cNvPr>
                <p14:cNvContentPartPr/>
                <p14:nvPr/>
              </p14:nvContentPartPr>
              <p14:xfrm>
                <a:off x="3909405" y="5062990"/>
                <a:ext cx="133200" cy="273240"/>
              </p14:xfrm>
            </p:contentPart>
          </mc:Choice>
          <mc:Fallback>
            <p:pic>
              <p:nvPicPr>
                <p:cNvPr id="33" name="Ink 32">
                  <a:extLst>
                    <a:ext uri="{FF2B5EF4-FFF2-40B4-BE49-F238E27FC236}">
                      <a16:creationId xmlns:a16="http://schemas.microsoft.com/office/drawing/2014/main" id="{71D1063B-4F0F-78B0-85CD-31F3BAA361DB}"/>
                    </a:ext>
                  </a:extLst>
                </p:cNvPr>
                <p:cNvPicPr/>
                <p:nvPr/>
              </p:nvPicPr>
              <p:blipFill>
                <a:blip r:embed="rId55"/>
                <a:stretch>
                  <a:fillRect/>
                </a:stretch>
              </p:blipFill>
              <p:spPr>
                <a:xfrm>
                  <a:off x="3900765" y="5054350"/>
                  <a:ext cx="150840" cy="2908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4" name="Ink 33">
                  <a:extLst>
                    <a:ext uri="{FF2B5EF4-FFF2-40B4-BE49-F238E27FC236}">
                      <a16:creationId xmlns:a16="http://schemas.microsoft.com/office/drawing/2014/main" id="{A10437B0-E26C-9711-E00F-0E73058CDB21}"/>
                    </a:ext>
                  </a:extLst>
                </p14:cNvPr>
                <p14:cNvContentPartPr/>
                <p14:nvPr/>
              </p14:nvContentPartPr>
              <p14:xfrm>
                <a:off x="4057005" y="5084950"/>
                <a:ext cx="252720" cy="243000"/>
              </p14:xfrm>
            </p:contentPart>
          </mc:Choice>
          <mc:Fallback>
            <p:pic>
              <p:nvPicPr>
                <p:cNvPr id="34" name="Ink 33">
                  <a:extLst>
                    <a:ext uri="{FF2B5EF4-FFF2-40B4-BE49-F238E27FC236}">
                      <a16:creationId xmlns:a16="http://schemas.microsoft.com/office/drawing/2014/main" id="{A10437B0-E26C-9711-E00F-0E73058CDB21}"/>
                    </a:ext>
                  </a:extLst>
                </p:cNvPr>
                <p:cNvPicPr/>
                <p:nvPr/>
              </p:nvPicPr>
              <p:blipFill>
                <a:blip r:embed="rId57"/>
                <a:stretch>
                  <a:fillRect/>
                </a:stretch>
              </p:blipFill>
              <p:spPr>
                <a:xfrm>
                  <a:off x="4048365" y="5075950"/>
                  <a:ext cx="27036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5" name="Ink 34">
                  <a:extLst>
                    <a:ext uri="{FF2B5EF4-FFF2-40B4-BE49-F238E27FC236}">
                      <a16:creationId xmlns:a16="http://schemas.microsoft.com/office/drawing/2014/main" id="{2AED814F-7A12-81F2-384C-BD1E65FF7D83}"/>
                    </a:ext>
                  </a:extLst>
                </p14:cNvPr>
                <p14:cNvContentPartPr/>
                <p14:nvPr/>
              </p14:nvContentPartPr>
              <p14:xfrm>
                <a:off x="4379205" y="5082070"/>
                <a:ext cx="152640" cy="253440"/>
              </p14:xfrm>
            </p:contentPart>
          </mc:Choice>
          <mc:Fallback>
            <p:pic>
              <p:nvPicPr>
                <p:cNvPr id="35" name="Ink 34">
                  <a:extLst>
                    <a:ext uri="{FF2B5EF4-FFF2-40B4-BE49-F238E27FC236}">
                      <a16:creationId xmlns:a16="http://schemas.microsoft.com/office/drawing/2014/main" id="{2AED814F-7A12-81F2-384C-BD1E65FF7D83}"/>
                    </a:ext>
                  </a:extLst>
                </p:cNvPr>
                <p:cNvPicPr/>
                <p:nvPr/>
              </p:nvPicPr>
              <p:blipFill>
                <a:blip r:embed="rId59"/>
                <a:stretch>
                  <a:fillRect/>
                </a:stretch>
              </p:blipFill>
              <p:spPr>
                <a:xfrm>
                  <a:off x="4370565" y="5073070"/>
                  <a:ext cx="170280" cy="2710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6" name="Ink 35">
                  <a:extLst>
                    <a:ext uri="{FF2B5EF4-FFF2-40B4-BE49-F238E27FC236}">
                      <a16:creationId xmlns:a16="http://schemas.microsoft.com/office/drawing/2014/main" id="{A6FAE58F-2C49-C7B9-1AE5-EECF68F73AD9}"/>
                    </a:ext>
                  </a:extLst>
                </p14:cNvPr>
                <p14:cNvContentPartPr/>
                <p14:nvPr/>
              </p14:nvContentPartPr>
              <p14:xfrm>
                <a:off x="4645245" y="5036350"/>
                <a:ext cx="159120" cy="276120"/>
              </p14:xfrm>
            </p:contentPart>
          </mc:Choice>
          <mc:Fallback>
            <p:pic>
              <p:nvPicPr>
                <p:cNvPr id="36" name="Ink 35">
                  <a:extLst>
                    <a:ext uri="{FF2B5EF4-FFF2-40B4-BE49-F238E27FC236}">
                      <a16:creationId xmlns:a16="http://schemas.microsoft.com/office/drawing/2014/main" id="{A6FAE58F-2C49-C7B9-1AE5-EECF68F73AD9}"/>
                    </a:ext>
                  </a:extLst>
                </p:cNvPr>
                <p:cNvPicPr/>
                <p:nvPr/>
              </p:nvPicPr>
              <p:blipFill>
                <a:blip r:embed="rId61"/>
                <a:stretch>
                  <a:fillRect/>
                </a:stretch>
              </p:blipFill>
              <p:spPr>
                <a:xfrm>
                  <a:off x="4636605" y="5027350"/>
                  <a:ext cx="17676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7" name="Ink 36">
                  <a:extLst>
                    <a:ext uri="{FF2B5EF4-FFF2-40B4-BE49-F238E27FC236}">
                      <a16:creationId xmlns:a16="http://schemas.microsoft.com/office/drawing/2014/main" id="{08599E47-CBF0-6314-F380-D9F847AF4004}"/>
                    </a:ext>
                  </a:extLst>
                </p14:cNvPr>
                <p14:cNvContentPartPr/>
                <p14:nvPr/>
              </p14:nvContentPartPr>
              <p14:xfrm>
                <a:off x="1602525" y="5456110"/>
                <a:ext cx="3636000" cy="146880"/>
              </p14:xfrm>
            </p:contentPart>
          </mc:Choice>
          <mc:Fallback>
            <p:pic>
              <p:nvPicPr>
                <p:cNvPr id="37" name="Ink 36">
                  <a:extLst>
                    <a:ext uri="{FF2B5EF4-FFF2-40B4-BE49-F238E27FC236}">
                      <a16:creationId xmlns:a16="http://schemas.microsoft.com/office/drawing/2014/main" id="{08599E47-CBF0-6314-F380-D9F847AF4004}"/>
                    </a:ext>
                  </a:extLst>
                </p:cNvPr>
                <p:cNvPicPr/>
                <p:nvPr/>
              </p:nvPicPr>
              <p:blipFill>
                <a:blip r:embed="rId63"/>
                <a:stretch>
                  <a:fillRect/>
                </a:stretch>
              </p:blipFill>
              <p:spPr>
                <a:xfrm>
                  <a:off x="1593525" y="5447110"/>
                  <a:ext cx="3653640" cy="164520"/>
                </a:xfrm>
                <a:prstGeom prst="rect">
                  <a:avLst/>
                </a:prstGeom>
              </p:spPr>
            </p:pic>
          </mc:Fallback>
        </mc:AlternateContent>
      </p:grpSp>
      <p:grpSp>
        <p:nvGrpSpPr>
          <p:cNvPr id="46" name="Group 45">
            <a:extLst>
              <a:ext uri="{FF2B5EF4-FFF2-40B4-BE49-F238E27FC236}">
                <a16:creationId xmlns:a16="http://schemas.microsoft.com/office/drawing/2014/main" id="{C0944C65-1E9A-5144-746E-4DABE686E3EC}"/>
              </a:ext>
            </a:extLst>
          </p:cNvPr>
          <p:cNvGrpSpPr/>
          <p:nvPr/>
        </p:nvGrpSpPr>
        <p:grpSpPr>
          <a:xfrm>
            <a:off x="8552325" y="4242190"/>
            <a:ext cx="1801800" cy="941760"/>
            <a:chOff x="8552325" y="4242190"/>
            <a:chExt cx="1801800" cy="941760"/>
          </a:xfrm>
        </p:grpSpPr>
        <mc:AlternateContent xmlns:mc="http://schemas.openxmlformats.org/markup-compatibility/2006">
          <mc:Choice xmlns:p14="http://schemas.microsoft.com/office/powerpoint/2010/main" Requires="p14">
            <p:contentPart p14:bwMode="auto" r:id="rId64">
              <p14:nvContentPartPr>
                <p14:cNvPr id="39" name="Ink 38">
                  <a:extLst>
                    <a:ext uri="{FF2B5EF4-FFF2-40B4-BE49-F238E27FC236}">
                      <a16:creationId xmlns:a16="http://schemas.microsoft.com/office/drawing/2014/main" id="{A8E09341-6636-34D4-63B6-D8C038C11FFD}"/>
                    </a:ext>
                  </a:extLst>
                </p14:cNvPr>
                <p14:cNvContentPartPr/>
                <p14:nvPr/>
              </p14:nvContentPartPr>
              <p14:xfrm>
                <a:off x="8552325" y="4242190"/>
                <a:ext cx="1801800" cy="941760"/>
              </p14:xfrm>
            </p:contentPart>
          </mc:Choice>
          <mc:Fallback>
            <p:pic>
              <p:nvPicPr>
                <p:cNvPr id="39" name="Ink 38">
                  <a:extLst>
                    <a:ext uri="{FF2B5EF4-FFF2-40B4-BE49-F238E27FC236}">
                      <a16:creationId xmlns:a16="http://schemas.microsoft.com/office/drawing/2014/main" id="{A8E09341-6636-34D4-63B6-D8C038C11FFD}"/>
                    </a:ext>
                  </a:extLst>
                </p:cNvPr>
                <p:cNvPicPr/>
                <p:nvPr/>
              </p:nvPicPr>
              <p:blipFill>
                <a:blip r:embed="rId65"/>
                <a:stretch>
                  <a:fillRect/>
                </a:stretch>
              </p:blipFill>
              <p:spPr>
                <a:xfrm>
                  <a:off x="8543325" y="4233550"/>
                  <a:ext cx="1819440" cy="9594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0" name="Ink 39">
                  <a:extLst>
                    <a:ext uri="{FF2B5EF4-FFF2-40B4-BE49-F238E27FC236}">
                      <a16:creationId xmlns:a16="http://schemas.microsoft.com/office/drawing/2014/main" id="{29579C67-55F5-A49D-90DB-DA4FB678D2F1}"/>
                    </a:ext>
                  </a:extLst>
                </p14:cNvPr>
                <p14:cNvContentPartPr/>
                <p14:nvPr/>
              </p14:nvContentPartPr>
              <p14:xfrm>
                <a:off x="8958405" y="4460350"/>
                <a:ext cx="243000" cy="308160"/>
              </p14:xfrm>
            </p:contentPart>
          </mc:Choice>
          <mc:Fallback>
            <p:pic>
              <p:nvPicPr>
                <p:cNvPr id="40" name="Ink 39">
                  <a:extLst>
                    <a:ext uri="{FF2B5EF4-FFF2-40B4-BE49-F238E27FC236}">
                      <a16:creationId xmlns:a16="http://schemas.microsoft.com/office/drawing/2014/main" id="{29579C67-55F5-A49D-90DB-DA4FB678D2F1}"/>
                    </a:ext>
                  </a:extLst>
                </p:cNvPr>
                <p:cNvPicPr/>
                <p:nvPr/>
              </p:nvPicPr>
              <p:blipFill>
                <a:blip r:embed="rId67"/>
                <a:stretch>
                  <a:fillRect/>
                </a:stretch>
              </p:blipFill>
              <p:spPr>
                <a:xfrm>
                  <a:off x="8949765" y="4451710"/>
                  <a:ext cx="260640" cy="3258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1" name="Ink 40">
                  <a:extLst>
                    <a:ext uri="{FF2B5EF4-FFF2-40B4-BE49-F238E27FC236}">
                      <a16:creationId xmlns:a16="http://schemas.microsoft.com/office/drawing/2014/main" id="{84B0AA53-7A75-E46F-4B7F-6A0FD3B8F973}"/>
                    </a:ext>
                  </a:extLst>
                </p14:cNvPr>
                <p14:cNvContentPartPr/>
                <p14:nvPr/>
              </p14:nvContentPartPr>
              <p14:xfrm>
                <a:off x="9131565" y="4576990"/>
                <a:ext cx="265680" cy="267120"/>
              </p14:xfrm>
            </p:contentPart>
          </mc:Choice>
          <mc:Fallback>
            <p:pic>
              <p:nvPicPr>
                <p:cNvPr id="41" name="Ink 40">
                  <a:extLst>
                    <a:ext uri="{FF2B5EF4-FFF2-40B4-BE49-F238E27FC236}">
                      <a16:creationId xmlns:a16="http://schemas.microsoft.com/office/drawing/2014/main" id="{84B0AA53-7A75-E46F-4B7F-6A0FD3B8F973}"/>
                    </a:ext>
                  </a:extLst>
                </p:cNvPr>
                <p:cNvPicPr/>
                <p:nvPr/>
              </p:nvPicPr>
              <p:blipFill>
                <a:blip r:embed="rId69"/>
                <a:stretch>
                  <a:fillRect/>
                </a:stretch>
              </p:blipFill>
              <p:spPr>
                <a:xfrm>
                  <a:off x="9122925" y="4568350"/>
                  <a:ext cx="283320"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2" name="Ink 41">
                  <a:extLst>
                    <a:ext uri="{FF2B5EF4-FFF2-40B4-BE49-F238E27FC236}">
                      <a16:creationId xmlns:a16="http://schemas.microsoft.com/office/drawing/2014/main" id="{BA094C7B-F106-A174-668F-04F0D201A684}"/>
                    </a:ext>
                  </a:extLst>
                </p14:cNvPr>
                <p14:cNvContentPartPr/>
                <p14:nvPr/>
              </p14:nvContentPartPr>
              <p14:xfrm>
                <a:off x="9392205" y="4560790"/>
                <a:ext cx="131400" cy="237960"/>
              </p14:xfrm>
            </p:contentPart>
          </mc:Choice>
          <mc:Fallback>
            <p:pic>
              <p:nvPicPr>
                <p:cNvPr id="42" name="Ink 41">
                  <a:extLst>
                    <a:ext uri="{FF2B5EF4-FFF2-40B4-BE49-F238E27FC236}">
                      <a16:creationId xmlns:a16="http://schemas.microsoft.com/office/drawing/2014/main" id="{BA094C7B-F106-A174-668F-04F0D201A684}"/>
                    </a:ext>
                  </a:extLst>
                </p:cNvPr>
                <p:cNvPicPr/>
                <p:nvPr/>
              </p:nvPicPr>
              <p:blipFill>
                <a:blip r:embed="rId71"/>
                <a:stretch>
                  <a:fillRect/>
                </a:stretch>
              </p:blipFill>
              <p:spPr>
                <a:xfrm>
                  <a:off x="9383565" y="4551790"/>
                  <a:ext cx="14904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3" name="Ink 42">
                  <a:extLst>
                    <a:ext uri="{FF2B5EF4-FFF2-40B4-BE49-F238E27FC236}">
                      <a16:creationId xmlns:a16="http://schemas.microsoft.com/office/drawing/2014/main" id="{67956BB4-CDF2-5B17-20FF-5F86416A8FC7}"/>
                    </a:ext>
                  </a:extLst>
                </p14:cNvPr>
                <p14:cNvContentPartPr/>
                <p14:nvPr/>
              </p14:nvContentPartPr>
              <p14:xfrm>
                <a:off x="9713325" y="4476550"/>
                <a:ext cx="107280" cy="275040"/>
              </p14:xfrm>
            </p:contentPart>
          </mc:Choice>
          <mc:Fallback>
            <p:pic>
              <p:nvPicPr>
                <p:cNvPr id="43" name="Ink 42">
                  <a:extLst>
                    <a:ext uri="{FF2B5EF4-FFF2-40B4-BE49-F238E27FC236}">
                      <a16:creationId xmlns:a16="http://schemas.microsoft.com/office/drawing/2014/main" id="{67956BB4-CDF2-5B17-20FF-5F86416A8FC7}"/>
                    </a:ext>
                  </a:extLst>
                </p:cNvPr>
                <p:cNvPicPr/>
                <p:nvPr/>
              </p:nvPicPr>
              <p:blipFill>
                <a:blip r:embed="rId73"/>
                <a:stretch>
                  <a:fillRect/>
                </a:stretch>
              </p:blipFill>
              <p:spPr>
                <a:xfrm>
                  <a:off x="9704325" y="4467550"/>
                  <a:ext cx="12492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4" name="Ink 43">
                  <a:extLst>
                    <a:ext uri="{FF2B5EF4-FFF2-40B4-BE49-F238E27FC236}">
                      <a16:creationId xmlns:a16="http://schemas.microsoft.com/office/drawing/2014/main" id="{D155B711-4AA3-48F2-5F55-F4B40F75C9AB}"/>
                    </a:ext>
                  </a:extLst>
                </p14:cNvPr>
                <p14:cNvContentPartPr/>
                <p14:nvPr/>
              </p14:nvContentPartPr>
              <p14:xfrm>
                <a:off x="9773805" y="4493830"/>
                <a:ext cx="362160" cy="194400"/>
              </p14:xfrm>
            </p:contentPart>
          </mc:Choice>
          <mc:Fallback>
            <p:pic>
              <p:nvPicPr>
                <p:cNvPr id="44" name="Ink 43">
                  <a:extLst>
                    <a:ext uri="{FF2B5EF4-FFF2-40B4-BE49-F238E27FC236}">
                      <a16:creationId xmlns:a16="http://schemas.microsoft.com/office/drawing/2014/main" id="{D155B711-4AA3-48F2-5F55-F4B40F75C9AB}"/>
                    </a:ext>
                  </a:extLst>
                </p:cNvPr>
                <p:cNvPicPr/>
                <p:nvPr/>
              </p:nvPicPr>
              <p:blipFill>
                <a:blip r:embed="rId75"/>
                <a:stretch>
                  <a:fillRect/>
                </a:stretch>
              </p:blipFill>
              <p:spPr>
                <a:xfrm>
                  <a:off x="9764805" y="4485190"/>
                  <a:ext cx="37980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5" name="Ink 44">
                  <a:extLst>
                    <a:ext uri="{FF2B5EF4-FFF2-40B4-BE49-F238E27FC236}">
                      <a16:creationId xmlns:a16="http://schemas.microsoft.com/office/drawing/2014/main" id="{4CBAA76C-F76E-4E58-91AA-5EB5658CA39D}"/>
                    </a:ext>
                  </a:extLst>
                </p14:cNvPr>
                <p14:cNvContentPartPr/>
                <p14:nvPr/>
              </p14:nvContentPartPr>
              <p14:xfrm>
                <a:off x="10155045" y="4456390"/>
                <a:ext cx="144720" cy="167400"/>
              </p14:xfrm>
            </p:contentPart>
          </mc:Choice>
          <mc:Fallback>
            <p:pic>
              <p:nvPicPr>
                <p:cNvPr id="45" name="Ink 44">
                  <a:extLst>
                    <a:ext uri="{FF2B5EF4-FFF2-40B4-BE49-F238E27FC236}">
                      <a16:creationId xmlns:a16="http://schemas.microsoft.com/office/drawing/2014/main" id="{4CBAA76C-F76E-4E58-91AA-5EB5658CA39D}"/>
                    </a:ext>
                  </a:extLst>
                </p:cNvPr>
                <p:cNvPicPr/>
                <p:nvPr/>
              </p:nvPicPr>
              <p:blipFill>
                <a:blip r:embed="rId77"/>
                <a:stretch>
                  <a:fillRect/>
                </a:stretch>
              </p:blipFill>
              <p:spPr>
                <a:xfrm>
                  <a:off x="10146405" y="4447390"/>
                  <a:ext cx="162360" cy="185040"/>
                </a:xfrm>
                <a:prstGeom prst="rect">
                  <a:avLst/>
                </a:prstGeom>
              </p:spPr>
            </p:pic>
          </mc:Fallback>
        </mc:AlternateContent>
      </p:grpSp>
      <p:grpSp>
        <p:nvGrpSpPr>
          <p:cNvPr id="63" name="Group 62">
            <a:extLst>
              <a:ext uri="{FF2B5EF4-FFF2-40B4-BE49-F238E27FC236}">
                <a16:creationId xmlns:a16="http://schemas.microsoft.com/office/drawing/2014/main" id="{D09EC9D9-6F06-829E-CF16-12C4A0FF1EA9}"/>
              </a:ext>
            </a:extLst>
          </p:cNvPr>
          <p:cNvGrpSpPr/>
          <p:nvPr/>
        </p:nvGrpSpPr>
        <p:grpSpPr>
          <a:xfrm>
            <a:off x="8535045" y="3212950"/>
            <a:ext cx="2114640" cy="966960"/>
            <a:chOff x="8535045" y="3212950"/>
            <a:chExt cx="2114640" cy="966960"/>
          </a:xfrm>
        </p:grpSpPr>
        <mc:AlternateContent xmlns:mc="http://schemas.openxmlformats.org/markup-compatibility/2006">
          <mc:Choice xmlns:p14="http://schemas.microsoft.com/office/powerpoint/2010/main" Requires="p14">
            <p:contentPart p14:bwMode="auto" r:id="rId78">
              <p14:nvContentPartPr>
                <p14:cNvPr id="47" name="Ink 46">
                  <a:extLst>
                    <a:ext uri="{FF2B5EF4-FFF2-40B4-BE49-F238E27FC236}">
                      <a16:creationId xmlns:a16="http://schemas.microsoft.com/office/drawing/2014/main" id="{C2E7EDDA-6BC7-EAFE-D245-C029A5636D5D}"/>
                    </a:ext>
                  </a:extLst>
                </p14:cNvPr>
                <p14:cNvContentPartPr/>
                <p14:nvPr/>
              </p14:nvContentPartPr>
              <p14:xfrm>
                <a:off x="9337485" y="3907390"/>
                <a:ext cx="45360" cy="272520"/>
              </p14:xfrm>
            </p:contentPart>
          </mc:Choice>
          <mc:Fallback>
            <p:pic>
              <p:nvPicPr>
                <p:cNvPr id="47" name="Ink 46">
                  <a:extLst>
                    <a:ext uri="{FF2B5EF4-FFF2-40B4-BE49-F238E27FC236}">
                      <a16:creationId xmlns:a16="http://schemas.microsoft.com/office/drawing/2014/main" id="{C2E7EDDA-6BC7-EAFE-D245-C029A5636D5D}"/>
                    </a:ext>
                  </a:extLst>
                </p:cNvPr>
                <p:cNvPicPr/>
                <p:nvPr/>
              </p:nvPicPr>
              <p:blipFill>
                <a:blip r:embed="rId79"/>
                <a:stretch>
                  <a:fillRect/>
                </a:stretch>
              </p:blipFill>
              <p:spPr>
                <a:xfrm>
                  <a:off x="9328845" y="3898390"/>
                  <a:ext cx="63000" cy="2901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8" name="Ink 47">
                  <a:extLst>
                    <a:ext uri="{FF2B5EF4-FFF2-40B4-BE49-F238E27FC236}">
                      <a16:creationId xmlns:a16="http://schemas.microsoft.com/office/drawing/2014/main" id="{3E2B8744-437A-8090-3EE5-E3873954B318}"/>
                    </a:ext>
                  </a:extLst>
                </p14:cNvPr>
                <p14:cNvContentPartPr/>
                <p14:nvPr/>
              </p14:nvContentPartPr>
              <p14:xfrm>
                <a:off x="9291045" y="3851230"/>
                <a:ext cx="187200" cy="174240"/>
              </p14:xfrm>
            </p:contentPart>
          </mc:Choice>
          <mc:Fallback>
            <p:pic>
              <p:nvPicPr>
                <p:cNvPr id="48" name="Ink 47">
                  <a:extLst>
                    <a:ext uri="{FF2B5EF4-FFF2-40B4-BE49-F238E27FC236}">
                      <a16:creationId xmlns:a16="http://schemas.microsoft.com/office/drawing/2014/main" id="{3E2B8744-437A-8090-3EE5-E3873954B318}"/>
                    </a:ext>
                  </a:extLst>
                </p:cNvPr>
                <p:cNvPicPr/>
                <p:nvPr/>
              </p:nvPicPr>
              <p:blipFill>
                <a:blip r:embed="rId81"/>
                <a:stretch>
                  <a:fillRect/>
                </a:stretch>
              </p:blipFill>
              <p:spPr>
                <a:xfrm>
                  <a:off x="9282405" y="3842590"/>
                  <a:ext cx="204840" cy="1918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9" name="Ink 48">
                  <a:extLst>
                    <a:ext uri="{FF2B5EF4-FFF2-40B4-BE49-F238E27FC236}">
                      <a16:creationId xmlns:a16="http://schemas.microsoft.com/office/drawing/2014/main" id="{A3415AFA-B40F-E682-67E8-7668A895C807}"/>
                    </a:ext>
                  </a:extLst>
                </p14:cNvPr>
                <p14:cNvContentPartPr/>
                <p14:nvPr/>
              </p14:nvContentPartPr>
              <p14:xfrm>
                <a:off x="8535045" y="3212950"/>
                <a:ext cx="2114640" cy="700920"/>
              </p14:xfrm>
            </p:contentPart>
          </mc:Choice>
          <mc:Fallback>
            <p:pic>
              <p:nvPicPr>
                <p:cNvPr id="49" name="Ink 48">
                  <a:extLst>
                    <a:ext uri="{FF2B5EF4-FFF2-40B4-BE49-F238E27FC236}">
                      <a16:creationId xmlns:a16="http://schemas.microsoft.com/office/drawing/2014/main" id="{A3415AFA-B40F-E682-67E8-7668A895C807}"/>
                    </a:ext>
                  </a:extLst>
                </p:cNvPr>
                <p:cNvPicPr/>
                <p:nvPr/>
              </p:nvPicPr>
              <p:blipFill>
                <a:blip r:embed="rId83"/>
                <a:stretch>
                  <a:fillRect/>
                </a:stretch>
              </p:blipFill>
              <p:spPr>
                <a:xfrm>
                  <a:off x="8526045" y="3204310"/>
                  <a:ext cx="2132280" cy="7185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0" name="Ink 49">
                  <a:extLst>
                    <a:ext uri="{FF2B5EF4-FFF2-40B4-BE49-F238E27FC236}">
                      <a16:creationId xmlns:a16="http://schemas.microsoft.com/office/drawing/2014/main" id="{900DB84C-3DA2-CC3D-142D-F62C3A8E1ACD}"/>
                    </a:ext>
                  </a:extLst>
                </p14:cNvPr>
                <p14:cNvContentPartPr/>
                <p14:nvPr/>
              </p14:nvContentPartPr>
              <p14:xfrm>
                <a:off x="9676965" y="3507790"/>
                <a:ext cx="6120" cy="148680"/>
              </p14:xfrm>
            </p:contentPart>
          </mc:Choice>
          <mc:Fallback>
            <p:pic>
              <p:nvPicPr>
                <p:cNvPr id="50" name="Ink 49">
                  <a:extLst>
                    <a:ext uri="{FF2B5EF4-FFF2-40B4-BE49-F238E27FC236}">
                      <a16:creationId xmlns:a16="http://schemas.microsoft.com/office/drawing/2014/main" id="{900DB84C-3DA2-CC3D-142D-F62C3A8E1ACD}"/>
                    </a:ext>
                  </a:extLst>
                </p:cNvPr>
                <p:cNvPicPr/>
                <p:nvPr/>
              </p:nvPicPr>
              <p:blipFill>
                <a:blip r:embed="rId85"/>
                <a:stretch>
                  <a:fillRect/>
                </a:stretch>
              </p:blipFill>
              <p:spPr>
                <a:xfrm>
                  <a:off x="9667965" y="3498790"/>
                  <a:ext cx="2376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1" name="Ink 50">
                  <a:extLst>
                    <a:ext uri="{FF2B5EF4-FFF2-40B4-BE49-F238E27FC236}">
                      <a16:creationId xmlns:a16="http://schemas.microsoft.com/office/drawing/2014/main" id="{082C4228-5A09-2117-0592-B395EEE9A2FE}"/>
                    </a:ext>
                  </a:extLst>
                </p14:cNvPr>
                <p14:cNvContentPartPr/>
                <p14:nvPr/>
              </p14:nvContentPartPr>
              <p14:xfrm>
                <a:off x="9804405" y="3495910"/>
                <a:ext cx="113760" cy="208080"/>
              </p14:xfrm>
            </p:contentPart>
          </mc:Choice>
          <mc:Fallback>
            <p:pic>
              <p:nvPicPr>
                <p:cNvPr id="51" name="Ink 50">
                  <a:extLst>
                    <a:ext uri="{FF2B5EF4-FFF2-40B4-BE49-F238E27FC236}">
                      <a16:creationId xmlns:a16="http://schemas.microsoft.com/office/drawing/2014/main" id="{082C4228-5A09-2117-0592-B395EEE9A2FE}"/>
                    </a:ext>
                  </a:extLst>
                </p:cNvPr>
                <p:cNvPicPr/>
                <p:nvPr/>
              </p:nvPicPr>
              <p:blipFill>
                <a:blip r:embed="rId87"/>
                <a:stretch>
                  <a:fillRect/>
                </a:stretch>
              </p:blipFill>
              <p:spPr>
                <a:xfrm>
                  <a:off x="9795405" y="3487270"/>
                  <a:ext cx="13140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2" name="Ink 51">
                  <a:extLst>
                    <a:ext uri="{FF2B5EF4-FFF2-40B4-BE49-F238E27FC236}">
                      <a16:creationId xmlns:a16="http://schemas.microsoft.com/office/drawing/2014/main" id="{5603BF3E-506E-4B98-B19D-92DFD146441D}"/>
                    </a:ext>
                  </a:extLst>
                </p14:cNvPr>
                <p14:cNvContentPartPr/>
                <p14:nvPr/>
              </p14:nvContentPartPr>
              <p14:xfrm>
                <a:off x="10064325" y="3459550"/>
                <a:ext cx="200520" cy="239400"/>
              </p14:xfrm>
            </p:contentPart>
          </mc:Choice>
          <mc:Fallback>
            <p:pic>
              <p:nvPicPr>
                <p:cNvPr id="52" name="Ink 51">
                  <a:extLst>
                    <a:ext uri="{FF2B5EF4-FFF2-40B4-BE49-F238E27FC236}">
                      <a16:creationId xmlns:a16="http://schemas.microsoft.com/office/drawing/2014/main" id="{5603BF3E-506E-4B98-B19D-92DFD146441D}"/>
                    </a:ext>
                  </a:extLst>
                </p:cNvPr>
                <p:cNvPicPr/>
                <p:nvPr/>
              </p:nvPicPr>
              <p:blipFill>
                <a:blip r:embed="rId89"/>
                <a:stretch>
                  <a:fillRect/>
                </a:stretch>
              </p:blipFill>
              <p:spPr>
                <a:xfrm>
                  <a:off x="10055685" y="3450910"/>
                  <a:ext cx="218160" cy="257040"/>
                </a:xfrm>
                <a:prstGeom prst="rect">
                  <a:avLst/>
                </a:prstGeom>
              </p:spPr>
            </p:pic>
          </mc:Fallback>
        </mc:AlternateContent>
      </p:grpSp>
      <p:grpSp>
        <p:nvGrpSpPr>
          <p:cNvPr id="62" name="Group 61">
            <a:extLst>
              <a:ext uri="{FF2B5EF4-FFF2-40B4-BE49-F238E27FC236}">
                <a16:creationId xmlns:a16="http://schemas.microsoft.com/office/drawing/2014/main" id="{5AD7FE2F-85EE-718B-8992-245B4B224C1C}"/>
              </a:ext>
            </a:extLst>
          </p:cNvPr>
          <p:cNvGrpSpPr/>
          <p:nvPr/>
        </p:nvGrpSpPr>
        <p:grpSpPr>
          <a:xfrm>
            <a:off x="8434245" y="2139070"/>
            <a:ext cx="2302560" cy="883800"/>
            <a:chOff x="8434245" y="2139070"/>
            <a:chExt cx="2302560" cy="883800"/>
          </a:xfrm>
        </p:grpSpPr>
        <mc:AlternateContent xmlns:mc="http://schemas.openxmlformats.org/markup-compatibility/2006">
          <mc:Choice xmlns:p14="http://schemas.microsoft.com/office/powerpoint/2010/main" Requires="p14">
            <p:contentPart p14:bwMode="auto" r:id="rId90">
              <p14:nvContentPartPr>
                <p14:cNvPr id="53" name="Ink 52">
                  <a:extLst>
                    <a:ext uri="{FF2B5EF4-FFF2-40B4-BE49-F238E27FC236}">
                      <a16:creationId xmlns:a16="http://schemas.microsoft.com/office/drawing/2014/main" id="{8E02D11A-ECF2-2479-25BB-EB61A4E24E24}"/>
                    </a:ext>
                  </a:extLst>
                </p14:cNvPr>
                <p14:cNvContentPartPr/>
                <p14:nvPr/>
              </p14:nvContentPartPr>
              <p14:xfrm>
                <a:off x="8434245" y="2403310"/>
                <a:ext cx="2302560" cy="619560"/>
              </p14:xfrm>
            </p:contentPart>
          </mc:Choice>
          <mc:Fallback>
            <p:pic>
              <p:nvPicPr>
                <p:cNvPr id="53" name="Ink 52">
                  <a:extLst>
                    <a:ext uri="{FF2B5EF4-FFF2-40B4-BE49-F238E27FC236}">
                      <a16:creationId xmlns:a16="http://schemas.microsoft.com/office/drawing/2014/main" id="{8E02D11A-ECF2-2479-25BB-EB61A4E24E24}"/>
                    </a:ext>
                  </a:extLst>
                </p:cNvPr>
                <p:cNvPicPr/>
                <p:nvPr/>
              </p:nvPicPr>
              <p:blipFill>
                <a:blip r:embed="rId91"/>
                <a:stretch>
                  <a:fillRect/>
                </a:stretch>
              </p:blipFill>
              <p:spPr>
                <a:xfrm>
                  <a:off x="8425605" y="2394670"/>
                  <a:ext cx="2320200" cy="6372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4" name="Ink 53">
                  <a:extLst>
                    <a:ext uri="{FF2B5EF4-FFF2-40B4-BE49-F238E27FC236}">
                      <a16:creationId xmlns:a16="http://schemas.microsoft.com/office/drawing/2014/main" id="{60F91B10-E345-0798-99F0-BCD4DEF283AB}"/>
                    </a:ext>
                  </a:extLst>
                </p14:cNvPr>
                <p14:cNvContentPartPr/>
                <p14:nvPr/>
              </p14:nvContentPartPr>
              <p14:xfrm>
                <a:off x="9779925" y="2689150"/>
                <a:ext cx="18360" cy="224280"/>
              </p14:xfrm>
            </p:contentPart>
          </mc:Choice>
          <mc:Fallback>
            <p:pic>
              <p:nvPicPr>
                <p:cNvPr id="54" name="Ink 53">
                  <a:extLst>
                    <a:ext uri="{FF2B5EF4-FFF2-40B4-BE49-F238E27FC236}">
                      <a16:creationId xmlns:a16="http://schemas.microsoft.com/office/drawing/2014/main" id="{60F91B10-E345-0798-99F0-BCD4DEF283AB}"/>
                    </a:ext>
                  </a:extLst>
                </p:cNvPr>
                <p:cNvPicPr/>
                <p:nvPr/>
              </p:nvPicPr>
              <p:blipFill>
                <a:blip r:embed="rId93"/>
                <a:stretch>
                  <a:fillRect/>
                </a:stretch>
              </p:blipFill>
              <p:spPr>
                <a:xfrm>
                  <a:off x="9770925" y="2680510"/>
                  <a:ext cx="3600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5" name="Ink 54">
                  <a:extLst>
                    <a:ext uri="{FF2B5EF4-FFF2-40B4-BE49-F238E27FC236}">
                      <a16:creationId xmlns:a16="http://schemas.microsoft.com/office/drawing/2014/main" id="{BC2B9050-56C1-EE0A-14E2-638B4BDEE998}"/>
                    </a:ext>
                  </a:extLst>
                </p14:cNvPr>
                <p14:cNvContentPartPr/>
                <p14:nvPr/>
              </p14:nvContentPartPr>
              <p14:xfrm>
                <a:off x="9937605" y="2758630"/>
                <a:ext cx="158040" cy="218520"/>
              </p14:xfrm>
            </p:contentPart>
          </mc:Choice>
          <mc:Fallback>
            <p:pic>
              <p:nvPicPr>
                <p:cNvPr id="55" name="Ink 54">
                  <a:extLst>
                    <a:ext uri="{FF2B5EF4-FFF2-40B4-BE49-F238E27FC236}">
                      <a16:creationId xmlns:a16="http://schemas.microsoft.com/office/drawing/2014/main" id="{BC2B9050-56C1-EE0A-14E2-638B4BDEE998}"/>
                    </a:ext>
                  </a:extLst>
                </p:cNvPr>
                <p:cNvPicPr/>
                <p:nvPr/>
              </p:nvPicPr>
              <p:blipFill>
                <a:blip r:embed="rId95"/>
                <a:stretch>
                  <a:fillRect/>
                </a:stretch>
              </p:blipFill>
              <p:spPr>
                <a:xfrm>
                  <a:off x="9928605" y="2749630"/>
                  <a:ext cx="17568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6" name="Ink 55">
                  <a:extLst>
                    <a:ext uri="{FF2B5EF4-FFF2-40B4-BE49-F238E27FC236}">
                      <a16:creationId xmlns:a16="http://schemas.microsoft.com/office/drawing/2014/main" id="{8D250486-F248-6DA3-19AF-FC625F88F88A}"/>
                    </a:ext>
                  </a:extLst>
                </p14:cNvPr>
                <p14:cNvContentPartPr/>
                <p14:nvPr/>
              </p14:nvContentPartPr>
              <p14:xfrm>
                <a:off x="10207605" y="2750710"/>
                <a:ext cx="187560" cy="226080"/>
              </p14:xfrm>
            </p:contentPart>
          </mc:Choice>
          <mc:Fallback>
            <p:pic>
              <p:nvPicPr>
                <p:cNvPr id="56" name="Ink 55">
                  <a:extLst>
                    <a:ext uri="{FF2B5EF4-FFF2-40B4-BE49-F238E27FC236}">
                      <a16:creationId xmlns:a16="http://schemas.microsoft.com/office/drawing/2014/main" id="{8D250486-F248-6DA3-19AF-FC625F88F88A}"/>
                    </a:ext>
                  </a:extLst>
                </p:cNvPr>
                <p:cNvPicPr/>
                <p:nvPr/>
              </p:nvPicPr>
              <p:blipFill>
                <a:blip r:embed="rId97"/>
                <a:stretch>
                  <a:fillRect/>
                </a:stretch>
              </p:blipFill>
              <p:spPr>
                <a:xfrm>
                  <a:off x="10198965" y="2741710"/>
                  <a:ext cx="20520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7" name="Ink 56">
                  <a:extLst>
                    <a:ext uri="{FF2B5EF4-FFF2-40B4-BE49-F238E27FC236}">
                      <a16:creationId xmlns:a16="http://schemas.microsoft.com/office/drawing/2014/main" id="{D9439ADF-A758-68F7-3CA7-3EBED1A8CEC8}"/>
                    </a:ext>
                  </a:extLst>
                </p14:cNvPr>
                <p14:cNvContentPartPr/>
                <p14:nvPr/>
              </p14:nvContentPartPr>
              <p14:xfrm>
                <a:off x="9367725" y="2252470"/>
                <a:ext cx="27000" cy="21960"/>
              </p14:xfrm>
            </p:contentPart>
          </mc:Choice>
          <mc:Fallback>
            <p:pic>
              <p:nvPicPr>
                <p:cNvPr id="57" name="Ink 56">
                  <a:extLst>
                    <a:ext uri="{FF2B5EF4-FFF2-40B4-BE49-F238E27FC236}">
                      <a16:creationId xmlns:a16="http://schemas.microsoft.com/office/drawing/2014/main" id="{D9439ADF-A758-68F7-3CA7-3EBED1A8CEC8}"/>
                    </a:ext>
                  </a:extLst>
                </p:cNvPr>
                <p:cNvPicPr/>
                <p:nvPr/>
              </p:nvPicPr>
              <p:blipFill>
                <a:blip r:embed="rId99"/>
                <a:stretch>
                  <a:fillRect/>
                </a:stretch>
              </p:blipFill>
              <p:spPr>
                <a:xfrm>
                  <a:off x="9359085" y="2243830"/>
                  <a:ext cx="4464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8" name="Ink 57">
                  <a:extLst>
                    <a:ext uri="{FF2B5EF4-FFF2-40B4-BE49-F238E27FC236}">
                      <a16:creationId xmlns:a16="http://schemas.microsoft.com/office/drawing/2014/main" id="{8D8EE1F4-C3CA-75A3-A5CC-6A820BB6EA9D}"/>
                    </a:ext>
                  </a:extLst>
                </p14:cNvPr>
                <p14:cNvContentPartPr/>
                <p14:nvPr/>
              </p14:nvContentPartPr>
              <p14:xfrm>
                <a:off x="9397965" y="2139070"/>
                <a:ext cx="360" cy="34920"/>
              </p14:xfrm>
            </p:contentPart>
          </mc:Choice>
          <mc:Fallback>
            <p:pic>
              <p:nvPicPr>
                <p:cNvPr id="58" name="Ink 57">
                  <a:extLst>
                    <a:ext uri="{FF2B5EF4-FFF2-40B4-BE49-F238E27FC236}">
                      <a16:creationId xmlns:a16="http://schemas.microsoft.com/office/drawing/2014/main" id="{8D8EE1F4-C3CA-75A3-A5CC-6A820BB6EA9D}"/>
                    </a:ext>
                  </a:extLst>
                </p:cNvPr>
                <p:cNvPicPr/>
                <p:nvPr/>
              </p:nvPicPr>
              <p:blipFill>
                <a:blip r:embed="rId101"/>
                <a:stretch>
                  <a:fillRect/>
                </a:stretch>
              </p:blipFill>
              <p:spPr>
                <a:xfrm>
                  <a:off x="9389325" y="2130070"/>
                  <a:ext cx="18000" cy="52560"/>
                </a:xfrm>
                <a:prstGeom prst="rect">
                  <a:avLst/>
                </a:prstGeom>
              </p:spPr>
            </p:pic>
          </mc:Fallback>
        </mc:AlternateContent>
      </p:grpSp>
      <p:grpSp>
        <p:nvGrpSpPr>
          <p:cNvPr id="61" name="Group 60">
            <a:extLst>
              <a:ext uri="{FF2B5EF4-FFF2-40B4-BE49-F238E27FC236}">
                <a16:creationId xmlns:a16="http://schemas.microsoft.com/office/drawing/2014/main" id="{CE65E457-11CE-20DB-7B7B-497C50447A10}"/>
              </a:ext>
            </a:extLst>
          </p:cNvPr>
          <p:cNvGrpSpPr/>
          <p:nvPr/>
        </p:nvGrpSpPr>
        <p:grpSpPr>
          <a:xfrm>
            <a:off x="9393285" y="1790950"/>
            <a:ext cx="53640" cy="92520"/>
            <a:chOff x="9393285" y="1790950"/>
            <a:chExt cx="53640" cy="92520"/>
          </a:xfrm>
        </p:grpSpPr>
        <mc:AlternateContent xmlns:mc="http://schemas.openxmlformats.org/markup-compatibility/2006">
          <mc:Choice xmlns:p14="http://schemas.microsoft.com/office/powerpoint/2010/main" Requires="p14">
            <p:contentPart p14:bwMode="auto" r:id="rId102">
              <p14:nvContentPartPr>
                <p14:cNvPr id="59" name="Ink 58">
                  <a:extLst>
                    <a:ext uri="{FF2B5EF4-FFF2-40B4-BE49-F238E27FC236}">
                      <a16:creationId xmlns:a16="http://schemas.microsoft.com/office/drawing/2014/main" id="{2BBEBA5A-57F7-90C1-B7B4-FB2EF489B482}"/>
                    </a:ext>
                  </a:extLst>
                </p14:cNvPr>
                <p14:cNvContentPartPr/>
                <p14:nvPr/>
              </p14:nvContentPartPr>
              <p14:xfrm>
                <a:off x="9393285" y="1842790"/>
                <a:ext cx="17280" cy="40680"/>
              </p14:xfrm>
            </p:contentPart>
          </mc:Choice>
          <mc:Fallback>
            <p:pic>
              <p:nvPicPr>
                <p:cNvPr id="59" name="Ink 58">
                  <a:extLst>
                    <a:ext uri="{FF2B5EF4-FFF2-40B4-BE49-F238E27FC236}">
                      <a16:creationId xmlns:a16="http://schemas.microsoft.com/office/drawing/2014/main" id="{2BBEBA5A-57F7-90C1-B7B4-FB2EF489B482}"/>
                    </a:ext>
                  </a:extLst>
                </p:cNvPr>
                <p:cNvPicPr/>
                <p:nvPr/>
              </p:nvPicPr>
              <p:blipFill>
                <a:blip r:embed="rId103"/>
                <a:stretch>
                  <a:fillRect/>
                </a:stretch>
              </p:blipFill>
              <p:spPr>
                <a:xfrm>
                  <a:off x="9384645" y="1833790"/>
                  <a:ext cx="3492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0" name="Ink 59">
                  <a:extLst>
                    <a:ext uri="{FF2B5EF4-FFF2-40B4-BE49-F238E27FC236}">
                      <a16:creationId xmlns:a16="http://schemas.microsoft.com/office/drawing/2014/main" id="{7F6A270F-8398-4ADF-77D9-6D5495CB060F}"/>
                    </a:ext>
                  </a:extLst>
                </p14:cNvPr>
                <p14:cNvContentPartPr/>
                <p14:nvPr/>
              </p14:nvContentPartPr>
              <p14:xfrm>
                <a:off x="9446565" y="1790950"/>
                <a:ext cx="360" cy="1800"/>
              </p14:xfrm>
            </p:contentPart>
          </mc:Choice>
          <mc:Fallback>
            <p:pic>
              <p:nvPicPr>
                <p:cNvPr id="60" name="Ink 59">
                  <a:extLst>
                    <a:ext uri="{FF2B5EF4-FFF2-40B4-BE49-F238E27FC236}">
                      <a16:creationId xmlns:a16="http://schemas.microsoft.com/office/drawing/2014/main" id="{7F6A270F-8398-4ADF-77D9-6D5495CB060F}"/>
                    </a:ext>
                  </a:extLst>
                </p:cNvPr>
                <p:cNvPicPr/>
                <p:nvPr/>
              </p:nvPicPr>
              <p:blipFill>
                <a:blip r:embed="rId105"/>
                <a:stretch>
                  <a:fillRect/>
                </a:stretch>
              </p:blipFill>
              <p:spPr>
                <a:xfrm>
                  <a:off x="9437565" y="1781950"/>
                  <a:ext cx="18000" cy="19440"/>
                </a:xfrm>
                <a:prstGeom prst="rect">
                  <a:avLst/>
                </a:prstGeom>
              </p:spPr>
            </p:pic>
          </mc:Fallback>
        </mc:AlternateContent>
      </p:grpSp>
      <p:grpSp>
        <p:nvGrpSpPr>
          <p:cNvPr id="83" name="Group 82">
            <a:extLst>
              <a:ext uri="{FF2B5EF4-FFF2-40B4-BE49-F238E27FC236}">
                <a16:creationId xmlns:a16="http://schemas.microsoft.com/office/drawing/2014/main" id="{8CB31058-92CC-248E-E001-33EC3BC04C8C}"/>
              </a:ext>
            </a:extLst>
          </p:cNvPr>
          <p:cNvGrpSpPr/>
          <p:nvPr/>
        </p:nvGrpSpPr>
        <p:grpSpPr>
          <a:xfrm>
            <a:off x="6582045" y="3657190"/>
            <a:ext cx="1269720" cy="439200"/>
            <a:chOff x="6582045" y="3657190"/>
            <a:chExt cx="1269720" cy="439200"/>
          </a:xfrm>
        </p:grpSpPr>
        <mc:AlternateContent xmlns:mc="http://schemas.openxmlformats.org/markup-compatibility/2006">
          <mc:Choice xmlns:p14="http://schemas.microsoft.com/office/powerpoint/2010/main" Requires="p14">
            <p:contentPart p14:bwMode="auto" r:id="rId106">
              <p14:nvContentPartPr>
                <p14:cNvPr id="64" name="Ink 63">
                  <a:extLst>
                    <a:ext uri="{FF2B5EF4-FFF2-40B4-BE49-F238E27FC236}">
                      <a16:creationId xmlns:a16="http://schemas.microsoft.com/office/drawing/2014/main" id="{49263253-8497-8976-1534-FB37CE823E09}"/>
                    </a:ext>
                  </a:extLst>
                </p14:cNvPr>
                <p14:cNvContentPartPr/>
                <p14:nvPr/>
              </p14:nvContentPartPr>
              <p14:xfrm>
                <a:off x="6582045" y="3657190"/>
                <a:ext cx="456120" cy="425880"/>
              </p14:xfrm>
            </p:contentPart>
          </mc:Choice>
          <mc:Fallback>
            <p:pic>
              <p:nvPicPr>
                <p:cNvPr id="64" name="Ink 63">
                  <a:extLst>
                    <a:ext uri="{FF2B5EF4-FFF2-40B4-BE49-F238E27FC236}">
                      <a16:creationId xmlns:a16="http://schemas.microsoft.com/office/drawing/2014/main" id="{49263253-8497-8976-1534-FB37CE823E09}"/>
                    </a:ext>
                  </a:extLst>
                </p:cNvPr>
                <p:cNvPicPr/>
                <p:nvPr/>
              </p:nvPicPr>
              <p:blipFill>
                <a:blip r:embed="rId107"/>
                <a:stretch>
                  <a:fillRect/>
                </a:stretch>
              </p:blipFill>
              <p:spPr>
                <a:xfrm>
                  <a:off x="6573405" y="3648550"/>
                  <a:ext cx="473760" cy="4435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5" name="Ink 64">
                  <a:extLst>
                    <a:ext uri="{FF2B5EF4-FFF2-40B4-BE49-F238E27FC236}">
                      <a16:creationId xmlns:a16="http://schemas.microsoft.com/office/drawing/2014/main" id="{EE68CAAC-558A-041C-9FB5-CD6537869959}"/>
                    </a:ext>
                  </a:extLst>
                </p14:cNvPr>
                <p14:cNvContentPartPr/>
                <p14:nvPr/>
              </p14:nvContentPartPr>
              <p14:xfrm>
                <a:off x="7101525" y="3724870"/>
                <a:ext cx="198360" cy="371520"/>
              </p14:xfrm>
            </p:contentPart>
          </mc:Choice>
          <mc:Fallback>
            <p:pic>
              <p:nvPicPr>
                <p:cNvPr id="65" name="Ink 64">
                  <a:extLst>
                    <a:ext uri="{FF2B5EF4-FFF2-40B4-BE49-F238E27FC236}">
                      <a16:creationId xmlns:a16="http://schemas.microsoft.com/office/drawing/2014/main" id="{EE68CAAC-558A-041C-9FB5-CD6537869959}"/>
                    </a:ext>
                  </a:extLst>
                </p:cNvPr>
                <p:cNvPicPr/>
                <p:nvPr/>
              </p:nvPicPr>
              <p:blipFill>
                <a:blip r:embed="rId109"/>
                <a:stretch>
                  <a:fillRect/>
                </a:stretch>
              </p:blipFill>
              <p:spPr>
                <a:xfrm>
                  <a:off x="7092885" y="3715870"/>
                  <a:ext cx="216000" cy="3891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6" name="Ink 65">
                  <a:extLst>
                    <a:ext uri="{FF2B5EF4-FFF2-40B4-BE49-F238E27FC236}">
                      <a16:creationId xmlns:a16="http://schemas.microsoft.com/office/drawing/2014/main" id="{660F08C3-7563-1C31-EBE4-20A67FE78736}"/>
                    </a:ext>
                  </a:extLst>
                </p14:cNvPr>
                <p14:cNvContentPartPr/>
                <p14:nvPr/>
              </p14:nvContentPartPr>
              <p14:xfrm>
                <a:off x="7352085" y="3696070"/>
                <a:ext cx="499680" cy="385560"/>
              </p14:xfrm>
            </p:contentPart>
          </mc:Choice>
          <mc:Fallback>
            <p:pic>
              <p:nvPicPr>
                <p:cNvPr id="66" name="Ink 65">
                  <a:extLst>
                    <a:ext uri="{FF2B5EF4-FFF2-40B4-BE49-F238E27FC236}">
                      <a16:creationId xmlns:a16="http://schemas.microsoft.com/office/drawing/2014/main" id="{660F08C3-7563-1C31-EBE4-20A67FE78736}"/>
                    </a:ext>
                  </a:extLst>
                </p:cNvPr>
                <p:cNvPicPr/>
                <p:nvPr/>
              </p:nvPicPr>
              <p:blipFill>
                <a:blip r:embed="rId111"/>
                <a:stretch>
                  <a:fillRect/>
                </a:stretch>
              </p:blipFill>
              <p:spPr>
                <a:xfrm>
                  <a:off x="7343085" y="3687070"/>
                  <a:ext cx="517320" cy="4032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2">
            <p14:nvContentPartPr>
              <p14:cNvPr id="67" name="Ink 66">
                <a:extLst>
                  <a:ext uri="{FF2B5EF4-FFF2-40B4-BE49-F238E27FC236}">
                    <a16:creationId xmlns:a16="http://schemas.microsoft.com/office/drawing/2014/main" id="{9757FDBA-9E3A-A3FA-3925-285277049547}"/>
                  </a:ext>
                </a:extLst>
              </p14:cNvPr>
              <p14:cNvContentPartPr/>
              <p14:nvPr/>
            </p14:nvContentPartPr>
            <p14:xfrm>
              <a:off x="7036365" y="4524430"/>
              <a:ext cx="52200" cy="369720"/>
            </p14:xfrm>
          </p:contentPart>
        </mc:Choice>
        <mc:Fallback>
          <p:pic>
            <p:nvPicPr>
              <p:cNvPr id="67" name="Ink 66">
                <a:extLst>
                  <a:ext uri="{FF2B5EF4-FFF2-40B4-BE49-F238E27FC236}">
                    <a16:creationId xmlns:a16="http://schemas.microsoft.com/office/drawing/2014/main" id="{9757FDBA-9E3A-A3FA-3925-285277049547}"/>
                  </a:ext>
                </a:extLst>
              </p:cNvPr>
              <p:cNvPicPr/>
              <p:nvPr/>
            </p:nvPicPr>
            <p:blipFill>
              <a:blip r:embed="rId113"/>
              <a:stretch>
                <a:fillRect/>
              </a:stretch>
            </p:blipFill>
            <p:spPr>
              <a:xfrm>
                <a:off x="7027725" y="4515430"/>
                <a:ext cx="69840" cy="387360"/>
              </a:xfrm>
              <a:prstGeom prst="rect">
                <a:avLst/>
              </a:prstGeom>
            </p:spPr>
          </p:pic>
        </mc:Fallback>
      </mc:AlternateContent>
      <p:grpSp>
        <p:nvGrpSpPr>
          <p:cNvPr id="82" name="Group 81">
            <a:extLst>
              <a:ext uri="{FF2B5EF4-FFF2-40B4-BE49-F238E27FC236}">
                <a16:creationId xmlns:a16="http://schemas.microsoft.com/office/drawing/2014/main" id="{75B36041-F943-272C-BF72-99CC57CD5D47}"/>
              </a:ext>
            </a:extLst>
          </p:cNvPr>
          <p:cNvGrpSpPr/>
          <p:nvPr/>
        </p:nvGrpSpPr>
        <p:grpSpPr>
          <a:xfrm>
            <a:off x="6410325" y="5136430"/>
            <a:ext cx="2370960" cy="504360"/>
            <a:chOff x="6410325" y="5136430"/>
            <a:chExt cx="2370960" cy="504360"/>
          </a:xfrm>
        </p:grpSpPr>
        <mc:AlternateContent xmlns:mc="http://schemas.openxmlformats.org/markup-compatibility/2006">
          <mc:Choice xmlns:p14="http://schemas.microsoft.com/office/powerpoint/2010/main" Requires="p14">
            <p:contentPart p14:bwMode="auto" r:id="rId114">
              <p14:nvContentPartPr>
                <p14:cNvPr id="68" name="Ink 67">
                  <a:extLst>
                    <a:ext uri="{FF2B5EF4-FFF2-40B4-BE49-F238E27FC236}">
                      <a16:creationId xmlns:a16="http://schemas.microsoft.com/office/drawing/2014/main" id="{08BB16BC-A1EE-4440-A7D1-D8E2E435C7B2}"/>
                    </a:ext>
                  </a:extLst>
                </p14:cNvPr>
                <p14:cNvContentPartPr/>
                <p14:nvPr/>
              </p14:nvContentPartPr>
              <p14:xfrm>
                <a:off x="6410325" y="5386270"/>
                <a:ext cx="169920" cy="154080"/>
              </p14:xfrm>
            </p:contentPart>
          </mc:Choice>
          <mc:Fallback>
            <p:pic>
              <p:nvPicPr>
                <p:cNvPr id="68" name="Ink 67">
                  <a:extLst>
                    <a:ext uri="{FF2B5EF4-FFF2-40B4-BE49-F238E27FC236}">
                      <a16:creationId xmlns:a16="http://schemas.microsoft.com/office/drawing/2014/main" id="{08BB16BC-A1EE-4440-A7D1-D8E2E435C7B2}"/>
                    </a:ext>
                  </a:extLst>
                </p:cNvPr>
                <p:cNvPicPr/>
                <p:nvPr/>
              </p:nvPicPr>
              <p:blipFill>
                <a:blip r:embed="rId115"/>
                <a:stretch>
                  <a:fillRect/>
                </a:stretch>
              </p:blipFill>
              <p:spPr>
                <a:xfrm>
                  <a:off x="6401325" y="5377270"/>
                  <a:ext cx="18756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9" name="Ink 68">
                  <a:extLst>
                    <a:ext uri="{FF2B5EF4-FFF2-40B4-BE49-F238E27FC236}">
                      <a16:creationId xmlns:a16="http://schemas.microsoft.com/office/drawing/2014/main" id="{7176C792-B42C-CC89-5497-91D0B1AC2FE4}"/>
                    </a:ext>
                  </a:extLst>
                </p14:cNvPr>
                <p14:cNvContentPartPr/>
                <p14:nvPr/>
              </p14:nvContentPartPr>
              <p14:xfrm>
                <a:off x="6703365" y="5136430"/>
                <a:ext cx="128520" cy="397440"/>
              </p14:xfrm>
            </p:contentPart>
          </mc:Choice>
          <mc:Fallback>
            <p:pic>
              <p:nvPicPr>
                <p:cNvPr id="69" name="Ink 68">
                  <a:extLst>
                    <a:ext uri="{FF2B5EF4-FFF2-40B4-BE49-F238E27FC236}">
                      <a16:creationId xmlns:a16="http://schemas.microsoft.com/office/drawing/2014/main" id="{7176C792-B42C-CC89-5497-91D0B1AC2FE4}"/>
                    </a:ext>
                  </a:extLst>
                </p:cNvPr>
                <p:cNvPicPr/>
                <p:nvPr/>
              </p:nvPicPr>
              <p:blipFill>
                <a:blip r:embed="rId117"/>
                <a:stretch>
                  <a:fillRect/>
                </a:stretch>
              </p:blipFill>
              <p:spPr>
                <a:xfrm>
                  <a:off x="6694725" y="5127790"/>
                  <a:ext cx="146160" cy="4150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0" name="Ink 69">
                  <a:extLst>
                    <a:ext uri="{FF2B5EF4-FFF2-40B4-BE49-F238E27FC236}">
                      <a16:creationId xmlns:a16="http://schemas.microsoft.com/office/drawing/2014/main" id="{05E0A84F-24FD-352D-DFC9-2DFD0F223382}"/>
                    </a:ext>
                  </a:extLst>
                </p14:cNvPr>
                <p14:cNvContentPartPr/>
                <p14:nvPr/>
              </p14:nvContentPartPr>
              <p14:xfrm>
                <a:off x="6667005" y="5431630"/>
                <a:ext cx="39960" cy="6840"/>
              </p14:xfrm>
            </p:contentPart>
          </mc:Choice>
          <mc:Fallback>
            <p:pic>
              <p:nvPicPr>
                <p:cNvPr id="70" name="Ink 69">
                  <a:extLst>
                    <a:ext uri="{FF2B5EF4-FFF2-40B4-BE49-F238E27FC236}">
                      <a16:creationId xmlns:a16="http://schemas.microsoft.com/office/drawing/2014/main" id="{05E0A84F-24FD-352D-DFC9-2DFD0F223382}"/>
                    </a:ext>
                  </a:extLst>
                </p:cNvPr>
                <p:cNvPicPr/>
                <p:nvPr/>
              </p:nvPicPr>
              <p:blipFill>
                <a:blip r:embed="rId119"/>
                <a:stretch>
                  <a:fillRect/>
                </a:stretch>
              </p:blipFill>
              <p:spPr>
                <a:xfrm>
                  <a:off x="6658005" y="5422630"/>
                  <a:ext cx="5760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1" name="Ink 70">
                  <a:extLst>
                    <a:ext uri="{FF2B5EF4-FFF2-40B4-BE49-F238E27FC236}">
                      <a16:creationId xmlns:a16="http://schemas.microsoft.com/office/drawing/2014/main" id="{55E4D23B-F64F-1E32-2454-DBC670CDF181}"/>
                    </a:ext>
                  </a:extLst>
                </p14:cNvPr>
                <p14:cNvContentPartPr/>
                <p14:nvPr/>
              </p14:nvContentPartPr>
              <p14:xfrm>
                <a:off x="7037085" y="5413630"/>
                <a:ext cx="122040" cy="171000"/>
              </p14:xfrm>
            </p:contentPart>
          </mc:Choice>
          <mc:Fallback>
            <p:pic>
              <p:nvPicPr>
                <p:cNvPr id="71" name="Ink 70">
                  <a:extLst>
                    <a:ext uri="{FF2B5EF4-FFF2-40B4-BE49-F238E27FC236}">
                      <a16:creationId xmlns:a16="http://schemas.microsoft.com/office/drawing/2014/main" id="{55E4D23B-F64F-1E32-2454-DBC670CDF181}"/>
                    </a:ext>
                  </a:extLst>
                </p:cNvPr>
                <p:cNvPicPr/>
                <p:nvPr/>
              </p:nvPicPr>
              <p:blipFill>
                <a:blip r:embed="rId121"/>
                <a:stretch>
                  <a:fillRect/>
                </a:stretch>
              </p:blipFill>
              <p:spPr>
                <a:xfrm>
                  <a:off x="7028085" y="5404630"/>
                  <a:ext cx="13968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2" name="Ink 71">
                  <a:extLst>
                    <a:ext uri="{FF2B5EF4-FFF2-40B4-BE49-F238E27FC236}">
                      <a16:creationId xmlns:a16="http://schemas.microsoft.com/office/drawing/2014/main" id="{F20D8F0A-E692-932F-E651-B383762FE37B}"/>
                    </a:ext>
                  </a:extLst>
                </p14:cNvPr>
                <p14:cNvContentPartPr/>
                <p14:nvPr/>
              </p14:nvContentPartPr>
              <p14:xfrm>
                <a:off x="7271805" y="5458270"/>
                <a:ext cx="116280" cy="126000"/>
              </p14:xfrm>
            </p:contentPart>
          </mc:Choice>
          <mc:Fallback>
            <p:pic>
              <p:nvPicPr>
                <p:cNvPr id="72" name="Ink 71">
                  <a:extLst>
                    <a:ext uri="{FF2B5EF4-FFF2-40B4-BE49-F238E27FC236}">
                      <a16:creationId xmlns:a16="http://schemas.microsoft.com/office/drawing/2014/main" id="{F20D8F0A-E692-932F-E651-B383762FE37B}"/>
                    </a:ext>
                  </a:extLst>
                </p:cNvPr>
                <p:cNvPicPr/>
                <p:nvPr/>
              </p:nvPicPr>
              <p:blipFill>
                <a:blip r:embed="rId123"/>
                <a:stretch>
                  <a:fillRect/>
                </a:stretch>
              </p:blipFill>
              <p:spPr>
                <a:xfrm>
                  <a:off x="7263165" y="5449630"/>
                  <a:ext cx="13392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3" name="Ink 72">
                  <a:extLst>
                    <a:ext uri="{FF2B5EF4-FFF2-40B4-BE49-F238E27FC236}">
                      <a16:creationId xmlns:a16="http://schemas.microsoft.com/office/drawing/2014/main" id="{761AACBB-6D84-4E48-D9B2-FC47CC1BD3EF}"/>
                    </a:ext>
                  </a:extLst>
                </p14:cNvPr>
                <p14:cNvContentPartPr/>
                <p14:nvPr/>
              </p14:nvContentPartPr>
              <p14:xfrm>
                <a:off x="7441725" y="5482030"/>
                <a:ext cx="223560" cy="96120"/>
              </p14:xfrm>
            </p:contentPart>
          </mc:Choice>
          <mc:Fallback>
            <p:pic>
              <p:nvPicPr>
                <p:cNvPr id="73" name="Ink 72">
                  <a:extLst>
                    <a:ext uri="{FF2B5EF4-FFF2-40B4-BE49-F238E27FC236}">
                      <a16:creationId xmlns:a16="http://schemas.microsoft.com/office/drawing/2014/main" id="{761AACBB-6D84-4E48-D9B2-FC47CC1BD3EF}"/>
                    </a:ext>
                  </a:extLst>
                </p:cNvPr>
                <p:cNvPicPr/>
                <p:nvPr/>
              </p:nvPicPr>
              <p:blipFill>
                <a:blip r:embed="rId125"/>
                <a:stretch>
                  <a:fillRect/>
                </a:stretch>
              </p:blipFill>
              <p:spPr>
                <a:xfrm>
                  <a:off x="7432725" y="5473390"/>
                  <a:ext cx="24120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4" name="Ink 73">
                  <a:extLst>
                    <a:ext uri="{FF2B5EF4-FFF2-40B4-BE49-F238E27FC236}">
                      <a16:creationId xmlns:a16="http://schemas.microsoft.com/office/drawing/2014/main" id="{E869127A-F407-B2A5-E60C-4F9B379B8DFD}"/>
                    </a:ext>
                  </a:extLst>
                </p14:cNvPr>
                <p14:cNvContentPartPr/>
                <p14:nvPr/>
              </p14:nvContentPartPr>
              <p14:xfrm>
                <a:off x="7665285" y="5317870"/>
                <a:ext cx="37440" cy="235440"/>
              </p14:xfrm>
            </p:contentPart>
          </mc:Choice>
          <mc:Fallback>
            <p:pic>
              <p:nvPicPr>
                <p:cNvPr id="74" name="Ink 73">
                  <a:extLst>
                    <a:ext uri="{FF2B5EF4-FFF2-40B4-BE49-F238E27FC236}">
                      <a16:creationId xmlns:a16="http://schemas.microsoft.com/office/drawing/2014/main" id="{E869127A-F407-B2A5-E60C-4F9B379B8DFD}"/>
                    </a:ext>
                  </a:extLst>
                </p:cNvPr>
                <p:cNvPicPr/>
                <p:nvPr/>
              </p:nvPicPr>
              <p:blipFill>
                <a:blip r:embed="rId127"/>
                <a:stretch>
                  <a:fillRect/>
                </a:stretch>
              </p:blipFill>
              <p:spPr>
                <a:xfrm>
                  <a:off x="7656645" y="5309230"/>
                  <a:ext cx="5508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5" name="Ink 74">
                  <a:extLst>
                    <a:ext uri="{FF2B5EF4-FFF2-40B4-BE49-F238E27FC236}">
                      <a16:creationId xmlns:a16="http://schemas.microsoft.com/office/drawing/2014/main" id="{9F7E022D-E22F-08B1-3CCA-688A3FAC482E}"/>
                    </a:ext>
                  </a:extLst>
                </p14:cNvPr>
                <p14:cNvContentPartPr/>
                <p14:nvPr/>
              </p14:nvContentPartPr>
              <p14:xfrm>
                <a:off x="7794525" y="5451070"/>
                <a:ext cx="107640" cy="168480"/>
              </p14:xfrm>
            </p:contentPart>
          </mc:Choice>
          <mc:Fallback>
            <p:pic>
              <p:nvPicPr>
                <p:cNvPr id="75" name="Ink 74">
                  <a:extLst>
                    <a:ext uri="{FF2B5EF4-FFF2-40B4-BE49-F238E27FC236}">
                      <a16:creationId xmlns:a16="http://schemas.microsoft.com/office/drawing/2014/main" id="{9F7E022D-E22F-08B1-3CCA-688A3FAC482E}"/>
                    </a:ext>
                  </a:extLst>
                </p:cNvPr>
                <p:cNvPicPr/>
                <p:nvPr/>
              </p:nvPicPr>
              <p:blipFill>
                <a:blip r:embed="rId129"/>
                <a:stretch>
                  <a:fillRect/>
                </a:stretch>
              </p:blipFill>
              <p:spPr>
                <a:xfrm>
                  <a:off x="7785525" y="5442070"/>
                  <a:ext cx="12528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6" name="Ink 75">
                  <a:extLst>
                    <a:ext uri="{FF2B5EF4-FFF2-40B4-BE49-F238E27FC236}">
                      <a16:creationId xmlns:a16="http://schemas.microsoft.com/office/drawing/2014/main" id="{1D4DCE58-9C8E-8F07-F35A-261A89D6DC8F}"/>
                    </a:ext>
                  </a:extLst>
                </p14:cNvPr>
                <p14:cNvContentPartPr/>
                <p14:nvPr/>
              </p14:nvContentPartPr>
              <p14:xfrm>
                <a:off x="8229405" y="5371870"/>
                <a:ext cx="154080" cy="151920"/>
              </p14:xfrm>
            </p:contentPart>
          </mc:Choice>
          <mc:Fallback>
            <p:pic>
              <p:nvPicPr>
                <p:cNvPr id="76" name="Ink 75">
                  <a:extLst>
                    <a:ext uri="{FF2B5EF4-FFF2-40B4-BE49-F238E27FC236}">
                      <a16:creationId xmlns:a16="http://schemas.microsoft.com/office/drawing/2014/main" id="{1D4DCE58-9C8E-8F07-F35A-261A89D6DC8F}"/>
                    </a:ext>
                  </a:extLst>
                </p:cNvPr>
                <p:cNvPicPr/>
                <p:nvPr/>
              </p:nvPicPr>
              <p:blipFill>
                <a:blip r:embed="rId131"/>
                <a:stretch>
                  <a:fillRect/>
                </a:stretch>
              </p:blipFill>
              <p:spPr>
                <a:xfrm>
                  <a:off x="8220765" y="5362870"/>
                  <a:ext cx="17172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7" name="Ink 76">
                  <a:extLst>
                    <a:ext uri="{FF2B5EF4-FFF2-40B4-BE49-F238E27FC236}">
                      <a16:creationId xmlns:a16="http://schemas.microsoft.com/office/drawing/2014/main" id="{011C873A-4838-3911-47FF-578CD0673AA0}"/>
                    </a:ext>
                  </a:extLst>
                </p14:cNvPr>
                <p14:cNvContentPartPr/>
                <p14:nvPr/>
              </p14:nvContentPartPr>
              <p14:xfrm>
                <a:off x="8479245" y="5402110"/>
                <a:ext cx="117000" cy="218520"/>
              </p14:xfrm>
            </p:contentPart>
          </mc:Choice>
          <mc:Fallback>
            <p:pic>
              <p:nvPicPr>
                <p:cNvPr id="77" name="Ink 76">
                  <a:extLst>
                    <a:ext uri="{FF2B5EF4-FFF2-40B4-BE49-F238E27FC236}">
                      <a16:creationId xmlns:a16="http://schemas.microsoft.com/office/drawing/2014/main" id="{011C873A-4838-3911-47FF-578CD0673AA0}"/>
                    </a:ext>
                  </a:extLst>
                </p:cNvPr>
                <p:cNvPicPr/>
                <p:nvPr/>
              </p:nvPicPr>
              <p:blipFill>
                <a:blip r:embed="rId133"/>
                <a:stretch>
                  <a:fillRect/>
                </a:stretch>
              </p:blipFill>
              <p:spPr>
                <a:xfrm>
                  <a:off x="8470605" y="5393470"/>
                  <a:ext cx="13464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8" name="Ink 77">
                  <a:extLst>
                    <a:ext uri="{FF2B5EF4-FFF2-40B4-BE49-F238E27FC236}">
                      <a16:creationId xmlns:a16="http://schemas.microsoft.com/office/drawing/2014/main" id="{04215932-05B2-6794-CFCA-9A20976B779C}"/>
                    </a:ext>
                  </a:extLst>
                </p14:cNvPr>
                <p14:cNvContentPartPr/>
                <p14:nvPr/>
              </p14:nvContentPartPr>
              <p14:xfrm>
                <a:off x="8623245" y="5379790"/>
                <a:ext cx="158040" cy="261000"/>
              </p14:xfrm>
            </p:contentPart>
          </mc:Choice>
          <mc:Fallback>
            <p:pic>
              <p:nvPicPr>
                <p:cNvPr id="78" name="Ink 77">
                  <a:extLst>
                    <a:ext uri="{FF2B5EF4-FFF2-40B4-BE49-F238E27FC236}">
                      <a16:creationId xmlns:a16="http://schemas.microsoft.com/office/drawing/2014/main" id="{04215932-05B2-6794-CFCA-9A20976B779C}"/>
                    </a:ext>
                  </a:extLst>
                </p:cNvPr>
                <p:cNvPicPr/>
                <p:nvPr/>
              </p:nvPicPr>
              <p:blipFill>
                <a:blip r:embed="rId135"/>
                <a:stretch>
                  <a:fillRect/>
                </a:stretch>
              </p:blipFill>
              <p:spPr>
                <a:xfrm>
                  <a:off x="8614245" y="5371150"/>
                  <a:ext cx="175680" cy="278640"/>
                </a:xfrm>
                <a:prstGeom prst="rect">
                  <a:avLst/>
                </a:prstGeom>
              </p:spPr>
            </p:pic>
          </mc:Fallback>
        </mc:AlternateContent>
      </p:grpSp>
      <p:grpSp>
        <p:nvGrpSpPr>
          <p:cNvPr id="90" name="Group 89">
            <a:extLst>
              <a:ext uri="{FF2B5EF4-FFF2-40B4-BE49-F238E27FC236}">
                <a16:creationId xmlns:a16="http://schemas.microsoft.com/office/drawing/2014/main" id="{0D6D6E17-CC68-5725-9D12-9F8C4B7D9ECB}"/>
              </a:ext>
            </a:extLst>
          </p:cNvPr>
          <p:cNvGrpSpPr/>
          <p:nvPr/>
        </p:nvGrpSpPr>
        <p:grpSpPr>
          <a:xfrm>
            <a:off x="9181605" y="5294830"/>
            <a:ext cx="2439000" cy="379440"/>
            <a:chOff x="9181605" y="5294830"/>
            <a:chExt cx="2439000" cy="379440"/>
          </a:xfrm>
        </p:grpSpPr>
        <mc:AlternateContent xmlns:mc="http://schemas.openxmlformats.org/markup-compatibility/2006">
          <mc:Choice xmlns:p14="http://schemas.microsoft.com/office/powerpoint/2010/main" Requires="p14">
            <p:contentPart p14:bwMode="auto" r:id="rId136">
              <p14:nvContentPartPr>
                <p14:cNvPr id="79" name="Ink 78">
                  <a:extLst>
                    <a:ext uri="{FF2B5EF4-FFF2-40B4-BE49-F238E27FC236}">
                      <a16:creationId xmlns:a16="http://schemas.microsoft.com/office/drawing/2014/main" id="{FC9D2B49-FF55-5794-E2A9-03BCB567807D}"/>
                    </a:ext>
                  </a:extLst>
                </p14:cNvPr>
                <p14:cNvContentPartPr/>
                <p14:nvPr/>
              </p14:nvContentPartPr>
              <p14:xfrm>
                <a:off x="9181605" y="5461510"/>
                <a:ext cx="95400" cy="6840"/>
              </p14:xfrm>
            </p:contentPart>
          </mc:Choice>
          <mc:Fallback>
            <p:pic>
              <p:nvPicPr>
                <p:cNvPr id="79" name="Ink 78">
                  <a:extLst>
                    <a:ext uri="{FF2B5EF4-FFF2-40B4-BE49-F238E27FC236}">
                      <a16:creationId xmlns:a16="http://schemas.microsoft.com/office/drawing/2014/main" id="{FC9D2B49-FF55-5794-E2A9-03BCB567807D}"/>
                    </a:ext>
                  </a:extLst>
                </p:cNvPr>
                <p:cNvPicPr/>
                <p:nvPr/>
              </p:nvPicPr>
              <p:blipFill>
                <a:blip r:embed="rId137"/>
                <a:stretch>
                  <a:fillRect/>
                </a:stretch>
              </p:blipFill>
              <p:spPr>
                <a:xfrm>
                  <a:off x="9172965" y="5452870"/>
                  <a:ext cx="11304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0" name="Ink 79">
                  <a:extLst>
                    <a:ext uri="{FF2B5EF4-FFF2-40B4-BE49-F238E27FC236}">
                      <a16:creationId xmlns:a16="http://schemas.microsoft.com/office/drawing/2014/main" id="{51107B41-7CE0-29C0-8EDC-06F98B4852D4}"/>
                    </a:ext>
                  </a:extLst>
                </p14:cNvPr>
                <p14:cNvContentPartPr/>
                <p14:nvPr/>
              </p14:nvContentPartPr>
              <p14:xfrm>
                <a:off x="9410205" y="5397430"/>
                <a:ext cx="287280" cy="131040"/>
              </p14:xfrm>
            </p:contentPart>
          </mc:Choice>
          <mc:Fallback>
            <p:pic>
              <p:nvPicPr>
                <p:cNvPr id="80" name="Ink 79">
                  <a:extLst>
                    <a:ext uri="{FF2B5EF4-FFF2-40B4-BE49-F238E27FC236}">
                      <a16:creationId xmlns:a16="http://schemas.microsoft.com/office/drawing/2014/main" id="{51107B41-7CE0-29C0-8EDC-06F98B4852D4}"/>
                    </a:ext>
                  </a:extLst>
                </p:cNvPr>
                <p:cNvPicPr/>
                <p:nvPr/>
              </p:nvPicPr>
              <p:blipFill>
                <a:blip r:embed="rId139"/>
                <a:stretch>
                  <a:fillRect/>
                </a:stretch>
              </p:blipFill>
              <p:spPr>
                <a:xfrm>
                  <a:off x="9401565" y="5388430"/>
                  <a:ext cx="30492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4" name="Ink 83">
                  <a:extLst>
                    <a:ext uri="{FF2B5EF4-FFF2-40B4-BE49-F238E27FC236}">
                      <a16:creationId xmlns:a16="http://schemas.microsoft.com/office/drawing/2014/main" id="{1D90F45D-F97C-4709-16A0-48C10559FB7D}"/>
                    </a:ext>
                  </a:extLst>
                </p14:cNvPr>
                <p14:cNvContentPartPr/>
                <p14:nvPr/>
              </p14:nvContentPartPr>
              <p14:xfrm>
                <a:off x="9950565" y="5296990"/>
                <a:ext cx="190080" cy="225720"/>
              </p14:xfrm>
            </p:contentPart>
          </mc:Choice>
          <mc:Fallback>
            <p:pic>
              <p:nvPicPr>
                <p:cNvPr id="84" name="Ink 83">
                  <a:extLst>
                    <a:ext uri="{FF2B5EF4-FFF2-40B4-BE49-F238E27FC236}">
                      <a16:creationId xmlns:a16="http://schemas.microsoft.com/office/drawing/2014/main" id="{1D90F45D-F97C-4709-16A0-48C10559FB7D}"/>
                    </a:ext>
                  </a:extLst>
                </p:cNvPr>
                <p:cNvPicPr/>
                <p:nvPr/>
              </p:nvPicPr>
              <p:blipFill>
                <a:blip r:embed="rId141"/>
                <a:stretch>
                  <a:fillRect/>
                </a:stretch>
              </p:blipFill>
              <p:spPr>
                <a:xfrm>
                  <a:off x="9941925" y="5288350"/>
                  <a:ext cx="20772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5" name="Ink 84">
                  <a:extLst>
                    <a:ext uri="{FF2B5EF4-FFF2-40B4-BE49-F238E27FC236}">
                      <a16:creationId xmlns:a16="http://schemas.microsoft.com/office/drawing/2014/main" id="{CD7374A0-EF0B-605E-941F-C095122ED25C}"/>
                    </a:ext>
                  </a:extLst>
                </p14:cNvPr>
                <p14:cNvContentPartPr/>
                <p14:nvPr/>
              </p14:nvContentPartPr>
              <p14:xfrm>
                <a:off x="10235325" y="5312470"/>
                <a:ext cx="275040" cy="204120"/>
              </p14:xfrm>
            </p:contentPart>
          </mc:Choice>
          <mc:Fallback>
            <p:pic>
              <p:nvPicPr>
                <p:cNvPr id="85" name="Ink 84">
                  <a:extLst>
                    <a:ext uri="{FF2B5EF4-FFF2-40B4-BE49-F238E27FC236}">
                      <a16:creationId xmlns:a16="http://schemas.microsoft.com/office/drawing/2014/main" id="{CD7374A0-EF0B-605E-941F-C095122ED25C}"/>
                    </a:ext>
                  </a:extLst>
                </p:cNvPr>
                <p:cNvPicPr/>
                <p:nvPr/>
              </p:nvPicPr>
              <p:blipFill>
                <a:blip r:embed="rId143"/>
                <a:stretch>
                  <a:fillRect/>
                </a:stretch>
              </p:blipFill>
              <p:spPr>
                <a:xfrm>
                  <a:off x="10226325" y="5303830"/>
                  <a:ext cx="29268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6" name="Ink 85">
                  <a:extLst>
                    <a:ext uri="{FF2B5EF4-FFF2-40B4-BE49-F238E27FC236}">
                      <a16:creationId xmlns:a16="http://schemas.microsoft.com/office/drawing/2014/main" id="{8E330B0D-96E7-C718-A731-6A80D2CF0340}"/>
                    </a:ext>
                  </a:extLst>
                </p14:cNvPr>
                <p14:cNvContentPartPr/>
                <p14:nvPr/>
              </p14:nvContentPartPr>
              <p14:xfrm>
                <a:off x="10579125" y="5353150"/>
                <a:ext cx="137520" cy="134280"/>
              </p14:xfrm>
            </p:contentPart>
          </mc:Choice>
          <mc:Fallback>
            <p:pic>
              <p:nvPicPr>
                <p:cNvPr id="86" name="Ink 85">
                  <a:extLst>
                    <a:ext uri="{FF2B5EF4-FFF2-40B4-BE49-F238E27FC236}">
                      <a16:creationId xmlns:a16="http://schemas.microsoft.com/office/drawing/2014/main" id="{8E330B0D-96E7-C718-A731-6A80D2CF0340}"/>
                    </a:ext>
                  </a:extLst>
                </p:cNvPr>
                <p:cNvPicPr/>
                <p:nvPr/>
              </p:nvPicPr>
              <p:blipFill>
                <a:blip r:embed="rId145"/>
                <a:stretch>
                  <a:fillRect/>
                </a:stretch>
              </p:blipFill>
              <p:spPr>
                <a:xfrm>
                  <a:off x="10570125" y="5344150"/>
                  <a:ext cx="15516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7" name="Ink 86">
                  <a:extLst>
                    <a:ext uri="{FF2B5EF4-FFF2-40B4-BE49-F238E27FC236}">
                      <a16:creationId xmlns:a16="http://schemas.microsoft.com/office/drawing/2014/main" id="{2678DD53-64AC-1389-15D7-73D9AA4986CC}"/>
                    </a:ext>
                  </a:extLst>
                </p14:cNvPr>
                <p14:cNvContentPartPr/>
                <p14:nvPr/>
              </p14:nvContentPartPr>
              <p14:xfrm>
                <a:off x="10748685" y="5354590"/>
                <a:ext cx="240120" cy="113040"/>
              </p14:xfrm>
            </p:contentPart>
          </mc:Choice>
          <mc:Fallback>
            <p:pic>
              <p:nvPicPr>
                <p:cNvPr id="87" name="Ink 86">
                  <a:extLst>
                    <a:ext uri="{FF2B5EF4-FFF2-40B4-BE49-F238E27FC236}">
                      <a16:creationId xmlns:a16="http://schemas.microsoft.com/office/drawing/2014/main" id="{2678DD53-64AC-1389-15D7-73D9AA4986CC}"/>
                    </a:ext>
                  </a:extLst>
                </p:cNvPr>
                <p:cNvPicPr/>
                <p:nvPr/>
              </p:nvPicPr>
              <p:blipFill>
                <a:blip r:embed="rId147"/>
                <a:stretch>
                  <a:fillRect/>
                </a:stretch>
              </p:blipFill>
              <p:spPr>
                <a:xfrm>
                  <a:off x="10739685" y="5345590"/>
                  <a:ext cx="25776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8" name="Ink 87">
                  <a:extLst>
                    <a:ext uri="{FF2B5EF4-FFF2-40B4-BE49-F238E27FC236}">
                      <a16:creationId xmlns:a16="http://schemas.microsoft.com/office/drawing/2014/main" id="{7417D921-B84E-895E-DD45-2DD393EEA6A9}"/>
                    </a:ext>
                  </a:extLst>
                </p14:cNvPr>
                <p14:cNvContentPartPr/>
                <p14:nvPr/>
              </p14:nvContentPartPr>
              <p14:xfrm>
                <a:off x="11069445" y="5336230"/>
                <a:ext cx="317160" cy="338040"/>
              </p14:xfrm>
            </p:contentPart>
          </mc:Choice>
          <mc:Fallback>
            <p:pic>
              <p:nvPicPr>
                <p:cNvPr id="88" name="Ink 87">
                  <a:extLst>
                    <a:ext uri="{FF2B5EF4-FFF2-40B4-BE49-F238E27FC236}">
                      <a16:creationId xmlns:a16="http://schemas.microsoft.com/office/drawing/2014/main" id="{7417D921-B84E-895E-DD45-2DD393EEA6A9}"/>
                    </a:ext>
                  </a:extLst>
                </p:cNvPr>
                <p:cNvPicPr/>
                <p:nvPr/>
              </p:nvPicPr>
              <p:blipFill>
                <a:blip r:embed="rId149"/>
                <a:stretch>
                  <a:fillRect/>
                </a:stretch>
              </p:blipFill>
              <p:spPr>
                <a:xfrm>
                  <a:off x="11060445" y="5327590"/>
                  <a:ext cx="334800" cy="35568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89" name="Ink 88">
                  <a:extLst>
                    <a:ext uri="{FF2B5EF4-FFF2-40B4-BE49-F238E27FC236}">
                      <a16:creationId xmlns:a16="http://schemas.microsoft.com/office/drawing/2014/main" id="{151D219C-23F1-0E9F-BEF0-785932DA1206}"/>
                    </a:ext>
                  </a:extLst>
                </p14:cNvPr>
                <p14:cNvContentPartPr/>
                <p14:nvPr/>
              </p14:nvContentPartPr>
              <p14:xfrm>
                <a:off x="11529525" y="5294830"/>
                <a:ext cx="91080" cy="185400"/>
              </p14:xfrm>
            </p:contentPart>
          </mc:Choice>
          <mc:Fallback>
            <p:pic>
              <p:nvPicPr>
                <p:cNvPr id="89" name="Ink 88">
                  <a:extLst>
                    <a:ext uri="{FF2B5EF4-FFF2-40B4-BE49-F238E27FC236}">
                      <a16:creationId xmlns:a16="http://schemas.microsoft.com/office/drawing/2014/main" id="{151D219C-23F1-0E9F-BEF0-785932DA1206}"/>
                    </a:ext>
                  </a:extLst>
                </p:cNvPr>
                <p:cNvPicPr/>
                <p:nvPr/>
              </p:nvPicPr>
              <p:blipFill>
                <a:blip r:embed="rId151"/>
                <a:stretch>
                  <a:fillRect/>
                </a:stretch>
              </p:blipFill>
              <p:spPr>
                <a:xfrm>
                  <a:off x="11520885" y="5286190"/>
                  <a:ext cx="108720" cy="203040"/>
                </a:xfrm>
                <a:prstGeom prst="rect">
                  <a:avLst/>
                </a:prstGeom>
              </p:spPr>
            </p:pic>
          </mc:Fallback>
        </mc:AlternateContent>
      </p:grpSp>
    </p:spTree>
    <p:extLst>
      <p:ext uri="{BB962C8B-B14F-4D97-AF65-F5344CB8AC3E}">
        <p14:creationId xmlns:p14="http://schemas.microsoft.com/office/powerpoint/2010/main" val="1398702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038DC-A46D-E703-EBC3-4B75CF1A8C9E}"/>
              </a:ext>
            </a:extLst>
          </p:cNvPr>
          <p:cNvSpPr>
            <a:spLocks noGrp="1"/>
          </p:cNvSpPr>
          <p:nvPr>
            <p:ph type="title"/>
          </p:nvPr>
        </p:nvSpPr>
        <p:spPr/>
        <p:txBody>
          <a:bodyPr/>
          <a:lstStyle/>
          <a:p>
            <a:r>
              <a:rPr lang="en-IN" dirty="0"/>
              <a:t>Application Development</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7D0D43FD-C392-FE73-4B31-8289286EE0EC}"/>
                  </a:ext>
                </a:extLst>
              </p14:cNvPr>
              <p14:cNvContentPartPr/>
              <p14:nvPr/>
            </p14:nvContentPartPr>
            <p14:xfrm>
              <a:off x="1029405" y="374247"/>
              <a:ext cx="360" cy="1440"/>
            </p14:xfrm>
          </p:contentPart>
        </mc:Choice>
        <mc:Fallback>
          <p:pic>
            <p:nvPicPr>
              <p:cNvPr id="3" name="Ink 2">
                <a:extLst>
                  <a:ext uri="{FF2B5EF4-FFF2-40B4-BE49-F238E27FC236}">
                    <a16:creationId xmlns:a16="http://schemas.microsoft.com/office/drawing/2014/main" id="{7D0D43FD-C392-FE73-4B31-8289286EE0EC}"/>
                  </a:ext>
                </a:extLst>
              </p:cNvPr>
              <p:cNvPicPr/>
              <p:nvPr/>
            </p:nvPicPr>
            <p:blipFill>
              <a:blip r:embed="rId3"/>
              <a:stretch>
                <a:fillRect/>
              </a:stretch>
            </p:blipFill>
            <p:spPr>
              <a:xfrm>
                <a:off x="1020405" y="365247"/>
                <a:ext cx="18000" cy="19080"/>
              </a:xfrm>
              <a:prstGeom prst="rect">
                <a:avLst/>
              </a:prstGeom>
            </p:spPr>
          </p:pic>
        </mc:Fallback>
      </mc:AlternateContent>
      <p:grpSp>
        <p:nvGrpSpPr>
          <p:cNvPr id="22" name="Group 21">
            <a:extLst>
              <a:ext uri="{FF2B5EF4-FFF2-40B4-BE49-F238E27FC236}">
                <a16:creationId xmlns:a16="http://schemas.microsoft.com/office/drawing/2014/main" id="{A3867532-2CA7-B7BC-F639-536F2A8FC392}"/>
              </a:ext>
            </a:extLst>
          </p:cNvPr>
          <p:cNvGrpSpPr/>
          <p:nvPr/>
        </p:nvGrpSpPr>
        <p:grpSpPr>
          <a:xfrm>
            <a:off x="6345885" y="94630"/>
            <a:ext cx="1186560" cy="649440"/>
            <a:chOff x="6345885" y="94630"/>
            <a:chExt cx="1186560" cy="649440"/>
          </a:xfrm>
        </p:grpSpPr>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C6B31385-4515-A24F-4740-3CA4A49CCD9A}"/>
                    </a:ext>
                  </a:extLst>
                </p14:cNvPr>
                <p14:cNvContentPartPr/>
                <p14:nvPr/>
              </p14:nvContentPartPr>
              <p14:xfrm>
                <a:off x="6453885" y="292990"/>
                <a:ext cx="481680" cy="138600"/>
              </p14:xfrm>
            </p:contentPart>
          </mc:Choice>
          <mc:Fallback>
            <p:pic>
              <p:nvPicPr>
                <p:cNvPr id="4" name="Ink 3">
                  <a:extLst>
                    <a:ext uri="{FF2B5EF4-FFF2-40B4-BE49-F238E27FC236}">
                      <a16:creationId xmlns:a16="http://schemas.microsoft.com/office/drawing/2014/main" id="{C6B31385-4515-A24F-4740-3CA4A49CCD9A}"/>
                    </a:ext>
                  </a:extLst>
                </p:cNvPr>
                <p:cNvPicPr/>
                <p:nvPr/>
              </p:nvPicPr>
              <p:blipFill>
                <a:blip r:embed="rId5"/>
                <a:stretch>
                  <a:fillRect/>
                </a:stretch>
              </p:blipFill>
              <p:spPr>
                <a:xfrm>
                  <a:off x="6444885" y="283990"/>
                  <a:ext cx="49932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90B2CDDC-134C-BA44-18FF-3D43984D1821}"/>
                    </a:ext>
                  </a:extLst>
                </p14:cNvPr>
                <p14:cNvContentPartPr/>
                <p14:nvPr/>
              </p14:nvContentPartPr>
              <p14:xfrm>
                <a:off x="6787245" y="193270"/>
                <a:ext cx="189720" cy="165600"/>
              </p14:xfrm>
            </p:contentPart>
          </mc:Choice>
          <mc:Fallback>
            <p:pic>
              <p:nvPicPr>
                <p:cNvPr id="5" name="Ink 4">
                  <a:extLst>
                    <a:ext uri="{FF2B5EF4-FFF2-40B4-BE49-F238E27FC236}">
                      <a16:creationId xmlns:a16="http://schemas.microsoft.com/office/drawing/2014/main" id="{90B2CDDC-134C-BA44-18FF-3D43984D1821}"/>
                    </a:ext>
                  </a:extLst>
                </p:cNvPr>
                <p:cNvPicPr/>
                <p:nvPr/>
              </p:nvPicPr>
              <p:blipFill>
                <a:blip r:embed="rId7"/>
                <a:stretch>
                  <a:fillRect/>
                </a:stretch>
              </p:blipFill>
              <p:spPr>
                <a:xfrm>
                  <a:off x="6778605" y="184630"/>
                  <a:ext cx="20736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A37C5BF8-2B68-600D-A9A0-8ABD1331C825}"/>
                    </a:ext>
                  </a:extLst>
                </p14:cNvPr>
                <p14:cNvContentPartPr/>
                <p14:nvPr/>
              </p14:nvContentPartPr>
              <p14:xfrm>
                <a:off x="6345885" y="458590"/>
                <a:ext cx="583560" cy="20880"/>
              </p14:xfrm>
            </p:contentPart>
          </mc:Choice>
          <mc:Fallback>
            <p:pic>
              <p:nvPicPr>
                <p:cNvPr id="6" name="Ink 5">
                  <a:extLst>
                    <a:ext uri="{FF2B5EF4-FFF2-40B4-BE49-F238E27FC236}">
                      <a16:creationId xmlns:a16="http://schemas.microsoft.com/office/drawing/2014/main" id="{A37C5BF8-2B68-600D-A9A0-8ABD1331C825}"/>
                    </a:ext>
                  </a:extLst>
                </p:cNvPr>
                <p:cNvPicPr/>
                <p:nvPr/>
              </p:nvPicPr>
              <p:blipFill>
                <a:blip r:embed="rId9"/>
                <a:stretch>
                  <a:fillRect/>
                </a:stretch>
              </p:blipFill>
              <p:spPr>
                <a:xfrm>
                  <a:off x="6337245" y="449950"/>
                  <a:ext cx="60120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A0313FDE-1A46-F85A-373B-9646264B9B6F}"/>
                    </a:ext>
                  </a:extLst>
                </p14:cNvPr>
                <p14:cNvContentPartPr/>
                <p14:nvPr/>
              </p14:nvContentPartPr>
              <p14:xfrm>
                <a:off x="6830805" y="417550"/>
                <a:ext cx="90000" cy="99360"/>
              </p14:xfrm>
            </p:contentPart>
          </mc:Choice>
          <mc:Fallback>
            <p:pic>
              <p:nvPicPr>
                <p:cNvPr id="7" name="Ink 6">
                  <a:extLst>
                    <a:ext uri="{FF2B5EF4-FFF2-40B4-BE49-F238E27FC236}">
                      <a16:creationId xmlns:a16="http://schemas.microsoft.com/office/drawing/2014/main" id="{A0313FDE-1A46-F85A-373B-9646264B9B6F}"/>
                    </a:ext>
                  </a:extLst>
                </p:cNvPr>
                <p:cNvPicPr/>
                <p:nvPr/>
              </p:nvPicPr>
              <p:blipFill>
                <a:blip r:embed="rId11"/>
                <a:stretch>
                  <a:fillRect/>
                </a:stretch>
              </p:blipFill>
              <p:spPr>
                <a:xfrm>
                  <a:off x="6821805" y="408910"/>
                  <a:ext cx="107640" cy="117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25F85B03-E15A-24E7-CB49-7800C3133A51}"/>
                    </a:ext>
                  </a:extLst>
                </p14:cNvPr>
                <p14:cNvContentPartPr/>
                <p14:nvPr/>
              </p14:nvContentPartPr>
              <p14:xfrm>
                <a:off x="6352005" y="405670"/>
                <a:ext cx="474480" cy="289440"/>
              </p14:xfrm>
            </p:contentPart>
          </mc:Choice>
          <mc:Fallback>
            <p:pic>
              <p:nvPicPr>
                <p:cNvPr id="8" name="Ink 7">
                  <a:extLst>
                    <a:ext uri="{FF2B5EF4-FFF2-40B4-BE49-F238E27FC236}">
                      <a16:creationId xmlns:a16="http://schemas.microsoft.com/office/drawing/2014/main" id="{25F85B03-E15A-24E7-CB49-7800C3133A51}"/>
                    </a:ext>
                  </a:extLst>
                </p:cNvPr>
                <p:cNvPicPr/>
                <p:nvPr/>
              </p:nvPicPr>
              <p:blipFill>
                <a:blip r:embed="rId13"/>
                <a:stretch>
                  <a:fillRect/>
                </a:stretch>
              </p:blipFill>
              <p:spPr>
                <a:xfrm>
                  <a:off x="6343365" y="396670"/>
                  <a:ext cx="49212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7242684A-7944-17C0-016A-6F62C5B32043}"/>
                    </a:ext>
                  </a:extLst>
                </p14:cNvPr>
                <p14:cNvContentPartPr/>
                <p14:nvPr/>
              </p14:nvContentPartPr>
              <p14:xfrm>
                <a:off x="6758805" y="605470"/>
                <a:ext cx="88920" cy="104400"/>
              </p14:xfrm>
            </p:contentPart>
          </mc:Choice>
          <mc:Fallback>
            <p:pic>
              <p:nvPicPr>
                <p:cNvPr id="9" name="Ink 8">
                  <a:extLst>
                    <a:ext uri="{FF2B5EF4-FFF2-40B4-BE49-F238E27FC236}">
                      <a16:creationId xmlns:a16="http://schemas.microsoft.com/office/drawing/2014/main" id="{7242684A-7944-17C0-016A-6F62C5B32043}"/>
                    </a:ext>
                  </a:extLst>
                </p:cNvPr>
                <p:cNvPicPr/>
                <p:nvPr/>
              </p:nvPicPr>
              <p:blipFill>
                <a:blip r:embed="rId15"/>
                <a:stretch>
                  <a:fillRect/>
                </a:stretch>
              </p:blipFill>
              <p:spPr>
                <a:xfrm>
                  <a:off x="6750165" y="596470"/>
                  <a:ext cx="10656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87D34F72-5938-51C2-C062-94DDE062A19F}"/>
                    </a:ext>
                  </a:extLst>
                </p14:cNvPr>
                <p14:cNvContentPartPr/>
                <p14:nvPr/>
              </p14:nvContentPartPr>
              <p14:xfrm>
                <a:off x="7108365" y="147910"/>
                <a:ext cx="54000" cy="197640"/>
              </p14:xfrm>
            </p:contentPart>
          </mc:Choice>
          <mc:Fallback>
            <p:pic>
              <p:nvPicPr>
                <p:cNvPr id="11" name="Ink 10">
                  <a:extLst>
                    <a:ext uri="{FF2B5EF4-FFF2-40B4-BE49-F238E27FC236}">
                      <a16:creationId xmlns:a16="http://schemas.microsoft.com/office/drawing/2014/main" id="{87D34F72-5938-51C2-C062-94DDE062A19F}"/>
                    </a:ext>
                  </a:extLst>
                </p:cNvPr>
                <p:cNvPicPr/>
                <p:nvPr/>
              </p:nvPicPr>
              <p:blipFill>
                <a:blip r:embed="rId17"/>
                <a:stretch>
                  <a:fillRect/>
                </a:stretch>
              </p:blipFill>
              <p:spPr>
                <a:xfrm>
                  <a:off x="7099725" y="138910"/>
                  <a:ext cx="7164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6AD7312F-F4DE-9CD5-B133-2A733D67CD32}"/>
                    </a:ext>
                  </a:extLst>
                </p14:cNvPr>
                <p14:cNvContentPartPr/>
                <p14:nvPr/>
              </p14:nvContentPartPr>
              <p14:xfrm>
                <a:off x="7120965" y="94630"/>
                <a:ext cx="109080" cy="68760"/>
              </p14:xfrm>
            </p:contentPart>
          </mc:Choice>
          <mc:Fallback>
            <p:pic>
              <p:nvPicPr>
                <p:cNvPr id="12" name="Ink 11">
                  <a:extLst>
                    <a:ext uri="{FF2B5EF4-FFF2-40B4-BE49-F238E27FC236}">
                      <a16:creationId xmlns:a16="http://schemas.microsoft.com/office/drawing/2014/main" id="{6AD7312F-F4DE-9CD5-B133-2A733D67CD32}"/>
                    </a:ext>
                  </a:extLst>
                </p:cNvPr>
                <p:cNvPicPr/>
                <p:nvPr/>
              </p:nvPicPr>
              <p:blipFill>
                <a:blip r:embed="rId19"/>
                <a:stretch>
                  <a:fillRect/>
                </a:stretch>
              </p:blipFill>
              <p:spPr>
                <a:xfrm>
                  <a:off x="7112325" y="85630"/>
                  <a:ext cx="12672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C097F6BB-49AB-2805-A3D0-8411D83532B6}"/>
                    </a:ext>
                  </a:extLst>
                </p14:cNvPr>
                <p14:cNvContentPartPr/>
                <p14:nvPr/>
              </p14:nvContentPartPr>
              <p14:xfrm>
                <a:off x="7084965" y="217390"/>
                <a:ext cx="168120" cy="91800"/>
              </p14:xfrm>
            </p:contentPart>
          </mc:Choice>
          <mc:Fallback>
            <p:pic>
              <p:nvPicPr>
                <p:cNvPr id="13" name="Ink 12">
                  <a:extLst>
                    <a:ext uri="{FF2B5EF4-FFF2-40B4-BE49-F238E27FC236}">
                      <a16:creationId xmlns:a16="http://schemas.microsoft.com/office/drawing/2014/main" id="{C097F6BB-49AB-2805-A3D0-8411D83532B6}"/>
                    </a:ext>
                  </a:extLst>
                </p:cNvPr>
                <p:cNvPicPr/>
                <p:nvPr/>
              </p:nvPicPr>
              <p:blipFill>
                <a:blip r:embed="rId21"/>
                <a:stretch>
                  <a:fillRect/>
                </a:stretch>
              </p:blipFill>
              <p:spPr>
                <a:xfrm>
                  <a:off x="7075965" y="208750"/>
                  <a:ext cx="18576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126AE8D6-D29C-4DC0-9E27-11344A665817}"/>
                    </a:ext>
                  </a:extLst>
                </p14:cNvPr>
                <p14:cNvContentPartPr/>
                <p14:nvPr/>
              </p14:nvContentPartPr>
              <p14:xfrm>
                <a:off x="7277925" y="209830"/>
                <a:ext cx="254520" cy="105480"/>
              </p14:xfrm>
            </p:contentPart>
          </mc:Choice>
          <mc:Fallback>
            <p:pic>
              <p:nvPicPr>
                <p:cNvPr id="14" name="Ink 13">
                  <a:extLst>
                    <a:ext uri="{FF2B5EF4-FFF2-40B4-BE49-F238E27FC236}">
                      <a16:creationId xmlns:a16="http://schemas.microsoft.com/office/drawing/2014/main" id="{126AE8D6-D29C-4DC0-9E27-11344A665817}"/>
                    </a:ext>
                  </a:extLst>
                </p:cNvPr>
                <p:cNvPicPr/>
                <p:nvPr/>
              </p:nvPicPr>
              <p:blipFill>
                <a:blip r:embed="rId23"/>
                <a:stretch>
                  <a:fillRect/>
                </a:stretch>
              </p:blipFill>
              <p:spPr>
                <a:xfrm>
                  <a:off x="7269285" y="201190"/>
                  <a:ext cx="27216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6FDAF699-5FC8-DB0D-CE28-86260B6EFF56}"/>
                    </a:ext>
                  </a:extLst>
                </p14:cNvPr>
                <p14:cNvContentPartPr/>
                <p14:nvPr/>
              </p14:nvContentPartPr>
              <p14:xfrm>
                <a:off x="7520925" y="102910"/>
                <a:ext cx="1440" cy="3960"/>
              </p14:xfrm>
            </p:contentPart>
          </mc:Choice>
          <mc:Fallback>
            <p:pic>
              <p:nvPicPr>
                <p:cNvPr id="15" name="Ink 14">
                  <a:extLst>
                    <a:ext uri="{FF2B5EF4-FFF2-40B4-BE49-F238E27FC236}">
                      <a16:creationId xmlns:a16="http://schemas.microsoft.com/office/drawing/2014/main" id="{6FDAF699-5FC8-DB0D-CE28-86260B6EFF56}"/>
                    </a:ext>
                  </a:extLst>
                </p:cNvPr>
                <p:cNvPicPr/>
                <p:nvPr/>
              </p:nvPicPr>
              <p:blipFill>
                <a:blip r:embed="rId25"/>
                <a:stretch>
                  <a:fillRect/>
                </a:stretch>
              </p:blipFill>
              <p:spPr>
                <a:xfrm>
                  <a:off x="7511925" y="93910"/>
                  <a:ext cx="1908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269E1986-E882-9E12-BB50-CC7AB516A4D0}"/>
                    </a:ext>
                  </a:extLst>
                </p14:cNvPr>
                <p14:cNvContentPartPr/>
                <p14:nvPr/>
              </p14:nvContentPartPr>
              <p14:xfrm>
                <a:off x="7059765" y="420070"/>
                <a:ext cx="110160" cy="133200"/>
              </p14:xfrm>
            </p:contentPart>
          </mc:Choice>
          <mc:Fallback>
            <p:pic>
              <p:nvPicPr>
                <p:cNvPr id="16" name="Ink 15">
                  <a:extLst>
                    <a:ext uri="{FF2B5EF4-FFF2-40B4-BE49-F238E27FC236}">
                      <a16:creationId xmlns:a16="http://schemas.microsoft.com/office/drawing/2014/main" id="{269E1986-E882-9E12-BB50-CC7AB516A4D0}"/>
                    </a:ext>
                  </a:extLst>
                </p:cNvPr>
                <p:cNvPicPr/>
                <p:nvPr/>
              </p:nvPicPr>
              <p:blipFill>
                <a:blip r:embed="rId27"/>
                <a:stretch>
                  <a:fillRect/>
                </a:stretch>
              </p:blipFill>
              <p:spPr>
                <a:xfrm>
                  <a:off x="7051125" y="411430"/>
                  <a:ext cx="12780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83E7E764-2C56-28DB-464A-D8E94FE14CD3}"/>
                    </a:ext>
                  </a:extLst>
                </p14:cNvPr>
                <p14:cNvContentPartPr/>
                <p14:nvPr/>
              </p14:nvContentPartPr>
              <p14:xfrm>
                <a:off x="7212405" y="411430"/>
                <a:ext cx="103680" cy="119520"/>
              </p14:xfrm>
            </p:contentPart>
          </mc:Choice>
          <mc:Fallback>
            <p:pic>
              <p:nvPicPr>
                <p:cNvPr id="17" name="Ink 16">
                  <a:extLst>
                    <a:ext uri="{FF2B5EF4-FFF2-40B4-BE49-F238E27FC236}">
                      <a16:creationId xmlns:a16="http://schemas.microsoft.com/office/drawing/2014/main" id="{83E7E764-2C56-28DB-464A-D8E94FE14CD3}"/>
                    </a:ext>
                  </a:extLst>
                </p:cNvPr>
                <p:cNvPicPr/>
                <p:nvPr/>
              </p:nvPicPr>
              <p:blipFill>
                <a:blip r:embed="rId29"/>
                <a:stretch>
                  <a:fillRect/>
                </a:stretch>
              </p:blipFill>
              <p:spPr>
                <a:xfrm>
                  <a:off x="7203765" y="402790"/>
                  <a:ext cx="12132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C53B0390-0924-0A6B-CDDE-8F4323409137}"/>
                    </a:ext>
                  </a:extLst>
                </p14:cNvPr>
                <p14:cNvContentPartPr/>
                <p14:nvPr/>
              </p14:nvContentPartPr>
              <p14:xfrm>
                <a:off x="7242285" y="404950"/>
                <a:ext cx="198720" cy="129600"/>
              </p14:xfrm>
            </p:contentPart>
          </mc:Choice>
          <mc:Fallback>
            <p:pic>
              <p:nvPicPr>
                <p:cNvPr id="18" name="Ink 17">
                  <a:extLst>
                    <a:ext uri="{FF2B5EF4-FFF2-40B4-BE49-F238E27FC236}">
                      <a16:creationId xmlns:a16="http://schemas.microsoft.com/office/drawing/2014/main" id="{C53B0390-0924-0A6B-CDDE-8F4323409137}"/>
                    </a:ext>
                  </a:extLst>
                </p:cNvPr>
                <p:cNvPicPr/>
                <p:nvPr/>
              </p:nvPicPr>
              <p:blipFill>
                <a:blip r:embed="rId31"/>
                <a:stretch>
                  <a:fillRect/>
                </a:stretch>
              </p:blipFill>
              <p:spPr>
                <a:xfrm>
                  <a:off x="7233645" y="396310"/>
                  <a:ext cx="21636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E8CBA0C2-B33D-C8E7-F6EA-C3EFB5498460}"/>
                    </a:ext>
                  </a:extLst>
                </p14:cNvPr>
                <p14:cNvContentPartPr/>
                <p14:nvPr/>
              </p14:nvContentPartPr>
              <p14:xfrm>
                <a:off x="6986325" y="596830"/>
                <a:ext cx="135000" cy="147240"/>
              </p14:xfrm>
            </p:contentPart>
          </mc:Choice>
          <mc:Fallback>
            <p:pic>
              <p:nvPicPr>
                <p:cNvPr id="19" name="Ink 18">
                  <a:extLst>
                    <a:ext uri="{FF2B5EF4-FFF2-40B4-BE49-F238E27FC236}">
                      <a16:creationId xmlns:a16="http://schemas.microsoft.com/office/drawing/2014/main" id="{E8CBA0C2-B33D-C8E7-F6EA-C3EFB5498460}"/>
                    </a:ext>
                  </a:extLst>
                </p:cNvPr>
                <p:cNvPicPr/>
                <p:nvPr/>
              </p:nvPicPr>
              <p:blipFill>
                <a:blip r:embed="rId33"/>
                <a:stretch>
                  <a:fillRect/>
                </a:stretch>
              </p:blipFill>
              <p:spPr>
                <a:xfrm>
                  <a:off x="6977325" y="587830"/>
                  <a:ext cx="15264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27DBE4D6-F3B7-546B-554F-DC6996947CA7}"/>
                    </a:ext>
                  </a:extLst>
                </p14:cNvPr>
                <p14:cNvContentPartPr/>
                <p14:nvPr/>
              </p14:nvContentPartPr>
              <p14:xfrm>
                <a:off x="7163445" y="611230"/>
                <a:ext cx="92160" cy="108720"/>
              </p14:xfrm>
            </p:contentPart>
          </mc:Choice>
          <mc:Fallback>
            <p:pic>
              <p:nvPicPr>
                <p:cNvPr id="20" name="Ink 19">
                  <a:extLst>
                    <a:ext uri="{FF2B5EF4-FFF2-40B4-BE49-F238E27FC236}">
                      <a16:creationId xmlns:a16="http://schemas.microsoft.com/office/drawing/2014/main" id="{27DBE4D6-F3B7-546B-554F-DC6996947CA7}"/>
                    </a:ext>
                  </a:extLst>
                </p:cNvPr>
                <p:cNvPicPr/>
                <p:nvPr/>
              </p:nvPicPr>
              <p:blipFill>
                <a:blip r:embed="rId35"/>
                <a:stretch>
                  <a:fillRect/>
                </a:stretch>
              </p:blipFill>
              <p:spPr>
                <a:xfrm>
                  <a:off x="7154805" y="602590"/>
                  <a:ext cx="10980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57EA06F6-2E82-9753-AFFD-F73EFF1F7E4A}"/>
                    </a:ext>
                  </a:extLst>
                </p14:cNvPr>
                <p14:cNvContentPartPr/>
                <p14:nvPr/>
              </p14:nvContentPartPr>
              <p14:xfrm>
                <a:off x="7153725" y="598630"/>
                <a:ext cx="224280" cy="123840"/>
              </p14:xfrm>
            </p:contentPart>
          </mc:Choice>
          <mc:Fallback>
            <p:pic>
              <p:nvPicPr>
                <p:cNvPr id="21" name="Ink 20">
                  <a:extLst>
                    <a:ext uri="{FF2B5EF4-FFF2-40B4-BE49-F238E27FC236}">
                      <a16:creationId xmlns:a16="http://schemas.microsoft.com/office/drawing/2014/main" id="{57EA06F6-2E82-9753-AFFD-F73EFF1F7E4A}"/>
                    </a:ext>
                  </a:extLst>
                </p:cNvPr>
                <p:cNvPicPr/>
                <p:nvPr/>
              </p:nvPicPr>
              <p:blipFill>
                <a:blip r:embed="rId37"/>
                <a:stretch>
                  <a:fillRect/>
                </a:stretch>
              </p:blipFill>
              <p:spPr>
                <a:xfrm>
                  <a:off x="7145085" y="589990"/>
                  <a:ext cx="241920" cy="141480"/>
                </a:xfrm>
                <a:prstGeom prst="rect">
                  <a:avLst/>
                </a:prstGeom>
              </p:spPr>
            </p:pic>
          </mc:Fallback>
        </mc:AlternateContent>
      </p:grpSp>
      <p:grpSp>
        <p:nvGrpSpPr>
          <p:cNvPr id="32" name="Group 31">
            <a:extLst>
              <a:ext uri="{FF2B5EF4-FFF2-40B4-BE49-F238E27FC236}">
                <a16:creationId xmlns:a16="http://schemas.microsoft.com/office/drawing/2014/main" id="{A758E8FE-21BA-3347-6ADE-DE4A0D5B7F9E}"/>
              </a:ext>
            </a:extLst>
          </p:cNvPr>
          <p:cNvGrpSpPr/>
          <p:nvPr/>
        </p:nvGrpSpPr>
        <p:grpSpPr>
          <a:xfrm>
            <a:off x="2761725" y="5224630"/>
            <a:ext cx="3904920" cy="821520"/>
            <a:chOff x="2761725" y="5224630"/>
            <a:chExt cx="3904920" cy="821520"/>
          </a:xfrm>
        </p:grpSpPr>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07341EC7-6C1B-5DE6-216D-9AB1A755FAF1}"/>
                    </a:ext>
                  </a:extLst>
                </p14:cNvPr>
                <p14:cNvContentPartPr/>
                <p14:nvPr/>
              </p14:nvContentPartPr>
              <p14:xfrm>
                <a:off x="2761725" y="5224630"/>
                <a:ext cx="3904920" cy="821520"/>
              </p14:xfrm>
            </p:contentPart>
          </mc:Choice>
          <mc:Fallback>
            <p:pic>
              <p:nvPicPr>
                <p:cNvPr id="23" name="Ink 22">
                  <a:extLst>
                    <a:ext uri="{FF2B5EF4-FFF2-40B4-BE49-F238E27FC236}">
                      <a16:creationId xmlns:a16="http://schemas.microsoft.com/office/drawing/2014/main" id="{07341EC7-6C1B-5DE6-216D-9AB1A755FAF1}"/>
                    </a:ext>
                  </a:extLst>
                </p:cNvPr>
                <p:cNvPicPr/>
                <p:nvPr/>
              </p:nvPicPr>
              <p:blipFill>
                <a:blip r:embed="rId39"/>
                <a:stretch>
                  <a:fillRect/>
                </a:stretch>
              </p:blipFill>
              <p:spPr>
                <a:xfrm>
                  <a:off x="2753085" y="5215990"/>
                  <a:ext cx="3922560" cy="8391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B51D7D71-0E39-21F5-7D13-A0767E04CF3E}"/>
                    </a:ext>
                  </a:extLst>
                </p14:cNvPr>
                <p14:cNvContentPartPr/>
                <p14:nvPr/>
              </p14:nvContentPartPr>
              <p14:xfrm>
                <a:off x="3698085" y="5494630"/>
                <a:ext cx="214200" cy="329040"/>
              </p14:xfrm>
            </p:contentPart>
          </mc:Choice>
          <mc:Fallback>
            <p:pic>
              <p:nvPicPr>
                <p:cNvPr id="24" name="Ink 23">
                  <a:extLst>
                    <a:ext uri="{FF2B5EF4-FFF2-40B4-BE49-F238E27FC236}">
                      <a16:creationId xmlns:a16="http://schemas.microsoft.com/office/drawing/2014/main" id="{B51D7D71-0E39-21F5-7D13-A0767E04CF3E}"/>
                    </a:ext>
                  </a:extLst>
                </p:cNvPr>
                <p:cNvPicPr/>
                <p:nvPr/>
              </p:nvPicPr>
              <p:blipFill>
                <a:blip r:embed="rId41"/>
                <a:stretch>
                  <a:fillRect/>
                </a:stretch>
              </p:blipFill>
              <p:spPr>
                <a:xfrm>
                  <a:off x="3689085" y="5485630"/>
                  <a:ext cx="231840" cy="3466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5" name="Ink 24">
                  <a:extLst>
                    <a:ext uri="{FF2B5EF4-FFF2-40B4-BE49-F238E27FC236}">
                      <a16:creationId xmlns:a16="http://schemas.microsoft.com/office/drawing/2014/main" id="{D92AF340-E4A7-CADF-5E00-1618DC258BEE}"/>
                    </a:ext>
                  </a:extLst>
                </p14:cNvPr>
                <p14:cNvContentPartPr/>
                <p14:nvPr/>
              </p14:nvContentPartPr>
              <p14:xfrm>
                <a:off x="3959445" y="5650150"/>
                <a:ext cx="183960" cy="147240"/>
              </p14:xfrm>
            </p:contentPart>
          </mc:Choice>
          <mc:Fallback>
            <p:pic>
              <p:nvPicPr>
                <p:cNvPr id="25" name="Ink 24">
                  <a:extLst>
                    <a:ext uri="{FF2B5EF4-FFF2-40B4-BE49-F238E27FC236}">
                      <a16:creationId xmlns:a16="http://schemas.microsoft.com/office/drawing/2014/main" id="{D92AF340-E4A7-CADF-5E00-1618DC258BEE}"/>
                    </a:ext>
                  </a:extLst>
                </p:cNvPr>
                <p:cNvPicPr/>
                <p:nvPr/>
              </p:nvPicPr>
              <p:blipFill>
                <a:blip r:embed="rId43"/>
                <a:stretch>
                  <a:fillRect/>
                </a:stretch>
              </p:blipFill>
              <p:spPr>
                <a:xfrm>
                  <a:off x="3950805" y="5641510"/>
                  <a:ext cx="20160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6" name="Ink 25">
                  <a:extLst>
                    <a:ext uri="{FF2B5EF4-FFF2-40B4-BE49-F238E27FC236}">
                      <a16:creationId xmlns:a16="http://schemas.microsoft.com/office/drawing/2014/main" id="{BA5448AE-6383-A171-FF2D-1FCE621B9D02}"/>
                    </a:ext>
                  </a:extLst>
                </p14:cNvPr>
                <p14:cNvContentPartPr/>
                <p14:nvPr/>
              </p14:nvContentPartPr>
              <p14:xfrm>
                <a:off x="4184805" y="5557990"/>
                <a:ext cx="23040" cy="187200"/>
              </p14:xfrm>
            </p:contentPart>
          </mc:Choice>
          <mc:Fallback>
            <p:pic>
              <p:nvPicPr>
                <p:cNvPr id="26" name="Ink 25">
                  <a:extLst>
                    <a:ext uri="{FF2B5EF4-FFF2-40B4-BE49-F238E27FC236}">
                      <a16:creationId xmlns:a16="http://schemas.microsoft.com/office/drawing/2014/main" id="{BA5448AE-6383-A171-FF2D-1FCE621B9D02}"/>
                    </a:ext>
                  </a:extLst>
                </p:cNvPr>
                <p:cNvPicPr/>
                <p:nvPr/>
              </p:nvPicPr>
              <p:blipFill>
                <a:blip r:embed="rId45"/>
                <a:stretch>
                  <a:fillRect/>
                </a:stretch>
              </p:blipFill>
              <p:spPr>
                <a:xfrm>
                  <a:off x="4175805" y="5549350"/>
                  <a:ext cx="4068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7" name="Ink 26">
                  <a:extLst>
                    <a:ext uri="{FF2B5EF4-FFF2-40B4-BE49-F238E27FC236}">
                      <a16:creationId xmlns:a16="http://schemas.microsoft.com/office/drawing/2014/main" id="{0A89254E-59BA-E963-8105-C3DD11E70BA4}"/>
                    </a:ext>
                  </a:extLst>
                </p14:cNvPr>
                <p14:cNvContentPartPr/>
                <p14:nvPr/>
              </p14:nvContentPartPr>
              <p14:xfrm>
                <a:off x="4181205" y="5612710"/>
                <a:ext cx="323280" cy="186840"/>
              </p14:xfrm>
            </p:contentPart>
          </mc:Choice>
          <mc:Fallback>
            <p:pic>
              <p:nvPicPr>
                <p:cNvPr id="27" name="Ink 26">
                  <a:extLst>
                    <a:ext uri="{FF2B5EF4-FFF2-40B4-BE49-F238E27FC236}">
                      <a16:creationId xmlns:a16="http://schemas.microsoft.com/office/drawing/2014/main" id="{0A89254E-59BA-E963-8105-C3DD11E70BA4}"/>
                    </a:ext>
                  </a:extLst>
                </p:cNvPr>
                <p:cNvPicPr/>
                <p:nvPr/>
              </p:nvPicPr>
              <p:blipFill>
                <a:blip r:embed="rId47"/>
                <a:stretch>
                  <a:fillRect/>
                </a:stretch>
              </p:blipFill>
              <p:spPr>
                <a:xfrm>
                  <a:off x="4172205" y="5603710"/>
                  <a:ext cx="34092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721281C8-4B1C-B763-4A59-450758283878}"/>
                    </a:ext>
                  </a:extLst>
                </p14:cNvPr>
                <p14:cNvContentPartPr/>
                <p14:nvPr/>
              </p14:nvContentPartPr>
              <p14:xfrm>
                <a:off x="4528605" y="5536390"/>
                <a:ext cx="159840" cy="266040"/>
              </p14:xfrm>
            </p:contentPart>
          </mc:Choice>
          <mc:Fallback>
            <p:pic>
              <p:nvPicPr>
                <p:cNvPr id="28" name="Ink 27">
                  <a:extLst>
                    <a:ext uri="{FF2B5EF4-FFF2-40B4-BE49-F238E27FC236}">
                      <a16:creationId xmlns:a16="http://schemas.microsoft.com/office/drawing/2014/main" id="{721281C8-4B1C-B763-4A59-450758283878}"/>
                    </a:ext>
                  </a:extLst>
                </p:cNvPr>
                <p:cNvPicPr/>
                <p:nvPr/>
              </p:nvPicPr>
              <p:blipFill>
                <a:blip r:embed="rId49"/>
                <a:stretch>
                  <a:fillRect/>
                </a:stretch>
              </p:blipFill>
              <p:spPr>
                <a:xfrm>
                  <a:off x="4519605" y="5527390"/>
                  <a:ext cx="17748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9" name="Ink 28">
                  <a:extLst>
                    <a:ext uri="{FF2B5EF4-FFF2-40B4-BE49-F238E27FC236}">
                      <a16:creationId xmlns:a16="http://schemas.microsoft.com/office/drawing/2014/main" id="{989C8139-366F-9CD5-E817-150376273364}"/>
                    </a:ext>
                  </a:extLst>
                </p14:cNvPr>
                <p14:cNvContentPartPr/>
                <p14:nvPr/>
              </p14:nvContentPartPr>
              <p14:xfrm>
                <a:off x="4764765" y="5644030"/>
                <a:ext cx="147240" cy="128160"/>
              </p14:xfrm>
            </p:contentPart>
          </mc:Choice>
          <mc:Fallback>
            <p:pic>
              <p:nvPicPr>
                <p:cNvPr id="29" name="Ink 28">
                  <a:extLst>
                    <a:ext uri="{FF2B5EF4-FFF2-40B4-BE49-F238E27FC236}">
                      <a16:creationId xmlns:a16="http://schemas.microsoft.com/office/drawing/2014/main" id="{989C8139-366F-9CD5-E817-150376273364}"/>
                    </a:ext>
                  </a:extLst>
                </p:cNvPr>
                <p:cNvPicPr/>
                <p:nvPr/>
              </p:nvPicPr>
              <p:blipFill>
                <a:blip r:embed="rId51"/>
                <a:stretch>
                  <a:fillRect/>
                </a:stretch>
              </p:blipFill>
              <p:spPr>
                <a:xfrm>
                  <a:off x="4756125" y="5635030"/>
                  <a:ext cx="16488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0" name="Ink 29">
                  <a:extLst>
                    <a:ext uri="{FF2B5EF4-FFF2-40B4-BE49-F238E27FC236}">
                      <a16:creationId xmlns:a16="http://schemas.microsoft.com/office/drawing/2014/main" id="{F0678312-7782-7044-9900-1AC40BAD5D50}"/>
                    </a:ext>
                  </a:extLst>
                </p14:cNvPr>
                <p14:cNvContentPartPr/>
                <p14:nvPr/>
              </p14:nvContentPartPr>
              <p14:xfrm>
                <a:off x="4980405" y="5594350"/>
                <a:ext cx="163440" cy="195480"/>
              </p14:xfrm>
            </p:contentPart>
          </mc:Choice>
          <mc:Fallback>
            <p:pic>
              <p:nvPicPr>
                <p:cNvPr id="30" name="Ink 29">
                  <a:extLst>
                    <a:ext uri="{FF2B5EF4-FFF2-40B4-BE49-F238E27FC236}">
                      <a16:creationId xmlns:a16="http://schemas.microsoft.com/office/drawing/2014/main" id="{F0678312-7782-7044-9900-1AC40BAD5D50}"/>
                    </a:ext>
                  </a:extLst>
                </p:cNvPr>
                <p:cNvPicPr/>
                <p:nvPr/>
              </p:nvPicPr>
              <p:blipFill>
                <a:blip r:embed="rId53"/>
                <a:stretch>
                  <a:fillRect/>
                </a:stretch>
              </p:blipFill>
              <p:spPr>
                <a:xfrm>
                  <a:off x="4971765" y="5585710"/>
                  <a:ext cx="18108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1" name="Ink 30">
                  <a:extLst>
                    <a:ext uri="{FF2B5EF4-FFF2-40B4-BE49-F238E27FC236}">
                      <a16:creationId xmlns:a16="http://schemas.microsoft.com/office/drawing/2014/main" id="{47C0CAC8-17C6-2054-C9EB-9B2A2A4EFE84}"/>
                    </a:ext>
                  </a:extLst>
                </p14:cNvPr>
                <p14:cNvContentPartPr/>
                <p14:nvPr/>
              </p14:nvContentPartPr>
              <p14:xfrm>
                <a:off x="5202885" y="5614150"/>
                <a:ext cx="166680" cy="157680"/>
              </p14:xfrm>
            </p:contentPart>
          </mc:Choice>
          <mc:Fallback>
            <p:pic>
              <p:nvPicPr>
                <p:cNvPr id="31" name="Ink 30">
                  <a:extLst>
                    <a:ext uri="{FF2B5EF4-FFF2-40B4-BE49-F238E27FC236}">
                      <a16:creationId xmlns:a16="http://schemas.microsoft.com/office/drawing/2014/main" id="{47C0CAC8-17C6-2054-C9EB-9B2A2A4EFE84}"/>
                    </a:ext>
                  </a:extLst>
                </p:cNvPr>
                <p:cNvPicPr/>
                <p:nvPr/>
              </p:nvPicPr>
              <p:blipFill>
                <a:blip r:embed="rId55"/>
                <a:stretch>
                  <a:fillRect/>
                </a:stretch>
              </p:blipFill>
              <p:spPr>
                <a:xfrm>
                  <a:off x="5194245" y="5605510"/>
                  <a:ext cx="184320" cy="175320"/>
                </a:xfrm>
                <a:prstGeom prst="rect">
                  <a:avLst/>
                </a:prstGeom>
              </p:spPr>
            </p:pic>
          </mc:Fallback>
        </mc:AlternateContent>
      </p:grpSp>
      <p:grpSp>
        <p:nvGrpSpPr>
          <p:cNvPr id="39" name="Group 38">
            <a:extLst>
              <a:ext uri="{FF2B5EF4-FFF2-40B4-BE49-F238E27FC236}">
                <a16:creationId xmlns:a16="http://schemas.microsoft.com/office/drawing/2014/main" id="{E0DA9C02-51D5-0E3D-D04C-3701B0518708}"/>
              </a:ext>
            </a:extLst>
          </p:cNvPr>
          <p:cNvGrpSpPr/>
          <p:nvPr/>
        </p:nvGrpSpPr>
        <p:grpSpPr>
          <a:xfrm>
            <a:off x="5655765" y="5442430"/>
            <a:ext cx="498960" cy="425160"/>
            <a:chOff x="5655765" y="5442430"/>
            <a:chExt cx="498960" cy="425160"/>
          </a:xfrm>
        </p:grpSpPr>
        <mc:AlternateContent xmlns:mc="http://schemas.openxmlformats.org/markup-compatibility/2006">
          <mc:Choice xmlns:p14="http://schemas.microsoft.com/office/powerpoint/2010/main" Requires="p14">
            <p:contentPart p14:bwMode="auto" r:id="rId56">
              <p14:nvContentPartPr>
                <p14:cNvPr id="33" name="Ink 32">
                  <a:extLst>
                    <a:ext uri="{FF2B5EF4-FFF2-40B4-BE49-F238E27FC236}">
                      <a16:creationId xmlns:a16="http://schemas.microsoft.com/office/drawing/2014/main" id="{C80285E1-589E-3AAF-CFBE-8F4D695AA89B}"/>
                    </a:ext>
                  </a:extLst>
                </p14:cNvPr>
                <p14:cNvContentPartPr/>
                <p14:nvPr/>
              </p14:nvContentPartPr>
              <p14:xfrm>
                <a:off x="5661885" y="5442430"/>
                <a:ext cx="492840" cy="420480"/>
              </p14:xfrm>
            </p:contentPart>
          </mc:Choice>
          <mc:Fallback>
            <p:pic>
              <p:nvPicPr>
                <p:cNvPr id="33" name="Ink 32">
                  <a:extLst>
                    <a:ext uri="{FF2B5EF4-FFF2-40B4-BE49-F238E27FC236}">
                      <a16:creationId xmlns:a16="http://schemas.microsoft.com/office/drawing/2014/main" id="{C80285E1-589E-3AAF-CFBE-8F4D695AA89B}"/>
                    </a:ext>
                  </a:extLst>
                </p:cNvPr>
                <p:cNvPicPr/>
                <p:nvPr/>
              </p:nvPicPr>
              <p:blipFill>
                <a:blip r:embed="rId57"/>
                <a:stretch>
                  <a:fillRect/>
                </a:stretch>
              </p:blipFill>
              <p:spPr>
                <a:xfrm>
                  <a:off x="5652885" y="5433430"/>
                  <a:ext cx="510480" cy="4381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4" name="Ink 33">
                  <a:extLst>
                    <a:ext uri="{FF2B5EF4-FFF2-40B4-BE49-F238E27FC236}">
                      <a16:creationId xmlns:a16="http://schemas.microsoft.com/office/drawing/2014/main" id="{9A021CEB-35D0-6A66-1EAB-F7D46EEFC218}"/>
                    </a:ext>
                  </a:extLst>
                </p14:cNvPr>
                <p14:cNvContentPartPr/>
                <p14:nvPr/>
              </p14:nvContentPartPr>
              <p14:xfrm>
                <a:off x="5679885" y="5558710"/>
                <a:ext cx="293040" cy="18720"/>
              </p14:xfrm>
            </p:contentPart>
          </mc:Choice>
          <mc:Fallback>
            <p:pic>
              <p:nvPicPr>
                <p:cNvPr id="34" name="Ink 33">
                  <a:extLst>
                    <a:ext uri="{FF2B5EF4-FFF2-40B4-BE49-F238E27FC236}">
                      <a16:creationId xmlns:a16="http://schemas.microsoft.com/office/drawing/2014/main" id="{9A021CEB-35D0-6A66-1EAB-F7D46EEFC218}"/>
                    </a:ext>
                  </a:extLst>
                </p:cNvPr>
                <p:cNvPicPr/>
                <p:nvPr/>
              </p:nvPicPr>
              <p:blipFill>
                <a:blip r:embed="rId59"/>
                <a:stretch>
                  <a:fillRect/>
                </a:stretch>
              </p:blipFill>
              <p:spPr>
                <a:xfrm>
                  <a:off x="5671245" y="5549710"/>
                  <a:ext cx="31068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5" name="Ink 34">
                  <a:extLst>
                    <a:ext uri="{FF2B5EF4-FFF2-40B4-BE49-F238E27FC236}">
                      <a16:creationId xmlns:a16="http://schemas.microsoft.com/office/drawing/2014/main" id="{21BE5D27-4DAC-0454-BF22-BB602427E3CB}"/>
                    </a:ext>
                  </a:extLst>
                </p14:cNvPr>
                <p14:cNvContentPartPr/>
                <p14:nvPr/>
              </p14:nvContentPartPr>
              <p14:xfrm>
                <a:off x="5655765" y="5649790"/>
                <a:ext cx="425880" cy="7200"/>
              </p14:xfrm>
            </p:contentPart>
          </mc:Choice>
          <mc:Fallback>
            <p:pic>
              <p:nvPicPr>
                <p:cNvPr id="35" name="Ink 34">
                  <a:extLst>
                    <a:ext uri="{FF2B5EF4-FFF2-40B4-BE49-F238E27FC236}">
                      <a16:creationId xmlns:a16="http://schemas.microsoft.com/office/drawing/2014/main" id="{21BE5D27-4DAC-0454-BF22-BB602427E3CB}"/>
                    </a:ext>
                  </a:extLst>
                </p:cNvPr>
                <p:cNvPicPr/>
                <p:nvPr/>
              </p:nvPicPr>
              <p:blipFill>
                <a:blip r:embed="rId61"/>
                <a:stretch>
                  <a:fillRect/>
                </a:stretch>
              </p:blipFill>
              <p:spPr>
                <a:xfrm>
                  <a:off x="5647125" y="5640790"/>
                  <a:ext cx="44352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6" name="Ink 35">
                  <a:extLst>
                    <a:ext uri="{FF2B5EF4-FFF2-40B4-BE49-F238E27FC236}">
                      <a16:creationId xmlns:a16="http://schemas.microsoft.com/office/drawing/2014/main" id="{B7509F4F-784E-BAC7-E286-0E58E3A2720B}"/>
                    </a:ext>
                  </a:extLst>
                </p14:cNvPr>
                <p14:cNvContentPartPr/>
                <p14:nvPr/>
              </p14:nvContentPartPr>
              <p14:xfrm>
                <a:off x="5740725" y="5750230"/>
                <a:ext cx="296640" cy="2880"/>
              </p14:xfrm>
            </p:contentPart>
          </mc:Choice>
          <mc:Fallback>
            <p:pic>
              <p:nvPicPr>
                <p:cNvPr id="36" name="Ink 35">
                  <a:extLst>
                    <a:ext uri="{FF2B5EF4-FFF2-40B4-BE49-F238E27FC236}">
                      <a16:creationId xmlns:a16="http://schemas.microsoft.com/office/drawing/2014/main" id="{B7509F4F-784E-BAC7-E286-0E58E3A2720B}"/>
                    </a:ext>
                  </a:extLst>
                </p:cNvPr>
                <p:cNvPicPr/>
                <p:nvPr/>
              </p:nvPicPr>
              <p:blipFill>
                <a:blip r:embed="rId63"/>
                <a:stretch>
                  <a:fillRect/>
                </a:stretch>
              </p:blipFill>
              <p:spPr>
                <a:xfrm>
                  <a:off x="5731725" y="5741590"/>
                  <a:ext cx="31428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7" name="Ink 36">
                  <a:extLst>
                    <a:ext uri="{FF2B5EF4-FFF2-40B4-BE49-F238E27FC236}">
                      <a16:creationId xmlns:a16="http://schemas.microsoft.com/office/drawing/2014/main" id="{E36C7F13-FF8C-A8EC-806A-73D9D5062F5A}"/>
                    </a:ext>
                  </a:extLst>
                </p14:cNvPr>
                <p14:cNvContentPartPr/>
                <p14:nvPr/>
              </p14:nvContentPartPr>
              <p14:xfrm>
                <a:off x="5819205" y="5480230"/>
                <a:ext cx="45000" cy="387360"/>
              </p14:xfrm>
            </p:contentPart>
          </mc:Choice>
          <mc:Fallback>
            <p:pic>
              <p:nvPicPr>
                <p:cNvPr id="37" name="Ink 36">
                  <a:extLst>
                    <a:ext uri="{FF2B5EF4-FFF2-40B4-BE49-F238E27FC236}">
                      <a16:creationId xmlns:a16="http://schemas.microsoft.com/office/drawing/2014/main" id="{E36C7F13-FF8C-A8EC-806A-73D9D5062F5A}"/>
                    </a:ext>
                  </a:extLst>
                </p:cNvPr>
                <p:cNvPicPr/>
                <p:nvPr/>
              </p:nvPicPr>
              <p:blipFill>
                <a:blip r:embed="rId65"/>
                <a:stretch>
                  <a:fillRect/>
                </a:stretch>
              </p:blipFill>
              <p:spPr>
                <a:xfrm>
                  <a:off x="5810565" y="5471230"/>
                  <a:ext cx="62640" cy="4050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8" name="Ink 37">
                  <a:extLst>
                    <a:ext uri="{FF2B5EF4-FFF2-40B4-BE49-F238E27FC236}">
                      <a16:creationId xmlns:a16="http://schemas.microsoft.com/office/drawing/2014/main" id="{701D0D59-6FCE-4FF3-1093-D3C27CBE7A74}"/>
                    </a:ext>
                  </a:extLst>
                </p14:cNvPr>
                <p14:cNvContentPartPr/>
                <p14:nvPr/>
              </p14:nvContentPartPr>
              <p14:xfrm>
                <a:off x="5970765" y="5498230"/>
                <a:ext cx="27000" cy="340200"/>
              </p14:xfrm>
            </p:contentPart>
          </mc:Choice>
          <mc:Fallback>
            <p:pic>
              <p:nvPicPr>
                <p:cNvPr id="38" name="Ink 37">
                  <a:extLst>
                    <a:ext uri="{FF2B5EF4-FFF2-40B4-BE49-F238E27FC236}">
                      <a16:creationId xmlns:a16="http://schemas.microsoft.com/office/drawing/2014/main" id="{701D0D59-6FCE-4FF3-1093-D3C27CBE7A74}"/>
                    </a:ext>
                  </a:extLst>
                </p:cNvPr>
                <p:cNvPicPr/>
                <p:nvPr/>
              </p:nvPicPr>
              <p:blipFill>
                <a:blip r:embed="rId67"/>
                <a:stretch>
                  <a:fillRect/>
                </a:stretch>
              </p:blipFill>
              <p:spPr>
                <a:xfrm>
                  <a:off x="5961765" y="5489590"/>
                  <a:ext cx="44640" cy="357840"/>
                </a:xfrm>
                <a:prstGeom prst="rect">
                  <a:avLst/>
                </a:prstGeom>
              </p:spPr>
            </p:pic>
          </mc:Fallback>
        </mc:AlternateContent>
      </p:grpSp>
      <p:grpSp>
        <p:nvGrpSpPr>
          <p:cNvPr id="53" name="Group 52">
            <a:extLst>
              <a:ext uri="{FF2B5EF4-FFF2-40B4-BE49-F238E27FC236}">
                <a16:creationId xmlns:a16="http://schemas.microsoft.com/office/drawing/2014/main" id="{F0C349D3-4211-6E67-6EF8-277EFEEFFEC6}"/>
              </a:ext>
            </a:extLst>
          </p:cNvPr>
          <p:cNvGrpSpPr/>
          <p:nvPr/>
        </p:nvGrpSpPr>
        <p:grpSpPr>
          <a:xfrm>
            <a:off x="2722125" y="4081630"/>
            <a:ext cx="3695760" cy="793800"/>
            <a:chOff x="2722125" y="4081630"/>
            <a:chExt cx="3695760" cy="793800"/>
          </a:xfrm>
        </p:grpSpPr>
        <mc:AlternateContent xmlns:mc="http://schemas.openxmlformats.org/markup-compatibility/2006">
          <mc:Choice xmlns:p14="http://schemas.microsoft.com/office/powerpoint/2010/main" Requires="p14">
            <p:contentPart p14:bwMode="auto" r:id="rId68">
              <p14:nvContentPartPr>
                <p14:cNvPr id="40" name="Ink 39">
                  <a:extLst>
                    <a:ext uri="{FF2B5EF4-FFF2-40B4-BE49-F238E27FC236}">
                      <a16:creationId xmlns:a16="http://schemas.microsoft.com/office/drawing/2014/main" id="{9AECC962-612C-C716-8BAF-27ADEDFB3165}"/>
                    </a:ext>
                  </a:extLst>
                </p14:cNvPr>
                <p14:cNvContentPartPr/>
                <p14:nvPr/>
              </p14:nvContentPartPr>
              <p14:xfrm>
                <a:off x="2722125" y="4081630"/>
                <a:ext cx="3695760" cy="793800"/>
              </p14:xfrm>
            </p:contentPart>
          </mc:Choice>
          <mc:Fallback>
            <p:pic>
              <p:nvPicPr>
                <p:cNvPr id="40" name="Ink 39">
                  <a:extLst>
                    <a:ext uri="{FF2B5EF4-FFF2-40B4-BE49-F238E27FC236}">
                      <a16:creationId xmlns:a16="http://schemas.microsoft.com/office/drawing/2014/main" id="{9AECC962-612C-C716-8BAF-27ADEDFB3165}"/>
                    </a:ext>
                  </a:extLst>
                </p:cNvPr>
                <p:cNvPicPr/>
                <p:nvPr/>
              </p:nvPicPr>
              <p:blipFill>
                <a:blip r:embed="rId69"/>
                <a:stretch>
                  <a:fillRect/>
                </a:stretch>
              </p:blipFill>
              <p:spPr>
                <a:xfrm>
                  <a:off x="2713485" y="4072630"/>
                  <a:ext cx="3713400" cy="8114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1" name="Ink 40">
                  <a:extLst>
                    <a:ext uri="{FF2B5EF4-FFF2-40B4-BE49-F238E27FC236}">
                      <a16:creationId xmlns:a16="http://schemas.microsoft.com/office/drawing/2014/main" id="{845D26FC-3E31-C365-216E-862B552BE25E}"/>
                    </a:ext>
                  </a:extLst>
                </p14:cNvPr>
                <p14:cNvContentPartPr/>
                <p14:nvPr/>
              </p14:nvContentPartPr>
              <p14:xfrm>
                <a:off x="3112005" y="4354870"/>
                <a:ext cx="406080" cy="326160"/>
              </p14:xfrm>
            </p:contentPart>
          </mc:Choice>
          <mc:Fallback>
            <p:pic>
              <p:nvPicPr>
                <p:cNvPr id="41" name="Ink 40">
                  <a:extLst>
                    <a:ext uri="{FF2B5EF4-FFF2-40B4-BE49-F238E27FC236}">
                      <a16:creationId xmlns:a16="http://schemas.microsoft.com/office/drawing/2014/main" id="{845D26FC-3E31-C365-216E-862B552BE25E}"/>
                    </a:ext>
                  </a:extLst>
                </p:cNvPr>
                <p:cNvPicPr/>
                <p:nvPr/>
              </p:nvPicPr>
              <p:blipFill>
                <a:blip r:embed="rId71"/>
                <a:stretch>
                  <a:fillRect/>
                </a:stretch>
              </p:blipFill>
              <p:spPr>
                <a:xfrm>
                  <a:off x="3103005" y="4346230"/>
                  <a:ext cx="423720" cy="3438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2" name="Ink 41">
                  <a:extLst>
                    <a:ext uri="{FF2B5EF4-FFF2-40B4-BE49-F238E27FC236}">
                      <a16:creationId xmlns:a16="http://schemas.microsoft.com/office/drawing/2014/main" id="{278B4DA5-B404-FD11-C164-2A3820E17CCA}"/>
                    </a:ext>
                  </a:extLst>
                </p14:cNvPr>
                <p14:cNvContentPartPr/>
                <p14:nvPr/>
              </p14:nvContentPartPr>
              <p14:xfrm>
                <a:off x="3518085" y="4367110"/>
                <a:ext cx="151560" cy="306720"/>
              </p14:xfrm>
            </p:contentPart>
          </mc:Choice>
          <mc:Fallback>
            <p:pic>
              <p:nvPicPr>
                <p:cNvPr id="42" name="Ink 41">
                  <a:extLst>
                    <a:ext uri="{FF2B5EF4-FFF2-40B4-BE49-F238E27FC236}">
                      <a16:creationId xmlns:a16="http://schemas.microsoft.com/office/drawing/2014/main" id="{278B4DA5-B404-FD11-C164-2A3820E17CCA}"/>
                    </a:ext>
                  </a:extLst>
                </p:cNvPr>
                <p:cNvPicPr/>
                <p:nvPr/>
              </p:nvPicPr>
              <p:blipFill>
                <a:blip r:embed="rId73"/>
                <a:stretch>
                  <a:fillRect/>
                </a:stretch>
              </p:blipFill>
              <p:spPr>
                <a:xfrm>
                  <a:off x="3509085" y="4358470"/>
                  <a:ext cx="169200" cy="3243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3" name="Ink 42">
                  <a:extLst>
                    <a:ext uri="{FF2B5EF4-FFF2-40B4-BE49-F238E27FC236}">
                      <a16:creationId xmlns:a16="http://schemas.microsoft.com/office/drawing/2014/main" id="{1D831D08-B8EF-50B5-D686-D010C8E74A2B}"/>
                    </a:ext>
                  </a:extLst>
                </p14:cNvPr>
                <p14:cNvContentPartPr/>
                <p14:nvPr/>
              </p14:nvContentPartPr>
              <p14:xfrm>
                <a:off x="3712125" y="4330390"/>
                <a:ext cx="57600" cy="212400"/>
              </p14:xfrm>
            </p:contentPart>
          </mc:Choice>
          <mc:Fallback>
            <p:pic>
              <p:nvPicPr>
                <p:cNvPr id="43" name="Ink 42">
                  <a:extLst>
                    <a:ext uri="{FF2B5EF4-FFF2-40B4-BE49-F238E27FC236}">
                      <a16:creationId xmlns:a16="http://schemas.microsoft.com/office/drawing/2014/main" id="{1D831D08-B8EF-50B5-D686-D010C8E74A2B}"/>
                    </a:ext>
                  </a:extLst>
                </p:cNvPr>
                <p:cNvPicPr/>
                <p:nvPr/>
              </p:nvPicPr>
              <p:blipFill>
                <a:blip r:embed="rId75"/>
                <a:stretch>
                  <a:fillRect/>
                </a:stretch>
              </p:blipFill>
              <p:spPr>
                <a:xfrm>
                  <a:off x="3703125" y="4321750"/>
                  <a:ext cx="7524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4" name="Ink 43">
                  <a:extLst>
                    <a:ext uri="{FF2B5EF4-FFF2-40B4-BE49-F238E27FC236}">
                      <a16:creationId xmlns:a16="http://schemas.microsoft.com/office/drawing/2014/main" id="{9BB70692-3CCC-77DB-2B4F-3910E2530BEC}"/>
                    </a:ext>
                  </a:extLst>
                </p14:cNvPr>
                <p14:cNvContentPartPr/>
                <p14:nvPr/>
              </p14:nvContentPartPr>
              <p14:xfrm>
                <a:off x="3808965" y="4434430"/>
                <a:ext cx="46440" cy="129600"/>
              </p14:xfrm>
            </p:contentPart>
          </mc:Choice>
          <mc:Fallback>
            <p:pic>
              <p:nvPicPr>
                <p:cNvPr id="44" name="Ink 43">
                  <a:extLst>
                    <a:ext uri="{FF2B5EF4-FFF2-40B4-BE49-F238E27FC236}">
                      <a16:creationId xmlns:a16="http://schemas.microsoft.com/office/drawing/2014/main" id="{9BB70692-3CCC-77DB-2B4F-3910E2530BEC}"/>
                    </a:ext>
                  </a:extLst>
                </p:cNvPr>
                <p:cNvPicPr/>
                <p:nvPr/>
              </p:nvPicPr>
              <p:blipFill>
                <a:blip r:embed="rId77"/>
                <a:stretch>
                  <a:fillRect/>
                </a:stretch>
              </p:blipFill>
              <p:spPr>
                <a:xfrm>
                  <a:off x="3799965" y="4425430"/>
                  <a:ext cx="6408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5" name="Ink 44">
                  <a:extLst>
                    <a:ext uri="{FF2B5EF4-FFF2-40B4-BE49-F238E27FC236}">
                      <a16:creationId xmlns:a16="http://schemas.microsoft.com/office/drawing/2014/main" id="{E1CD9430-E9FD-3CD3-0484-34C6C316AEB0}"/>
                    </a:ext>
                  </a:extLst>
                </p14:cNvPr>
                <p14:cNvContentPartPr/>
                <p14:nvPr/>
              </p14:nvContentPartPr>
              <p14:xfrm>
                <a:off x="3899325" y="4344070"/>
                <a:ext cx="360" cy="10080"/>
              </p14:xfrm>
            </p:contentPart>
          </mc:Choice>
          <mc:Fallback>
            <p:pic>
              <p:nvPicPr>
                <p:cNvPr id="45" name="Ink 44">
                  <a:extLst>
                    <a:ext uri="{FF2B5EF4-FFF2-40B4-BE49-F238E27FC236}">
                      <a16:creationId xmlns:a16="http://schemas.microsoft.com/office/drawing/2014/main" id="{E1CD9430-E9FD-3CD3-0484-34C6C316AEB0}"/>
                    </a:ext>
                  </a:extLst>
                </p:cNvPr>
                <p:cNvPicPr/>
                <p:nvPr/>
              </p:nvPicPr>
              <p:blipFill>
                <a:blip r:embed="rId79"/>
                <a:stretch>
                  <a:fillRect/>
                </a:stretch>
              </p:blipFill>
              <p:spPr>
                <a:xfrm>
                  <a:off x="3890685" y="4335070"/>
                  <a:ext cx="1800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6" name="Ink 45">
                  <a:extLst>
                    <a:ext uri="{FF2B5EF4-FFF2-40B4-BE49-F238E27FC236}">
                      <a16:creationId xmlns:a16="http://schemas.microsoft.com/office/drawing/2014/main" id="{74B46D67-DE0C-DF6B-82AC-726AD03D2B2B}"/>
                    </a:ext>
                  </a:extLst>
                </p14:cNvPr>
                <p14:cNvContentPartPr/>
                <p14:nvPr/>
              </p14:nvContentPartPr>
              <p14:xfrm>
                <a:off x="3960165" y="4395910"/>
                <a:ext cx="70920" cy="171360"/>
              </p14:xfrm>
            </p:contentPart>
          </mc:Choice>
          <mc:Fallback>
            <p:pic>
              <p:nvPicPr>
                <p:cNvPr id="46" name="Ink 45">
                  <a:extLst>
                    <a:ext uri="{FF2B5EF4-FFF2-40B4-BE49-F238E27FC236}">
                      <a16:creationId xmlns:a16="http://schemas.microsoft.com/office/drawing/2014/main" id="{74B46D67-DE0C-DF6B-82AC-726AD03D2B2B}"/>
                    </a:ext>
                  </a:extLst>
                </p:cNvPr>
                <p:cNvPicPr/>
                <p:nvPr/>
              </p:nvPicPr>
              <p:blipFill>
                <a:blip r:embed="rId81"/>
                <a:stretch>
                  <a:fillRect/>
                </a:stretch>
              </p:blipFill>
              <p:spPr>
                <a:xfrm>
                  <a:off x="3951525" y="4387270"/>
                  <a:ext cx="8856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7" name="Ink 46">
                  <a:extLst>
                    <a:ext uri="{FF2B5EF4-FFF2-40B4-BE49-F238E27FC236}">
                      <a16:creationId xmlns:a16="http://schemas.microsoft.com/office/drawing/2014/main" id="{ECA40C41-7596-83E7-7709-8E087CA20FE6}"/>
                    </a:ext>
                  </a:extLst>
                </p14:cNvPr>
                <p14:cNvContentPartPr/>
                <p14:nvPr/>
              </p14:nvContentPartPr>
              <p14:xfrm>
                <a:off x="4106685" y="4317070"/>
                <a:ext cx="235800" cy="231840"/>
              </p14:xfrm>
            </p:contentPart>
          </mc:Choice>
          <mc:Fallback>
            <p:pic>
              <p:nvPicPr>
                <p:cNvPr id="47" name="Ink 46">
                  <a:extLst>
                    <a:ext uri="{FF2B5EF4-FFF2-40B4-BE49-F238E27FC236}">
                      <a16:creationId xmlns:a16="http://schemas.microsoft.com/office/drawing/2014/main" id="{ECA40C41-7596-83E7-7709-8E087CA20FE6}"/>
                    </a:ext>
                  </a:extLst>
                </p:cNvPr>
                <p:cNvPicPr/>
                <p:nvPr/>
              </p:nvPicPr>
              <p:blipFill>
                <a:blip r:embed="rId83"/>
                <a:stretch>
                  <a:fillRect/>
                </a:stretch>
              </p:blipFill>
              <p:spPr>
                <a:xfrm>
                  <a:off x="4098045" y="4308430"/>
                  <a:ext cx="253440" cy="2494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8" name="Ink 47">
                  <a:extLst>
                    <a:ext uri="{FF2B5EF4-FFF2-40B4-BE49-F238E27FC236}">
                      <a16:creationId xmlns:a16="http://schemas.microsoft.com/office/drawing/2014/main" id="{A4920A85-F37D-F00B-1D82-0671108D83E5}"/>
                    </a:ext>
                  </a:extLst>
                </p14:cNvPr>
                <p14:cNvContentPartPr/>
                <p14:nvPr/>
              </p14:nvContentPartPr>
              <p14:xfrm>
                <a:off x="4305405" y="4413550"/>
                <a:ext cx="152280" cy="125640"/>
              </p14:xfrm>
            </p:contentPart>
          </mc:Choice>
          <mc:Fallback>
            <p:pic>
              <p:nvPicPr>
                <p:cNvPr id="48" name="Ink 47">
                  <a:extLst>
                    <a:ext uri="{FF2B5EF4-FFF2-40B4-BE49-F238E27FC236}">
                      <a16:creationId xmlns:a16="http://schemas.microsoft.com/office/drawing/2014/main" id="{A4920A85-F37D-F00B-1D82-0671108D83E5}"/>
                    </a:ext>
                  </a:extLst>
                </p:cNvPr>
                <p:cNvPicPr/>
                <p:nvPr/>
              </p:nvPicPr>
              <p:blipFill>
                <a:blip r:embed="rId85"/>
                <a:stretch>
                  <a:fillRect/>
                </a:stretch>
              </p:blipFill>
              <p:spPr>
                <a:xfrm>
                  <a:off x="4296405" y="4404550"/>
                  <a:ext cx="16992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9" name="Ink 48">
                  <a:extLst>
                    <a:ext uri="{FF2B5EF4-FFF2-40B4-BE49-F238E27FC236}">
                      <a16:creationId xmlns:a16="http://schemas.microsoft.com/office/drawing/2014/main" id="{EAEB3FA7-B30C-AEC5-E62A-BB69F2645B2C}"/>
                    </a:ext>
                  </a:extLst>
                </p14:cNvPr>
                <p14:cNvContentPartPr/>
                <p14:nvPr/>
              </p14:nvContentPartPr>
              <p14:xfrm>
                <a:off x="4472445" y="4295830"/>
                <a:ext cx="27000" cy="34200"/>
              </p14:xfrm>
            </p:contentPart>
          </mc:Choice>
          <mc:Fallback>
            <p:pic>
              <p:nvPicPr>
                <p:cNvPr id="49" name="Ink 48">
                  <a:extLst>
                    <a:ext uri="{FF2B5EF4-FFF2-40B4-BE49-F238E27FC236}">
                      <a16:creationId xmlns:a16="http://schemas.microsoft.com/office/drawing/2014/main" id="{EAEB3FA7-B30C-AEC5-E62A-BB69F2645B2C}"/>
                    </a:ext>
                  </a:extLst>
                </p:cNvPr>
                <p:cNvPicPr/>
                <p:nvPr/>
              </p:nvPicPr>
              <p:blipFill>
                <a:blip r:embed="rId87"/>
                <a:stretch>
                  <a:fillRect/>
                </a:stretch>
              </p:blipFill>
              <p:spPr>
                <a:xfrm>
                  <a:off x="4463805" y="4287190"/>
                  <a:ext cx="4464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0" name="Ink 49">
                  <a:extLst>
                    <a:ext uri="{FF2B5EF4-FFF2-40B4-BE49-F238E27FC236}">
                      <a16:creationId xmlns:a16="http://schemas.microsoft.com/office/drawing/2014/main" id="{A819EA51-668E-43D3-3EE2-99A4DDC9BB91}"/>
                    </a:ext>
                  </a:extLst>
                </p14:cNvPr>
                <p14:cNvContentPartPr/>
                <p14:nvPr/>
              </p14:nvContentPartPr>
              <p14:xfrm>
                <a:off x="4550925" y="4391230"/>
                <a:ext cx="334800" cy="163440"/>
              </p14:xfrm>
            </p:contentPart>
          </mc:Choice>
          <mc:Fallback>
            <p:pic>
              <p:nvPicPr>
                <p:cNvPr id="50" name="Ink 49">
                  <a:extLst>
                    <a:ext uri="{FF2B5EF4-FFF2-40B4-BE49-F238E27FC236}">
                      <a16:creationId xmlns:a16="http://schemas.microsoft.com/office/drawing/2014/main" id="{A819EA51-668E-43D3-3EE2-99A4DDC9BB91}"/>
                    </a:ext>
                  </a:extLst>
                </p:cNvPr>
                <p:cNvPicPr/>
                <p:nvPr/>
              </p:nvPicPr>
              <p:blipFill>
                <a:blip r:embed="rId89"/>
                <a:stretch>
                  <a:fillRect/>
                </a:stretch>
              </p:blipFill>
              <p:spPr>
                <a:xfrm>
                  <a:off x="4541925" y="4382230"/>
                  <a:ext cx="35244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1" name="Ink 50">
                  <a:extLst>
                    <a:ext uri="{FF2B5EF4-FFF2-40B4-BE49-F238E27FC236}">
                      <a16:creationId xmlns:a16="http://schemas.microsoft.com/office/drawing/2014/main" id="{13AB580A-9D0C-8E71-A65B-32C10E4AC451}"/>
                    </a:ext>
                  </a:extLst>
                </p14:cNvPr>
                <p14:cNvContentPartPr/>
                <p14:nvPr/>
              </p14:nvContentPartPr>
              <p14:xfrm>
                <a:off x="5625165" y="4378630"/>
                <a:ext cx="122760" cy="133200"/>
              </p14:xfrm>
            </p:contentPart>
          </mc:Choice>
          <mc:Fallback>
            <p:pic>
              <p:nvPicPr>
                <p:cNvPr id="51" name="Ink 50">
                  <a:extLst>
                    <a:ext uri="{FF2B5EF4-FFF2-40B4-BE49-F238E27FC236}">
                      <a16:creationId xmlns:a16="http://schemas.microsoft.com/office/drawing/2014/main" id="{13AB580A-9D0C-8E71-A65B-32C10E4AC451}"/>
                    </a:ext>
                  </a:extLst>
                </p:cNvPr>
                <p:cNvPicPr/>
                <p:nvPr/>
              </p:nvPicPr>
              <p:blipFill>
                <a:blip r:embed="rId91"/>
                <a:stretch>
                  <a:fillRect/>
                </a:stretch>
              </p:blipFill>
              <p:spPr>
                <a:xfrm>
                  <a:off x="5616165" y="4369630"/>
                  <a:ext cx="14040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2" name="Ink 51">
                  <a:extLst>
                    <a:ext uri="{FF2B5EF4-FFF2-40B4-BE49-F238E27FC236}">
                      <a16:creationId xmlns:a16="http://schemas.microsoft.com/office/drawing/2014/main" id="{DE78F5DC-74E9-B731-6FF4-DA582F83485E}"/>
                    </a:ext>
                  </a:extLst>
                </p14:cNvPr>
                <p14:cNvContentPartPr/>
                <p14:nvPr/>
              </p14:nvContentPartPr>
              <p14:xfrm>
                <a:off x="5428245" y="4228150"/>
                <a:ext cx="512280" cy="461520"/>
              </p14:xfrm>
            </p:contentPart>
          </mc:Choice>
          <mc:Fallback>
            <p:pic>
              <p:nvPicPr>
                <p:cNvPr id="52" name="Ink 51">
                  <a:extLst>
                    <a:ext uri="{FF2B5EF4-FFF2-40B4-BE49-F238E27FC236}">
                      <a16:creationId xmlns:a16="http://schemas.microsoft.com/office/drawing/2014/main" id="{DE78F5DC-74E9-B731-6FF4-DA582F83485E}"/>
                    </a:ext>
                  </a:extLst>
                </p:cNvPr>
                <p:cNvPicPr/>
                <p:nvPr/>
              </p:nvPicPr>
              <p:blipFill>
                <a:blip r:embed="rId93"/>
                <a:stretch>
                  <a:fillRect/>
                </a:stretch>
              </p:blipFill>
              <p:spPr>
                <a:xfrm>
                  <a:off x="5419245" y="4219150"/>
                  <a:ext cx="529920" cy="479160"/>
                </a:xfrm>
                <a:prstGeom prst="rect">
                  <a:avLst/>
                </a:prstGeom>
              </p:spPr>
            </p:pic>
          </mc:Fallback>
        </mc:AlternateContent>
      </p:grpSp>
      <p:grpSp>
        <p:nvGrpSpPr>
          <p:cNvPr id="62" name="Group 61">
            <a:extLst>
              <a:ext uri="{FF2B5EF4-FFF2-40B4-BE49-F238E27FC236}">
                <a16:creationId xmlns:a16="http://schemas.microsoft.com/office/drawing/2014/main" id="{334AEE91-9ADD-2123-76AD-621FEA762C57}"/>
              </a:ext>
            </a:extLst>
          </p:cNvPr>
          <p:cNvGrpSpPr/>
          <p:nvPr/>
        </p:nvGrpSpPr>
        <p:grpSpPr>
          <a:xfrm>
            <a:off x="2744085" y="2825230"/>
            <a:ext cx="3627000" cy="863280"/>
            <a:chOff x="2744085" y="2825230"/>
            <a:chExt cx="3627000" cy="863280"/>
          </a:xfrm>
        </p:grpSpPr>
        <mc:AlternateContent xmlns:mc="http://schemas.openxmlformats.org/markup-compatibility/2006">
          <mc:Choice xmlns:p14="http://schemas.microsoft.com/office/powerpoint/2010/main" Requires="p14">
            <p:contentPart p14:bwMode="auto" r:id="rId94">
              <p14:nvContentPartPr>
                <p14:cNvPr id="54" name="Ink 53">
                  <a:extLst>
                    <a:ext uri="{FF2B5EF4-FFF2-40B4-BE49-F238E27FC236}">
                      <a16:creationId xmlns:a16="http://schemas.microsoft.com/office/drawing/2014/main" id="{FFBDB29A-F570-7F5C-73F9-38F118ECCC8A}"/>
                    </a:ext>
                  </a:extLst>
                </p14:cNvPr>
                <p14:cNvContentPartPr/>
                <p14:nvPr/>
              </p14:nvContentPartPr>
              <p14:xfrm>
                <a:off x="2744085" y="2825230"/>
                <a:ext cx="3627000" cy="863280"/>
              </p14:xfrm>
            </p:contentPart>
          </mc:Choice>
          <mc:Fallback>
            <p:pic>
              <p:nvPicPr>
                <p:cNvPr id="54" name="Ink 53">
                  <a:extLst>
                    <a:ext uri="{FF2B5EF4-FFF2-40B4-BE49-F238E27FC236}">
                      <a16:creationId xmlns:a16="http://schemas.microsoft.com/office/drawing/2014/main" id="{FFBDB29A-F570-7F5C-73F9-38F118ECCC8A}"/>
                    </a:ext>
                  </a:extLst>
                </p:cNvPr>
                <p:cNvPicPr/>
                <p:nvPr/>
              </p:nvPicPr>
              <p:blipFill>
                <a:blip r:embed="rId95"/>
                <a:stretch>
                  <a:fillRect/>
                </a:stretch>
              </p:blipFill>
              <p:spPr>
                <a:xfrm>
                  <a:off x="2735085" y="2816230"/>
                  <a:ext cx="3644640" cy="8809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5" name="Ink 54">
                  <a:extLst>
                    <a:ext uri="{FF2B5EF4-FFF2-40B4-BE49-F238E27FC236}">
                      <a16:creationId xmlns:a16="http://schemas.microsoft.com/office/drawing/2014/main" id="{FAE4E94B-0849-F43A-7E7F-A010E0043ABC}"/>
                    </a:ext>
                  </a:extLst>
                </p14:cNvPr>
                <p14:cNvContentPartPr/>
                <p14:nvPr/>
              </p14:nvContentPartPr>
              <p14:xfrm>
                <a:off x="3518805" y="3033310"/>
                <a:ext cx="272880" cy="254520"/>
              </p14:xfrm>
            </p:contentPart>
          </mc:Choice>
          <mc:Fallback>
            <p:pic>
              <p:nvPicPr>
                <p:cNvPr id="55" name="Ink 54">
                  <a:extLst>
                    <a:ext uri="{FF2B5EF4-FFF2-40B4-BE49-F238E27FC236}">
                      <a16:creationId xmlns:a16="http://schemas.microsoft.com/office/drawing/2014/main" id="{FAE4E94B-0849-F43A-7E7F-A010E0043ABC}"/>
                    </a:ext>
                  </a:extLst>
                </p:cNvPr>
                <p:cNvPicPr/>
                <p:nvPr/>
              </p:nvPicPr>
              <p:blipFill>
                <a:blip r:embed="rId97"/>
                <a:stretch>
                  <a:fillRect/>
                </a:stretch>
              </p:blipFill>
              <p:spPr>
                <a:xfrm>
                  <a:off x="3509805" y="3024670"/>
                  <a:ext cx="29052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6" name="Ink 55">
                  <a:extLst>
                    <a:ext uri="{FF2B5EF4-FFF2-40B4-BE49-F238E27FC236}">
                      <a16:creationId xmlns:a16="http://schemas.microsoft.com/office/drawing/2014/main" id="{C32A253E-A379-C317-4B2D-2A1A5CC052E4}"/>
                    </a:ext>
                  </a:extLst>
                </p14:cNvPr>
                <p14:cNvContentPartPr/>
                <p14:nvPr/>
              </p14:nvContentPartPr>
              <p14:xfrm>
                <a:off x="3870525" y="3077950"/>
                <a:ext cx="11160" cy="192600"/>
              </p14:xfrm>
            </p:contentPart>
          </mc:Choice>
          <mc:Fallback>
            <p:pic>
              <p:nvPicPr>
                <p:cNvPr id="56" name="Ink 55">
                  <a:extLst>
                    <a:ext uri="{FF2B5EF4-FFF2-40B4-BE49-F238E27FC236}">
                      <a16:creationId xmlns:a16="http://schemas.microsoft.com/office/drawing/2014/main" id="{C32A253E-A379-C317-4B2D-2A1A5CC052E4}"/>
                    </a:ext>
                  </a:extLst>
                </p:cNvPr>
                <p:cNvPicPr/>
                <p:nvPr/>
              </p:nvPicPr>
              <p:blipFill>
                <a:blip r:embed="rId99"/>
                <a:stretch>
                  <a:fillRect/>
                </a:stretch>
              </p:blipFill>
              <p:spPr>
                <a:xfrm>
                  <a:off x="3861885" y="3069310"/>
                  <a:ext cx="2880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8" name="Ink 57">
                  <a:extLst>
                    <a:ext uri="{FF2B5EF4-FFF2-40B4-BE49-F238E27FC236}">
                      <a16:creationId xmlns:a16="http://schemas.microsoft.com/office/drawing/2014/main" id="{FD703FFD-219D-B8F6-9ED5-2140916249FF}"/>
                    </a:ext>
                  </a:extLst>
                </p14:cNvPr>
                <p14:cNvContentPartPr/>
                <p14:nvPr/>
              </p14:nvContentPartPr>
              <p14:xfrm>
                <a:off x="4026765" y="3042670"/>
                <a:ext cx="113040" cy="346320"/>
              </p14:xfrm>
            </p:contentPart>
          </mc:Choice>
          <mc:Fallback>
            <p:pic>
              <p:nvPicPr>
                <p:cNvPr id="58" name="Ink 57">
                  <a:extLst>
                    <a:ext uri="{FF2B5EF4-FFF2-40B4-BE49-F238E27FC236}">
                      <a16:creationId xmlns:a16="http://schemas.microsoft.com/office/drawing/2014/main" id="{FD703FFD-219D-B8F6-9ED5-2140916249FF}"/>
                    </a:ext>
                  </a:extLst>
                </p:cNvPr>
                <p:cNvPicPr/>
                <p:nvPr/>
              </p:nvPicPr>
              <p:blipFill>
                <a:blip r:embed="rId101"/>
                <a:stretch>
                  <a:fillRect/>
                </a:stretch>
              </p:blipFill>
              <p:spPr>
                <a:xfrm>
                  <a:off x="4017765" y="3033670"/>
                  <a:ext cx="130680" cy="3639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59" name="Ink 58">
                  <a:extLst>
                    <a:ext uri="{FF2B5EF4-FFF2-40B4-BE49-F238E27FC236}">
                      <a16:creationId xmlns:a16="http://schemas.microsoft.com/office/drawing/2014/main" id="{B5C80288-D362-84DB-7A49-BD2F869172FC}"/>
                    </a:ext>
                  </a:extLst>
                </p14:cNvPr>
                <p14:cNvContentPartPr/>
                <p14:nvPr/>
              </p14:nvContentPartPr>
              <p14:xfrm>
                <a:off x="4232685" y="3152470"/>
                <a:ext cx="168840" cy="189000"/>
              </p14:xfrm>
            </p:contentPart>
          </mc:Choice>
          <mc:Fallback>
            <p:pic>
              <p:nvPicPr>
                <p:cNvPr id="59" name="Ink 58">
                  <a:extLst>
                    <a:ext uri="{FF2B5EF4-FFF2-40B4-BE49-F238E27FC236}">
                      <a16:creationId xmlns:a16="http://schemas.microsoft.com/office/drawing/2014/main" id="{B5C80288-D362-84DB-7A49-BD2F869172FC}"/>
                    </a:ext>
                  </a:extLst>
                </p:cNvPr>
                <p:cNvPicPr/>
                <p:nvPr/>
              </p:nvPicPr>
              <p:blipFill>
                <a:blip r:embed="rId103"/>
                <a:stretch>
                  <a:fillRect/>
                </a:stretch>
              </p:blipFill>
              <p:spPr>
                <a:xfrm>
                  <a:off x="4224045" y="3143830"/>
                  <a:ext cx="186480" cy="2066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0" name="Ink 59">
                  <a:extLst>
                    <a:ext uri="{FF2B5EF4-FFF2-40B4-BE49-F238E27FC236}">
                      <a16:creationId xmlns:a16="http://schemas.microsoft.com/office/drawing/2014/main" id="{9EFFE304-BBEE-44F2-E938-826551F24928}"/>
                    </a:ext>
                  </a:extLst>
                </p14:cNvPr>
                <p14:cNvContentPartPr/>
                <p14:nvPr/>
              </p14:nvContentPartPr>
              <p14:xfrm>
                <a:off x="4530405" y="3143830"/>
                <a:ext cx="93960" cy="146880"/>
              </p14:xfrm>
            </p:contentPart>
          </mc:Choice>
          <mc:Fallback>
            <p:pic>
              <p:nvPicPr>
                <p:cNvPr id="60" name="Ink 59">
                  <a:extLst>
                    <a:ext uri="{FF2B5EF4-FFF2-40B4-BE49-F238E27FC236}">
                      <a16:creationId xmlns:a16="http://schemas.microsoft.com/office/drawing/2014/main" id="{9EFFE304-BBEE-44F2-E938-826551F24928}"/>
                    </a:ext>
                  </a:extLst>
                </p:cNvPr>
                <p:cNvPicPr/>
                <p:nvPr/>
              </p:nvPicPr>
              <p:blipFill>
                <a:blip r:embed="rId105"/>
                <a:stretch>
                  <a:fillRect/>
                </a:stretch>
              </p:blipFill>
              <p:spPr>
                <a:xfrm>
                  <a:off x="4521405" y="3135190"/>
                  <a:ext cx="11160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1" name="Ink 60">
                  <a:extLst>
                    <a:ext uri="{FF2B5EF4-FFF2-40B4-BE49-F238E27FC236}">
                      <a16:creationId xmlns:a16="http://schemas.microsoft.com/office/drawing/2014/main" id="{48D28677-80A0-8F96-01A2-E9A77DAF7969}"/>
                    </a:ext>
                  </a:extLst>
                </p14:cNvPr>
                <p14:cNvContentPartPr/>
                <p14:nvPr/>
              </p14:nvContentPartPr>
              <p14:xfrm>
                <a:off x="4544085" y="3148870"/>
                <a:ext cx="88920" cy="145080"/>
              </p14:xfrm>
            </p:contentPart>
          </mc:Choice>
          <mc:Fallback>
            <p:pic>
              <p:nvPicPr>
                <p:cNvPr id="61" name="Ink 60">
                  <a:extLst>
                    <a:ext uri="{FF2B5EF4-FFF2-40B4-BE49-F238E27FC236}">
                      <a16:creationId xmlns:a16="http://schemas.microsoft.com/office/drawing/2014/main" id="{48D28677-80A0-8F96-01A2-E9A77DAF7969}"/>
                    </a:ext>
                  </a:extLst>
                </p:cNvPr>
                <p:cNvPicPr/>
                <p:nvPr/>
              </p:nvPicPr>
              <p:blipFill>
                <a:blip r:embed="rId107"/>
                <a:stretch>
                  <a:fillRect/>
                </a:stretch>
              </p:blipFill>
              <p:spPr>
                <a:xfrm>
                  <a:off x="4535085" y="3139870"/>
                  <a:ext cx="106560" cy="162720"/>
                </a:xfrm>
                <a:prstGeom prst="rect">
                  <a:avLst/>
                </a:prstGeom>
              </p:spPr>
            </p:pic>
          </mc:Fallback>
        </mc:AlternateContent>
      </p:grpSp>
      <p:grpSp>
        <p:nvGrpSpPr>
          <p:cNvPr id="69" name="Group 68">
            <a:extLst>
              <a:ext uri="{FF2B5EF4-FFF2-40B4-BE49-F238E27FC236}">
                <a16:creationId xmlns:a16="http://schemas.microsoft.com/office/drawing/2014/main" id="{53E05692-0FC9-6290-7333-AEA5F6882629}"/>
              </a:ext>
            </a:extLst>
          </p:cNvPr>
          <p:cNvGrpSpPr/>
          <p:nvPr/>
        </p:nvGrpSpPr>
        <p:grpSpPr>
          <a:xfrm>
            <a:off x="5201445" y="2978590"/>
            <a:ext cx="915120" cy="529920"/>
            <a:chOff x="5201445" y="2978590"/>
            <a:chExt cx="915120" cy="529920"/>
          </a:xfrm>
        </p:grpSpPr>
        <mc:AlternateContent xmlns:mc="http://schemas.openxmlformats.org/markup-compatibility/2006">
          <mc:Choice xmlns:p14="http://schemas.microsoft.com/office/powerpoint/2010/main" Requires="p14">
            <p:contentPart p14:bwMode="auto" r:id="rId108">
              <p14:nvContentPartPr>
                <p14:cNvPr id="63" name="Ink 62">
                  <a:extLst>
                    <a:ext uri="{FF2B5EF4-FFF2-40B4-BE49-F238E27FC236}">
                      <a16:creationId xmlns:a16="http://schemas.microsoft.com/office/drawing/2014/main" id="{AD7BA946-210E-C8BC-13F3-542C6F7CB3CE}"/>
                    </a:ext>
                  </a:extLst>
                </p14:cNvPr>
                <p14:cNvContentPartPr/>
                <p14:nvPr/>
              </p14:nvContentPartPr>
              <p14:xfrm>
                <a:off x="5201445" y="2978590"/>
                <a:ext cx="915120" cy="529920"/>
              </p14:xfrm>
            </p:contentPart>
          </mc:Choice>
          <mc:Fallback>
            <p:pic>
              <p:nvPicPr>
                <p:cNvPr id="63" name="Ink 62">
                  <a:extLst>
                    <a:ext uri="{FF2B5EF4-FFF2-40B4-BE49-F238E27FC236}">
                      <a16:creationId xmlns:a16="http://schemas.microsoft.com/office/drawing/2014/main" id="{AD7BA946-210E-C8BC-13F3-542C6F7CB3CE}"/>
                    </a:ext>
                  </a:extLst>
                </p:cNvPr>
                <p:cNvPicPr/>
                <p:nvPr/>
              </p:nvPicPr>
              <p:blipFill>
                <a:blip r:embed="rId109"/>
                <a:stretch>
                  <a:fillRect/>
                </a:stretch>
              </p:blipFill>
              <p:spPr>
                <a:xfrm>
                  <a:off x="5192805" y="2969590"/>
                  <a:ext cx="932760" cy="5475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4" name="Ink 63">
                  <a:extLst>
                    <a:ext uri="{FF2B5EF4-FFF2-40B4-BE49-F238E27FC236}">
                      <a16:creationId xmlns:a16="http://schemas.microsoft.com/office/drawing/2014/main" id="{7ED8FDEE-DB78-7E41-CE7A-E6763D0AB6EF}"/>
                    </a:ext>
                  </a:extLst>
                </p14:cNvPr>
                <p14:cNvContentPartPr/>
                <p14:nvPr/>
              </p14:nvContentPartPr>
              <p14:xfrm>
                <a:off x="5318445" y="3135550"/>
                <a:ext cx="102600" cy="69120"/>
              </p14:xfrm>
            </p:contentPart>
          </mc:Choice>
          <mc:Fallback>
            <p:pic>
              <p:nvPicPr>
                <p:cNvPr id="64" name="Ink 63">
                  <a:extLst>
                    <a:ext uri="{FF2B5EF4-FFF2-40B4-BE49-F238E27FC236}">
                      <a16:creationId xmlns:a16="http://schemas.microsoft.com/office/drawing/2014/main" id="{7ED8FDEE-DB78-7E41-CE7A-E6763D0AB6EF}"/>
                    </a:ext>
                  </a:extLst>
                </p:cNvPr>
                <p:cNvPicPr/>
                <p:nvPr/>
              </p:nvPicPr>
              <p:blipFill>
                <a:blip r:embed="rId111"/>
                <a:stretch>
                  <a:fillRect/>
                </a:stretch>
              </p:blipFill>
              <p:spPr>
                <a:xfrm>
                  <a:off x="5309805" y="3126550"/>
                  <a:ext cx="120240" cy="867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5" name="Ink 64">
                  <a:extLst>
                    <a:ext uri="{FF2B5EF4-FFF2-40B4-BE49-F238E27FC236}">
                      <a16:creationId xmlns:a16="http://schemas.microsoft.com/office/drawing/2014/main" id="{43B2AFD5-F7B4-3E40-8771-5110B2E054F1}"/>
                    </a:ext>
                  </a:extLst>
                </p14:cNvPr>
                <p14:cNvContentPartPr/>
                <p14:nvPr/>
              </p14:nvContentPartPr>
              <p14:xfrm>
                <a:off x="5498445" y="3123310"/>
                <a:ext cx="107640" cy="61560"/>
              </p14:xfrm>
            </p:contentPart>
          </mc:Choice>
          <mc:Fallback>
            <p:pic>
              <p:nvPicPr>
                <p:cNvPr id="65" name="Ink 64">
                  <a:extLst>
                    <a:ext uri="{FF2B5EF4-FFF2-40B4-BE49-F238E27FC236}">
                      <a16:creationId xmlns:a16="http://schemas.microsoft.com/office/drawing/2014/main" id="{43B2AFD5-F7B4-3E40-8771-5110B2E054F1}"/>
                    </a:ext>
                  </a:extLst>
                </p:cNvPr>
                <p:cNvPicPr/>
                <p:nvPr/>
              </p:nvPicPr>
              <p:blipFill>
                <a:blip r:embed="rId113"/>
                <a:stretch>
                  <a:fillRect/>
                </a:stretch>
              </p:blipFill>
              <p:spPr>
                <a:xfrm>
                  <a:off x="5489805" y="3114310"/>
                  <a:ext cx="12528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6" name="Ink 65">
                  <a:extLst>
                    <a:ext uri="{FF2B5EF4-FFF2-40B4-BE49-F238E27FC236}">
                      <a16:creationId xmlns:a16="http://schemas.microsoft.com/office/drawing/2014/main" id="{0A0FEFE4-7B97-F1A8-2532-01F25E4CC640}"/>
                    </a:ext>
                  </a:extLst>
                </p14:cNvPr>
                <p14:cNvContentPartPr/>
                <p14:nvPr/>
              </p14:nvContentPartPr>
              <p14:xfrm>
                <a:off x="5699685" y="3117910"/>
                <a:ext cx="109440" cy="56160"/>
              </p14:xfrm>
            </p:contentPart>
          </mc:Choice>
          <mc:Fallback>
            <p:pic>
              <p:nvPicPr>
                <p:cNvPr id="66" name="Ink 65">
                  <a:extLst>
                    <a:ext uri="{FF2B5EF4-FFF2-40B4-BE49-F238E27FC236}">
                      <a16:creationId xmlns:a16="http://schemas.microsoft.com/office/drawing/2014/main" id="{0A0FEFE4-7B97-F1A8-2532-01F25E4CC640}"/>
                    </a:ext>
                  </a:extLst>
                </p:cNvPr>
                <p:cNvPicPr/>
                <p:nvPr/>
              </p:nvPicPr>
              <p:blipFill>
                <a:blip r:embed="rId115"/>
                <a:stretch>
                  <a:fillRect/>
                </a:stretch>
              </p:blipFill>
              <p:spPr>
                <a:xfrm>
                  <a:off x="5691045" y="3108910"/>
                  <a:ext cx="12708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7" name="Ink 66">
                  <a:extLst>
                    <a:ext uri="{FF2B5EF4-FFF2-40B4-BE49-F238E27FC236}">
                      <a16:creationId xmlns:a16="http://schemas.microsoft.com/office/drawing/2014/main" id="{73C40BE3-E9C0-6BC2-6AA9-B8C884E1F29F}"/>
                    </a:ext>
                  </a:extLst>
                </p14:cNvPr>
                <p14:cNvContentPartPr/>
                <p14:nvPr/>
              </p14:nvContentPartPr>
              <p14:xfrm>
                <a:off x="5395125" y="3233110"/>
                <a:ext cx="537840" cy="159480"/>
              </p14:xfrm>
            </p:contentPart>
          </mc:Choice>
          <mc:Fallback>
            <p:pic>
              <p:nvPicPr>
                <p:cNvPr id="67" name="Ink 66">
                  <a:extLst>
                    <a:ext uri="{FF2B5EF4-FFF2-40B4-BE49-F238E27FC236}">
                      <a16:creationId xmlns:a16="http://schemas.microsoft.com/office/drawing/2014/main" id="{73C40BE3-E9C0-6BC2-6AA9-B8C884E1F29F}"/>
                    </a:ext>
                  </a:extLst>
                </p:cNvPr>
                <p:cNvPicPr/>
                <p:nvPr/>
              </p:nvPicPr>
              <p:blipFill>
                <a:blip r:embed="rId117"/>
                <a:stretch>
                  <a:fillRect/>
                </a:stretch>
              </p:blipFill>
              <p:spPr>
                <a:xfrm>
                  <a:off x="5386485" y="3224470"/>
                  <a:ext cx="55548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68" name="Ink 67">
                  <a:extLst>
                    <a:ext uri="{FF2B5EF4-FFF2-40B4-BE49-F238E27FC236}">
                      <a16:creationId xmlns:a16="http://schemas.microsoft.com/office/drawing/2014/main" id="{C4784D76-0CAB-0666-FB4D-5A6E0ECEB1CC}"/>
                    </a:ext>
                  </a:extLst>
                </p14:cNvPr>
                <p14:cNvContentPartPr/>
                <p14:nvPr/>
              </p14:nvContentPartPr>
              <p14:xfrm>
                <a:off x="5383245" y="3312310"/>
                <a:ext cx="474840" cy="18360"/>
              </p14:xfrm>
            </p:contentPart>
          </mc:Choice>
          <mc:Fallback>
            <p:pic>
              <p:nvPicPr>
                <p:cNvPr id="68" name="Ink 67">
                  <a:extLst>
                    <a:ext uri="{FF2B5EF4-FFF2-40B4-BE49-F238E27FC236}">
                      <a16:creationId xmlns:a16="http://schemas.microsoft.com/office/drawing/2014/main" id="{C4784D76-0CAB-0666-FB4D-5A6E0ECEB1CC}"/>
                    </a:ext>
                  </a:extLst>
                </p:cNvPr>
                <p:cNvPicPr/>
                <p:nvPr/>
              </p:nvPicPr>
              <p:blipFill>
                <a:blip r:embed="rId119"/>
                <a:stretch>
                  <a:fillRect/>
                </a:stretch>
              </p:blipFill>
              <p:spPr>
                <a:xfrm>
                  <a:off x="5374605" y="3303310"/>
                  <a:ext cx="492480" cy="36000"/>
                </a:xfrm>
                <a:prstGeom prst="rect">
                  <a:avLst/>
                </a:prstGeom>
              </p:spPr>
            </p:pic>
          </mc:Fallback>
        </mc:AlternateContent>
      </p:grpSp>
      <p:grpSp>
        <p:nvGrpSpPr>
          <p:cNvPr id="79" name="Group 78">
            <a:extLst>
              <a:ext uri="{FF2B5EF4-FFF2-40B4-BE49-F238E27FC236}">
                <a16:creationId xmlns:a16="http://schemas.microsoft.com/office/drawing/2014/main" id="{E058A91A-E1F2-50B8-F0F4-F62AB7500CF1}"/>
              </a:ext>
            </a:extLst>
          </p:cNvPr>
          <p:cNvGrpSpPr/>
          <p:nvPr/>
        </p:nvGrpSpPr>
        <p:grpSpPr>
          <a:xfrm>
            <a:off x="4357605" y="3629110"/>
            <a:ext cx="211320" cy="390600"/>
            <a:chOff x="4357605" y="3629110"/>
            <a:chExt cx="211320" cy="390600"/>
          </a:xfrm>
        </p:grpSpPr>
        <mc:AlternateContent xmlns:mc="http://schemas.openxmlformats.org/markup-compatibility/2006">
          <mc:Choice xmlns:p14="http://schemas.microsoft.com/office/powerpoint/2010/main" Requires="p14">
            <p:contentPart p14:bwMode="auto" r:id="rId120">
              <p14:nvContentPartPr>
                <p14:cNvPr id="70" name="Ink 69">
                  <a:extLst>
                    <a:ext uri="{FF2B5EF4-FFF2-40B4-BE49-F238E27FC236}">
                      <a16:creationId xmlns:a16="http://schemas.microsoft.com/office/drawing/2014/main" id="{7925E39B-52EF-7F3C-02F9-36FC2FF685DE}"/>
                    </a:ext>
                  </a:extLst>
                </p14:cNvPr>
                <p14:cNvContentPartPr/>
                <p14:nvPr/>
              </p14:nvContentPartPr>
              <p14:xfrm>
                <a:off x="4357605" y="3634150"/>
                <a:ext cx="176760" cy="83520"/>
              </p14:xfrm>
            </p:contentPart>
          </mc:Choice>
          <mc:Fallback>
            <p:pic>
              <p:nvPicPr>
                <p:cNvPr id="70" name="Ink 69">
                  <a:extLst>
                    <a:ext uri="{FF2B5EF4-FFF2-40B4-BE49-F238E27FC236}">
                      <a16:creationId xmlns:a16="http://schemas.microsoft.com/office/drawing/2014/main" id="{7925E39B-52EF-7F3C-02F9-36FC2FF685DE}"/>
                    </a:ext>
                  </a:extLst>
                </p:cNvPr>
                <p:cNvPicPr/>
                <p:nvPr/>
              </p:nvPicPr>
              <p:blipFill>
                <a:blip r:embed="rId121"/>
                <a:stretch>
                  <a:fillRect/>
                </a:stretch>
              </p:blipFill>
              <p:spPr>
                <a:xfrm>
                  <a:off x="4348965" y="3625150"/>
                  <a:ext cx="194400" cy="1011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1" name="Ink 70">
                  <a:extLst>
                    <a:ext uri="{FF2B5EF4-FFF2-40B4-BE49-F238E27FC236}">
                      <a16:creationId xmlns:a16="http://schemas.microsoft.com/office/drawing/2014/main" id="{30A54A08-625F-C556-997F-C68B5ADCA0B0}"/>
                    </a:ext>
                  </a:extLst>
                </p14:cNvPr>
                <p14:cNvContentPartPr/>
                <p14:nvPr/>
              </p14:nvContentPartPr>
              <p14:xfrm>
                <a:off x="4450845" y="3629110"/>
                <a:ext cx="42840" cy="313920"/>
              </p14:xfrm>
            </p:contentPart>
          </mc:Choice>
          <mc:Fallback>
            <p:pic>
              <p:nvPicPr>
                <p:cNvPr id="71" name="Ink 70">
                  <a:extLst>
                    <a:ext uri="{FF2B5EF4-FFF2-40B4-BE49-F238E27FC236}">
                      <a16:creationId xmlns:a16="http://schemas.microsoft.com/office/drawing/2014/main" id="{30A54A08-625F-C556-997F-C68B5ADCA0B0}"/>
                    </a:ext>
                  </a:extLst>
                </p:cNvPr>
                <p:cNvPicPr/>
                <p:nvPr/>
              </p:nvPicPr>
              <p:blipFill>
                <a:blip r:embed="rId123"/>
                <a:stretch>
                  <a:fillRect/>
                </a:stretch>
              </p:blipFill>
              <p:spPr>
                <a:xfrm>
                  <a:off x="4442205" y="3620110"/>
                  <a:ext cx="60480" cy="3315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2" name="Ink 71">
                  <a:extLst>
                    <a:ext uri="{FF2B5EF4-FFF2-40B4-BE49-F238E27FC236}">
                      <a16:creationId xmlns:a16="http://schemas.microsoft.com/office/drawing/2014/main" id="{3C982BF8-CB2B-BEB0-70DF-D9DC508EE6E2}"/>
                    </a:ext>
                  </a:extLst>
                </p14:cNvPr>
                <p14:cNvContentPartPr/>
                <p14:nvPr/>
              </p14:nvContentPartPr>
              <p14:xfrm>
                <a:off x="4426365" y="3911710"/>
                <a:ext cx="90360" cy="108000"/>
              </p14:xfrm>
            </p:contentPart>
          </mc:Choice>
          <mc:Fallback>
            <p:pic>
              <p:nvPicPr>
                <p:cNvPr id="72" name="Ink 71">
                  <a:extLst>
                    <a:ext uri="{FF2B5EF4-FFF2-40B4-BE49-F238E27FC236}">
                      <a16:creationId xmlns:a16="http://schemas.microsoft.com/office/drawing/2014/main" id="{3C982BF8-CB2B-BEB0-70DF-D9DC508EE6E2}"/>
                    </a:ext>
                  </a:extLst>
                </p:cNvPr>
                <p:cNvPicPr/>
                <p:nvPr/>
              </p:nvPicPr>
              <p:blipFill>
                <a:blip r:embed="rId125"/>
                <a:stretch>
                  <a:fillRect/>
                </a:stretch>
              </p:blipFill>
              <p:spPr>
                <a:xfrm>
                  <a:off x="4417725" y="3903070"/>
                  <a:ext cx="10800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3" name="Ink 72">
                  <a:extLst>
                    <a:ext uri="{FF2B5EF4-FFF2-40B4-BE49-F238E27FC236}">
                      <a16:creationId xmlns:a16="http://schemas.microsoft.com/office/drawing/2014/main" id="{633FFAD9-65D7-316E-E642-61A3F6B6196E}"/>
                    </a:ext>
                  </a:extLst>
                </p14:cNvPr>
                <p14:cNvContentPartPr/>
                <p14:nvPr/>
              </p14:nvContentPartPr>
              <p14:xfrm>
                <a:off x="4509165" y="3903790"/>
                <a:ext cx="59760" cy="82440"/>
              </p14:xfrm>
            </p:contentPart>
          </mc:Choice>
          <mc:Fallback>
            <p:pic>
              <p:nvPicPr>
                <p:cNvPr id="73" name="Ink 72">
                  <a:extLst>
                    <a:ext uri="{FF2B5EF4-FFF2-40B4-BE49-F238E27FC236}">
                      <a16:creationId xmlns:a16="http://schemas.microsoft.com/office/drawing/2014/main" id="{633FFAD9-65D7-316E-E642-61A3F6B6196E}"/>
                    </a:ext>
                  </a:extLst>
                </p:cNvPr>
                <p:cNvPicPr/>
                <p:nvPr/>
              </p:nvPicPr>
              <p:blipFill>
                <a:blip r:embed="rId127"/>
                <a:stretch>
                  <a:fillRect/>
                </a:stretch>
              </p:blipFill>
              <p:spPr>
                <a:xfrm>
                  <a:off x="4500165" y="3894790"/>
                  <a:ext cx="77400" cy="100080"/>
                </a:xfrm>
                <a:prstGeom prst="rect">
                  <a:avLst/>
                </a:prstGeom>
              </p:spPr>
            </p:pic>
          </mc:Fallback>
        </mc:AlternateContent>
      </p:grpSp>
      <p:grpSp>
        <p:nvGrpSpPr>
          <p:cNvPr id="78" name="Group 77">
            <a:extLst>
              <a:ext uri="{FF2B5EF4-FFF2-40B4-BE49-F238E27FC236}">
                <a16:creationId xmlns:a16="http://schemas.microsoft.com/office/drawing/2014/main" id="{6F9EEDDF-41B6-B90C-610F-63C01A8421E9}"/>
              </a:ext>
            </a:extLst>
          </p:cNvPr>
          <p:cNvGrpSpPr/>
          <p:nvPr/>
        </p:nvGrpSpPr>
        <p:grpSpPr>
          <a:xfrm>
            <a:off x="4436445" y="4728190"/>
            <a:ext cx="254880" cy="461160"/>
            <a:chOff x="4436445" y="4728190"/>
            <a:chExt cx="254880" cy="461160"/>
          </a:xfrm>
        </p:grpSpPr>
        <mc:AlternateContent xmlns:mc="http://schemas.openxmlformats.org/markup-compatibility/2006">
          <mc:Choice xmlns:p14="http://schemas.microsoft.com/office/powerpoint/2010/main" Requires="p14">
            <p:contentPart p14:bwMode="auto" r:id="rId128">
              <p14:nvContentPartPr>
                <p14:cNvPr id="74" name="Ink 73">
                  <a:extLst>
                    <a:ext uri="{FF2B5EF4-FFF2-40B4-BE49-F238E27FC236}">
                      <a16:creationId xmlns:a16="http://schemas.microsoft.com/office/drawing/2014/main" id="{6F43DCE8-DBD7-D0F6-6D8E-C7000B532A0D}"/>
                    </a:ext>
                  </a:extLst>
                </p14:cNvPr>
                <p14:cNvContentPartPr/>
                <p14:nvPr/>
              </p14:nvContentPartPr>
              <p14:xfrm>
                <a:off x="4436445" y="4751950"/>
                <a:ext cx="177120" cy="91800"/>
              </p14:xfrm>
            </p:contentPart>
          </mc:Choice>
          <mc:Fallback>
            <p:pic>
              <p:nvPicPr>
                <p:cNvPr id="74" name="Ink 73">
                  <a:extLst>
                    <a:ext uri="{FF2B5EF4-FFF2-40B4-BE49-F238E27FC236}">
                      <a16:creationId xmlns:a16="http://schemas.microsoft.com/office/drawing/2014/main" id="{6F43DCE8-DBD7-D0F6-6D8E-C7000B532A0D}"/>
                    </a:ext>
                  </a:extLst>
                </p:cNvPr>
                <p:cNvPicPr/>
                <p:nvPr/>
              </p:nvPicPr>
              <p:blipFill>
                <a:blip r:embed="rId129"/>
                <a:stretch>
                  <a:fillRect/>
                </a:stretch>
              </p:blipFill>
              <p:spPr>
                <a:xfrm>
                  <a:off x="4427805" y="4743310"/>
                  <a:ext cx="19476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5" name="Ink 74">
                  <a:extLst>
                    <a:ext uri="{FF2B5EF4-FFF2-40B4-BE49-F238E27FC236}">
                      <a16:creationId xmlns:a16="http://schemas.microsoft.com/office/drawing/2014/main" id="{3AC2D364-AC5F-FB67-2D83-9C83E23022A2}"/>
                    </a:ext>
                  </a:extLst>
                </p14:cNvPr>
                <p14:cNvContentPartPr/>
                <p14:nvPr/>
              </p14:nvContentPartPr>
              <p14:xfrm>
                <a:off x="4541565" y="4728190"/>
                <a:ext cx="79920" cy="414720"/>
              </p14:xfrm>
            </p:contentPart>
          </mc:Choice>
          <mc:Fallback>
            <p:pic>
              <p:nvPicPr>
                <p:cNvPr id="75" name="Ink 74">
                  <a:extLst>
                    <a:ext uri="{FF2B5EF4-FFF2-40B4-BE49-F238E27FC236}">
                      <a16:creationId xmlns:a16="http://schemas.microsoft.com/office/drawing/2014/main" id="{3AC2D364-AC5F-FB67-2D83-9C83E23022A2}"/>
                    </a:ext>
                  </a:extLst>
                </p:cNvPr>
                <p:cNvPicPr/>
                <p:nvPr/>
              </p:nvPicPr>
              <p:blipFill>
                <a:blip r:embed="rId131"/>
                <a:stretch>
                  <a:fillRect/>
                </a:stretch>
              </p:blipFill>
              <p:spPr>
                <a:xfrm>
                  <a:off x="4532925" y="4719550"/>
                  <a:ext cx="97560" cy="4323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6" name="Ink 75">
                  <a:extLst>
                    <a:ext uri="{FF2B5EF4-FFF2-40B4-BE49-F238E27FC236}">
                      <a16:creationId xmlns:a16="http://schemas.microsoft.com/office/drawing/2014/main" id="{649A6E16-8122-9A6F-68B4-5F7AAFCF7626}"/>
                    </a:ext>
                  </a:extLst>
                </p14:cNvPr>
                <p14:cNvContentPartPr/>
                <p14:nvPr/>
              </p14:nvContentPartPr>
              <p14:xfrm>
                <a:off x="4564965" y="5104750"/>
                <a:ext cx="126360" cy="84600"/>
              </p14:xfrm>
            </p:contentPart>
          </mc:Choice>
          <mc:Fallback>
            <p:pic>
              <p:nvPicPr>
                <p:cNvPr id="76" name="Ink 75">
                  <a:extLst>
                    <a:ext uri="{FF2B5EF4-FFF2-40B4-BE49-F238E27FC236}">
                      <a16:creationId xmlns:a16="http://schemas.microsoft.com/office/drawing/2014/main" id="{649A6E16-8122-9A6F-68B4-5F7AAFCF7626}"/>
                    </a:ext>
                  </a:extLst>
                </p:cNvPr>
                <p:cNvPicPr/>
                <p:nvPr/>
              </p:nvPicPr>
              <p:blipFill>
                <a:blip r:embed="rId133"/>
                <a:stretch>
                  <a:fillRect/>
                </a:stretch>
              </p:blipFill>
              <p:spPr>
                <a:xfrm>
                  <a:off x="4555965" y="5096110"/>
                  <a:ext cx="14400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7" name="Ink 76">
                  <a:extLst>
                    <a:ext uri="{FF2B5EF4-FFF2-40B4-BE49-F238E27FC236}">
                      <a16:creationId xmlns:a16="http://schemas.microsoft.com/office/drawing/2014/main" id="{7E37124A-E063-C689-BDC2-DA72D1D191BA}"/>
                    </a:ext>
                  </a:extLst>
                </p14:cNvPr>
                <p14:cNvContentPartPr/>
                <p14:nvPr/>
              </p14:nvContentPartPr>
              <p14:xfrm>
                <a:off x="4576845" y="4775710"/>
                <a:ext cx="113760" cy="88200"/>
              </p14:xfrm>
            </p:contentPart>
          </mc:Choice>
          <mc:Fallback>
            <p:pic>
              <p:nvPicPr>
                <p:cNvPr id="77" name="Ink 76">
                  <a:extLst>
                    <a:ext uri="{FF2B5EF4-FFF2-40B4-BE49-F238E27FC236}">
                      <a16:creationId xmlns:a16="http://schemas.microsoft.com/office/drawing/2014/main" id="{7E37124A-E063-C689-BDC2-DA72D1D191BA}"/>
                    </a:ext>
                  </a:extLst>
                </p:cNvPr>
                <p:cNvPicPr/>
                <p:nvPr/>
              </p:nvPicPr>
              <p:blipFill>
                <a:blip r:embed="rId135"/>
                <a:stretch>
                  <a:fillRect/>
                </a:stretch>
              </p:blipFill>
              <p:spPr>
                <a:xfrm>
                  <a:off x="4568205" y="4767070"/>
                  <a:ext cx="131400" cy="105840"/>
                </a:xfrm>
                <a:prstGeom prst="rect">
                  <a:avLst/>
                </a:prstGeom>
              </p:spPr>
            </p:pic>
          </mc:Fallback>
        </mc:AlternateContent>
      </p:grpSp>
      <p:grpSp>
        <p:nvGrpSpPr>
          <p:cNvPr id="97" name="Group 96">
            <a:extLst>
              <a:ext uri="{FF2B5EF4-FFF2-40B4-BE49-F238E27FC236}">
                <a16:creationId xmlns:a16="http://schemas.microsoft.com/office/drawing/2014/main" id="{29190111-0E30-BE4C-374E-5F329FF7EF0D}"/>
              </a:ext>
            </a:extLst>
          </p:cNvPr>
          <p:cNvGrpSpPr/>
          <p:nvPr/>
        </p:nvGrpSpPr>
        <p:grpSpPr>
          <a:xfrm>
            <a:off x="4331685" y="2422030"/>
            <a:ext cx="186120" cy="288720"/>
            <a:chOff x="4331685" y="2422030"/>
            <a:chExt cx="186120" cy="288720"/>
          </a:xfrm>
        </p:grpSpPr>
        <mc:AlternateContent xmlns:mc="http://schemas.openxmlformats.org/markup-compatibility/2006">
          <mc:Choice xmlns:p14="http://schemas.microsoft.com/office/powerpoint/2010/main" Requires="p14">
            <p:contentPart p14:bwMode="auto" r:id="rId136">
              <p14:nvContentPartPr>
                <p14:cNvPr id="80" name="Ink 79">
                  <a:extLst>
                    <a:ext uri="{FF2B5EF4-FFF2-40B4-BE49-F238E27FC236}">
                      <a16:creationId xmlns:a16="http://schemas.microsoft.com/office/drawing/2014/main" id="{9D57577C-6114-3664-6562-BD2D529936C1}"/>
                    </a:ext>
                  </a:extLst>
                </p14:cNvPr>
                <p14:cNvContentPartPr/>
                <p14:nvPr/>
              </p14:nvContentPartPr>
              <p14:xfrm>
                <a:off x="4438245" y="2422030"/>
                <a:ext cx="9360" cy="288720"/>
              </p14:xfrm>
            </p:contentPart>
          </mc:Choice>
          <mc:Fallback>
            <p:pic>
              <p:nvPicPr>
                <p:cNvPr id="80" name="Ink 79">
                  <a:extLst>
                    <a:ext uri="{FF2B5EF4-FFF2-40B4-BE49-F238E27FC236}">
                      <a16:creationId xmlns:a16="http://schemas.microsoft.com/office/drawing/2014/main" id="{9D57577C-6114-3664-6562-BD2D529936C1}"/>
                    </a:ext>
                  </a:extLst>
                </p:cNvPr>
                <p:cNvPicPr/>
                <p:nvPr/>
              </p:nvPicPr>
              <p:blipFill>
                <a:blip r:embed="rId137"/>
                <a:stretch>
                  <a:fillRect/>
                </a:stretch>
              </p:blipFill>
              <p:spPr>
                <a:xfrm>
                  <a:off x="4429605" y="2413390"/>
                  <a:ext cx="27000" cy="3063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1" name="Ink 80">
                  <a:extLst>
                    <a:ext uri="{FF2B5EF4-FFF2-40B4-BE49-F238E27FC236}">
                      <a16:creationId xmlns:a16="http://schemas.microsoft.com/office/drawing/2014/main" id="{B010FDA4-6B43-A824-B9D3-B8CEF866DD90}"/>
                    </a:ext>
                  </a:extLst>
                </p14:cNvPr>
                <p14:cNvContentPartPr/>
                <p14:nvPr/>
              </p14:nvContentPartPr>
              <p14:xfrm>
                <a:off x="4331685" y="2427790"/>
                <a:ext cx="186120" cy="98280"/>
              </p14:xfrm>
            </p:contentPart>
          </mc:Choice>
          <mc:Fallback>
            <p:pic>
              <p:nvPicPr>
                <p:cNvPr id="81" name="Ink 80">
                  <a:extLst>
                    <a:ext uri="{FF2B5EF4-FFF2-40B4-BE49-F238E27FC236}">
                      <a16:creationId xmlns:a16="http://schemas.microsoft.com/office/drawing/2014/main" id="{B010FDA4-6B43-A824-B9D3-B8CEF866DD90}"/>
                    </a:ext>
                  </a:extLst>
                </p:cNvPr>
                <p:cNvPicPr/>
                <p:nvPr/>
              </p:nvPicPr>
              <p:blipFill>
                <a:blip r:embed="rId139"/>
                <a:stretch>
                  <a:fillRect/>
                </a:stretch>
              </p:blipFill>
              <p:spPr>
                <a:xfrm>
                  <a:off x="4323045" y="2419150"/>
                  <a:ext cx="203760" cy="115920"/>
                </a:xfrm>
                <a:prstGeom prst="rect">
                  <a:avLst/>
                </a:prstGeom>
              </p:spPr>
            </p:pic>
          </mc:Fallback>
        </mc:AlternateContent>
      </p:grpSp>
      <p:grpSp>
        <p:nvGrpSpPr>
          <p:cNvPr id="96" name="Group 95">
            <a:extLst>
              <a:ext uri="{FF2B5EF4-FFF2-40B4-BE49-F238E27FC236}">
                <a16:creationId xmlns:a16="http://schemas.microsoft.com/office/drawing/2014/main" id="{E574387C-AD5B-89F6-8638-4A77EE58F016}"/>
              </a:ext>
            </a:extLst>
          </p:cNvPr>
          <p:cNvGrpSpPr/>
          <p:nvPr/>
        </p:nvGrpSpPr>
        <p:grpSpPr>
          <a:xfrm>
            <a:off x="3573885" y="796990"/>
            <a:ext cx="1796400" cy="1445400"/>
            <a:chOff x="3573885" y="796990"/>
            <a:chExt cx="1796400" cy="1445400"/>
          </a:xfrm>
        </p:grpSpPr>
        <mc:AlternateContent xmlns:mc="http://schemas.openxmlformats.org/markup-compatibility/2006">
          <mc:Choice xmlns:p14="http://schemas.microsoft.com/office/powerpoint/2010/main" Requires="p14">
            <p:contentPart p14:bwMode="auto" r:id="rId140">
              <p14:nvContentPartPr>
                <p14:cNvPr id="82" name="Ink 81">
                  <a:extLst>
                    <a:ext uri="{FF2B5EF4-FFF2-40B4-BE49-F238E27FC236}">
                      <a16:creationId xmlns:a16="http://schemas.microsoft.com/office/drawing/2014/main" id="{98CD55C5-0164-6FFF-6D21-F58B47990955}"/>
                    </a:ext>
                  </a:extLst>
                </p14:cNvPr>
                <p14:cNvContentPartPr/>
                <p14:nvPr/>
              </p14:nvContentPartPr>
              <p14:xfrm>
                <a:off x="3573885" y="1591510"/>
                <a:ext cx="1796400" cy="650880"/>
              </p14:xfrm>
            </p:contentPart>
          </mc:Choice>
          <mc:Fallback>
            <p:pic>
              <p:nvPicPr>
                <p:cNvPr id="82" name="Ink 81">
                  <a:extLst>
                    <a:ext uri="{FF2B5EF4-FFF2-40B4-BE49-F238E27FC236}">
                      <a16:creationId xmlns:a16="http://schemas.microsoft.com/office/drawing/2014/main" id="{98CD55C5-0164-6FFF-6D21-F58B47990955}"/>
                    </a:ext>
                  </a:extLst>
                </p:cNvPr>
                <p:cNvPicPr/>
                <p:nvPr/>
              </p:nvPicPr>
              <p:blipFill>
                <a:blip r:embed="rId141"/>
                <a:stretch>
                  <a:fillRect/>
                </a:stretch>
              </p:blipFill>
              <p:spPr>
                <a:xfrm>
                  <a:off x="3564885" y="1582510"/>
                  <a:ext cx="1814040" cy="6685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3" name="Ink 82">
                  <a:extLst>
                    <a:ext uri="{FF2B5EF4-FFF2-40B4-BE49-F238E27FC236}">
                      <a16:creationId xmlns:a16="http://schemas.microsoft.com/office/drawing/2014/main" id="{EBF4B9BB-4400-FE36-DA42-99B1E2B92D0A}"/>
                    </a:ext>
                  </a:extLst>
                </p14:cNvPr>
                <p14:cNvContentPartPr/>
                <p14:nvPr/>
              </p14:nvContentPartPr>
              <p14:xfrm>
                <a:off x="3875565" y="1735870"/>
                <a:ext cx="205920" cy="244800"/>
              </p14:xfrm>
            </p:contentPart>
          </mc:Choice>
          <mc:Fallback>
            <p:pic>
              <p:nvPicPr>
                <p:cNvPr id="83" name="Ink 82">
                  <a:extLst>
                    <a:ext uri="{FF2B5EF4-FFF2-40B4-BE49-F238E27FC236}">
                      <a16:creationId xmlns:a16="http://schemas.microsoft.com/office/drawing/2014/main" id="{EBF4B9BB-4400-FE36-DA42-99B1E2B92D0A}"/>
                    </a:ext>
                  </a:extLst>
                </p:cNvPr>
                <p:cNvPicPr/>
                <p:nvPr/>
              </p:nvPicPr>
              <p:blipFill>
                <a:blip r:embed="rId143"/>
                <a:stretch>
                  <a:fillRect/>
                </a:stretch>
              </p:blipFill>
              <p:spPr>
                <a:xfrm>
                  <a:off x="3866565" y="1727230"/>
                  <a:ext cx="223560" cy="26244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4" name="Ink 83">
                  <a:extLst>
                    <a:ext uri="{FF2B5EF4-FFF2-40B4-BE49-F238E27FC236}">
                      <a16:creationId xmlns:a16="http://schemas.microsoft.com/office/drawing/2014/main" id="{2B544961-D830-1929-1F69-9D4DDA2422F2}"/>
                    </a:ext>
                  </a:extLst>
                </p14:cNvPr>
                <p14:cNvContentPartPr/>
                <p14:nvPr/>
              </p14:nvContentPartPr>
              <p14:xfrm>
                <a:off x="4190925" y="1786270"/>
                <a:ext cx="254880" cy="192240"/>
              </p14:xfrm>
            </p:contentPart>
          </mc:Choice>
          <mc:Fallback>
            <p:pic>
              <p:nvPicPr>
                <p:cNvPr id="84" name="Ink 83">
                  <a:extLst>
                    <a:ext uri="{FF2B5EF4-FFF2-40B4-BE49-F238E27FC236}">
                      <a16:creationId xmlns:a16="http://schemas.microsoft.com/office/drawing/2014/main" id="{2B544961-D830-1929-1F69-9D4DDA2422F2}"/>
                    </a:ext>
                  </a:extLst>
                </p:cNvPr>
                <p:cNvPicPr/>
                <p:nvPr/>
              </p:nvPicPr>
              <p:blipFill>
                <a:blip r:embed="rId145"/>
                <a:stretch>
                  <a:fillRect/>
                </a:stretch>
              </p:blipFill>
              <p:spPr>
                <a:xfrm>
                  <a:off x="4182285" y="1777630"/>
                  <a:ext cx="27252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5" name="Ink 84">
                  <a:extLst>
                    <a:ext uri="{FF2B5EF4-FFF2-40B4-BE49-F238E27FC236}">
                      <a16:creationId xmlns:a16="http://schemas.microsoft.com/office/drawing/2014/main" id="{EA89D45A-3F36-DE73-5F3E-13CEA525903F}"/>
                    </a:ext>
                  </a:extLst>
                </p14:cNvPr>
                <p14:cNvContentPartPr/>
                <p14:nvPr/>
              </p14:nvContentPartPr>
              <p14:xfrm>
                <a:off x="4474245" y="1784470"/>
                <a:ext cx="194040" cy="204120"/>
              </p14:xfrm>
            </p:contentPart>
          </mc:Choice>
          <mc:Fallback>
            <p:pic>
              <p:nvPicPr>
                <p:cNvPr id="85" name="Ink 84">
                  <a:extLst>
                    <a:ext uri="{FF2B5EF4-FFF2-40B4-BE49-F238E27FC236}">
                      <a16:creationId xmlns:a16="http://schemas.microsoft.com/office/drawing/2014/main" id="{EA89D45A-3F36-DE73-5F3E-13CEA525903F}"/>
                    </a:ext>
                  </a:extLst>
                </p:cNvPr>
                <p:cNvPicPr/>
                <p:nvPr/>
              </p:nvPicPr>
              <p:blipFill>
                <a:blip r:embed="rId147"/>
                <a:stretch>
                  <a:fillRect/>
                </a:stretch>
              </p:blipFill>
              <p:spPr>
                <a:xfrm>
                  <a:off x="4465245" y="1775470"/>
                  <a:ext cx="21168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6" name="Ink 85">
                  <a:extLst>
                    <a:ext uri="{FF2B5EF4-FFF2-40B4-BE49-F238E27FC236}">
                      <a16:creationId xmlns:a16="http://schemas.microsoft.com/office/drawing/2014/main" id="{D34CED0C-DB3C-2262-5E54-E40EF2143E70}"/>
                    </a:ext>
                  </a:extLst>
                </p14:cNvPr>
                <p14:cNvContentPartPr/>
                <p14:nvPr/>
              </p14:nvContentPartPr>
              <p14:xfrm>
                <a:off x="4588005" y="1867270"/>
                <a:ext cx="141480" cy="16200"/>
              </p14:xfrm>
            </p:contentPart>
          </mc:Choice>
          <mc:Fallback>
            <p:pic>
              <p:nvPicPr>
                <p:cNvPr id="86" name="Ink 85">
                  <a:extLst>
                    <a:ext uri="{FF2B5EF4-FFF2-40B4-BE49-F238E27FC236}">
                      <a16:creationId xmlns:a16="http://schemas.microsoft.com/office/drawing/2014/main" id="{D34CED0C-DB3C-2262-5E54-E40EF2143E70}"/>
                    </a:ext>
                  </a:extLst>
                </p:cNvPr>
                <p:cNvPicPr/>
                <p:nvPr/>
              </p:nvPicPr>
              <p:blipFill>
                <a:blip r:embed="rId149"/>
                <a:stretch>
                  <a:fillRect/>
                </a:stretch>
              </p:blipFill>
              <p:spPr>
                <a:xfrm>
                  <a:off x="4579365" y="1858630"/>
                  <a:ext cx="15912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87" name="Ink 86">
                  <a:extLst>
                    <a:ext uri="{FF2B5EF4-FFF2-40B4-BE49-F238E27FC236}">
                      <a16:creationId xmlns:a16="http://schemas.microsoft.com/office/drawing/2014/main" id="{2EB977F5-CBCF-9A6C-15AC-2078B0F2EAB5}"/>
                    </a:ext>
                  </a:extLst>
                </p14:cNvPr>
                <p14:cNvContentPartPr/>
                <p14:nvPr/>
              </p14:nvContentPartPr>
              <p14:xfrm>
                <a:off x="3614925" y="1685470"/>
                <a:ext cx="255240" cy="16200"/>
              </p14:xfrm>
            </p:contentPart>
          </mc:Choice>
          <mc:Fallback>
            <p:pic>
              <p:nvPicPr>
                <p:cNvPr id="87" name="Ink 86">
                  <a:extLst>
                    <a:ext uri="{FF2B5EF4-FFF2-40B4-BE49-F238E27FC236}">
                      <a16:creationId xmlns:a16="http://schemas.microsoft.com/office/drawing/2014/main" id="{2EB977F5-CBCF-9A6C-15AC-2078B0F2EAB5}"/>
                    </a:ext>
                  </a:extLst>
                </p:cNvPr>
                <p:cNvPicPr/>
                <p:nvPr/>
              </p:nvPicPr>
              <p:blipFill>
                <a:blip r:embed="rId151"/>
                <a:stretch>
                  <a:fillRect/>
                </a:stretch>
              </p:blipFill>
              <p:spPr>
                <a:xfrm>
                  <a:off x="3605925" y="1676830"/>
                  <a:ext cx="27288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88" name="Ink 87">
                  <a:extLst>
                    <a:ext uri="{FF2B5EF4-FFF2-40B4-BE49-F238E27FC236}">
                      <a16:creationId xmlns:a16="http://schemas.microsoft.com/office/drawing/2014/main" id="{35AFA5A0-E7A9-9B01-9464-DB5B8951EA32}"/>
                    </a:ext>
                  </a:extLst>
                </p14:cNvPr>
                <p14:cNvContentPartPr/>
                <p14:nvPr/>
              </p14:nvContentPartPr>
              <p14:xfrm>
                <a:off x="4404045" y="796990"/>
                <a:ext cx="284760" cy="286200"/>
              </p14:xfrm>
            </p:contentPart>
          </mc:Choice>
          <mc:Fallback>
            <p:pic>
              <p:nvPicPr>
                <p:cNvPr id="88" name="Ink 87">
                  <a:extLst>
                    <a:ext uri="{FF2B5EF4-FFF2-40B4-BE49-F238E27FC236}">
                      <a16:creationId xmlns:a16="http://schemas.microsoft.com/office/drawing/2014/main" id="{35AFA5A0-E7A9-9B01-9464-DB5B8951EA32}"/>
                    </a:ext>
                  </a:extLst>
                </p:cNvPr>
                <p:cNvPicPr/>
                <p:nvPr/>
              </p:nvPicPr>
              <p:blipFill>
                <a:blip r:embed="rId153"/>
                <a:stretch>
                  <a:fillRect/>
                </a:stretch>
              </p:blipFill>
              <p:spPr>
                <a:xfrm>
                  <a:off x="4395405" y="787990"/>
                  <a:ext cx="30240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89" name="Ink 88">
                  <a:extLst>
                    <a:ext uri="{FF2B5EF4-FFF2-40B4-BE49-F238E27FC236}">
                      <a16:creationId xmlns:a16="http://schemas.microsoft.com/office/drawing/2014/main" id="{CBF77F06-49E4-F8A8-E9B7-3C2D9AD9DEC9}"/>
                    </a:ext>
                  </a:extLst>
                </p14:cNvPr>
                <p14:cNvContentPartPr/>
                <p14:nvPr/>
              </p14:nvContentPartPr>
              <p14:xfrm>
                <a:off x="4450485" y="1077790"/>
                <a:ext cx="267840" cy="200880"/>
              </p14:xfrm>
            </p:contentPart>
          </mc:Choice>
          <mc:Fallback>
            <p:pic>
              <p:nvPicPr>
                <p:cNvPr id="89" name="Ink 88">
                  <a:extLst>
                    <a:ext uri="{FF2B5EF4-FFF2-40B4-BE49-F238E27FC236}">
                      <a16:creationId xmlns:a16="http://schemas.microsoft.com/office/drawing/2014/main" id="{CBF77F06-49E4-F8A8-E9B7-3C2D9AD9DEC9}"/>
                    </a:ext>
                  </a:extLst>
                </p:cNvPr>
                <p:cNvPicPr/>
                <p:nvPr/>
              </p:nvPicPr>
              <p:blipFill>
                <a:blip r:embed="rId155"/>
                <a:stretch>
                  <a:fillRect/>
                </a:stretch>
              </p:blipFill>
              <p:spPr>
                <a:xfrm>
                  <a:off x="4441845" y="1068790"/>
                  <a:ext cx="28548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0" name="Ink 89">
                  <a:extLst>
                    <a:ext uri="{FF2B5EF4-FFF2-40B4-BE49-F238E27FC236}">
                      <a16:creationId xmlns:a16="http://schemas.microsoft.com/office/drawing/2014/main" id="{A0457350-A235-24BA-7CCE-18A0AD78A468}"/>
                    </a:ext>
                  </a:extLst>
                </p14:cNvPr>
                <p14:cNvContentPartPr/>
                <p14:nvPr/>
              </p14:nvContentPartPr>
              <p14:xfrm>
                <a:off x="4647045" y="1336990"/>
                <a:ext cx="96840" cy="287280"/>
              </p14:xfrm>
            </p:contentPart>
          </mc:Choice>
          <mc:Fallback>
            <p:pic>
              <p:nvPicPr>
                <p:cNvPr id="90" name="Ink 89">
                  <a:extLst>
                    <a:ext uri="{FF2B5EF4-FFF2-40B4-BE49-F238E27FC236}">
                      <a16:creationId xmlns:a16="http://schemas.microsoft.com/office/drawing/2014/main" id="{A0457350-A235-24BA-7CCE-18A0AD78A468}"/>
                    </a:ext>
                  </a:extLst>
                </p:cNvPr>
                <p:cNvPicPr/>
                <p:nvPr/>
              </p:nvPicPr>
              <p:blipFill>
                <a:blip r:embed="rId157"/>
                <a:stretch>
                  <a:fillRect/>
                </a:stretch>
              </p:blipFill>
              <p:spPr>
                <a:xfrm>
                  <a:off x="4638405" y="1328350"/>
                  <a:ext cx="114480" cy="3049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1" name="Ink 90">
                  <a:extLst>
                    <a:ext uri="{FF2B5EF4-FFF2-40B4-BE49-F238E27FC236}">
                      <a16:creationId xmlns:a16="http://schemas.microsoft.com/office/drawing/2014/main" id="{BDAFC20D-8D9F-D36C-887F-1A366CF7EF48}"/>
                    </a:ext>
                  </a:extLst>
                </p14:cNvPr>
                <p14:cNvContentPartPr/>
                <p14:nvPr/>
              </p14:nvContentPartPr>
              <p14:xfrm>
                <a:off x="4692405" y="1570630"/>
                <a:ext cx="111240" cy="58320"/>
              </p14:xfrm>
            </p:contentPart>
          </mc:Choice>
          <mc:Fallback>
            <p:pic>
              <p:nvPicPr>
                <p:cNvPr id="91" name="Ink 90">
                  <a:extLst>
                    <a:ext uri="{FF2B5EF4-FFF2-40B4-BE49-F238E27FC236}">
                      <a16:creationId xmlns:a16="http://schemas.microsoft.com/office/drawing/2014/main" id="{BDAFC20D-8D9F-D36C-887F-1A366CF7EF48}"/>
                    </a:ext>
                  </a:extLst>
                </p:cNvPr>
                <p:cNvPicPr/>
                <p:nvPr/>
              </p:nvPicPr>
              <p:blipFill>
                <a:blip r:embed="rId159"/>
                <a:stretch>
                  <a:fillRect/>
                </a:stretch>
              </p:blipFill>
              <p:spPr>
                <a:xfrm>
                  <a:off x="4683765" y="1561630"/>
                  <a:ext cx="128880" cy="759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2" name="Ink 91">
                  <a:extLst>
                    <a:ext uri="{FF2B5EF4-FFF2-40B4-BE49-F238E27FC236}">
                      <a16:creationId xmlns:a16="http://schemas.microsoft.com/office/drawing/2014/main" id="{B22D222B-D1FA-9F8D-1E24-C7DF34A578E5}"/>
                    </a:ext>
                  </a:extLst>
                </p14:cNvPr>
                <p14:cNvContentPartPr/>
                <p14:nvPr/>
              </p14:nvContentPartPr>
              <p14:xfrm>
                <a:off x="4880685" y="1285150"/>
                <a:ext cx="109080" cy="357120"/>
              </p14:xfrm>
            </p:contentPart>
          </mc:Choice>
          <mc:Fallback>
            <p:pic>
              <p:nvPicPr>
                <p:cNvPr id="92" name="Ink 91">
                  <a:extLst>
                    <a:ext uri="{FF2B5EF4-FFF2-40B4-BE49-F238E27FC236}">
                      <a16:creationId xmlns:a16="http://schemas.microsoft.com/office/drawing/2014/main" id="{B22D222B-D1FA-9F8D-1E24-C7DF34A578E5}"/>
                    </a:ext>
                  </a:extLst>
                </p:cNvPr>
                <p:cNvPicPr/>
                <p:nvPr/>
              </p:nvPicPr>
              <p:blipFill>
                <a:blip r:embed="rId161"/>
                <a:stretch>
                  <a:fillRect/>
                </a:stretch>
              </p:blipFill>
              <p:spPr>
                <a:xfrm>
                  <a:off x="4871685" y="1276150"/>
                  <a:ext cx="126720" cy="37476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3" name="Ink 92">
                  <a:extLst>
                    <a:ext uri="{FF2B5EF4-FFF2-40B4-BE49-F238E27FC236}">
                      <a16:creationId xmlns:a16="http://schemas.microsoft.com/office/drawing/2014/main" id="{4308D2A9-7155-832F-B78F-A8C6B252D7B4}"/>
                    </a:ext>
                  </a:extLst>
                </p14:cNvPr>
                <p14:cNvContentPartPr/>
                <p14:nvPr/>
              </p14:nvContentPartPr>
              <p14:xfrm>
                <a:off x="4938645" y="1562710"/>
                <a:ext cx="124920" cy="69840"/>
              </p14:xfrm>
            </p:contentPart>
          </mc:Choice>
          <mc:Fallback>
            <p:pic>
              <p:nvPicPr>
                <p:cNvPr id="93" name="Ink 92">
                  <a:extLst>
                    <a:ext uri="{FF2B5EF4-FFF2-40B4-BE49-F238E27FC236}">
                      <a16:creationId xmlns:a16="http://schemas.microsoft.com/office/drawing/2014/main" id="{4308D2A9-7155-832F-B78F-A8C6B252D7B4}"/>
                    </a:ext>
                  </a:extLst>
                </p:cNvPr>
                <p:cNvPicPr/>
                <p:nvPr/>
              </p:nvPicPr>
              <p:blipFill>
                <a:blip r:embed="rId163"/>
                <a:stretch>
                  <a:fillRect/>
                </a:stretch>
              </p:blipFill>
              <p:spPr>
                <a:xfrm>
                  <a:off x="4930005" y="1554070"/>
                  <a:ext cx="14256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4" name="Ink 93">
                  <a:extLst>
                    <a:ext uri="{FF2B5EF4-FFF2-40B4-BE49-F238E27FC236}">
                      <a16:creationId xmlns:a16="http://schemas.microsoft.com/office/drawing/2014/main" id="{9F0C7BA5-9C7E-FC8E-1C99-7F97BB2CD311}"/>
                    </a:ext>
                  </a:extLst>
                </p14:cNvPr>
                <p14:cNvContentPartPr/>
                <p14:nvPr/>
              </p14:nvContentPartPr>
              <p14:xfrm>
                <a:off x="5161125" y="1285510"/>
                <a:ext cx="42120" cy="345600"/>
              </p14:xfrm>
            </p:contentPart>
          </mc:Choice>
          <mc:Fallback>
            <p:pic>
              <p:nvPicPr>
                <p:cNvPr id="94" name="Ink 93">
                  <a:extLst>
                    <a:ext uri="{FF2B5EF4-FFF2-40B4-BE49-F238E27FC236}">
                      <a16:creationId xmlns:a16="http://schemas.microsoft.com/office/drawing/2014/main" id="{9F0C7BA5-9C7E-FC8E-1C99-7F97BB2CD311}"/>
                    </a:ext>
                  </a:extLst>
                </p:cNvPr>
                <p:cNvPicPr/>
                <p:nvPr/>
              </p:nvPicPr>
              <p:blipFill>
                <a:blip r:embed="rId165"/>
                <a:stretch>
                  <a:fillRect/>
                </a:stretch>
              </p:blipFill>
              <p:spPr>
                <a:xfrm>
                  <a:off x="5152125" y="1276870"/>
                  <a:ext cx="59760" cy="36324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5" name="Ink 94">
                  <a:extLst>
                    <a:ext uri="{FF2B5EF4-FFF2-40B4-BE49-F238E27FC236}">
                      <a16:creationId xmlns:a16="http://schemas.microsoft.com/office/drawing/2014/main" id="{5B0477EB-0823-D7CE-3807-8B6187BAB392}"/>
                    </a:ext>
                  </a:extLst>
                </p14:cNvPr>
                <p14:cNvContentPartPr/>
                <p14:nvPr/>
              </p14:nvContentPartPr>
              <p14:xfrm>
                <a:off x="5165445" y="1574230"/>
                <a:ext cx="136440" cy="60120"/>
              </p14:xfrm>
            </p:contentPart>
          </mc:Choice>
          <mc:Fallback>
            <p:pic>
              <p:nvPicPr>
                <p:cNvPr id="95" name="Ink 94">
                  <a:extLst>
                    <a:ext uri="{FF2B5EF4-FFF2-40B4-BE49-F238E27FC236}">
                      <a16:creationId xmlns:a16="http://schemas.microsoft.com/office/drawing/2014/main" id="{5B0477EB-0823-D7CE-3807-8B6187BAB392}"/>
                    </a:ext>
                  </a:extLst>
                </p:cNvPr>
                <p:cNvPicPr/>
                <p:nvPr/>
              </p:nvPicPr>
              <p:blipFill>
                <a:blip r:embed="rId167"/>
                <a:stretch>
                  <a:fillRect/>
                </a:stretch>
              </p:blipFill>
              <p:spPr>
                <a:xfrm>
                  <a:off x="5156805" y="1565230"/>
                  <a:ext cx="154080" cy="77760"/>
                </a:xfrm>
                <a:prstGeom prst="rect">
                  <a:avLst/>
                </a:prstGeom>
              </p:spPr>
            </p:pic>
          </mc:Fallback>
        </mc:AlternateContent>
      </p:grpSp>
      <p:grpSp>
        <p:nvGrpSpPr>
          <p:cNvPr id="103" name="Group 102">
            <a:extLst>
              <a:ext uri="{FF2B5EF4-FFF2-40B4-BE49-F238E27FC236}">
                <a16:creationId xmlns:a16="http://schemas.microsoft.com/office/drawing/2014/main" id="{AB0D7E90-307E-6383-27EA-BFBBBBB24DB7}"/>
              </a:ext>
            </a:extLst>
          </p:cNvPr>
          <p:cNvGrpSpPr/>
          <p:nvPr/>
        </p:nvGrpSpPr>
        <p:grpSpPr>
          <a:xfrm>
            <a:off x="582645" y="2569630"/>
            <a:ext cx="1940040" cy="3568680"/>
            <a:chOff x="582645" y="2569630"/>
            <a:chExt cx="1940040" cy="3568680"/>
          </a:xfrm>
        </p:grpSpPr>
        <mc:AlternateContent xmlns:mc="http://schemas.openxmlformats.org/markup-compatibility/2006">
          <mc:Choice xmlns:p14="http://schemas.microsoft.com/office/powerpoint/2010/main" Requires="p14">
            <p:contentPart p14:bwMode="auto" r:id="rId168">
              <p14:nvContentPartPr>
                <p14:cNvPr id="98" name="Ink 97">
                  <a:extLst>
                    <a:ext uri="{FF2B5EF4-FFF2-40B4-BE49-F238E27FC236}">
                      <a16:creationId xmlns:a16="http://schemas.microsoft.com/office/drawing/2014/main" id="{2760D00B-EB55-89E2-D0A0-7A04BF183B2F}"/>
                    </a:ext>
                  </a:extLst>
                </p14:cNvPr>
                <p14:cNvContentPartPr/>
                <p14:nvPr/>
              </p14:nvContentPartPr>
              <p14:xfrm>
                <a:off x="1708725" y="2569630"/>
                <a:ext cx="813960" cy="3568680"/>
              </p14:xfrm>
            </p:contentPart>
          </mc:Choice>
          <mc:Fallback>
            <p:pic>
              <p:nvPicPr>
                <p:cNvPr id="98" name="Ink 97">
                  <a:extLst>
                    <a:ext uri="{FF2B5EF4-FFF2-40B4-BE49-F238E27FC236}">
                      <a16:creationId xmlns:a16="http://schemas.microsoft.com/office/drawing/2014/main" id="{2760D00B-EB55-89E2-D0A0-7A04BF183B2F}"/>
                    </a:ext>
                  </a:extLst>
                </p:cNvPr>
                <p:cNvPicPr/>
                <p:nvPr/>
              </p:nvPicPr>
              <p:blipFill>
                <a:blip r:embed="rId169"/>
                <a:stretch>
                  <a:fillRect/>
                </a:stretch>
              </p:blipFill>
              <p:spPr>
                <a:xfrm>
                  <a:off x="1700085" y="2560630"/>
                  <a:ext cx="831600" cy="358632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99" name="Ink 98">
                  <a:extLst>
                    <a:ext uri="{FF2B5EF4-FFF2-40B4-BE49-F238E27FC236}">
                      <a16:creationId xmlns:a16="http://schemas.microsoft.com/office/drawing/2014/main" id="{6ABFF103-5855-7D73-C20B-3DB341EDD93F}"/>
                    </a:ext>
                  </a:extLst>
                </p14:cNvPr>
                <p14:cNvContentPartPr/>
                <p14:nvPr/>
              </p14:nvContentPartPr>
              <p14:xfrm>
                <a:off x="588045" y="3573670"/>
                <a:ext cx="151920" cy="963360"/>
              </p14:xfrm>
            </p:contentPart>
          </mc:Choice>
          <mc:Fallback>
            <p:pic>
              <p:nvPicPr>
                <p:cNvPr id="99" name="Ink 98">
                  <a:extLst>
                    <a:ext uri="{FF2B5EF4-FFF2-40B4-BE49-F238E27FC236}">
                      <a16:creationId xmlns:a16="http://schemas.microsoft.com/office/drawing/2014/main" id="{6ABFF103-5855-7D73-C20B-3DB341EDD93F}"/>
                    </a:ext>
                  </a:extLst>
                </p:cNvPr>
                <p:cNvPicPr/>
                <p:nvPr/>
              </p:nvPicPr>
              <p:blipFill>
                <a:blip r:embed="rId171"/>
                <a:stretch>
                  <a:fillRect/>
                </a:stretch>
              </p:blipFill>
              <p:spPr>
                <a:xfrm>
                  <a:off x="579405" y="3564670"/>
                  <a:ext cx="169560" cy="98100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0" name="Ink 99">
                  <a:extLst>
                    <a:ext uri="{FF2B5EF4-FFF2-40B4-BE49-F238E27FC236}">
                      <a16:creationId xmlns:a16="http://schemas.microsoft.com/office/drawing/2014/main" id="{E3535E67-38D0-0C21-F2AA-F397077CFAD6}"/>
                    </a:ext>
                  </a:extLst>
                </p14:cNvPr>
                <p14:cNvContentPartPr/>
                <p14:nvPr/>
              </p14:nvContentPartPr>
              <p14:xfrm>
                <a:off x="582645" y="3818470"/>
                <a:ext cx="624240" cy="483840"/>
              </p14:xfrm>
            </p:contentPart>
          </mc:Choice>
          <mc:Fallback>
            <p:pic>
              <p:nvPicPr>
                <p:cNvPr id="100" name="Ink 99">
                  <a:extLst>
                    <a:ext uri="{FF2B5EF4-FFF2-40B4-BE49-F238E27FC236}">
                      <a16:creationId xmlns:a16="http://schemas.microsoft.com/office/drawing/2014/main" id="{E3535E67-38D0-0C21-F2AA-F397077CFAD6}"/>
                    </a:ext>
                  </a:extLst>
                </p:cNvPr>
                <p:cNvPicPr/>
                <p:nvPr/>
              </p:nvPicPr>
              <p:blipFill>
                <a:blip r:embed="rId173"/>
                <a:stretch>
                  <a:fillRect/>
                </a:stretch>
              </p:blipFill>
              <p:spPr>
                <a:xfrm>
                  <a:off x="573645" y="3809470"/>
                  <a:ext cx="641880" cy="50148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1" name="Ink 100">
                  <a:extLst>
                    <a:ext uri="{FF2B5EF4-FFF2-40B4-BE49-F238E27FC236}">
                      <a16:creationId xmlns:a16="http://schemas.microsoft.com/office/drawing/2014/main" id="{C354B9AB-B349-05A6-E117-F425DC444608}"/>
                    </a:ext>
                  </a:extLst>
                </p14:cNvPr>
                <p14:cNvContentPartPr/>
                <p14:nvPr/>
              </p14:nvContentPartPr>
              <p14:xfrm>
                <a:off x="941565" y="4505350"/>
                <a:ext cx="177120" cy="267120"/>
              </p14:xfrm>
            </p:contentPart>
          </mc:Choice>
          <mc:Fallback>
            <p:pic>
              <p:nvPicPr>
                <p:cNvPr id="101" name="Ink 100">
                  <a:extLst>
                    <a:ext uri="{FF2B5EF4-FFF2-40B4-BE49-F238E27FC236}">
                      <a16:creationId xmlns:a16="http://schemas.microsoft.com/office/drawing/2014/main" id="{C354B9AB-B349-05A6-E117-F425DC444608}"/>
                    </a:ext>
                  </a:extLst>
                </p:cNvPr>
                <p:cNvPicPr/>
                <p:nvPr/>
              </p:nvPicPr>
              <p:blipFill>
                <a:blip r:embed="rId175"/>
                <a:stretch>
                  <a:fillRect/>
                </a:stretch>
              </p:blipFill>
              <p:spPr>
                <a:xfrm>
                  <a:off x="932565" y="4496350"/>
                  <a:ext cx="194760"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2" name="Ink 101">
                  <a:extLst>
                    <a:ext uri="{FF2B5EF4-FFF2-40B4-BE49-F238E27FC236}">
                      <a16:creationId xmlns:a16="http://schemas.microsoft.com/office/drawing/2014/main" id="{A0CAA70B-A268-AF3B-6C8F-181ED8F03E5B}"/>
                    </a:ext>
                  </a:extLst>
                </p14:cNvPr>
                <p14:cNvContentPartPr/>
                <p14:nvPr/>
              </p14:nvContentPartPr>
              <p14:xfrm>
                <a:off x="1132365" y="4251550"/>
                <a:ext cx="745200" cy="433800"/>
              </p14:xfrm>
            </p:contentPart>
          </mc:Choice>
          <mc:Fallback>
            <p:pic>
              <p:nvPicPr>
                <p:cNvPr id="102" name="Ink 101">
                  <a:extLst>
                    <a:ext uri="{FF2B5EF4-FFF2-40B4-BE49-F238E27FC236}">
                      <a16:creationId xmlns:a16="http://schemas.microsoft.com/office/drawing/2014/main" id="{A0CAA70B-A268-AF3B-6C8F-181ED8F03E5B}"/>
                    </a:ext>
                  </a:extLst>
                </p:cNvPr>
                <p:cNvPicPr/>
                <p:nvPr/>
              </p:nvPicPr>
              <p:blipFill>
                <a:blip r:embed="rId177"/>
                <a:stretch>
                  <a:fillRect/>
                </a:stretch>
              </p:blipFill>
              <p:spPr>
                <a:xfrm>
                  <a:off x="1123725" y="4242550"/>
                  <a:ext cx="762840" cy="451440"/>
                </a:xfrm>
                <a:prstGeom prst="rect">
                  <a:avLst/>
                </a:prstGeom>
              </p:spPr>
            </p:pic>
          </mc:Fallback>
        </mc:AlternateContent>
      </p:grpSp>
      <p:grpSp>
        <p:nvGrpSpPr>
          <p:cNvPr id="110" name="Group 109">
            <a:extLst>
              <a:ext uri="{FF2B5EF4-FFF2-40B4-BE49-F238E27FC236}">
                <a16:creationId xmlns:a16="http://schemas.microsoft.com/office/drawing/2014/main" id="{4A8B0543-CC4F-A97A-6C6F-BE305DBE2DE8}"/>
              </a:ext>
            </a:extLst>
          </p:cNvPr>
          <p:cNvGrpSpPr/>
          <p:nvPr/>
        </p:nvGrpSpPr>
        <p:grpSpPr>
          <a:xfrm>
            <a:off x="7766445" y="4904950"/>
            <a:ext cx="1523160" cy="520560"/>
            <a:chOff x="7766445" y="4904950"/>
            <a:chExt cx="1523160" cy="520560"/>
          </a:xfrm>
        </p:grpSpPr>
        <mc:AlternateContent xmlns:mc="http://schemas.openxmlformats.org/markup-compatibility/2006">
          <mc:Choice xmlns:p14="http://schemas.microsoft.com/office/powerpoint/2010/main" Requires="p14">
            <p:contentPart p14:bwMode="auto" r:id="rId178">
              <p14:nvContentPartPr>
                <p14:cNvPr id="104" name="Ink 103">
                  <a:extLst>
                    <a:ext uri="{FF2B5EF4-FFF2-40B4-BE49-F238E27FC236}">
                      <a16:creationId xmlns:a16="http://schemas.microsoft.com/office/drawing/2014/main" id="{2843ADB6-32A3-2074-4E60-730C7B6CE791}"/>
                    </a:ext>
                  </a:extLst>
                </p14:cNvPr>
                <p14:cNvContentPartPr/>
                <p14:nvPr/>
              </p14:nvContentPartPr>
              <p14:xfrm>
                <a:off x="7916205" y="5043190"/>
                <a:ext cx="251640" cy="249120"/>
              </p14:xfrm>
            </p:contentPart>
          </mc:Choice>
          <mc:Fallback>
            <p:pic>
              <p:nvPicPr>
                <p:cNvPr id="104" name="Ink 103">
                  <a:extLst>
                    <a:ext uri="{FF2B5EF4-FFF2-40B4-BE49-F238E27FC236}">
                      <a16:creationId xmlns:a16="http://schemas.microsoft.com/office/drawing/2014/main" id="{2843ADB6-32A3-2074-4E60-730C7B6CE791}"/>
                    </a:ext>
                  </a:extLst>
                </p:cNvPr>
                <p:cNvPicPr/>
                <p:nvPr/>
              </p:nvPicPr>
              <p:blipFill>
                <a:blip r:embed="rId179"/>
                <a:stretch>
                  <a:fillRect/>
                </a:stretch>
              </p:blipFill>
              <p:spPr>
                <a:xfrm>
                  <a:off x="7907565" y="5034190"/>
                  <a:ext cx="26928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5" name="Ink 104">
                  <a:extLst>
                    <a:ext uri="{FF2B5EF4-FFF2-40B4-BE49-F238E27FC236}">
                      <a16:creationId xmlns:a16="http://schemas.microsoft.com/office/drawing/2014/main" id="{F2EEBE37-F9EC-93FE-9B67-231A60857882}"/>
                    </a:ext>
                  </a:extLst>
                </p14:cNvPr>
                <p14:cNvContentPartPr/>
                <p14:nvPr/>
              </p14:nvContentPartPr>
              <p14:xfrm>
                <a:off x="8249925" y="4972270"/>
                <a:ext cx="180000" cy="279720"/>
              </p14:xfrm>
            </p:contentPart>
          </mc:Choice>
          <mc:Fallback>
            <p:pic>
              <p:nvPicPr>
                <p:cNvPr id="105" name="Ink 104">
                  <a:extLst>
                    <a:ext uri="{FF2B5EF4-FFF2-40B4-BE49-F238E27FC236}">
                      <a16:creationId xmlns:a16="http://schemas.microsoft.com/office/drawing/2014/main" id="{F2EEBE37-F9EC-93FE-9B67-231A60857882}"/>
                    </a:ext>
                  </a:extLst>
                </p:cNvPr>
                <p:cNvPicPr/>
                <p:nvPr/>
              </p:nvPicPr>
              <p:blipFill>
                <a:blip r:embed="rId181"/>
                <a:stretch>
                  <a:fillRect/>
                </a:stretch>
              </p:blipFill>
              <p:spPr>
                <a:xfrm>
                  <a:off x="8241285" y="4963270"/>
                  <a:ext cx="197640" cy="2973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6" name="Ink 105">
                  <a:extLst>
                    <a:ext uri="{FF2B5EF4-FFF2-40B4-BE49-F238E27FC236}">
                      <a16:creationId xmlns:a16="http://schemas.microsoft.com/office/drawing/2014/main" id="{3F85DC56-E3D0-3AFC-F413-204E1311CF64}"/>
                    </a:ext>
                  </a:extLst>
                </p14:cNvPr>
                <p14:cNvContentPartPr/>
                <p14:nvPr/>
              </p14:nvContentPartPr>
              <p14:xfrm>
                <a:off x="8301765" y="4972270"/>
                <a:ext cx="308160" cy="261000"/>
              </p14:xfrm>
            </p:contentPart>
          </mc:Choice>
          <mc:Fallback>
            <p:pic>
              <p:nvPicPr>
                <p:cNvPr id="106" name="Ink 105">
                  <a:extLst>
                    <a:ext uri="{FF2B5EF4-FFF2-40B4-BE49-F238E27FC236}">
                      <a16:creationId xmlns:a16="http://schemas.microsoft.com/office/drawing/2014/main" id="{3F85DC56-E3D0-3AFC-F413-204E1311CF64}"/>
                    </a:ext>
                  </a:extLst>
                </p:cNvPr>
                <p:cNvPicPr/>
                <p:nvPr/>
              </p:nvPicPr>
              <p:blipFill>
                <a:blip r:embed="rId183"/>
                <a:stretch>
                  <a:fillRect/>
                </a:stretch>
              </p:blipFill>
              <p:spPr>
                <a:xfrm>
                  <a:off x="8293125" y="4963630"/>
                  <a:ext cx="32580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07" name="Ink 106">
                  <a:extLst>
                    <a:ext uri="{FF2B5EF4-FFF2-40B4-BE49-F238E27FC236}">
                      <a16:creationId xmlns:a16="http://schemas.microsoft.com/office/drawing/2014/main" id="{DAF15809-8547-22AF-7448-CFCF9E56FB5D}"/>
                    </a:ext>
                  </a:extLst>
                </p14:cNvPr>
                <p14:cNvContentPartPr/>
                <p14:nvPr/>
              </p14:nvContentPartPr>
              <p14:xfrm>
                <a:off x="8713965" y="4967230"/>
                <a:ext cx="307800" cy="282960"/>
              </p14:xfrm>
            </p:contentPart>
          </mc:Choice>
          <mc:Fallback>
            <p:pic>
              <p:nvPicPr>
                <p:cNvPr id="107" name="Ink 106">
                  <a:extLst>
                    <a:ext uri="{FF2B5EF4-FFF2-40B4-BE49-F238E27FC236}">
                      <a16:creationId xmlns:a16="http://schemas.microsoft.com/office/drawing/2014/main" id="{DAF15809-8547-22AF-7448-CFCF9E56FB5D}"/>
                    </a:ext>
                  </a:extLst>
                </p:cNvPr>
                <p:cNvPicPr/>
                <p:nvPr/>
              </p:nvPicPr>
              <p:blipFill>
                <a:blip r:embed="rId185"/>
                <a:stretch>
                  <a:fillRect/>
                </a:stretch>
              </p:blipFill>
              <p:spPr>
                <a:xfrm>
                  <a:off x="8704965" y="4958230"/>
                  <a:ext cx="325440" cy="30060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08" name="Ink 107">
                  <a:extLst>
                    <a:ext uri="{FF2B5EF4-FFF2-40B4-BE49-F238E27FC236}">
                      <a16:creationId xmlns:a16="http://schemas.microsoft.com/office/drawing/2014/main" id="{05160225-F649-82F8-6FA1-7DB4A5245D4A}"/>
                    </a:ext>
                  </a:extLst>
                </p14:cNvPr>
                <p14:cNvContentPartPr/>
                <p14:nvPr/>
              </p14:nvContentPartPr>
              <p14:xfrm>
                <a:off x="7766445" y="4904950"/>
                <a:ext cx="357120" cy="520560"/>
              </p14:xfrm>
            </p:contentPart>
          </mc:Choice>
          <mc:Fallback>
            <p:pic>
              <p:nvPicPr>
                <p:cNvPr id="108" name="Ink 107">
                  <a:extLst>
                    <a:ext uri="{FF2B5EF4-FFF2-40B4-BE49-F238E27FC236}">
                      <a16:creationId xmlns:a16="http://schemas.microsoft.com/office/drawing/2014/main" id="{05160225-F649-82F8-6FA1-7DB4A5245D4A}"/>
                    </a:ext>
                  </a:extLst>
                </p:cNvPr>
                <p:cNvPicPr/>
                <p:nvPr/>
              </p:nvPicPr>
              <p:blipFill>
                <a:blip r:embed="rId187"/>
                <a:stretch>
                  <a:fillRect/>
                </a:stretch>
              </p:blipFill>
              <p:spPr>
                <a:xfrm>
                  <a:off x="7757805" y="4896310"/>
                  <a:ext cx="374760" cy="53820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09" name="Ink 108">
                  <a:extLst>
                    <a:ext uri="{FF2B5EF4-FFF2-40B4-BE49-F238E27FC236}">
                      <a16:creationId xmlns:a16="http://schemas.microsoft.com/office/drawing/2014/main" id="{E09B6488-8F71-6316-735A-96219BC18CB9}"/>
                    </a:ext>
                  </a:extLst>
                </p14:cNvPr>
                <p14:cNvContentPartPr/>
                <p14:nvPr/>
              </p14:nvContentPartPr>
              <p14:xfrm>
                <a:off x="9049125" y="4953190"/>
                <a:ext cx="240480" cy="376200"/>
              </p14:xfrm>
            </p:contentPart>
          </mc:Choice>
          <mc:Fallback>
            <p:pic>
              <p:nvPicPr>
                <p:cNvPr id="109" name="Ink 108">
                  <a:extLst>
                    <a:ext uri="{FF2B5EF4-FFF2-40B4-BE49-F238E27FC236}">
                      <a16:creationId xmlns:a16="http://schemas.microsoft.com/office/drawing/2014/main" id="{E09B6488-8F71-6316-735A-96219BC18CB9}"/>
                    </a:ext>
                  </a:extLst>
                </p:cNvPr>
                <p:cNvPicPr/>
                <p:nvPr/>
              </p:nvPicPr>
              <p:blipFill>
                <a:blip r:embed="rId189"/>
                <a:stretch>
                  <a:fillRect/>
                </a:stretch>
              </p:blipFill>
              <p:spPr>
                <a:xfrm>
                  <a:off x="9040485" y="4944190"/>
                  <a:ext cx="258120" cy="393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90">
            <p14:nvContentPartPr>
              <p14:cNvPr id="111" name="Ink 110">
                <a:extLst>
                  <a:ext uri="{FF2B5EF4-FFF2-40B4-BE49-F238E27FC236}">
                    <a16:creationId xmlns:a16="http://schemas.microsoft.com/office/drawing/2014/main" id="{364ABF33-B404-47F7-52B5-1C721608B526}"/>
                  </a:ext>
                </a:extLst>
              </p14:cNvPr>
              <p14:cNvContentPartPr/>
              <p14:nvPr/>
            </p14:nvContentPartPr>
            <p14:xfrm>
              <a:off x="7628205" y="3179110"/>
              <a:ext cx="88200" cy="390240"/>
            </p14:xfrm>
          </p:contentPart>
        </mc:Choice>
        <mc:Fallback>
          <p:pic>
            <p:nvPicPr>
              <p:cNvPr id="111" name="Ink 110">
                <a:extLst>
                  <a:ext uri="{FF2B5EF4-FFF2-40B4-BE49-F238E27FC236}">
                    <a16:creationId xmlns:a16="http://schemas.microsoft.com/office/drawing/2014/main" id="{364ABF33-B404-47F7-52B5-1C721608B526}"/>
                  </a:ext>
                </a:extLst>
              </p:cNvPr>
              <p:cNvPicPr/>
              <p:nvPr/>
            </p:nvPicPr>
            <p:blipFill>
              <a:blip r:embed="rId191"/>
              <a:stretch>
                <a:fillRect/>
              </a:stretch>
            </p:blipFill>
            <p:spPr>
              <a:xfrm>
                <a:off x="7619205" y="3170110"/>
                <a:ext cx="105840" cy="40788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2" name="Ink 111">
                <a:extLst>
                  <a:ext uri="{FF2B5EF4-FFF2-40B4-BE49-F238E27FC236}">
                    <a16:creationId xmlns:a16="http://schemas.microsoft.com/office/drawing/2014/main" id="{D1ED98B9-85EB-9F1A-023E-544449C977A1}"/>
                  </a:ext>
                </a:extLst>
              </p14:cNvPr>
              <p14:cNvContentPartPr/>
              <p14:nvPr/>
            </p14:nvContentPartPr>
            <p14:xfrm>
              <a:off x="7909365" y="3106750"/>
              <a:ext cx="54000" cy="461160"/>
            </p14:xfrm>
          </p:contentPart>
        </mc:Choice>
        <mc:Fallback>
          <p:pic>
            <p:nvPicPr>
              <p:cNvPr id="112" name="Ink 111">
                <a:extLst>
                  <a:ext uri="{FF2B5EF4-FFF2-40B4-BE49-F238E27FC236}">
                    <a16:creationId xmlns:a16="http://schemas.microsoft.com/office/drawing/2014/main" id="{D1ED98B9-85EB-9F1A-023E-544449C977A1}"/>
                  </a:ext>
                </a:extLst>
              </p:cNvPr>
              <p:cNvPicPr/>
              <p:nvPr/>
            </p:nvPicPr>
            <p:blipFill>
              <a:blip r:embed="rId193"/>
              <a:stretch>
                <a:fillRect/>
              </a:stretch>
            </p:blipFill>
            <p:spPr>
              <a:xfrm>
                <a:off x="7900725" y="3098110"/>
                <a:ext cx="71640" cy="47880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3" name="Ink 112">
                <a:extLst>
                  <a:ext uri="{FF2B5EF4-FFF2-40B4-BE49-F238E27FC236}">
                    <a16:creationId xmlns:a16="http://schemas.microsoft.com/office/drawing/2014/main" id="{6BCB10A9-37CC-1887-0159-B5B698B6594D}"/>
                  </a:ext>
                </a:extLst>
              </p14:cNvPr>
              <p14:cNvContentPartPr/>
              <p14:nvPr/>
            </p14:nvContentPartPr>
            <p14:xfrm>
              <a:off x="7878045" y="3359470"/>
              <a:ext cx="185040" cy="91440"/>
            </p14:xfrm>
          </p:contentPart>
        </mc:Choice>
        <mc:Fallback>
          <p:pic>
            <p:nvPicPr>
              <p:cNvPr id="113" name="Ink 112">
                <a:extLst>
                  <a:ext uri="{FF2B5EF4-FFF2-40B4-BE49-F238E27FC236}">
                    <a16:creationId xmlns:a16="http://schemas.microsoft.com/office/drawing/2014/main" id="{6BCB10A9-37CC-1887-0159-B5B698B6594D}"/>
                  </a:ext>
                </a:extLst>
              </p:cNvPr>
              <p:cNvPicPr/>
              <p:nvPr/>
            </p:nvPicPr>
            <p:blipFill>
              <a:blip r:embed="rId195"/>
              <a:stretch>
                <a:fillRect/>
              </a:stretch>
            </p:blipFill>
            <p:spPr>
              <a:xfrm>
                <a:off x="7869405" y="3350830"/>
                <a:ext cx="202680" cy="10908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4" name="Ink 113">
                <a:extLst>
                  <a:ext uri="{FF2B5EF4-FFF2-40B4-BE49-F238E27FC236}">
                    <a16:creationId xmlns:a16="http://schemas.microsoft.com/office/drawing/2014/main" id="{DFCC5998-F57E-1749-0F78-9D81D8287751}"/>
                  </a:ext>
                </a:extLst>
              </p14:cNvPr>
              <p14:cNvContentPartPr/>
              <p14:nvPr/>
            </p14:nvContentPartPr>
            <p14:xfrm>
              <a:off x="8068125" y="3226630"/>
              <a:ext cx="28440" cy="31680"/>
            </p14:xfrm>
          </p:contentPart>
        </mc:Choice>
        <mc:Fallback>
          <p:pic>
            <p:nvPicPr>
              <p:cNvPr id="114" name="Ink 113">
                <a:extLst>
                  <a:ext uri="{FF2B5EF4-FFF2-40B4-BE49-F238E27FC236}">
                    <a16:creationId xmlns:a16="http://schemas.microsoft.com/office/drawing/2014/main" id="{DFCC5998-F57E-1749-0F78-9D81D8287751}"/>
                  </a:ext>
                </a:extLst>
              </p:cNvPr>
              <p:cNvPicPr/>
              <p:nvPr/>
            </p:nvPicPr>
            <p:blipFill>
              <a:blip r:embed="rId197"/>
              <a:stretch>
                <a:fillRect/>
              </a:stretch>
            </p:blipFill>
            <p:spPr>
              <a:xfrm>
                <a:off x="8059125" y="3217630"/>
                <a:ext cx="4608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5" name="Ink 114">
                <a:extLst>
                  <a:ext uri="{FF2B5EF4-FFF2-40B4-BE49-F238E27FC236}">
                    <a16:creationId xmlns:a16="http://schemas.microsoft.com/office/drawing/2014/main" id="{CDFB072D-26EC-2349-2765-FF02CB23941C}"/>
                  </a:ext>
                </a:extLst>
              </p14:cNvPr>
              <p14:cNvContentPartPr/>
              <p14:nvPr/>
            </p14:nvContentPartPr>
            <p14:xfrm>
              <a:off x="8159925" y="3325270"/>
              <a:ext cx="340920" cy="149760"/>
            </p14:xfrm>
          </p:contentPart>
        </mc:Choice>
        <mc:Fallback>
          <p:pic>
            <p:nvPicPr>
              <p:cNvPr id="115" name="Ink 114">
                <a:extLst>
                  <a:ext uri="{FF2B5EF4-FFF2-40B4-BE49-F238E27FC236}">
                    <a16:creationId xmlns:a16="http://schemas.microsoft.com/office/drawing/2014/main" id="{CDFB072D-26EC-2349-2765-FF02CB23941C}"/>
                  </a:ext>
                </a:extLst>
              </p:cNvPr>
              <p:cNvPicPr/>
              <p:nvPr/>
            </p:nvPicPr>
            <p:blipFill>
              <a:blip r:embed="rId199"/>
              <a:stretch>
                <a:fillRect/>
              </a:stretch>
            </p:blipFill>
            <p:spPr>
              <a:xfrm>
                <a:off x="8150925" y="3316270"/>
                <a:ext cx="35856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6" name="Ink 115">
                <a:extLst>
                  <a:ext uri="{FF2B5EF4-FFF2-40B4-BE49-F238E27FC236}">
                    <a16:creationId xmlns:a16="http://schemas.microsoft.com/office/drawing/2014/main" id="{43FC62A3-FEB5-4883-286A-F8319AB67904}"/>
                  </a:ext>
                </a:extLst>
              </p14:cNvPr>
              <p14:cNvContentPartPr/>
              <p14:nvPr/>
            </p14:nvContentPartPr>
            <p14:xfrm>
              <a:off x="8447925" y="3194590"/>
              <a:ext cx="6120" cy="21240"/>
            </p14:xfrm>
          </p:contentPart>
        </mc:Choice>
        <mc:Fallback>
          <p:pic>
            <p:nvPicPr>
              <p:cNvPr id="116" name="Ink 115">
                <a:extLst>
                  <a:ext uri="{FF2B5EF4-FFF2-40B4-BE49-F238E27FC236}">
                    <a16:creationId xmlns:a16="http://schemas.microsoft.com/office/drawing/2014/main" id="{43FC62A3-FEB5-4883-286A-F8319AB67904}"/>
                  </a:ext>
                </a:extLst>
              </p:cNvPr>
              <p:cNvPicPr/>
              <p:nvPr/>
            </p:nvPicPr>
            <p:blipFill>
              <a:blip r:embed="rId201"/>
              <a:stretch>
                <a:fillRect/>
              </a:stretch>
            </p:blipFill>
            <p:spPr>
              <a:xfrm>
                <a:off x="8439285" y="3185590"/>
                <a:ext cx="2376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4" name="Ink 123">
                <a:extLst>
                  <a:ext uri="{FF2B5EF4-FFF2-40B4-BE49-F238E27FC236}">
                    <a16:creationId xmlns:a16="http://schemas.microsoft.com/office/drawing/2014/main" id="{6EDAEEDE-66D7-0C87-081B-27871A41ABC1}"/>
                  </a:ext>
                </a:extLst>
              </p14:cNvPr>
              <p14:cNvContentPartPr/>
              <p14:nvPr/>
            </p14:nvContentPartPr>
            <p14:xfrm>
              <a:off x="6633885" y="4041310"/>
              <a:ext cx="603720" cy="1829880"/>
            </p14:xfrm>
          </p:contentPart>
        </mc:Choice>
        <mc:Fallback>
          <p:pic>
            <p:nvPicPr>
              <p:cNvPr id="124" name="Ink 123">
                <a:extLst>
                  <a:ext uri="{FF2B5EF4-FFF2-40B4-BE49-F238E27FC236}">
                    <a16:creationId xmlns:a16="http://schemas.microsoft.com/office/drawing/2014/main" id="{6EDAEEDE-66D7-0C87-081B-27871A41ABC1}"/>
                  </a:ext>
                </a:extLst>
              </p:cNvPr>
              <p:cNvPicPr/>
              <p:nvPr/>
            </p:nvPicPr>
            <p:blipFill>
              <a:blip r:embed="rId203"/>
              <a:stretch>
                <a:fillRect/>
              </a:stretch>
            </p:blipFill>
            <p:spPr>
              <a:xfrm>
                <a:off x="6625245" y="4032670"/>
                <a:ext cx="621360" cy="184752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5" name="Ink 124">
                <a:extLst>
                  <a:ext uri="{FF2B5EF4-FFF2-40B4-BE49-F238E27FC236}">
                    <a16:creationId xmlns:a16="http://schemas.microsoft.com/office/drawing/2014/main" id="{4427A238-F5B0-1781-818E-080D650FAB4E}"/>
                  </a:ext>
                </a:extLst>
              </p14:cNvPr>
              <p14:cNvContentPartPr/>
              <p14:nvPr/>
            </p14:nvContentPartPr>
            <p14:xfrm>
              <a:off x="6635685" y="2729830"/>
              <a:ext cx="339840" cy="893160"/>
            </p14:xfrm>
          </p:contentPart>
        </mc:Choice>
        <mc:Fallback>
          <p:pic>
            <p:nvPicPr>
              <p:cNvPr id="125" name="Ink 124">
                <a:extLst>
                  <a:ext uri="{FF2B5EF4-FFF2-40B4-BE49-F238E27FC236}">
                    <a16:creationId xmlns:a16="http://schemas.microsoft.com/office/drawing/2014/main" id="{4427A238-F5B0-1781-818E-080D650FAB4E}"/>
                  </a:ext>
                </a:extLst>
              </p:cNvPr>
              <p:cNvPicPr/>
              <p:nvPr/>
            </p:nvPicPr>
            <p:blipFill>
              <a:blip r:embed="rId205"/>
              <a:stretch>
                <a:fillRect/>
              </a:stretch>
            </p:blipFill>
            <p:spPr>
              <a:xfrm>
                <a:off x="6627045" y="2721190"/>
                <a:ext cx="357480" cy="910800"/>
              </a:xfrm>
              <a:prstGeom prst="rect">
                <a:avLst/>
              </a:prstGeom>
            </p:spPr>
          </p:pic>
        </mc:Fallback>
      </mc:AlternateContent>
      <p:grpSp>
        <p:nvGrpSpPr>
          <p:cNvPr id="146" name="Group 145">
            <a:extLst>
              <a:ext uri="{FF2B5EF4-FFF2-40B4-BE49-F238E27FC236}">
                <a16:creationId xmlns:a16="http://schemas.microsoft.com/office/drawing/2014/main" id="{94958C26-EBDB-7192-FEFE-B5ACAF864030}"/>
              </a:ext>
            </a:extLst>
          </p:cNvPr>
          <p:cNvGrpSpPr/>
          <p:nvPr/>
        </p:nvGrpSpPr>
        <p:grpSpPr>
          <a:xfrm>
            <a:off x="8693805" y="2213590"/>
            <a:ext cx="2054160" cy="1270440"/>
            <a:chOff x="8693805" y="2213590"/>
            <a:chExt cx="2054160" cy="1270440"/>
          </a:xfrm>
        </p:grpSpPr>
        <mc:AlternateContent xmlns:mc="http://schemas.openxmlformats.org/markup-compatibility/2006">
          <mc:Choice xmlns:p14="http://schemas.microsoft.com/office/powerpoint/2010/main" Requires="p14">
            <p:contentPart p14:bwMode="auto" r:id="rId206">
              <p14:nvContentPartPr>
                <p14:cNvPr id="117" name="Ink 116">
                  <a:extLst>
                    <a:ext uri="{FF2B5EF4-FFF2-40B4-BE49-F238E27FC236}">
                      <a16:creationId xmlns:a16="http://schemas.microsoft.com/office/drawing/2014/main" id="{8FAFD3B9-52EF-CA69-393B-29695AAA2F5B}"/>
                    </a:ext>
                  </a:extLst>
                </p14:cNvPr>
                <p14:cNvContentPartPr/>
                <p14:nvPr/>
              </p14:nvContentPartPr>
              <p14:xfrm>
                <a:off x="8693805" y="3217990"/>
                <a:ext cx="146520" cy="257040"/>
              </p14:xfrm>
            </p:contentPart>
          </mc:Choice>
          <mc:Fallback>
            <p:pic>
              <p:nvPicPr>
                <p:cNvPr id="117" name="Ink 116">
                  <a:extLst>
                    <a:ext uri="{FF2B5EF4-FFF2-40B4-BE49-F238E27FC236}">
                      <a16:creationId xmlns:a16="http://schemas.microsoft.com/office/drawing/2014/main" id="{8FAFD3B9-52EF-CA69-393B-29695AAA2F5B}"/>
                    </a:ext>
                  </a:extLst>
                </p:cNvPr>
                <p:cNvPicPr/>
                <p:nvPr/>
              </p:nvPicPr>
              <p:blipFill>
                <a:blip r:embed="rId207"/>
                <a:stretch>
                  <a:fillRect/>
                </a:stretch>
              </p:blipFill>
              <p:spPr>
                <a:xfrm>
                  <a:off x="8685165" y="3208990"/>
                  <a:ext cx="16416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18" name="Ink 117">
                  <a:extLst>
                    <a:ext uri="{FF2B5EF4-FFF2-40B4-BE49-F238E27FC236}">
                      <a16:creationId xmlns:a16="http://schemas.microsoft.com/office/drawing/2014/main" id="{6C9B9014-5654-E243-681C-07B69A1487AB}"/>
                    </a:ext>
                  </a:extLst>
                </p14:cNvPr>
                <p14:cNvContentPartPr/>
                <p14:nvPr/>
              </p14:nvContentPartPr>
              <p14:xfrm>
                <a:off x="8954445" y="3230590"/>
                <a:ext cx="35640" cy="207360"/>
              </p14:xfrm>
            </p:contentPart>
          </mc:Choice>
          <mc:Fallback>
            <p:pic>
              <p:nvPicPr>
                <p:cNvPr id="118" name="Ink 117">
                  <a:extLst>
                    <a:ext uri="{FF2B5EF4-FFF2-40B4-BE49-F238E27FC236}">
                      <a16:creationId xmlns:a16="http://schemas.microsoft.com/office/drawing/2014/main" id="{6C9B9014-5654-E243-681C-07B69A1487AB}"/>
                    </a:ext>
                  </a:extLst>
                </p:cNvPr>
                <p:cNvPicPr/>
                <p:nvPr/>
              </p:nvPicPr>
              <p:blipFill>
                <a:blip r:embed="rId209"/>
                <a:stretch>
                  <a:fillRect/>
                </a:stretch>
              </p:blipFill>
              <p:spPr>
                <a:xfrm>
                  <a:off x="8945445" y="3221950"/>
                  <a:ext cx="5328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19" name="Ink 118">
                  <a:extLst>
                    <a:ext uri="{FF2B5EF4-FFF2-40B4-BE49-F238E27FC236}">
                      <a16:creationId xmlns:a16="http://schemas.microsoft.com/office/drawing/2014/main" id="{9B9EBEB1-A70B-A8CB-D2E5-CDC986C7C5E4}"/>
                    </a:ext>
                  </a:extLst>
                </p14:cNvPr>
                <p14:cNvContentPartPr/>
                <p14:nvPr/>
              </p14:nvContentPartPr>
              <p14:xfrm>
                <a:off x="9028605" y="3307630"/>
                <a:ext cx="151560" cy="138960"/>
              </p14:xfrm>
            </p:contentPart>
          </mc:Choice>
          <mc:Fallback>
            <p:pic>
              <p:nvPicPr>
                <p:cNvPr id="119" name="Ink 118">
                  <a:extLst>
                    <a:ext uri="{FF2B5EF4-FFF2-40B4-BE49-F238E27FC236}">
                      <a16:creationId xmlns:a16="http://schemas.microsoft.com/office/drawing/2014/main" id="{9B9EBEB1-A70B-A8CB-D2E5-CDC986C7C5E4}"/>
                    </a:ext>
                  </a:extLst>
                </p:cNvPr>
                <p:cNvPicPr/>
                <p:nvPr/>
              </p:nvPicPr>
              <p:blipFill>
                <a:blip r:embed="rId211"/>
                <a:stretch>
                  <a:fillRect/>
                </a:stretch>
              </p:blipFill>
              <p:spPr>
                <a:xfrm>
                  <a:off x="9019605" y="3298630"/>
                  <a:ext cx="16920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0" name="Ink 119">
                  <a:extLst>
                    <a:ext uri="{FF2B5EF4-FFF2-40B4-BE49-F238E27FC236}">
                      <a16:creationId xmlns:a16="http://schemas.microsoft.com/office/drawing/2014/main" id="{A13E21E2-CA4C-940A-5B45-74E1AF33B5CF}"/>
                    </a:ext>
                  </a:extLst>
                </p14:cNvPr>
                <p14:cNvContentPartPr/>
                <p14:nvPr/>
              </p14:nvContentPartPr>
              <p14:xfrm>
                <a:off x="9249285" y="3124750"/>
                <a:ext cx="564840" cy="297720"/>
              </p14:xfrm>
            </p:contentPart>
          </mc:Choice>
          <mc:Fallback>
            <p:pic>
              <p:nvPicPr>
                <p:cNvPr id="120" name="Ink 119">
                  <a:extLst>
                    <a:ext uri="{FF2B5EF4-FFF2-40B4-BE49-F238E27FC236}">
                      <a16:creationId xmlns:a16="http://schemas.microsoft.com/office/drawing/2014/main" id="{A13E21E2-CA4C-940A-5B45-74E1AF33B5CF}"/>
                    </a:ext>
                  </a:extLst>
                </p:cNvPr>
                <p:cNvPicPr/>
                <p:nvPr/>
              </p:nvPicPr>
              <p:blipFill>
                <a:blip r:embed="rId213"/>
                <a:stretch>
                  <a:fillRect/>
                </a:stretch>
              </p:blipFill>
              <p:spPr>
                <a:xfrm>
                  <a:off x="9240285" y="3116110"/>
                  <a:ext cx="582480" cy="31536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1" name="Ink 120">
                  <a:extLst>
                    <a:ext uri="{FF2B5EF4-FFF2-40B4-BE49-F238E27FC236}">
                      <a16:creationId xmlns:a16="http://schemas.microsoft.com/office/drawing/2014/main" id="{778650CB-2117-7361-EFA9-2B79334A060D}"/>
                    </a:ext>
                  </a:extLst>
                </p14:cNvPr>
                <p14:cNvContentPartPr/>
                <p14:nvPr/>
              </p14:nvContentPartPr>
              <p14:xfrm>
                <a:off x="9791805" y="3278830"/>
                <a:ext cx="46440" cy="39600"/>
              </p14:xfrm>
            </p:contentPart>
          </mc:Choice>
          <mc:Fallback>
            <p:pic>
              <p:nvPicPr>
                <p:cNvPr id="121" name="Ink 120">
                  <a:extLst>
                    <a:ext uri="{FF2B5EF4-FFF2-40B4-BE49-F238E27FC236}">
                      <a16:creationId xmlns:a16="http://schemas.microsoft.com/office/drawing/2014/main" id="{778650CB-2117-7361-EFA9-2B79334A060D}"/>
                    </a:ext>
                  </a:extLst>
                </p:cNvPr>
                <p:cNvPicPr/>
                <p:nvPr/>
              </p:nvPicPr>
              <p:blipFill>
                <a:blip r:embed="rId215"/>
                <a:stretch>
                  <a:fillRect/>
                </a:stretch>
              </p:blipFill>
              <p:spPr>
                <a:xfrm>
                  <a:off x="9783165" y="3270190"/>
                  <a:ext cx="64080" cy="5724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2" name="Ink 121">
                  <a:extLst>
                    <a:ext uri="{FF2B5EF4-FFF2-40B4-BE49-F238E27FC236}">
                      <a16:creationId xmlns:a16="http://schemas.microsoft.com/office/drawing/2014/main" id="{E83907E9-722B-E43A-7F3A-59D7E87F149A}"/>
                    </a:ext>
                  </a:extLst>
                </p14:cNvPr>
                <p14:cNvContentPartPr/>
                <p14:nvPr/>
              </p14:nvContentPartPr>
              <p14:xfrm>
                <a:off x="9916365" y="3125110"/>
                <a:ext cx="92520" cy="358920"/>
              </p14:xfrm>
            </p:contentPart>
          </mc:Choice>
          <mc:Fallback>
            <p:pic>
              <p:nvPicPr>
                <p:cNvPr id="122" name="Ink 121">
                  <a:extLst>
                    <a:ext uri="{FF2B5EF4-FFF2-40B4-BE49-F238E27FC236}">
                      <a16:creationId xmlns:a16="http://schemas.microsoft.com/office/drawing/2014/main" id="{E83907E9-722B-E43A-7F3A-59D7E87F149A}"/>
                    </a:ext>
                  </a:extLst>
                </p:cNvPr>
                <p:cNvPicPr/>
                <p:nvPr/>
              </p:nvPicPr>
              <p:blipFill>
                <a:blip r:embed="rId217"/>
                <a:stretch>
                  <a:fillRect/>
                </a:stretch>
              </p:blipFill>
              <p:spPr>
                <a:xfrm>
                  <a:off x="9907365" y="3116110"/>
                  <a:ext cx="110160" cy="37656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26" name="Ink 125">
                  <a:extLst>
                    <a:ext uri="{FF2B5EF4-FFF2-40B4-BE49-F238E27FC236}">
                      <a16:creationId xmlns:a16="http://schemas.microsoft.com/office/drawing/2014/main" id="{E63D7CA0-F233-6DFF-60FB-FF7E7307B115}"/>
                    </a:ext>
                  </a:extLst>
                </p14:cNvPr>
                <p14:cNvContentPartPr/>
                <p14:nvPr/>
              </p14:nvContentPartPr>
              <p14:xfrm>
                <a:off x="8715405" y="2694550"/>
                <a:ext cx="56160" cy="257040"/>
              </p14:xfrm>
            </p:contentPart>
          </mc:Choice>
          <mc:Fallback>
            <p:pic>
              <p:nvPicPr>
                <p:cNvPr id="126" name="Ink 125">
                  <a:extLst>
                    <a:ext uri="{FF2B5EF4-FFF2-40B4-BE49-F238E27FC236}">
                      <a16:creationId xmlns:a16="http://schemas.microsoft.com/office/drawing/2014/main" id="{E63D7CA0-F233-6DFF-60FB-FF7E7307B115}"/>
                    </a:ext>
                  </a:extLst>
                </p:cNvPr>
                <p:cNvPicPr/>
                <p:nvPr/>
              </p:nvPicPr>
              <p:blipFill>
                <a:blip r:embed="rId219"/>
                <a:stretch>
                  <a:fillRect/>
                </a:stretch>
              </p:blipFill>
              <p:spPr>
                <a:xfrm>
                  <a:off x="8706765" y="2685550"/>
                  <a:ext cx="73800" cy="27468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27" name="Ink 126">
                  <a:extLst>
                    <a:ext uri="{FF2B5EF4-FFF2-40B4-BE49-F238E27FC236}">
                      <a16:creationId xmlns:a16="http://schemas.microsoft.com/office/drawing/2014/main" id="{C7186C55-E320-2352-028E-1BCC5A1F2E6C}"/>
                    </a:ext>
                  </a:extLst>
                </p14:cNvPr>
                <p14:cNvContentPartPr/>
                <p14:nvPr/>
              </p14:nvContentPartPr>
              <p14:xfrm>
                <a:off x="8746365" y="2685910"/>
                <a:ext cx="216360" cy="69480"/>
              </p14:xfrm>
            </p:contentPart>
          </mc:Choice>
          <mc:Fallback>
            <p:pic>
              <p:nvPicPr>
                <p:cNvPr id="127" name="Ink 126">
                  <a:extLst>
                    <a:ext uri="{FF2B5EF4-FFF2-40B4-BE49-F238E27FC236}">
                      <a16:creationId xmlns:a16="http://schemas.microsoft.com/office/drawing/2014/main" id="{C7186C55-E320-2352-028E-1BCC5A1F2E6C}"/>
                    </a:ext>
                  </a:extLst>
                </p:cNvPr>
                <p:cNvPicPr/>
                <p:nvPr/>
              </p:nvPicPr>
              <p:blipFill>
                <a:blip r:embed="rId221"/>
                <a:stretch>
                  <a:fillRect/>
                </a:stretch>
              </p:blipFill>
              <p:spPr>
                <a:xfrm>
                  <a:off x="8737725" y="2677270"/>
                  <a:ext cx="234000" cy="8712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28" name="Ink 127">
                  <a:extLst>
                    <a:ext uri="{FF2B5EF4-FFF2-40B4-BE49-F238E27FC236}">
                      <a16:creationId xmlns:a16="http://schemas.microsoft.com/office/drawing/2014/main" id="{E22594C3-D8C9-5696-F22F-43522C956CC3}"/>
                    </a:ext>
                  </a:extLst>
                </p14:cNvPr>
                <p14:cNvContentPartPr/>
                <p14:nvPr/>
              </p14:nvContentPartPr>
              <p14:xfrm>
                <a:off x="8796045" y="2839990"/>
                <a:ext cx="138960" cy="19440"/>
              </p14:xfrm>
            </p:contentPart>
          </mc:Choice>
          <mc:Fallback>
            <p:pic>
              <p:nvPicPr>
                <p:cNvPr id="128" name="Ink 127">
                  <a:extLst>
                    <a:ext uri="{FF2B5EF4-FFF2-40B4-BE49-F238E27FC236}">
                      <a16:creationId xmlns:a16="http://schemas.microsoft.com/office/drawing/2014/main" id="{E22594C3-D8C9-5696-F22F-43522C956CC3}"/>
                    </a:ext>
                  </a:extLst>
                </p:cNvPr>
                <p:cNvPicPr/>
                <p:nvPr/>
              </p:nvPicPr>
              <p:blipFill>
                <a:blip r:embed="rId223"/>
                <a:stretch>
                  <a:fillRect/>
                </a:stretch>
              </p:blipFill>
              <p:spPr>
                <a:xfrm>
                  <a:off x="8787045" y="2831350"/>
                  <a:ext cx="15660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29" name="Ink 128">
                  <a:extLst>
                    <a:ext uri="{FF2B5EF4-FFF2-40B4-BE49-F238E27FC236}">
                      <a16:creationId xmlns:a16="http://schemas.microsoft.com/office/drawing/2014/main" id="{F68E34E2-89E0-127F-CC30-BD0C1877504D}"/>
                    </a:ext>
                  </a:extLst>
                </p14:cNvPr>
                <p14:cNvContentPartPr/>
                <p14:nvPr/>
              </p14:nvContentPartPr>
              <p14:xfrm>
                <a:off x="9055245" y="2697790"/>
                <a:ext cx="198360" cy="329760"/>
              </p14:xfrm>
            </p:contentPart>
          </mc:Choice>
          <mc:Fallback>
            <p:pic>
              <p:nvPicPr>
                <p:cNvPr id="129" name="Ink 128">
                  <a:extLst>
                    <a:ext uri="{FF2B5EF4-FFF2-40B4-BE49-F238E27FC236}">
                      <a16:creationId xmlns:a16="http://schemas.microsoft.com/office/drawing/2014/main" id="{F68E34E2-89E0-127F-CC30-BD0C1877504D}"/>
                    </a:ext>
                  </a:extLst>
                </p:cNvPr>
                <p:cNvPicPr/>
                <p:nvPr/>
              </p:nvPicPr>
              <p:blipFill>
                <a:blip r:embed="rId225"/>
                <a:stretch>
                  <a:fillRect/>
                </a:stretch>
              </p:blipFill>
              <p:spPr>
                <a:xfrm>
                  <a:off x="9046605" y="2689150"/>
                  <a:ext cx="216000" cy="34740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5" name="Ink 134">
                  <a:extLst>
                    <a:ext uri="{FF2B5EF4-FFF2-40B4-BE49-F238E27FC236}">
                      <a16:creationId xmlns:a16="http://schemas.microsoft.com/office/drawing/2014/main" id="{AC1A6758-3F7A-7BE1-74CD-EF0BDEFD6D95}"/>
                    </a:ext>
                  </a:extLst>
                </p14:cNvPr>
                <p14:cNvContentPartPr/>
                <p14:nvPr/>
              </p14:nvContentPartPr>
              <p14:xfrm>
                <a:off x="9246765" y="2261830"/>
                <a:ext cx="53280" cy="302760"/>
              </p14:xfrm>
            </p:contentPart>
          </mc:Choice>
          <mc:Fallback>
            <p:pic>
              <p:nvPicPr>
                <p:cNvPr id="135" name="Ink 134">
                  <a:extLst>
                    <a:ext uri="{FF2B5EF4-FFF2-40B4-BE49-F238E27FC236}">
                      <a16:creationId xmlns:a16="http://schemas.microsoft.com/office/drawing/2014/main" id="{AC1A6758-3F7A-7BE1-74CD-EF0BDEFD6D95}"/>
                    </a:ext>
                  </a:extLst>
                </p:cNvPr>
                <p:cNvPicPr/>
                <p:nvPr/>
              </p:nvPicPr>
              <p:blipFill>
                <a:blip r:embed="rId227"/>
                <a:stretch>
                  <a:fillRect/>
                </a:stretch>
              </p:blipFill>
              <p:spPr>
                <a:xfrm>
                  <a:off x="9237765" y="2253190"/>
                  <a:ext cx="70920" cy="32040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6" name="Ink 135">
                  <a:extLst>
                    <a:ext uri="{FF2B5EF4-FFF2-40B4-BE49-F238E27FC236}">
                      <a16:creationId xmlns:a16="http://schemas.microsoft.com/office/drawing/2014/main" id="{4A8C5D81-413A-1924-3790-E8055DB515DF}"/>
                    </a:ext>
                  </a:extLst>
                </p14:cNvPr>
                <p14:cNvContentPartPr/>
                <p14:nvPr/>
              </p14:nvContentPartPr>
              <p14:xfrm>
                <a:off x="9447285" y="2241670"/>
                <a:ext cx="241560" cy="270720"/>
              </p14:xfrm>
            </p:contentPart>
          </mc:Choice>
          <mc:Fallback>
            <p:pic>
              <p:nvPicPr>
                <p:cNvPr id="136" name="Ink 135">
                  <a:extLst>
                    <a:ext uri="{FF2B5EF4-FFF2-40B4-BE49-F238E27FC236}">
                      <a16:creationId xmlns:a16="http://schemas.microsoft.com/office/drawing/2014/main" id="{4A8C5D81-413A-1924-3790-E8055DB515DF}"/>
                    </a:ext>
                  </a:extLst>
                </p:cNvPr>
                <p:cNvPicPr/>
                <p:nvPr/>
              </p:nvPicPr>
              <p:blipFill>
                <a:blip r:embed="rId229"/>
                <a:stretch>
                  <a:fillRect/>
                </a:stretch>
              </p:blipFill>
              <p:spPr>
                <a:xfrm>
                  <a:off x="9438645" y="2232670"/>
                  <a:ext cx="259200" cy="28836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7" name="Ink 136">
                  <a:extLst>
                    <a:ext uri="{FF2B5EF4-FFF2-40B4-BE49-F238E27FC236}">
                      <a16:creationId xmlns:a16="http://schemas.microsoft.com/office/drawing/2014/main" id="{081ACA9B-8918-4B04-3324-6E24FAB8887F}"/>
                    </a:ext>
                  </a:extLst>
                </p14:cNvPr>
                <p14:cNvContentPartPr/>
                <p14:nvPr/>
              </p14:nvContentPartPr>
              <p14:xfrm>
                <a:off x="9772725" y="2328430"/>
                <a:ext cx="137880" cy="196560"/>
              </p14:xfrm>
            </p:contentPart>
          </mc:Choice>
          <mc:Fallback>
            <p:pic>
              <p:nvPicPr>
                <p:cNvPr id="137" name="Ink 136">
                  <a:extLst>
                    <a:ext uri="{FF2B5EF4-FFF2-40B4-BE49-F238E27FC236}">
                      <a16:creationId xmlns:a16="http://schemas.microsoft.com/office/drawing/2014/main" id="{081ACA9B-8918-4B04-3324-6E24FAB8887F}"/>
                    </a:ext>
                  </a:extLst>
                </p:cNvPr>
                <p:cNvPicPr/>
                <p:nvPr/>
              </p:nvPicPr>
              <p:blipFill>
                <a:blip r:embed="rId231"/>
                <a:stretch>
                  <a:fillRect/>
                </a:stretch>
              </p:blipFill>
              <p:spPr>
                <a:xfrm>
                  <a:off x="9763725" y="2319790"/>
                  <a:ext cx="15552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38" name="Ink 137">
                  <a:extLst>
                    <a:ext uri="{FF2B5EF4-FFF2-40B4-BE49-F238E27FC236}">
                      <a16:creationId xmlns:a16="http://schemas.microsoft.com/office/drawing/2014/main" id="{4194A8E5-35A0-5FA3-3584-7AE85D5D551A}"/>
                    </a:ext>
                  </a:extLst>
                </p14:cNvPr>
                <p14:cNvContentPartPr/>
                <p14:nvPr/>
              </p14:nvContentPartPr>
              <p14:xfrm>
                <a:off x="9996645" y="2213590"/>
                <a:ext cx="36720" cy="240120"/>
              </p14:xfrm>
            </p:contentPart>
          </mc:Choice>
          <mc:Fallback>
            <p:pic>
              <p:nvPicPr>
                <p:cNvPr id="138" name="Ink 137">
                  <a:extLst>
                    <a:ext uri="{FF2B5EF4-FFF2-40B4-BE49-F238E27FC236}">
                      <a16:creationId xmlns:a16="http://schemas.microsoft.com/office/drawing/2014/main" id="{4194A8E5-35A0-5FA3-3584-7AE85D5D551A}"/>
                    </a:ext>
                  </a:extLst>
                </p:cNvPr>
                <p:cNvPicPr/>
                <p:nvPr/>
              </p:nvPicPr>
              <p:blipFill>
                <a:blip r:embed="rId233"/>
                <a:stretch>
                  <a:fillRect/>
                </a:stretch>
              </p:blipFill>
              <p:spPr>
                <a:xfrm>
                  <a:off x="9988005" y="2204950"/>
                  <a:ext cx="5436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39" name="Ink 138">
                  <a:extLst>
                    <a:ext uri="{FF2B5EF4-FFF2-40B4-BE49-F238E27FC236}">
                      <a16:creationId xmlns:a16="http://schemas.microsoft.com/office/drawing/2014/main" id="{89544A77-ECE5-C7A5-53BE-F6C97C7CA809}"/>
                    </a:ext>
                  </a:extLst>
                </p14:cNvPr>
                <p14:cNvContentPartPr/>
                <p14:nvPr/>
              </p14:nvContentPartPr>
              <p14:xfrm>
                <a:off x="10082325" y="2264350"/>
                <a:ext cx="18360" cy="186120"/>
              </p14:xfrm>
            </p:contentPart>
          </mc:Choice>
          <mc:Fallback>
            <p:pic>
              <p:nvPicPr>
                <p:cNvPr id="139" name="Ink 138">
                  <a:extLst>
                    <a:ext uri="{FF2B5EF4-FFF2-40B4-BE49-F238E27FC236}">
                      <a16:creationId xmlns:a16="http://schemas.microsoft.com/office/drawing/2014/main" id="{89544A77-ECE5-C7A5-53BE-F6C97C7CA809}"/>
                    </a:ext>
                  </a:extLst>
                </p:cNvPr>
                <p:cNvPicPr/>
                <p:nvPr/>
              </p:nvPicPr>
              <p:blipFill>
                <a:blip r:embed="rId235"/>
                <a:stretch>
                  <a:fillRect/>
                </a:stretch>
              </p:blipFill>
              <p:spPr>
                <a:xfrm>
                  <a:off x="10073325" y="2255710"/>
                  <a:ext cx="3600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40" name="Ink 139">
                  <a:extLst>
                    <a:ext uri="{FF2B5EF4-FFF2-40B4-BE49-F238E27FC236}">
                      <a16:creationId xmlns:a16="http://schemas.microsoft.com/office/drawing/2014/main" id="{E9730AFB-5C8D-BA39-0975-4043E7F957C6}"/>
                    </a:ext>
                  </a:extLst>
                </p14:cNvPr>
                <p14:cNvContentPartPr/>
                <p14:nvPr/>
              </p14:nvContentPartPr>
              <p14:xfrm>
                <a:off x="9973965" y="2355430"/>
                <a:ext cx="257760" cy="135000"/>
              </p14:xfrm>
            </p:contentPart>
          </mc:Choice>
          <mc:Fallback>
            <p:pic>
              <p:nvPicPr>
                <p:cNvPr id="140" name="Ink 139">
                  <a:extLst>
                    <a:ext uri="{FF2B5EF4-FFF2-40B4-BE49-F238E27FC236}">
                      <a16:creationId xmlns:a16="http://schemas.microsoft.com/office/drawing/2014/main" id="{E9730AFB-5C8D-BA39-0975-4043E7F957C6}"/>
                    </a:ext>
                  </a:extLst>
                </p:cNvPr>
                <p:cNvPicPr/>
                <p:nvPr/>
              </p:nvPicPr>
              <p:blipFill>
                <a:blip r:embed="rId237"/>
                <a:stretch>
                  <a:fillRect/>
                </a:stretch>
              </p:blipFill>
              <p:spPr>
                <a:xfrm>
                  <a:off x="9965325" y="2346430"/>
                  <a:ext cx="27540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1" name="Ink 140">
                  <a:extLst>
                    <a:ext uri="{FF2B5EF4-FFF2-40B4-BE49-F238E27FC236}">
                      <a16:creationId xmlns:a16="http://schemas.microsoft.com/office/drawing/2014/main" id="{D44C7B88-2058-9363-96B1-D59E3C01F33A}"/>
                    </a:ext>
                  </a:extLst>
                </p14:cNvPr>
                <p14:cNvContentPartPr/>
                <p14:nvPr/>
              </p14:nvContentPartPr>
              <p14:xfrm>
                <a:off x="10273125" y="2280910"/>
                <a:ext cx="9720" cy="32400"/>
              </p14:xfrm>
            </p:contentPart>
          </mc:Choice>
          <mc:Fallback>
            <p:pic>
              <p:nvPicPr>
                <p:cNvPr id="141" name="Ink 140">
                  <a:extLst>
                    <a:ext uri="{FF2B5EF4-FFF2-40B4-BE49-F238E27FC236}">
                      <a16:creationId xmlns:a16="http://schemas.microsoft.com/office/drawing/2014/main" id="{D44C7B88-2058-9363-96B1-D59E3C01F33A}"/>
                    </a:ext>
                  </a:extLst>
                </p:cNvPr>
                <p:cNvPicPr/>
                <p:nvPr/>
              </p:nvPicPr>
              <p:blipFill>
                <a:blip r:embed="rId239"/>
                <a:stretch>
                  <a:fillRect/>
                </a:stretch>
              </p:blipFill>
              <p:spPr>
                <a:xfrm>
                  <a:off x="10264125" y="2272270"/>
                  <a:ext cx="2736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2" name="Ink 141">
                  <a:extLst>
                    <a:ext uri="{FF2B5EF4-FFF2-40B4-BE49-F238E27FC236}">
                      <a16:creationId xmlns:a16="http://schemas.microsoft.com/office/drawing/2014/main" id="{117E2D72-3097-D8BD-38B5-B784438DD13F}"/>
                    </a:ext>
                  </a:extLst>
                </p14:cNvPr>
                <p14:cNvContentPartPr/>
                <p14:nvPr/>
              </p14:nvContentPartPr>
              <p14:xfrm>
                <a:off x="10300125" y="2379550"/>
                <a:ext cx="265680" cy="352800"/>
              </p14:xfrm>
            </p:contentPart>
          </mc:Choice>
          <mc:Fallback>
            <p:pic>
              <p:nvPicPr>
                <p:cNvPr id="142" name="Ink 141">
                  <a:extLst>
                    <a:ext uri="{FF2B5EF4-FFF2-40B4-BE49-F238E27FC236}">
                      <a16:creationId xmlns:a16="http://schemas.microsoft.com/office/drawing/2014/main" id="{117E2D72-3097-D8BD-38B5-B784438DD13F}"/>
                    </a:ext>
                  </a:extLst>
                </p:cNvPr>
                <p:cNvPicPr/>
                <p:nvPr/>
              </p:nvPicPr>
              <p:blipFill>
                <a:blip r:embed="rId241"/>
                <a:stretch>
                  <a:fillRect/>
                </a:stretch>
              </p:blipFill>
              <p:spPr>
                <a:xfrm>
                  <a:off x="10291485" y="2370910"/>
                  <a:ext cx="283320" cy="37044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3" name="Ink 142">
                  <a:extLst>
                    <a:ext uri="{FF2B5EF4-FFF2-40B4-BE49-F238E27FC236}">
                      <a16:creationId xmlns:a16="http://schemas.microsoft.com/office/drawing/2014/main" id="{950C5F12-E7AE-E5C9-10DA-DFE110D2F9D5}"/>
                    </a:ext>
                  </a:extLst>
                </p14:cNvPr>
                <p14:cNvContentPartPr/>
                <p14:nvPr/>
              </p14:nvContentPartPr>
              <p14:xfrm>
                <a:off x="10663005" y="2234110"/>
                <a:ext cx="84960" cy="380160"/>
              </p14:xfrm>
            </p:contentPart>
          </mc:Choice>
          <mc:Fallback>
            <p:pic>
              <p:nvPicPr>
                <p:cNvPr id="143" name="Ink 142">
                  <a:extLst>
                    <a:ext uri="{FF2B5EF4-FFF2-40B4-BE49-F238E27FC236}">
                      <a16:creationId xmlns:a16="http://schemas.microsoft.com/office/drawing/2014/main" id="{950C5F12-E7AE-E5C9-10DA-DFE110D2F9D5}"/>
                    </a:ext>
                  </a:extLst>
                </p:cNvPr>
                <p:cNvPicPr/>
                <p:nvPr/>
              </p:nvPicPr>
              <p:blipFill>
                <a:blip r:embed="rId243"/>
                <a:stretch>
                  <a:fillRect/>
                </a:stretch>
              </p:blipFill>
              <p:spPr>
                <a:xfrm>
                  <a:off x="10654005" y="2225110"/>
                  <a:ext cx="102600" cy="397800"/>
                </a:xfrm>
                <a:prstGeom prst="rect">
                  <a:avLst/>
                </a:prstGeom>
              </p:spPr>
            </p:pic>
          </mc:Fallback>
        </mc:AlternateContent>
      </p:grpSp>
      <p:grpSp>
        <p:nvGrpSpPr>
          <p:cNvPr id="145" name="Group 144">
            <a:extLst>
              <a:ext uri="{FF2B5EF4-FFF2-40B4-BE49-F238E27FC236}">
                <a16:creationId xmlns:a16="http://schemas.microsoft.com/office/drawing/2014/main" id="{3FBA858C-21B6-1A88-83F4-133F94F06B14}"/>
              </a:ext>
            </a:extLst>
          </p:cNvPr>
          <p:cNvGrpSpPr/>
          <p:nvPr/>
        </p:nvGrpSpPr>
        <p:grpSpPr>
          <a:xfrm>
            <a:off x="8660685" y="4079110"/>
            <a:ext cx="649800" cy="698760"/>
            <a:chOff x="8660685" y="4079110"/>
            <a:chExt cx="649800" cy="698760"/>
          </a:xfrm>
        </p:grpSpPr>
        <mc:AlternateContent xmlns:mc="http://schemas.openxmlformats.org/markup-compatibility/2006">
          <mc:Choice xmlns:p14="http://schemas.microsoft.com/office/powerpoint/2010/main" Requires="p14">
            <p:contentPart p14:bwMode="auto" r:id="rId244">
              <p14:nvContentPartPr>
                <p14:cNvPr id="130" name="Ink 129">
                  <a:extLst>
                    <a:ext uri="{FF2B5EF4-FFF2-40B4-BE49-F238E27FC236}">
                      <a16:creationId xmlns:a16="http://schemas.microsoft.com/office/drawing/2014/main" id="{4E0B9243-1BB5-C371-B1B3-7E8DC8F76D48}"/>
                    </a:ext>
                  </a:extLst>
                </p14:cNvPr>
                <p14:cNvContentPartPr/>
                <p14:nvPr/>
              </p14:nvContentPartPr>
              <p14:xfrm>
                <a:off x="8660685" y="4496350"/>
                <a:ext cx="245160" cy="281520"/>
              </p14:xfrm>
            </p:contentPart>
          </mc:Choice>
          <mc:Fallback>
            <p:pic>
              <p:nvPicPr>
                <p:cNvPr id="130" name="Ink 129">
                  <a:extLst>
                    <a:ext uri="{FF2B5EF4-FFF2-40B4-BE49-F238E27FC236}">
                      <a16:creationId xmlns:a16="http://schemas.microsoft.com/office/drawing/2014/main" id="{4E0B9243-1BB5-C371-B1B3-7E8DC8F76D48}"/>
                    </a:ext>
                  </a:extLst>
                </p:cNvPr>
                <p:cNvPicPr/>
                <p:nvPr/>
              </p:nvPicPr>
              <p:blipFill>
                <a:blip r:embed="rId245"/>
                <a:stretch>
                  <a:fillRect/>
                </a:stretch>
              </p:blipFill>
              <p:spPr>
                <a:xfrm>
                  <a:off x="8652045" y="4487350"/>
                  <a:ext cx="262800" cy="2991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31" name="Ink 130">
                  <a:extLst>
                    <a:ext uri="{FF2B5EF4-FFF2-40B4-BE49-F238E27FC236}">
                      <a16:creationId xmlns:a16="http://schemas.microsoft.com/office/drawing/2014/main" id="{3CAFB578-C47C-15BB-3A30-1A9601B3C218}"/>
                    </a:ext>
                  </a:extLst>
                </p14:cNvPr>
                <p14:cNvContentPartPr/>
                <p14:nvPr/>
              </p14:nvContentPartPr>
              <p14:xfrm>
                <a:off x="9006645" y="4483030"/>
                <a:ext cx="163080" cy="240480"/>
              </p14:xfrm>
            </p:contentPart>
          </mc:Choice>
          <mc:Fallback>
            <p:pic>
              <p:nvPicPr>
                <p:cNvPr id="131" name="Ink 130">
                  <a:extLst>
                    <a:ext uri="{FF2B5EF4-FFF2-40B4-BE49-F238E27FC236}">
                      <a16:creationId xmlns:a16="http://schemas.microsoft.com/office/drawing/2014/main" id="{3CAFB578-C47C-15BB-3A30-1A9601B3C218}"/>
                    </a:ext>
                  </a:extLst>
                </p:cNvPr>
                <p:cNvPicPr/>
                <p:nvPr/>
              </p:nvPicPr>
              <p:blipFill>
                <a:blip r:embed="rId247"/>
                <a:stretch>
                  <a:fillRect/>
                </a:stretch>
              </p:blipFill>
              <p:spPr>
                <a:xfrm>
                  <a:off x="8998005" y="4474390"/>
                  <a:ext cx="18072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32" name="Ink 131">
                  <a:extLst>
                    <a:ext uri="{FF2B5EF4-FFF2-40B4-BE49-F238E27FC236}">
                      <a16:creationId xmlns:a16="http://schemas.microsoft.com/office/drawing/2014/main" id="{605B094C-DAE3-4084-309D-264B2F75AFB4}"/>
                    </a:ext>
                  </a:extLst>
                </p14:cNvPr>
                <p14:cNvContentPartPr/>
                <p14:nvPr/>
              </p14:nvContentPartPr>
              <p14:xfrm>
                <a:off x="9065685" y="4602190"/>
                <a:ext cx="128880" cy="6480"/>
              </p14:xfrm>
            </p:contentPart>
          </mc:Choice>
          <mc:Fallback>
            <p:pic>
              <p:nvPicPr>
                <p:cNvPr id="132" name="Ink 131">
                  <a:extLst>
                    <a:ext uri="{FF2B5EF4-FFF2-40B4-BE49-F238E27FC236}">
                      <a16:creationId xmlns:a16="http://schemas.microsoft.com/office/drawing/2014/main" id="{605B094C-DAE3-4084-309D-264B2F75AFB4}"/>
                    </a:ext>
                  </a:extLst>
                </p:cNvPr>
                <p:cNvPicPr/>
                <p:nvPr/>
              </p:nvPicPr>
              <p:blipFill>
                <a:blip r:embed="rId249"/>
                <a:stretch>
                  <a:fillRect/>
                </a:stretch>
              </p:blipFill>
              <p:spPr>
                <a:xfrm>
                  <a:off x="9056685" y="4593550"/>
                  <a:ext cx="1465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44" name="Ink 143">
                  <a:extLst>
                    <a:ext uri="{FF2B5EF4-FFF2-40B4-BE49-F238E27FC236}">
                      <a16:creationId xmlns:a16="http://schemas.microsoft.com/office/drawing/2014/main" id="{AAF7A2FE-643B-54E9-67CD-F61DEDA5F3A0}"/>
                    </a:ext>
                  </a:extLst>
                </p14:cNvPr>
                <p14:cNvContentPartPr/>
                <p14:nvPr/>
              </p14:nvContentPartPr>
              <p14:xfrm>
                <a:off x="9179805" y="4079110"/>
                <a:ext cx="130680" cy="378360"/>
              </p14:xfrm>
            </p:contentPart>
          </mc:Choice>
          <mc:Fallback>
            <p:pic>
              <p:nvPicPr>
                <p:cNvPr id="144" name="Ink 143">
                  <a:extLst>
                    <a:ext uri="{FF2B5EF4-FFF2-40B4-BE49-F238E27FC236}">
                      <a16:creationId xmlns:a16="http://schemas.microsoft.com/office/drawing/2014/main" id="{AAF7A2FE-643B-54E9-67CD-F61DEDA5F3A0}"/>
                    </a:ext>
                  </a:extLst>
                </p:cNvPr>
                <p:cNvPicPr/>
                <p:nvPr/>
              </p:nvPicPr>
              <p:blipFill>
                <a:blip r:embed="rId251"/>
                <a:stretch>
                  <a:fillRect/>
                </a:stretch>
              </p:blipFill>
              <p:spPr>
                <a:xfrm>
                  <a:off x="9170805" y="4070110"/>
                  <a:ext cx="148320" cy="396000"/>
                </a:xfrm>
                <a:prstGeom prst="rect">
                  <a:avLst/>
                </a:prstGeom>
              </p:spPr>
            </p:pic>
          </mc:Fallback>
        </mc:AlternateContent>
      </p:grpSp>
      <p:grpSp>
        <p:nvGrpSpPr>
          <p:cNvPr id="153" name="Group 152">
            <a:extLst>
              <a:ext uri="{FF2B5EF4-FFF2-40B4-BE49-F238E27FC236}">
                <a16:creationId xmlns:a16="http://schemas.microsoft.com/office/drawing/2014/main" id="{3711DBCA-49AE-CDEC-C8AF-962AB4FEA961}"/>
              </a:ext>
            </a:extLst>
          </p:cNvPr>
          <p:cNvGrpSpPr/>
          <p:nvPr/>
        </p:nvGrpSpPr>
        <p:grpSpPr>
          <a:xfrm>
            <a:off x="9387165" y="4055710"/>
            <a:ext cx="1330920" cy="454680"/>
            <a:chOff x="9387165" y="4055710"/>
            <a:chExt cx="1330920" cy="454680"/>
          </a:xfrm>
        </p:grpSpPr>
        <mc:AlternateContent xmlns:mc="http://schemas.openxmlformats.org/markup-compatibility/2006">
          <mc:Choice xmlns:p14="http://schemas.microsoft.com/office/powerpoint/2010/main" Requires="p14">
            <p:contentPart p14:bwMode="auto" r:id="rId252">
              <p14:nvContentPartPr>
                <p14:cNvPr id="147" name="Ink 146">
                  <a:extLst>
                    <a:ext uri="{FF2B5EF4-FFF2-40B4-BE49-F238E27FC236}">
                      <a16:creationId xmlns:a16="http://schemas.microsoft.com/office/drawing/2014/main" id="{C8FC19EC-4494-FE48-7EFD-D2FE9046A6DB}"/>
                    </a:ext>
                  </a:extLst>
                </p14:cNvPr>
                <p14:cNvContentPartPr/>
                <p14:nvPr/>
              </p14:nvContentPartPr>
              <p14:xfrm>
                <a:off x="9440445" y="4223110"/>
                <a:ext cx="2520" cy="10080"/>
              </p14:xfrm>
            </p:contentPart>
          </mc:Choice>
          <mc:Fallback>
            <p:pic>
              <p:nvPicPr>
                <p:cNvPr id="147" name="Ink 146">
                  <a:extLst>
                    <a:ext uri="{FF2B5EF4-FFF2-40B4-BE49-F238E27FC236}">
                      <a16:creationId xmlns:a16="http://schemas.microsoft.com/office/drawing/2014/main" id="{C8FC19EC-4494-FE48-7EFD-D2FE9046A6DB}"/>
                    </a:ext>
                  </a:extLst>
                </p:cNvPr>
                <p:cNvPicPr/>
                <p:nvPr/>
              </p:nvPicPr>
              <p:blipFill>
                <a:blip r:embed="rId253"/>
                <a:stretch>
                  <a:fillRect/>
                </a:stretch>
              </p:blipFill>
              <p:spPr>
                <a:xfrm>
                  <a:off x="9431805" y="4214470"/>
                  <a:ext cx="2016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48" name="Ink 147">
                  <a:extLst>
                    <a:ext uri="{FF2B5EF4-FFF2-40B4-BE49-F238E27FC236}">
                      <a16:creationId xmlns:a16="http://schemas.microsoft.com/office/drawing/2014/main" id="{F1753F47-5133-8BF2-3379-C993E2F3D98C}"/>
                    </a:ext>
                  </a:extLst>
                </p14:cNvPr>
                <p14:cNvContentPartPr/>
                <p14:nvPr/>
              </p14:nvContentPartPr>
              <p14:xfrm>
                <a:off x="9387165" y="4055710"/>
                <a:ext cx="208440" cy="275040"/>
              </p14:xfrm>
            </p:contentPart>
          </mc:Choice>
          <mc:Fallback>
            <p:pic>
              <p:nvPicPr>
                <p:cNvPr id="148" name="Ink 147">
                  <a:extLst>
                    <a:ext uri="{FF2B5EF4-FFF2-40B4-BE49-F238E27FC236}">
                      <a16:creationId xmlns:a16="http://schemas.microsoft.com/office/drawing/2014/main" id="{F1753F47-5133-8BF2-3379-C993E2F3D98C}"/>
                    </a:ext>
                  </a:extLst>
                </p:cNvPr>
                <p:cNvPicPr/>
                <p:nvPr/>
              </p:nvPicPr>
              <p:blipFill>
                <a:blip r:embed="rId255"/>
                <a:stretch>
                  <a:fillRect/>
                </a:stretch>
              </p:blipFill>
              <p:spPr>
                <a:xfrm>
                  <a:off x="9378525" y="4046710"/>
                  <a:ext cx="226080" cy="29268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49" name="Ink 148">
                  <a:extLst>
                    <a:ext uri="{FF2B5EF4-FFF2-40B4-BE49-F238E27FC236}">
                      <a16:creationId xmlns:a16="http://schemas.microsoft.com/office/drawing/2014/main" id="{F23DE53E-6528-AC0D-5222-E4870C83B91B}"/>
                    </a:ext>
                  </a:extLst>
                </p14:cNvPr>
                <p14:cNvContentPartPr/>
                <p14:nvPr/>
              </p14:nvContentPartPr>
              <p14:xfrm>
                <a:off x="9640605" y="4129150"/>
                <a:ext cx="606960" cy="199800"/>
              </p14:xfrm>
            </p:contentPart>
          </mc:Choice>
          <mc:Fallback>
            <p:pic>
              <p:nvPicPr>
                <p:cNvPr id="149" name="Ink 148">
                  <a:extLst>
                    <a:ext uri="{FF2B5EF4-FFF2-40B4-BE49-F238E27FC236}">
                      <a16:creationId xmlns:a16="http://schemas.microsoft.com/office/drawing/2014/main" id="{F23DE53E-6528-AC0D-5222-E4870C83B91B}"/>
                    </a:ext>
                  </a:extLst>
                </p:cNvPr>
                <p:cNvPicPr/>
                <p:nvPr/>
              </p:nvPicPr>
              <p:blipFill>
                <a:blip r:embed="rId257"/>
                <a:stretch>
                  <a:fillRect/>
                </a:stretch>
              </p:blipFill>
              <p:spPr>
                <a:xfrm>
                  <a:off x="9631605" y="4120510"/>
                  <a:ext cx="62460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0" name="Ink 149">
                  <a:extLst>
                    <a:ext uri="{FF2B5EF4-FFF2-40B4-BE49-F238E27FC236}">
                      <a16:creationId xmlns:a16="http://schemas.microsoft.com/office/drawing/2014/main" id="{386FEDD5-63BB-D8A9-8358-E3EC7FFECB8B}"/>
                    </a:ext>
                  </a:extLst>
                </p14:cNvPr>
                <p14:cNvContentPartPr/>
                <p14:nvPr/>
              </p14:nvContentPartPr>
              <p14:xfrm>
                <a:off x="10246125" y="4123390"/>
                <a:ext cx="12240" cy="37080"/>
              </p14:xfrm>
            </p:contentPart>
          </mc:Choice>
          <mc:Fallback>
            <p:pic>
              <p:nvPicPr>
                <p:cNvPr id="150" name="Ink 149">
                  <a:extLst>
                    <a:ext uri="{FF2B5EF4-FFF2-40B4-BE49-F238E27FC236}">
                      <a16:creationId xmlns:a16="http://schemas.microsoft.com/office/drawing/2014/main" id="{386FEDD5-63BB-D8A9-8358-E3EC7FFECB8B}"/>
                    </a:ext>
                  </a:extLst>
                </p:cNvPr>
                <p:cNvPicPr/>
                <p:nvPr/>
              </p:nvPicPr>
              <p:blipFill>
                <a:blip r:embed="rId259"/>
                <a:stretch>
                  <a:fillRect/>
                </a:stretch>
              </p:blipFill>
              <p:spPr>
                <a:xfrm>
                  <a:off x="10237485" y="4114390"/>
                  <a:ext cx="29880" cy="5472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51" name="Ink 150">
                  <a:extLst>
                    <a:ext uri="{FF2B5EF4-FFF2-40B4-BE49-F238E27FC236}">
                      <a16:creationId xmlns:a16="http://schemas.microsoft.com/office/drawing/2014/main" id="{576D7CF4-9CD4-6885-9213-1F69C0517E1A}"/>
                    </a:ext>
                  </a:extLst>
                </p14:cNvPr>
                <p14:cNvContentPartPr/>
                <p14:nvPr/>
              </p14:nvContentPartPr>
              <p14:xfrm>
                <a:off x="10294365" y="4222390"/>
                <a:ext cx="212400" cy="288000"/>
              </p14:xfrm>
            </p:contentPart>
          </mc:Choice>
          <mc:Fallback>
            <p:pic>
              <p:nvPicPr>
                <p:cNvPr id="151" name="Ink 150">
                  <a:extLst>
                    <a:ext uri="{FF2B5EF4-FFF2-40B4-BE49-F238E27FC236}">
                      <a16:creationId xmlns:a16="http://schemas.microsoft.com/office/drawing/2014/main" id="{576D7CF4-9CD4-6885-9213-1F69C0517E1A}"/>
                    </a:ext>
                  </a:extLst>
                </p:cNvPr>
                <p:cNvPicPr/>
                <p:nvPr/>
              </p:nvPicPr>
              <p:blipFill>
                <a:blip r:embed="rId261"/>
                <a:stretch>
                  <a:fillRect/>
                </a:stretch>
              </p:blipFill>
              <p:spPr>
                <a:xfrm>
                  <a:off x="10285725" y="4213390"/>
                  <a:ext cx="230040" cy="30564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52" name="Ink 151">
                  <a:extLst>
                    <a:ext uri="{FF2B5EF4-FFF2-40B4-BE49-F238E27FC236}">
                      <a16:creationId xmlns:a16="http://schemas.microsoft.com/office/drawing/2014/main" id="{BA7E4F37-93D1-540C-4663-87062984DD69}"/>
                    </a:ext>
                  </a:extLst>
                </p14:cNvPr>
                <p14:cNvContentPartPr/>
                <p14:nvPr/>
              </p14:nvContentPartPr>
              <p14:xfrm>
                <a:off x="10530525" y="4102870"/>
                <a:ext cx="187560" cy="296640"/>
              </p14:xfrm>
            </p:contentPart>
          </mc:Choice>
          <mc:Fallback>
            <p:pic>
              <p:nvPicPr>
                <p:cNvPr id="152" name="Ink 151">
                  <a:extLst>
                    <a:ext uri="{FF2B5EF4-FFF2-40B4-BE49-F238E27FC236}">
                      <a16:creationId xmlns:a16="http://schemas.microsoft.com/office/drawing/2014/main" id="{BA7E4F37-93D1-540C-4663-87062984DD69}"/>
                    </a:ext>
                  </a:extLst>
                </p:cNvPr>
                <p:cNvPicPr/>
                <p:nvPr/>
              </p:nvPicPr>
              <p:blipFill>
                <a:blip r:embed="rId263"/>
                <a:stretch>
                  <a:fillRect/>
                </a:stretch>
              </p:blipFill>
              <p:spPr>
                <a:xfrm>
                  <a:off x="10521885" y="4094230"/>
                  <a:ext cx="205200" cy="314280"/>
                </a:xfrm>
                <a:prstGeom prst="rect">
                  <a:avLst/>
                </a:prstGeom>
              </p:spPr>
            </p:pic>
          </mc:Fallback>
        </mc:AlternateContent>
      </p:grpSp>
      <p:grpSp>
        <p:nvGrpSpPr>
          <p:cNvPr id="165" name="Group 164">
            <a:extLst>
              <a:ext uri="{FF2B5EF4-FFF2-40B4-BE49-F238E27FC236}">
                <a16:creationId xmlns:a16="http://schemas.microsoft.com/office/drawing/2014/main" id="{F9A777CF-B541-4055-4B9B-AAAAFF652DA7}"/>
              </a:ext>
            </a:extLst>
          </p:cNvPr>
          <p:cNvGrpSpPr/>
          <p:nvPr/>
        </p:nvGrpSpPr>
        <p:grpSpPr>
          <a:xfrm>
            <a:off x="10339725" y="3092350"/>
            <a:ext cx="1985040" cy="572040"/>
            <a:chOff x="10339725" y="3092350"/>
            <a:chExt cx="1985040" cy="572040"/>
          </a:xfrm>
        </p:grpSpPr>
        <mc:AlternateContent xmlns:mc="http://schemas.openxmlformats.org/markup-compatibility/2006">
          <mc:Choice xmlns:p14="http://schemas.microsoft.com/office/powerpoint/2010/main" Requires="p14">
            <p:contentPart p14:bwMode="auto" r:id="rId264">
              <p14:nvContentPartPr>
                <p14:cNvPr id="154" name="Ink 153">
                  <a:extLst>
                    <a:ext uri="{FF2B5EF4-FFF2-40B4-BE49-F238E27FC236}">
                      <a16:creationId xmlns:a16="http://schemas.microsoft.com/office/drawing/2014/main" id="{08F8319F-8092-4112-45F8-D8692347FDED}"/>
                    </a:ext>
                  </a:extLst>
                </p14:cNvPr>
                <p14:cNvContentPartPr/>
                <p14:nvPr/>
              </p14:nvContentPartPr>
              <p14:xfrm>
                <a:off x="10339725" y="3391510"/>
                <a:ext cx="222480" cy="36360"/>
              </p14:xfrm>
            </p:contentPart>
          </mc:Choice>
          <mc:Fallback>
            <p:pic>
              <p:nvPicPr>
                <p:cNvPr id="154" name="Ink 153">
                  <a:extLst>
                    <a:ext uri="{FF2B5EF4-FFF2-40B4-BE49-F238E27FC236}">
                      <a16:creationId xmlns:a16="http://schemas.microsoft.com/office/drawing/2014/main" id="{08F8319F-8092-4112-45F8-D8692347FDED}"/>
                    </a:ext>
                  </a:extLst>
                </p:cNvPr>
                <p:cNvPicPr/>
                <p:nvPr/>
              </p:nvPicPr>
              <p:blipFill>
                <a:blip r:embed="rId265"/>
                <a:stretch>
                  <a:fillRect/>
                </a:stretch>
              </p:blipFill>
              <p:spPr>
                <a:xfrm>
                  <a:off x="10330725" y="3382870"/>
                  <a:ext cx="24012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55" name="Ink 154">
                  <a:extLst>
                    <a:ext uri="{FF2B5EF4-FFF2-40B4-BE49-F238E27FC236}">
                      <a16:creationId xmlns:a16="http://schemas.microsoft.com/office/drawing/2014/main" id="{8E0F82F7-4BC6-540E-7CC1-C09F4CCF8D4D}"/>
                    </a:ext>
                  </a:extLst>
                </p14:cNvPr>
                <p14:cNvContentPartPr/>
                <p14:nvPr/>
              </p14:nvContentPartPr>
              <p14:xfrm>
                <a:off x="10449165" y="3292870"/>
                <a:ext cx="15120" cy="285120"/>
              </p14:xfrm>
            </p:contentPart>
          </mc:Choice>
          <mc:Fallback>
            <p:pic>
              <p:nvPicPr>
                <p:cNvPr id="155" name="Ink 154">
                  <a:extLst>
                    <a:ext uri="{FF2B5EF4-FFF2-40B4-BE49-F238E27FC236}">
                      <a16:creationId xmlns:a16="http://schemas.microsoft.com/office/drawing/2014/main" id="{8E0F82F7-4BC6-540E-7CC1-C09F4CCF8D4D}"/>
                    </a:ext>
                  </a:extLst>
                </p:cNvPr>
                <p:cNvPicPr/>
                <p:nvPr/>
              </p:nvPicPr>
              <p:blipFill>
                <a:blip r:embed="rId267"/>
                <a:stretch>
                  <a:fillRect/>
                </a:stretch>
              </p:blipFill>
              <p:spPr>
                <a:xfrm>
                  <a:off x="10440165" y="3284230"/>
                  <a:ext cx="32760" cy="30276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56" name="Ink 155">
                  <a:extLst>
                    <a:ext uri="{FF2B5EF4-FFF2-40B4-BE49-F238E27FC236}">
                      <a16:creationId xmlns:a16="http://schemas.microsoft.com/office/drawing/2014/main" id="{B9775814-EE8A-ECB5-A714-2E16797035DC}"/>
                    </a:ext>
                  </a:extLst>
                </p14:cNvPr>
                <p14:cNvContentPartPr/>
                <p14:nvPr/>
              </p14:nvContentPartPr>
              <p14:xfrm>
                <a:off x="10765965" y="3184150"/>
                <a:ext cx="194040" cy="352080"/>
              </p14:xfrm>
            </p:contentPart>
          </mc:Choice>
          <mc:Fallback>
            <p:pic>
              <p:nvPicPr>
                <p:cNvPr id="156" name="Ink 155">
                  <a:extLst>
                    <a:ext uri="{FF2B5EF4-FFF2-40B4-BE49-F238E27FC236}">
                      <a16:creationId xmlns:a16="http://schemas.microsoft.com/office/drawing/2014/main" id="{B9775814-EE8A-ECB5-A714-2E16797035DC}"/>
                    </a:ext>
                  </a:extLst>
                </p:cNvPr>
                <p:cNvPicPr/>
                <p:nvPr/>
              </p:nvPicPr>
              <p:blipFill>
                <a:blip r:embed="rId269"/>
                <a:stretch>
                  <a:fillRect/>
                </a:stretch>
              </p:blipFill>
              <p:spPr>
                <a:xfrm>
                  <a:off x="10756965" y="3175150"/>
                  <a:ext cx="211680" cy="36972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57" name="Ink 156">
                  <a:extLst>
                    <a:ext uri="{FF2B5EF4-FFF2-40B4-BE49-F238E27FC236}">
                      <a16:creationId xmlns:a16="http://schemas.microsoft.com/office/drawing/2014/main" id="{B4688A70-3B20-66DA-319A-B64724EF14E3}"/>
                    </a:ext>
                  </a:extLst>
                </p14:cNvPr>
                <p14:cNvContentPartPr/>
                <p14:nvPr/>
              </p14:nvContentPartPr>
              <p14:xfrm>
                <a:off x="10842645" y="3420310"/>
                <a:ext cx="96480" cy="19440"/>
              </p14:xfrm>
            </p:contentPart>
          </mc:Choice>
          <mc:Fallback>
            <p:pic>
              <p:nvPicPr>
                <p:cNvPr id="157" name="Ink 156">
                  <a:extLst>
                    <a:ext uri="{FF2B5EF4-FFF2-40B4-BE49-F238E27FC236}">
                      <a16:creationId xmlns:a16="http://schemas.microsoft.com/office/drawing/2014/main" id="{B4688A70-3B20-66DA-319A-B64724EF14E3}"/>
                    </a:ext>
                  </a:extLst>
                </p:cNvPr>
                <p:cNvPicPr/>
                <p:nvPr/>
              </p:nvPicPr>
              <p:blipFill>
                <a:blip r:embed="rId271"/>
                <a:stretch>
                  <a:fillRect/>
                </a:stretch>
              </p:blipFill>
              <p:spPr>
                <a:xfrm>
                  <a:off x="10834005" y="3411670"/>
                  <a:ext cx="11412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58" name="Ink 157">
                  <a:extLst>
                    <a:ext uri="{FF2B5EF4-FFF2-40B4-BE49-F238E27FC236}">
                      <a16:creationId xmlns:a16="http://schemas.microsoft.com/office/drawing/2014/main" id="{E374BE73-CB0B-1C05-81EF-699761C0B2B0}"/>
                    </a:ext>
                  </a:extLst>
                </p14:cNvPr>
                <p14:cNvContentPartPr/>
                <p14:nvPr/>
              </p14:nvContentPartPr>
              <p14:xfrm>
                <a:off x="11039205" y="3283510"/>
                <a:ext cx="46080" cy="251640"/>
              </p14:xfrm>
            </p:contentPart>
          </mc:Choice>
          <mc:Fallback>
            <p:pic>
              <p:nvPicPr>
                <p:cNvPr id="158" name="Ink 157">
                  <a:extLst>
                    <a:ext uri="{FF2B5EF4-FFF2-40B4-BE49-F238E27FC236}">
                      <a16:creationId xmlns:a16="http://schemas.microsoft.com/office/drawing/2014/main" id="{E374BE73-CB0B-1C05-81EF-699761C0B2B0}"/>
                    </a:ext>
                  </a:extLst>
                </p:cNvPr>
                <p:cNvPicPr/>
                <p:nvPr/>
              </p:nvPicPr>
              <p:blipFill>
                <a:blip r:embed="rId273"/>
                <a:stretch>
                  <a:fillRect/>
                </a:stretch>
              </p:blipFill>
              <p:spPr>
                <a:xfrm>
                  <a:off x="11030565" y="3274510"/>
                  <a:ext cx="6372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59" name="Ink 158">
                  <a:extLst>
                    <a:ext uri="{FF2B5EF4-FFF2-40B4-BE49-F238E27FC236}">
                      <a16:creationId xmlns:a16="http://schemas.microsoft.com/office/drawing/2014/main" id="{AB056E6A-7B33-5762-E20D-74D4C9F71444}"/>
                    </a:ext>
                  </a:extLst>
                </p14:cNvPr>
                <p14:cNvContentPartPr/>
                <p14:nvPr/>
              </p14:nvContentPartPr>
              <p14:xfrm>
                <a:off x="11160165" y="3271270"/>
                <a:ext cx="59400" cy="272160"/>
              </p14:xfrm>
            </p:contentPart>
          </mc:Choice>
          <mc:Fallback>
            <p:pic>
              <p:nvPicPr>
                <p:cNvPr id="159" name="Ink 158">
                  <a:extLst>
                    <a:ext uri="{FF2B5EF4-FFF2-40B4-BE49-F238E27FC236}">
                      <a16:creationId xmlns:a16="http://schemas.microsoft.com/office/drawing/2014/main" id="{AB056E6A-7B33-5762-E20D-74D4C9F71444}"/>
                    </a:ext>
                  </a:extLst>
                </p:cNvPr>
                <p:cNvPicPr/>
                <p:nvPr/>
              </p:nvPicPr>
              <p:blipFill>
                <a:blip r:embed="rId275"/>
                <a:stretch>
                  <a:fillRect/>
                </a:stretch>
              </p:blipFill>
              <p:spPr>
                <a:xfrm>
                  <a:off x="11151525" y="3262270"/>
                  <a:ext cx="77040" cy="28980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0" name="Ink 159">
                  <a:extLst>
                    <a:ext uri="{FF2B5EF4-FFF2-40B4-BE49-F238E27FC236}">
                      <a16:creationId xmlns:a16="http://schemas.microsoft.com/office/drawing/2014/main" id="{5D6910F3-98EA-A92A-FF56-82F3985B84E5}"/>
                    </a:ext>
                  </a:extLst>
                </p14:cNvPr>
                <p14:cNvContentPartPr/>
                <p14:nvPr/>
              </p14:nvContentPartPr>
              <p14:xfrm>
                <a:off x="11287245" y="3092350"/>
                <a:ext cx="244800" cy="432360"/>
              </p14:xfrm>
            </p:contentPart>
          </mc:Choice>
          <mc:Fallback>
            <p:pic>
              <p:nvPicPr>
                <p:cNvPr id="160" name="Ink 159">
                  <a:extLst>
                    <a:ext uri="{FF2B5EF4-FFF2-40B4-BE49-F238E27FC236}">
                      <a16:creationId xmlns:a16="http://schemas.microsoft.com/office/drawing/2014/main" id="{5D6910F3-98EA-A92A-FF56-82F3985B84E5}"/>
                    </a:ext>
                  </a:extLst>
                </p:cNvPr>
                <p:cNvPicPr/>
                <p:nvPr/>
              </p:nvPicPr>
              <p:blipFill>
                <a:blip r:embed="rId277"/>
                <a:stretch>
                  <a:fillRect/>
                </a:stretch>
              </p:blipFill>
              <p:spPr>
                <a:xfrm>
                  <a:off x="11278245" y="3083350"/>
                  <a:ext cx="262440" cy="45000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61" name="Ink 160">
                  <a:extLst>
                    <a:ext uri="{FF2B5EF4-FFF2-40B4-BE49-F238E27FC236}">
                      <a16:creationId xmlns:a16="http://schemas.microsoft.com/office/drawing/2014/main" id="{DF6DF66F-C094-0ADC-EA84-92E731AB6B76}"/>
                    </a:ext>
                  </a:extLst>
                </p14:cNvPr>
                <p14:cNvContentPartPr/>
                <p14:nvPr/>
              </p14:nvContentPartPr>
              <p14:xfrm>
                <a:off x="11588925" y="3144550"/>
                <a:ext cx="469800" cy="344880"/>
              </p14:xfrm>
            </p:contentPart>
          </mc:Choice>
          <mc:Fallback>
            <p:pic>
              <p:nvPicPr>
                <p:cNvPr id="161" name="Ink 160">
                  <a:extLst>
                    <a:ext uri="{FF2B5EF4-FFF2-40B4-BE49-F238E27FC236}">
                      <a16:creationId xmlns:a16="http://schemas.microsoft.com/office/drawing/2014/main" id="{DF6DF66F-C094-0ADC-EA84-92E731AB6B76}"/>
                    </a:ext>
                  </a:extLst>
                </p:cNvPr>
                <p:cNvPicPr/>
                <p:nvPr/>
              </p:nvPicPr>
              <p:blipFill>
                <a:blip r:embed="rId279"/>
                <a:stretch>
                  <a:fillRect/>
                </a:stretch>
              </p:blipFill>
              <p:spPr>
                <a:xfrm>
                  <a:off x="11579925" y="3135910"/>
                  <a:ext cx="487440" cy="36252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62" name="Ink 161">
                  <a:extLst>
                    <a:ext uri="{FF2B5EF4-FFF2-40B4-BE49-F238E27FC236}">
                      <a16:creationId xmlns:a16="http://schemas.microsoft.com/office/drawing/2014/main" id="{63E00AEC-A061-260D-D5CA-1133A499C75C}"/>
                    </a:ext>
                  </a:extLst>
                </p14:cNvPr>
                <p14:cNvContentPartPr/>
                <p14:nvPr/>
              </p14:nvContentPartPr>
              <p14:xfrm>
                <a:off x="12099045" y="3247150"/>
                <a:ext cx="73440" cy="189360"/>
              </p14:xfrm>
            </p:contentPart>
          </mc:Choice>
          <mc:Fallback>
            <p:pic>
              <p:nvPicPr>
                <p:cNvPr id="162" name="Ink 161">
                  <a:extLst>
                    <a:ext uri="{FF2B5EF4-FFF2-40B4-BE49-F238E27FC236}">
                      <a16:creationId xmlns:a16="http://schemas.microsoft.com/office/drawing/2014/main" id="{63E00AEC-A061-260D-D5CA-1133A499C75C}"/>
                    </a:ext>
                  </a:extLst>
                </p:cNvPr>
                <p:cNvPicPr/>
                <p:nvPr/>
              </p:nvPicPr>
              <p:blipFill>
                <a:blip r:embed="rId281"/>
                <a:stretch>
                  <a:fillRect/>
                </a:stretch>
              </p:blipFill>
              <p:spPr>
                <a:xfrm>
                  <a:off x="12090045" y="3238150"/>
                  <a:ext cx="9108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63" name="Ink 162">
                  <a:extLst>
                    <a:ext uri="{FF2B5EF4-FFF2-40B4-BE49-F238E27FC236}">
                      <a16:creationId xmlns:a16="http://schemas.microsoft.com/office/drawing/2014/main" id="{E12C23DD-2299-ADC3-F9D3-C0D9F6C1BD3C}"/>
                    </a:ext>
                  </a:extLst>
                </p14:cNvPr>
                <p14:cNvContentPartPr/>
                <p14:nvPr/>
              </p14:nvContentPartPr>
              <p14:xfrm>
                <a:off x="12213885" y="3231310"/>
                <a:ext cx="110880" cy="223560"/>
              </p14:xfrm>
            </p:contentPart>
          </mc:Choice>
          <mc:Fallback>
            <p:pic>
              <p:nvPicPr>
                <p:cNvPr id="163" name="Ink 162">
                  <a:extLst>
                    <a:ext uri="{FF2B5EF4-FFF2-40B4-BE49-F238E27FC236}">
                      <a16:creationId xmlns:a16="http://schemas.microsoft.com/office/drawing/2014/main" id="{E12C23DD-2299-ADC3-F9D3-C0D9F6C1BD3C}"/>
                    </a:ext>
                  </a:extLst>
                </p:cNvPr>
                <p:cNvPicPr/>
                <p:nvPr/>
              </p:nvPicPr>
              <p:blipFill>
                <a:blip r:embed="rId283"/>
                <a:stretch>
                  <a:fillRect/>
                </a:stretch>
              </p:blipFill>
              <p:spPr>
                <a:xfrm>
                  <a:off x="12205245" y="3222310"/>
                  <a:ext cx="12852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64" name="Ink 163">
                  <a:extLst>
                    <a:ext uri="{FF2B5EF4-FFF2-40B4-BE49-F238E27FC236}">
                      <a16:creationId xmlns:a16="http://schemas.microsoft.com/office/drawing/2014/main" id="{8DCFFA9B-743B-42CF-84D9-01E78527A98B}"/>
                    </a:ext>
                  </a:extLst>
                </p14:cNvPr>
                <p14:cNvContentPartPr/>
                <p14:nvPr/>
              </p14:nvContentPartPr>
              <p14:xfrm>
                <a:off x="10988805" y="3602110"/>
                <a:ext cx="1309680" cy="62280"/>
              </p14:xfrm>
            </p:contentPart>
          </mc:Choice>
          <mc:Fallback>
            <p:pic>
              <p:nvPicPr>
                <p:cNvPr id="164" name="Ink 163">
                  <a:extLst>
                    <a:ext uri="{FF2B5EF4-FFF2-40B4-BE49-F238E27FC236}">
                      <a16:creationId xmlns:a16="http://schemas.microsoft.com/office/drawing/2014/main" id="{8DCFFA9B-743B-42CF-84D9-01E78527A98B}"/>
                    </a:ext>
                  </a:extLst>
                </p:cNvPr>
                <p:cNvPicPr/>
                <p:nvPr/>
              </p:nvPicPr>
              <p:blipFill>
                <a:blip r:embed="rId285"/>
                <a:stretch>
                  <a:fillRect/>
                </a:stretch>
              </p:blipFill>
              <p:spPr>
                <a:xfrm>
                  <a:off x="10979805" y="3593470"/>
                  <a:ext cx="1327320" cy="79920"/>
                </a:xfrm>
                <a:prstGeom prst="rect">
                  <a:avLst/>
                </a:prstGeom>
              </p:spPr>
            </p:pic>
          </mc:Fallback>
        </mc:AlternateContent>
      </p:grpSp>
      <p:grpSp>
        <p:nvGrpSpPr>
          <p:cNvPr id="186" name="Group 185">
            <a:extLst>
              <a:ext uri="{FF2B5EF4-FFF2-40B4-BE49-F238E27FC236}">
                <a16:creationId xmlns:a16="http://schemas.microsoft.com/office/drawing/2014/main" id="{216E3389-B6A1-562F-6B44-42D94FF41510}"/>
              </a:ext>
            </a:extLst>
          </p:cNvPr>
          <p:cNvGrpSpPr/>
          <p:nvPr/>
        </p:nvGrpSpPr>
        <p:grpSpPr>
          <a:xfrm>
            <a:off x="7199805" y="1002910"/>
            <a:ext cx="4584960" cy="956880"/>
            <a:chOff x="7199805" y="1002910"/>
            <a:chExt cx="4584960" cy="956880"/>
          </a:xfrm>
        </p:grpSpPr>
        <mc:AlternateContent xmlns:mc="http://schemas.openxmlformats.org/markup-compatibility/2006">
          <mc:Choice xmlns:p14="http://schemas.microsoft.com/office/powerpoint/2010/main" Requires="p14">
            <p:contentPart p14:bwMode="auto" r:id="rId286">
              <p14:nvContentPartPr>
                <p14:cNvPr id="166" name="Ink 165">
                  <a:extLst>
                    <a:ext uri="{FF2B5EF4-FFF2-40B4-BE49-F238E27FC236}">
                      <a16:creationId xmlns:a16="http://schemas.microsoft.com/office/drawing/2014/main" id="{D9AEF45C-7919-44A0-A6F0-55AA07949500}"/>
                    </a:ext>
                  </a:extLst>
                </p14:cNvPr>
                <p14:cNvContentPartPr/>
                <p14:nvPr/>
              </p14:nvContentPartPr>
              <p14:xfrm>
                <a:off x="7199805" y="1392070"/>
                <a:ext cx="846000" cy="303840"/>
              </p14:xfrm>
            </p:contentPart>
          </mc:Choice>
          <mc:Fallback>
            <p:pic>
              <p:nvPicPr>
                <p:cNvPr id="166" name="Ink 165">
                  <a:extLst>
                    <a:ext uri="{FF2B5EF4-FFF2-40B4-BE49-F238E27FC236}">
                      <a16:creationId xmlns:a16="http://schemas.microsoft.com/office/drawing/2014/main" id="{D9AEF45C-7919-44A0-A6F0-55AA07949500}"/>
                    </a:ext>
                  </a:extLst>
                </p:cNvPr>
                <p:cNvPicPr/>
                <p:nvPr/>
              </p:nvPicPr>
              <p:blipFill>
                <a:blip r:embed="rId287"/>
                <a:stretch>
                  <a:fillRect/>
                </a:stretch>
              </p:blipFill>
              <p:spPr>
                <a:xfrm>
                  <a:off x="7190805" y="1383070"/>
                  <a:ext cx="863640" cy="32148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67" name="Ink 166">
                  <a:extLst>
                    <a:ext uri="{FF2B5EF4-FFF2-40B4-BE49-F238E27FC236}">
                      <a16:creationId xmlns:a16="http://schemas.microsoft.com/office/drawing/2014/main" id="{341C7B1F-86D8-EFC1-62A2-716A0EE0A5A1}"/>
                    </a:ext>
                  </a:extLst>
                </p14:cNvPr>
                <p14:cNvContentPartPr/>
                <p14:nvPr/>
              </p14:nvContentPartPr>
              <p14:xfrm>
                <a:off x="7884525" y="1321510"/>
                <a:ext cx="237600" cy="104760"/>
              </p14:xfrm>
            </p:contentPart>
          </mc:Choice>
          <mc:Fallback>
            <p:pic>
              <p:nvPicPr>
                <p:cNvPr id="167" name="Ink 166">
                  <a:extLst>
                    <a:ext uri="{FF2B5EF4-FFF2-40B4-BE49-F238E27FC236}">
                      <a16:creationId xmlns:a16="http://schemas.microsoft.com/office/drawing/2014/main" id="{341C7B1F-86D8-EFC1-62A2-716A0EE0A5A1}"/>
                    </a:ext>
                  </a:extLst>
                </p:cNvPr>
                <p:cNvPicPr/>
                <p:nvPr/>
              </p:nvPicPr>
              <p:blipFill>
                <a:blip r:embed="rId289"/>
                <a:stretch>
                  <a:fillRect/>
                </a:stretch>
              </p:blipFill>
              <p:spPr>
                <a:xfrm>
                  <a:off x="7875525" y="1312510"/>
                  <a:ext cx="25524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68" name="Ink 167">
                  <a:extLst>
                    <a:ext uri="{FF2B5EF4-FFF2-40B4-BE49-F238E27FC236}">
                      <a16:creationId xmlns:a16="http://schemas.microsoft.com/office/drawing/2014/main" id="{AA7B7053-CF0E-75A1-0F21-69DA36B3F096}"/>
                    </a:ext>
                  </a:extLst>
                </p14:cNvPr>
                <p14:cNvContentPartPr/>
                <p14:nvPr/>
              </p14:nvContentPartPr>
              <p14:xfrm>
                <a:off x="8398965" y="1179310"/>
                <a:ext cx="69480" cy="206640"/>
              </p14:xfrm>
            </p:contentPart>
          </mc:Choice>
          <mc:Fallback>
            <p:pic>
              <p:nvPicPr>
                <p:cNvPr id="168" name="Ink 167">
                  <a:extLst>
                    <a:ext uri="{FF2B5EF4-FFF2-40B4-BE49-F238E27FC236}">
                      <a16:creationId xmlns:a16="http://schemas.microsoft.com/office/drawing/2014/main" id="{AA7B7053-CF0E-75A1-0F21-69DA36B3F096}"/>
                    </a:ext>
                  </a:extLst>
                </p:cNvPr>
                <p:cNvPicPr/>
                <p:nvPr/>
              </p:nvPicPr>
              <p:blipFill>
                <a:blip r:embed="rId291"/>
                <a:stretch>
                  <a:fillRect/>
                </a:stretch>
              </p:blipFill>
              <p:spPr>
                <a:xfrm>
                  <a:off x="8390325" y="1170670"/>
                  <a:ext cx="8712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69" name="Ink 168">
                  <a:extLst>
                    <a:ext uri="{FF2B5EF4-FFF2-40B4-BE49-F238E27FC236}">
                      <a16:creationId xmlns:a16="http://schemas.microsoft.com/office/drawing/2014/main" id="{5DAA5823-39B6-0BC4-A58F-B43C2900B399}"/>
                    </a:ext>
                  </a:extLst>
                </p14:cNvPr>
                <p14:cNvContentPartPr/>
                <p14:nvPr/>
              </p14:nvContentPartPr>
              <p14:xfrm>
                <a:off x="8352165" y="1363630"/>
                <a:ext cx="189000" cy="47520"/>
              </p14:xfrm>
            </p:contentPart>
          </mc:Choice>
          <mc:Fallback>
            <p:pic>
              <p:nvPicPr>
                <p:cNvPr id="169" name="Ink 168">
                  <a:extLst>
                    <a:ext uri="{FF2B5EF4-FFF2-40B4-BE49-F238E27FC236}">
                      <a16:creationId xmlns:a16="http://schemas.microsoft.com/office/drawing/2014/main" id="{5DAA5823-39B6-0BC4-A58F-B43C2900B399}"/>
                    </a:ext>
                  </a:extLst>
                </p:cNvPr>
                <p:cNvPicPr/>
                <p:nvPr/>
              </p:nvPicPr>
              <p:blipFill>
                <a:blip r:embed="rId293"/>
                <a:stretch>
                  <a:fillRect/>
                </a:stretch>
              </p:blipFill>
              <p:spPr>
                <a:xfrm>
                  <a:off x="8343165" y="1354630"/>
                  <a:ext cx="20664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70" name="Ink 169">
                  <a:extLst>
                    <a:ext uri="{FF2B5EF4-FFF2-40B4-BE49-F238E27FC236}">
                      <a16:creationId xmlns:a16="http://schemas.microsoft.com/office/drawing/2014/main" id="{91EF55CB-5988-0B69-ABB6-2C8F64801AC0}"/>
                    </a:ext>
                  </a:extLst>
                </p14:cNvPr>
                <p14:cNvContentPartPr/>
                <p14:nvPr/>
              </p14:nvContentPartPr>
              <p14:xfrm>
                <a:off x="8334525" y="1136830"/>
                <a:ext cx="177480" cy="44280"/>
              </p14:xfrm>
            </p:contentPart>
          </mc:Choice>
          <mc:Fallback>
            <p:pic>
              <p:nvPicPr>
                <p:cNvPr id="170" name="Ink 169">
                  <a:extLst>
                    <a:ext uri="{FF2B5EF4-FFF2-40B4-BE49-F238E27FC236}">
                      <a16:creationId xmlns:a16="http://schemas.microsoft.com/office/drawing/2014/main" id="{91EF55CB-5988-0B69-ABB6-2C8F64801AC0}"/>
                    </a:ext>
                  </a:extLst>
                </p:cNvPr>
                <p:cNvPicPr/>
                <p:nvPr/>
              </p:nvPicPr>
              <p:blipFill>
                <a:blip r:embed="rId295"/>
                <a:stretch>
                  <a:fillRect/>
                </a:stretch>
              </p:blipFill>
              <p:spPr>
                <a:xfrm>
                  <a:off x="8325885" y="1128190"/>
                  <a:ext cx="195120" cy="6192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71" name="Ink 170">
                  <a:extLst>
                    <a:ext uri="{FF2B5EF4-FFF2-40B4-BE49-F238E27FC236}">
                      <a16:creationId xmlns:a16="http://schemas.microsoft.com/office/drawing/2014/main" id="{5857BE3D-3C3A-AA9E-1C02-290FD930820A}"/>
                    </a:ext>
                  </a:extLst>
                </p14:cNvPr>
                <p14:cNvContentPartPr/>
                <p14:nvPr/>
              </p14:nvContentPartPr>
              <p14:xfrm>
                <a:off x="8639445" y="1099750"/>
                <a:ext cx="207360" cy="214920"/>
              </p14:xfrm>
            </p:contentPart>
          </mc:Choice>
          <mc:Fallback>
            <p:pic>
              <p:nvPicPr>
                <p:cNvPr id="171" name="Ink 170">
                  <a:extLst>
                    <a:ext uri="{FF2B5EF4-FFF2-40B4-BE49-F238E27FC236}">
                      <a16:creationId xmlns:a16="http://schemas.microsoft.com/office/drawing/2014/main" id="{5857BE3D-3C3A-AA9E-1C02-290FD930820A}"/>
                    </a:ext>
                  </a:extLst>
                </p:cNvPr>
                <p:cNvPicPr/>
                <p:nvPr/>
              </p:nvPicPr>
              <p:blipFill>
                <a:blip r:embed="rId297"/>
                <a:stretch>
                  <a:fillRect/>
                </a:stretch>
              </p:blipFill>
              <p:spPr>
                <a:xfrm>
                  <a:off x="8630805" y="1090750"/>
                  <a:ext cx="22500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72" name="Ink 171">
                  <a:extLst>
                    <a:ext uri="{FF2B5EF4-FFF2-40B4-BE49-F238E27FC236}">
                      <a16:creationId xmlns:a16="http://schemas.microsoft.com/office/drawing/2014/main" id="{0C553C51-77CB-FE1F-2EF4-E5EE77C60DAA}"/>
                    </a:ext>
                  </a:extLst>
                </p14:cNvPr>
                <p14:cNvContentPartPr/>
                <p14:nvPr/>
              </p14:nvContentPartPr>
              <p14:xfrm>
                <a:off x="8642685" y="1195870"/>
                <a:ext cx="101160" cy="256680"/>
              </p14:xfrm>
            </p:contentPart>
          </mc:Choice>
          <mc:Fallback>
            <p:pic>
              <p:nvPicPr>
                <p:cNvPr id="172" name="Ink 171">
                  <a:extLst>
                    <a:ext uri="{FF2B5EF4-FFF2-40B4-BE49-F238E27FC236}">
                      <a16:creationId xmlns:a16="http://schemas.microsoft.com/office/drawing/2014/main" id="{0C553C51-77CB-FE1F-2EF4-E5EE77C60DAA}"/>
                    </a:ext>
                  </a:extLst>
                </p:cNvPr>
                <p:cNvPicPr/>
                <p:nvPr/>
              </p:nvPicPr>
              <p:blipFill>
                <a:blip r:embed="rId299"/>
                <a:stretch>
                  <a:fillRect/>
                </a:stretch>
              </p:blipFill>
              <p:spPr>
                <a:xfrm>
                  <a:off x="8633685" y="1187230"/>
                  <a:ext cx="11880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73" name="Ink 172">
                  <a:extLst>
                    <a:ext uri="{FF2B5EF4-FFF2-40B4-BE49-F238E27FC236}">
                      <a16:creationId xmlns:a16="http://schemas.microsoft.com/office/drawing/2014/main" id="{5CF2809B-5FB0-736D-1865-205359DD3373}"/>
                    </a:ext>
                  </a:extLst>
                </p14:cNvPr>
                <p14:cNvContentPartPr/>
                <p14:nvPr/>
              </p14:nvContentPartPr>
              <p14:xfrm>
                <a:off x="8874885" y="1147270"/>
                <a:ext cx="212040" cy="192240"/>
              </p14:xfrm>
            </p:contentPart>
          </mc:Choice>
          <mc:Fallback>
            <p:pic>
              <p:nvPicPr>
                <p:cNvPr id="173" name="Ink 172">
                  <a:extLst>
                    <a:ext uri="{FF2B5EF4-FFF2-40B4-BE49-F238E27FC236}">
                      <a16:creationId xmlns:a16="http://schemas.microsoft.com/office/drawing/2014/main" id="{5CF2809B-5FB0-736D-1865-205359DD3373}"/>
                    </a:ext>
                  </a:extLst>
                </p:cNvPr>
                <p:cNvPicPr/>
                <p:nvPr/>
              </p:nvPicPr>
              <p:blipFill>
                <a:blip r:embed="rId301"/>
                <a:stretch>
                  <a:fillRect/>
                </a:stretch>
              </p:blipFill>
              <p:spPr>
                <a:xfrm>
                  <a:off x="8865885" y="1138270"/>
                  <a:ext cx="22968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74" name="Ink 173">
                  <a:extLst>
                    <a:ext uri="{FF2B5EF4-FFF2-40B4-BE49-F238E27FC236}">
                      <a16:creationId xmlns:a16="http://schemas.microsoft.com/office/drawing/2014/main" id="{0E67052D-5C15-573F-D32C-9E821D48C1BD}"/>
                    </a:ext>
                  </a:extLst>
                </p14:cNvPr>
                <p14:cNvContentPartPr/>
                <p14:nvPr/>
              </p14:nvContentPartPr>
              <p14:xfrm>
                <a:off x="8302125" y="1566310"/>
                <a:ext cx="893520" cy="127080"/>
              </p14:xfrm>
            </p:contentPart>
          </mc:Choice>
          <mc:Fallback>
            <p:pic>
              <p:nvPicPr>
                <p:cNvPr id="174" name="Ink 173">
                  <a:extLst>
                    <a:ext uri="{FF2B5EF4-FFF2-40B4-BE49-F238E27FC236}">
                      <a16:creationId xmlns:a16="http://schemas.microsoft.com/office/drawing/2014/main" id="{0E67052D-5C15-573F-D32C-9E821D48C1BD}"/>
                    </a:ext>
                  </a:extLst>
                </p:cNvPr>
                <p:cNvPicPr/>
                <p:nvPr/>
              </p:nvPicPr>
              <p:blipFill>
                <a:blip r:embed="rId303"/>
                <a:stretch>
                  <a:fillRect/>
                </a:stretch>
              </p:blipFill>
              <p:spPr>
                <a:xfrm>
                  <a:off x="8293485" y="1557310"/>
                  <a:ext cx="911160" cy="14472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75" name="Ink 174">
                  <a:extLst>
                    <a:ext uri="{FF2B5EF4-FFF2-40B4-BE49-F238E27FC236}">
                      <a16:creationId xmlns:a16="http://schemas.microsoft.com/office/drawing/2014/main" id="{0F93D49A-DAE3-C820-7455-FC26C58A2194}"/>
                    </a:ext>
                  </a:extLst>
                </p14:cNvPr>
                <p14:cNvContentPartPr/>
                <p14:nvPr/>
              </p14:nvContentPartPr>
              <p14:xfrm>
                <a:off x="9428205" y="1186510"/>
                <a:ext cx="140760" cy="266040"/>
              </p14:xfrm>
            </p:contentPart>
          </mc:Choice>
          <mc:Fallback>
            <p:pic>
              <p:nvPicPr>
                <p:cNvPr id="175" name="Ink 174">
                  <a:extLst>
                    <a:ext uri="{FF2B5EF4-FFF2-40B4-BE49-F238E27FC236}">
                      <a16:creationId xmlns:a16="http://schemas.microsoft.com/office/drawing/2014/main" id="{0F93D49A-DAE3-C820-7455-FC26C58A2194}"/>
                    </a:ext>
                  </a:extLst>
                </p:cNvPr>
                <p:cNvPicPr/>
                <p:nvPr/>
              </p:nvPicPr>
              <p:blipFill>
                <a:blip r:embed="rId305"/>
                <a:stretch>
                  <a:fillRect/>
                </a:stretch>
              </p:blipFill>
              <p:spPr>
                <a:xfrm>
                  <a:off x="9419205" y="1177870"/>
                  <a:ext cx="15840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76" name="Ink 175">
                  <a:extLst>
                    <a:ext uri="{FF2B5EF4-FFF2-40B4-BE49-F238E27FC236}">
                      <a16:creationId xmlns:a16="http://schemas.microsoft.com/office/drawing/2014/main" id="{DED277A7-0EEC-3BEA-5A58-93EF8AD8D5C1}"/>
                    </a:ext>
                  </a:extLst>
                </p14:cNvPr>
                <p14:cNvContentPartPr/>
                <p14:nvPr/>
              </p14:nvContentPartPr>
              <p14:xfrm>
                <a:off x="9434325" y="1137910"/>
                <a:ext cx="124920" cy="388800"/>
              </p14:xfrm>
            </p:contentPart>
          </mc:Choice>
          <mc:Fallback>
            <p:pic>
              <p:nvPicPr>
                <p:cNvPr id="176" name="Ink 175">
                  <a:extLst>
                    <a:ext uri="{FF2B5EF4-FFF2-40B4-BE49-F238E27FC236}">
                      <a16:creationId xmlns:a16="http://schemas.microsoft.com/office/drawing/2014/main" id="{DED277A7-0EEC-3BEA-5A58-93EF8AD8D5C1}"/>
                    </a:ext>
                  </a:extLst>
                </p:cNvPr>
                <p:cNvPicPr/>
                <p:nvPr/>
              </p:nvPicPr>
              <p:blipFill>
                <a:blip r:embed="rId307"/>
                <a:stretch>
                  <a:fillRect/>
                </a:stretch>
              </p:blipFill>
              <p:spPr>
                <a:xfrm>
                  <a:off x="9425685" y="1129270"/>
                  <a:ext cx="142560" cy="40644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77" name="Ink 176">
                  <a:extLst>
                    <a:ext uri="{FF2B5EF4-FFF2-40B4-BE49-F238E27FC236}">
                      <a16:creationId xmlns:a16="http://schemas.microsoft.com/office/drawing/2014/main" id="{1DDC2657-3CBD-2DBF-FBE5-9E637A6CB06B}"/>
                    </a:ext>
                  </a:extLst>
                </p14:cNvPr>
                <p14:cNvContentPartPr/>
                <p14:nvPr/>
              </p14:nvContentPartPr>
              <p14:xfrm>
                <a:off x="9655005" y="1162750"/>
                <a:ext cx="169920" cy="265320"/>
              </p14:xfrm>
            </p:contentPart>
          </mc:Choice>
          <mc:Fallback>
            <p:pic>
              <p:nvPicPr>
                <p:cNvPr id="177" name="Ink 176">
                  <a:extLst>
                    <a:ext uri="{FF2B5EF4-FFF2-40B4-BE49-F238E27FC236}">
                      <a16:creationId xmlns:a16="http://schemas.microsoft.com/office/drawing/2014/main" id="{1DDC2657-3CBD-2DBF-FBE5-9E637A6CB06B}"/>
                    </a:ext>
                  </a:extLst>
                </p:cNvPr>
                <p:cNvPicPr/>
                <p:nvPr/>
              </p:nvPicPr>
              <p:blipFill>
                <a:blip r:embed="rId309"/>
                <a:stretch>
                  <a:fillRect/>
                </a:stretch>
              </p:blipFill>
              <p:spPr>
                <a:xfrm>
                  <a:off x="9646365" y="1153750"/>
                  <a:ext cx="18756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78" name="Ink 177">
                  <a:extLst>
                    <a:ext uri="{FF2B5EF4-FFF2-40B4-BE49-F238E27FC236}">
                      <a16:creationId xmlns:a16="http://schemas.microsoft.com/office/drawing/2014/main" id="{0691DEAA-C10D-ADC3-F15D-025AA300B4D9}"/>
                    </a:ext>
                  </a:extLst>
                </p14:cNvPr>
                <p14:cNvContentPartPr/>
                <p14:nvPr/>
              </p14:nvContentPartPr>
              <p14:xfrm>
                <a:off x="9737085" y="1130350"/>
                <a:ext cx="56880" cy="333000"/>
              </p14:xfrm>
            </p:contentPart>
          </mc:Choice>
          <mc:Fallback>
            <p:pic>
              <p:nvPicPr>
                <p:cNvPr id="178" name="Ink 177">
                  <a:extLst>
                    <a:ext uri="{FF2B5EF4-FFF2-40B4-BE49-F238E27FC236}">
                      <a16:creationId xmlns:a16="http://schemas.microsoft.com/office/drawing/2014/main" id="{0691DEAA-C10D-ADC3-F15D-025AA300B4D9}"/>
                    </a:ext>
                  </a:extLst>
                </p:cNvPr>
                <p:cNvPicPr/>
                <p:nvPr/>
              </p:nvPicPr>
              <p:blipFill>
                <a:blip r:embed="rId311"/>
                <a:stretch>
                  <a:fillRect/>
                </a:stretch>
              </p:blipFill>
              <p:spPr>
                <a:xfrm>
                  <a:off x="9728445" y="1121350"/>
                  <a:ext cx="74520" cy="35064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79" name="Ink 178">
                  <a:extLst>
                    <a:ext uri="{FF2B5EF4-FFF2-40B4-BE49-F238E27FC236}">
                      <a16:creationId xmlns:a16="http://schemas.microsoft.com/office/drawing/2014/main" id="{023BD22C-70DD-7E1B-BEC7-43C334852DF6}"/>
                    </a:ext>
                  </a:extLst>
                </p14:cNvPr>
                <p14:cNvContentPartPr/>
                <p14:nvPr/>
              </p14:nvContentPartPr>
              <p14:xfrm>
                <a:off x="9907725" y="1142950"/>
                <a:ext cx="145440" cy="286920"/>
              </p14:xfrm>
            </p:contentPart>
          </mc:Choice>
          <mc:Fallback>
            <p:pic>
              <p:nvPicPr>
                <p:cNvPr id="179" name="Ink 178">
                  <a:extLst>
                    <a:ext uri="{FF2B5EF4-FFF2-40B4-BE49-F238E27FC236}">
                      <a16:creationId xmlns:a16="http://schemas.microsoft.com/office/drawing/2014/main" id="{023BD22C-70DD-7E1B-BEC7-43C334852DF6}"/>
                    </a:ext>
                  </a:extLst>
                </p:cNvPr>
                <p:cNvPicPr/>
                <p:nvPr/>
              </p:nvPicPr>
              <p:blipFill>
                <a:blip r:embed="rId313"/>
                <a:stretch>
                  <a:fillRect/>
                </a:stretch>
              </p:blipFill>
              <p:spPr>
                <a:xfrm>
                  <a:off x="9898725" y="1134310"/>
                  <a:ext cx="163080" cy="30456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80" name="Ink 179">
                  <a:extLst>
                    <a:ext uri="{FF2B5EF4-FFF2-40B4-BE49-F238E27FC236}">
                      <a16:creationId xmlns:a16="http://schemas.microsoft.com/office/drawing/2014/main" id="{83EA2C26-18EC-5568-733D-B7F1B499F029}"/>
                    </a:ext>
                  </a:extLst>
                </p14:cNvPr>
                <p14:cNvContentPartPr/>
                <p14:nvPr/>
              </p14:nvContentPartPr>
              <p14:xfrm>
                <a:off x="10016085" y="1033870"/>
                <a:ext cx="43200" cy="420480"/>
              </p14:xfrm>
            </p:contentPart>
          </mc:Choice>
          <mc:Fallback>
            <p:pic>
              <p:nvPicPr>
                <p:cNvPr id="180" name="Ink 179">
                  <a:extLst>
                    <a:ext uri="{FF2B5EF4-FFF2-40B4-BE49-F238E27FC236}">
                      <a16:creationId xmlns:a16="http://schemas.microsoft.com/office/drawing/2014/main" id="{83EA2C26-18EC-5568-733D-B7F1B499F029}"/>
                    </a:ext>
                  </a:extLst>
                </p:cNvPr>
                <p:cNvPicPr/>
                <p:nvPr/>
              </p:nvPicPr>
              <p:blipFill>
                <a:blip r:embed="rId315"/>
                <a:stretch>
                  <a:fillRect/>
                </a:stretch>
              </p:blipFill>
              <p:spPr>
                <a:xfrm>
                  <a:off x="10007085" y="1025230"/>
                  <a:ext cx="60840" cy="43812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83" name="Ink 182">
                  <a:extLst>
                    <a:ext uri="{FF2B5EF4-FFF2-40B4-BE49-F238E27FC236}">
                      <a16:creationId xmlns:a16="http://schemas.microsoft.com/office/drawing/2014/main" id="{50300D98-ED03-6349-F7AD-F0069CC6CC8F}"/>
                    </a:ext>
                  </a:extLst>
                </p14:cNvPr>
                <p14:cNvContentPartPr/>
                <p14:nvPr/>
              </p14:nvContentPartPr>
              <p14:xfrm>
                <a:off x="10468965" y="1288030"/>
                <a:ext cx="393120" cy="358920"/>
              </p14:xfrm>
            </p:contentPart>
          </mc:Choice>
          <mc:Fallback>
            <p:pic>
              <p:nvPicPr>
                <p:cNvPr id="183" name="Ink 182">
                  <a:extLst>
                    <a:ext uri="{FF2B5EF4-FFF2-40B4-BE49-F238E27FC236}">
                      <a16:creationId xmlns:a16="http://schemas.microsoft.com/office/drawing/2014/main" id="{50300D98-ED03-6349-F7AD-F0069CC6CC8F}"/>
                    </a:ext>
                  </a:extLst>
                </p:cNvPr>
                <p:cNvPicPr/>
                <p:nvPr/>
              </p:nvPicPr>
              <p:blipFill>
                <a:blip r:embed="rId317"/>
                <a:stretch>
                  <a:fillRect/>
                </a:stretch>
              </p:blipFill>
              <p:spPr>
                <a:xfrm>
                  <a:off x="10459965" y="1279390"/>
                  <a:ext cx="410760" cy="37656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184" name="Ink 183">
                  <a:extLst>
                    <a:ext uri="{FF2B5EF4-FFF2-40B4-BE49-F238E27FC236}">
                      <a16:creationId xmlns:a16="http://schemas.microsoft.com/office/drawing/2014/main" id="{6D5A11FF-0D2E-03FA-0161-695A3285382B}"/>
                    </a:ext>
                  </a:extLst>
                </p14:cNvPr>
                <p14:cNvContentPartPr/>
                <p14:nvPr/>
              </p14:nvContentPartPr>
              <p14:xfrm>
                <a:off x="10870005" y="1468390"/>
                <a:ext cx="417240" cy="159480"/>
              </p14:xfrm>
            </p:contentPart>
          </mc:Choice>
          <mc:Fallback>
            <p:pic>
              <p:nvPicPr>
                <p:cNvPr id="184" name="Ink 183">
                  <a:extLst>
                    <a:ext uri="{FF2B5EF4-FFF2-40B4-BE49-F238E27FC236}">
                      <a16:creationId xmlns:a16="http://schemas.microsoft.com/office/drawing/2014/main" id="{6D5A11FF-0D2E-03FA-0161-695A3285382B}"/>
                    </a:ext>
                  </a:extLst>
                </p:cNvPr>
                <p:cNvPicPr/>
                <p:nvPr/>
              </p:nvPicPr>
              <p:blipFill>
                <a:blip r:embed="rId319"/>
                <a:stretch>
                  <a:fillRect/>
                </a:stretch>
              </p:blipFill>
              <p:spPr>
                <a:xfrm>
                  <a:off x="10861005" y="1459750"/>
                  <a:ext cx="43488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185" name="Ink 184">
                  <a:extLst>
                    <a:ext uri="{FF2B5EF4-FFF2-40B4-BE49-F238E27FC236}">
                      <a16:creationId xmlns:a16="http://schemas.microsoft.com/office/drawing/2014/main" id="{1BB302C3-D61C-B74D-70C1-F5DA063AA210}"/>
                    </a:ext>
                  </a:extLst>
                </p14:cNvPr>
                <p14:cNvContentPartPr/>
                <p14:nvPr/>
              </p14:nvContentPartPr>
              <p14:xfrm>
                <a:off x="10278165" y="1002910"/>
                <a:ext cx="1506600" cy="956880"/>
              </p14:xfrm>
            </p:contentPart>
          </mc:Choice>
          <mc:Fallback>
            <p:pic>
              <p:nvPicPr>
                <p:cNvPr id="185" name="Ink 184">
                  <a:extLst>
                    <a:ext uri="{FF2B5EF4-FFF2-40B4-BE49-F238E27FC236}">
                      <a16:creationId xmlns:a16="http://schemas.microsoft.com/office/drawing/2014/main" id="{1BB302C3-D61C-B74D-70C1-F5DA063AA210}"/>
                    </a:ext>
                  </a:extLst>
                </p:cNvPr>
                <p:cNvPicPr/>
                <p:nvPr/>
              </p:nvPicPr>
              <p:blipFill>
                <a:blip r:embed="rId321"/>
                <a:stretch>
                  <a:fillRect/>
                </a:stretch>
              </p:blipFill>
              <p:spPr>
                <a:xfrm>
                  <a:off x="10269525" y="994270"/>
                  <a:ext cx="1524240" cy="974520"/>
                </a:xfrm>
                <a:prstGeom prst="rect">
                  <a:avLst/>
                </a:prstGeom>
              </p:spPr>
            </p:pic>
          </mc:Fallback>
        </mc:AlternateContent>
      </p:grpSp>
    </p:spTree>
    <p:extLst>
      <p:ext uri="{BB962C8B-B14F-4D97-AF65-F5344CB8AC3E}">
        <p14:creationId xmlns:p14="http://schemas.microsoft.com/office/powerpoint/2010/main" val="3668162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5D4B-5869-4CF0-C4CF-5CC2F7446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32A84-D578-F54F-028D-2B4B12CC7B0B}"/>
              </a:ext>
            </a:extLst>
          </p:cNvPr>
          <p:cNvSpPr>
            <a:spLocks noGrp="1"/>
          </p:cNvSpPr>
          <p:nvPr>
            <p:ph type="title"/>
          </p:nvPr>
        </p:nvSpPr>
        <p:spPr/>
        <p:txBody>
          <a:bodyPr/>
          <a:lstStyle/>
          <a:p>
            <a:r>
              <a:rPr lang="en-IN" dirty="0"/>
              <a:t>Side by Side Extension</a:t>
            </a:r>
          </a:p>
        </p:txBody>
      </p:sp>
      <mc:AlternateContent xmlns:mc="http://schemas.openxmlformats.org/markup-compatibility/2006">
        <mc:Choice xmlns:p14="http://schemas.microsoft.com/office/powerpoint/2010/main" Requires="p14">
          <p:contentPart p14:bwMode="auto" r:id="rId2">
            <p14:nvContentPartPr>
              <p14:cNvPr id="229" name="Ink 228">
                <a:extLst>
                  <a:ext uri="{FF2B5EF4-FFF2-40B4-BE49-F238E27FC236}">
                    <a16:creationId xmlns:a16="http://schemas.microsoft.com/office/drawing/2014/main" id="{BBD45F0B-658E-35E4-9D1E-03433315C928}"/>
                  </a:ext>
                </a:extLst>
              </p14:cNvPr>
              <p14:cNvContentPartPr/>
              <p14:nvPr/>
            </p14:nvContentPartPr>
            <p14:xfrm>
              <a:off x="188805" y="4204030"/>
              <a:ext cx="637200" cy="557640"/>
            </p14:xfrm>
          </p:contentPart>
        </mc:Choice>
        <mc:Fallback>
          <p:pic>
            <p:nvPicPr>
              <p:cNvPr id="229" name="Ink 228">
                <a:extLst>
                  <a:ext uri="{FF2B5EF4-FFF2-40B4-BE49-F238E27FC236}">
                    <a16:creationId xmlns:a16="http://schemas.microsoft.com/office/drawing/2014/main" id="{BBD45F0B-658E-35E4-9D1E-03433315C928}"/>
                  </a:ext>
                </a:extLst>
              </p:cNvPr>
              <p:cNvPicPr/>
              <p:nvPr/>
            </p:nvPicPr>
            <p:blipFill>
              <a:blip r:embed="rId3"/>
              <a:stretch>
                <a:fillRect/>
              </a:stretch>
            </p:blipFill>
            <p:spPr>
              <a:xfrm>
                <a:off x="179805" y="4195030"/>
                <a:ext cx="654840" cy="5752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30" name="Ink 229">
                <a:extLst>
                  <a:ext uri="{FF2B5EF4-FFF2-40B4-BE49-F238E27FC236}">
                    <a16:creationId xmlns:a16="http://schemas.microsoft.com/office/drawing/2014/main" id="{A48525B9-8780-B38E-2467-2D35600C8FD9}"/>
                  </a:ext>
                </a:extLst>
              </p14:cNvPr>
              <p14:cNvContentPartPr/>
              <p14:nvPr/>
            </p14:nvContentPartPr>
            <p14:xfrm>
              <a:off x="956685" y="2161750"/>
              <a:ext cx="647280" cy="1782000"/>
            </p14:xfrm>
          </p:contentPart>
        </mc:Choice>
        <mc:Fallback>
          <p:pic>
            <p:nvPicPr>
              <p:cNvPr id="230" name="Ink 229">
                <a:extLst>
                  <a:ext uri="{FF2B5EF4-FFF2-40B4-BE49-F238E27FC236}">
                    <a16:creationId xmlns:a16="http://schemas.microsoft.com/office/drawing/2014/main" id="{A48525B9-8780-B38E-2467-2D35600C8FD9}"/>
                  </a:ext>
                </a:extLst>
              </p:cNvPr>
              <p:cNvPicPr/>
              <p:nvPr/>
            </p:nvPicPr>
            <p:blipFill>
              <a:blip r:embed="rId5"/>
              <a:stretch>
                <a:fillRect/>
              </a:stretch>
            </p:blipFill>
            <p:spPr>
              <a:xfrm>
                <a:off x="947685" y="2152750"/>
                <a:ext cx="664920" cy="1799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32" name="Ink 231">
                <a:extLst>
                  <a:ext uri="{FF2B5EF4-FFF2-40B4-BE49-F238E27FC236}">
                    <a16:creationId xmlns:a16="http://schemas.microsoft.com/office/drawing/2014/main" id="{2159885E-13C8-A69E-D138-F1F8289F41C7}"/>
                  </a:ext>
                </a:extLst>
              </p14:cNvPr>
              <p14:cNvContentPartPr/>
              <p14:nvPr/>
            </p14:nvContentPartPr>
            <p14:xfrm>
              <a:off x="1192845" y="1394230"/>
              <a:ext cx="1440360" cy="343800"/>
            </p14:xfrm>
          </p:contentPart>
        </mc:Choice>
        <mc:Fallback>
          <p:pic>
            <p:nvPicPr>
              <p:cNvPr id="232" name="Ink 231">
                <a:extLst>
                  <a:ext uri="{FF2B5EF4-FFF2-40B4-BE49-F238E27FC236}">
                    <a16:creationId xmlns:a16="http://schemas.microsoft.com/office/drawing/2014/main" id="{2159885E-13C8-A69E-D138-F1F8289F41C7}"/>
                  </a:ext>
                </a:extLst>
              </p:cNvPr>
              <p:cNvPicPr/>
              <p:nvPr/>
            </p:nvPicPr>
            <p:blipFill>
              <a:blip r:embed="rId7"/>
              <a:stretch>
                <a:fillRect/>
              </a:stretch>
            </p:blipFill>
            <p:spPr>
              <a:xfrm>
                <a:off x="1183845" y="1385590"/>
                <a:ext cx="1458000" cy="361440"/>
              </a:xfrm>
              <a:prstGeom prst="rect">
                <a:avLst/>
              </a:prstGeom>
            </p:spPr>
          </p:pic>
        </mc:Fallback>
      </mc:AlternateContent>
      <p:grpSp>
        <p:nvGrpSpPr>
          <p:cNvPr id="285" name="Group 284">
            <a:extLst>
              <a:ext uri="{FF2B5EF4-FFF2-40B4-BE49-F238E27FC236}">
                <a16:creationId xmlns:a16="http://schemas.microsoft.com/office/drawing/2014/main" id="{453078B8-D87F-A03F-F840-EF779597C23B}"/>
              </a:ext>
            </a:extLst>
          </p:cNvPr>
          <p:cNvGrpSpPr/>
          <p:nvPr/>
        </p:nvGrpSpPr>
        <p:grpSpPr>
          <a:xfrm>
            <a:off x="40845" y="360670"/>
            <a:ext cx="11787840" cy="6437160"/>
            <a:chOff x="40845" y="360670"/>
            <a:chExt cx="11787840" cy="6437160"/>
          </a:xfrm>
        </p:grpSpPr>
        <mc:AlternateContent xmlns:mc="http://schemas.openxmlformats.org/markup-compatibility/2006">
          <mc:Choice xmlns:p14="http://schemas.microsoft.com/office/powerpoint/2010/main" Requires="p14">
            <p:contentPart p14:bwMode="auto" r:id="rId8">
              <p14:nvContentPartPr>
                <p14:cNvPr id="3" name="Ink 2">
                  <a:extLst>
                    <a:ext uri="{FF2B5EF4-FFF2-40B4-BE49-F238E27FC236}">
                      <a16:creationId xmlns:a16="http://schemas.microsoft.com/office/drawing/2014/main" id="{C0ABBAA8-80E4-6AF6-BCC0-A3A55C025B4E}"/>
                    </a:ext>
                  </a:extLst>
                </p14:cNvPr>
                <p14:cNvContentPartPr/>
                <p14:nvPr/>
              </p14:nvContentPartPr>
              <p14:xfrm>
                <a:off x="9102405" y="1254550"/>
                <a:ext cx="236520" cy="217440"/>
              </p14:xfrm>
            </p:contentPart>
          </mc:Choice>
          <mc:Fallback>
            <p:pic>
              <p:nvPicPr>
                <p:cNvPr id="3" name="Ink 2">
                  <a:extLst>
                    <a:ext uri="{FF2B5EF4-FFF2-40B4-BE49-F238E27FC236}">
                      <a16:creationId xmlns:a16="http://schemas.microsoft.com/office/drawing/2014/main" id="{C0ABBAA8-80E4-6AF6-BCC0-A3A55C025B4E}"/>
                    </a:ext>
                  </a:extLst>
                </p:cNvPr>
                <p:cNvPicPr/>
                <p:nvPr/>
              </p:nvPicPr>
              <p:blipFill>
                <a:blip r:embed="rId9"/>
                <a:stretch>
                  <a:fillRect/>
                </a:stretch>
              </p:blipFill>
              <p:spPr>
                <a:xfrm>
                  <a:off x="9093765" y="1245550"/>
                  <a:ext cx="25416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4" name="Ink 3">
                  <a:extLst>
                    <a:ext uri="{FF2B5EF4-FFF2-40B4-BE49-F238E27FC236}">
                      <a16:creationId xmlns:a16="http://schemas.microsoft.com/office/drawing/2014/main" id="{F392A3FF-43DC-187B-0941-1850750AE3FC}"/>
                    </a:ext>
                  </a:extLst>
                </p14:cNvPr>
                <p14:cNvContentPartPr/>
                <p14:nvPr/>
              </p14:nvContentPartPr>
              <p14:xfrm>
                <a:off x="9416325" y="1214950"/>
                <a:ext cx="181800" cy="177480"/>
              </p14:xfrm>
            </p:contentPart>
          </mc:Choice>
          <mc:Fallback>
            <p:pic>
              <p:nvPicPr>
                <p:cNvPr id="4" name="Ink 3">
                  <a:extLst>
                    <a:ext uri="{FF2B5EF4-FFF2-40B4-BE49-F238E27FC236}">
                      <a16:creationId xmlns:a16="http://schemas.microsoft.com/office/drawing/2014/main" id="{F392A3FF-43DC-187B-0941-1850750AE3FC}"/>
                    </a:ext>
                  </a:extLst>
                </p:cNvPr>
                <p:cNvPicPr/>
                <p:nvPr/>
              </p:nvPicPr>
              <p:blipFill>
                <a:blip r:embed="rId11"/>
                <a:stretch>
                  <a:fillRect/>
                </a:stretch>
              </p:blipFill>
              <p:spPr>
                <a:xfrm>
                  <a:off x="9407325" y="1206310"/>
                  <a:ext cx="19944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5" name="Ink 4">
                  <a:extLst>
                    <a:ext uri="{FF2B5EF4-FFF2-40B4-BE49-F238E27FC236}">
                      <a16:creationId xmlns:a16="http://schemas.microsoft.com/office/drawing/2014/main" id="{287BE1E9-A7CC-781B-DF33-FB30B34A0BC8}"/>
                    </a:ext>
                  </a:extLst>
                </p14:cNvPr>
                <p14:cNvContentPartPr/>
                <p14:nvPr/>
              </p14:nvContentPartPr>
              <p14:xfrm>
                <a:off x="9690645" y="1212430"/>
                <a:ext cx="199800" cy="179640"/>
              </p14:xfrm>
            </p:contentPart>
          </mc:Choice>
          <mc:Fallback>
            <p:pic>
              <p:nvPicPr>
                <p:cNvPr id="5" name="Ink 4">
                  <a:extLst>
                    <a:ext uri="{FF2B5EF4-FFF2-40B4-BE49-F238E27FC236}">
                      <a16:creationId xmlns:a16="http://schemas.microsoft.com/office/drawing/2014/main" id="{287BE1E9-A7CC-781B-DF33-FB30B34A0BC8}"/>
                    </a:ext>
                  </a:extLst>
                </p:cNvPr>
                <p:cNvPicPr/>
                <p:nvPr/>
              </p:nvPicPr>
              <p:blipFill>
                <a:blip r:embed="rId13"/>
                <a:stretch>
                  <a:fillRect/>
                </a:stretch>
              </p:blipFill>
              <p:spPr>
                <a:xfrm>
                  <a:off x="9682005" y="1203430"/>
                  <a:ext cx="21744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EDABCD8B-EB08-B5D1-E1E9-4765A3A0BABE}"/>
                    </a:ext>
                  </a:extLst>
                </p14:cNvPr>
                <p14:cNvContentPartPr/>
                <p14:nvPr/>
              </p14:nvContentPartPr>
              <p14:xfrm>
                <a:off x="10011765" y="1125310"/>
                <a:ext cx="119520" cy="386280"/>
              </p14:xfrm>
            </p:contentPart>
          </mc:Choice>
          <mc:Fallback>
            <p:pic>
              <p:nvPicPr>
                <p:cNvPr id="7" name="Ink 6">
                  <a:extLst>
                    <a:ext uri="{FF2B5EF4-FFF2-40B4-BE49-F238E27FC236}">
                      <a16:creationId xmlns:a16="http://schemas.microsoft.com/office/drawing/2014/main" id="{EDABCD8B-EB08-B5D1-E1E9-4765A3A0BABE}"/>
                    </a:ext>
                  </a:extLst>
                </p:cNvPr>
                <p:cNvPicPr/>
                <p:nvPr/>
              </p:nvPicPr>
              <p:blipFill>
                <a:blip r:embed="rId15"/>
                <a:stretch>
                  <a:fillRect/>
                </a:stretch>
              </p:blipFill>
              <p:spPr>
                <a:xfrm>
                  <a:off x="10003125" y="1116670"/>
                  <a:ext cx="137160" cy="403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 name="Ink 7">
                  <a:extLst>
                    <a:ext uri="{FF2B5EF4-FFF2-40B4-BE49-F238E27FC236}">
                      <a16:creationId xmlns:a16="http://schemas.microsoft.com/office/drawing/2014/main" id="{1667D2B9-CC84-F4C4-1E8C-42475C6A9A5B}"/>
                    </a:ext>
                  </a:extLst>
                </p14:cNvPr>
                <p14:cNvContentPartPr/>
                <p14:nvPr/>
              </p14:nvContentPartPr>
              <p14:xfrm>
                <a:off x="10342965" y="1150510"/>
                <a:ext cx="214560" cy="246960"/>
              </p14:xfrm>
            </p:contentPart>
          </mc:Choice>
          <mc:Fallback>
            <p:pic>
              <p:nvPicPr>
                <p:cNvPr id="8" name="Ink 7">
                  <a:extLst>
                    <a:ext uri="{FF2B5EF4-FFF2-40B4-BE49-F238E27FC236}">
                      <a16:creationId xmlns:a16="http://schemas.microsoft.com/office/drawing/2014/main" id="{1667D2B9-CC84-F4C4-1E8C-42475C6A9A5B}"/>
                    </a:ext>
                  </a:extLst>
                </p:cNvPr>
                <p:cNvPicPr/>
                <p:nvPr/>
              </p:nvPicPr>
              <p:blipFill>
                <a:blip r:embed="rId17"/>
                <a:stretch>
                  <a:fillRect/>
                </a:stretch>
              </p:blipFill>
              <p:spPr>
                <a:xfrm>
                  <a:off x="10334325" y="1141510"/>
                  <a:ext cx="23220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9" name="Ink 8">
                  <a:extLst>
                    <a:ext uri="{FF2B5EF4-FFF2-40B4-BE49-F238E27FC236}">
                      <a16:creationId xmlns:a16="http://schemas.microsoft.com/office/drawing/2014/main" id="{99E87823-40D0-EE14-C2DC-9DAAC769C791}"/>
                    </a:ext>
                  </a:extLst>
                </p14:cNvPr>
                <p14:cNvContentPartPr/>
                <p14:nvPr/>
              </p14:nvContentPartPr>
              <p14:xfrm>
                <a:off x="10602165" y="1180390"/>
                <a:ext cx="25920" cy="236880"/>
              </p14:xfrm>
            </p:contentPart>
          </mc:Choice>
          <mc:Fallback>
            <p:pic>
              <p:nvPicPr>
                <p:cNvPr id="9" name="Ink 8">
                  <a:extLst>
                    <a:ext uri="{FF2B5EF4-FFF2-40B4-BE49-F238E27FC236}">
                      <a16:creationId xmlns:a16="http://schemas.microsoft.com/office/drawing/2014/main" id="{99E87823-40D0-EE14-C2DC-9DAAC769C791}"/>
                    </a:ext>
                  </a:extLst>
                </p:cNvPr>
                <p:cNvPicPr/>
                <p:nvPr/>
              </p:nvPicPr>
              <p:blipFill>
                <a:blip r:embed="rId19"/>
                <a:stretch>
                  <a:fillRect/>
                </a:stretch>
              </p:blipFill>
              <p:spPr>
                <a:xfrm>
                  <a:off x="10593525" y="1171390"/>
                  <a:ext cx="4356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0" name="Ink 9">
                  <a:extLst>
                    <a:ext uri="{FF2B5EF4-FFF2-40B4-BE49-F238E27FC236}">
                      <a16:creationId xmlns:a16="http://schemas.microsoft.com/office/drawing/2014/main" id="{1DAF52D1-D27D-82EF-384C-325F3A4C13E0}"/>
                    </a:ext>
                  </a:extLst>
                </p14:cNvPr>
                <p14:cNvContentPartPr/>
                <p14:nvPr/>
              </p14:nvContentPartPr>
              <p14:xfrm>
                <a:off x="10742565" y="1237990"/>
                <a:ext cx="146160" cy="170640"/>
              </p14:xfrm>
            </p:contentPart>
          </mc:Choice>
          <mc:Fallback>
            <p:pic>
              <p:nvPicPr>
                <p:cNvPr id="10" name="Ink 9">
                  <a:extLst>
                    <a:ext uri="{FF2B5EF4-FFF2-40B4-BE49-F238E27FC236}">
                      <a16:creationId xmlns:a16="http://schemas.microsoft.com/office/drawing/2014/main" id="{1DAF52D1-D27D-82EF-384C-325F3A4C13E0}"/>
                    </a:ext>
                  </a:extLst>
                </p:cNvPr>
                <p:cNvPicPr/>
                <p:nvPr/>
              </p:nvPicPr>
              <p:blipFill>
                <a:blip r:embed="rId21"/>
                <a:stretch>
                  <a:fillRect/>
                </a:stretch>
              </p:blipFill>
              <p:spPr>
                <a:xfrm>
                  <a:off x="10733565" y="1229350"/>
                  <a:ext cx="16380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1" name="Ink 10">
                  <a:extLst>
                    <a:ext uri="{FF2B5EF4-FFF2-40B4-BE49-F238E27FC236}">
                      <a16:creationId xmlns:a16="http://schemas.microsoft.com/office/drawing/2014/main" id="{D7C0ABA6-521B-DB5F-A6A1-541FF31B9E7A}"/>
                    </a:ext>
                  </a:extLst>
                </p14:cNvPr>
                <p14:cNvContentPartPr/>
                <p14:nvPr/>
              </p14:nvContentPartPr>
              <p14:xfrm>
                <a:off x="10978725" y="1219270"/>
                <a:ext cx="6840" cy="171000"/>
              </p14:xfrm>
            </p:contentPart>
          </mc:Choice>
          <mc:Fallback>
            <p:pic>
              <p:nvPicPr>
                <p:cNvPr id="11" name="Ink 10">
                  <a:extLst>
                    <a:ext uri="{FF2B5EF4-FFF2-40B4-BE49-F238E27FC236}">
                      <a16:creationId xmlns:a16="http://schemas.microsoft.com/office/drawing/2014/main" id="{D7C0ABA6-521B-DB5F-A6A1-541FF31B9E7A}"/>
                    </a:ext>
                  </a:extLst>
                </p:cNvPr>
                <p:cNvPicPr/>
                <p:nvPr/>
              </p:nvPicPr>
              <p:blipFill>
                <a:blip r:embed="rId23"/>
                <a:stretch>
                  <a:fillRect/>
                </a:stretch>
              </p:blipFill>
              <p:spPr>
                <a:xfrm>
                  <a:off x="10969725" y="1210270"/>
                  <a:ext cx="2448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2" name="Ink 11">
                  <a:extLst>
                    <a:ext uri="{FF2B5EF4-FFF2-40B4-BE49-F238E27FC236}">
                      <a16:creationId xmlns:a16="http://schemas.microsoft.com/office/drawing/2014/main" id="{B53E6C58-51D6-C081-D040-96572EED18CF}"/>
                    </a:ext>
                  </a:extLst>
                </p14:cNvPr>
                <p14:cNvContentPartPr/>
                <p14:nvPr/>
              </p14:nvContentPartPr>
              <p14:xfrm>
                <a:off x="10984845" y="1155910"/>
                <a:ext cx="154800" cy="194760"/>
              </p14:xfrm>
            </p:contentPart>
          </mc:Choice>
          <mc:Fallback>
            <p:pic>
              <p:nvPicPr>
                <p:cNvPr id="12" name="Ink 11">
                  <a:extLst>
                    <a:ext uri="{FF2B5EF4-FFF2-40B4-BE49-F238E27FC236}">
                      <a16:creationId xmlns:a16="http://schemas.microsoft.com/office/drawing/2014/main" id="{B53E6C58-51D6-C081-D040-96572EED18CF}"/>
                    </a:ext>
                  </a:extLst>
                </p:cNvPr>
                <p:cNvPicPr/>
                <p:nvPr/>
              </p:nvPicPr>
              <p:blipFill>
                <a:blip r:embed="rId25"/>
                <a:stretch>
                  <a:fillRect/>
                </a:stretch>
              </p:blipFill>
              <p:spPr>
                <a:xfrm>
                  <a:off x="10976205" y="1147270"/>
                  <a:ext cx="17244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3" name="Ink 12">
                  <a:extLst>
                    <a:ext uri="{FF2B5EF4-FFF2-40B4-BE49-F238E27FC236}">
                      <a16:creationId xmlns:a16="http://schemas.microsoft.com/office/drawing/2014/main" id="{023DDECA-0A51-38D4-E4A0-060D32F5CC1E}"/>
                    </a:ext>
                  </a:extLst>
                </p14:cNvPr>
                <p14:cNvContentPartPr/>
                <p14:nvPr/>
              </p14:nvContentPartPr>
              <p14:xfrm>
                <a:off x="11208405" y="1139710"/>
                <a:ext cx="138960" cy="189360"/>
              </p14:xfrm>
            </p:contentPart>
          </mc:Choice>
          <mc:Fallback>
            <p:pic>
              <p:nvPicPr>
                <p:cNvPr id="13" name="Ink 12">
                  <a:extLst>
                    <a:ext uri="{FF2B5EF4-FFF2-40B4-BE49-F238E27FC236}">
                      <a16:creationId xmlns:a16="http://schemas.microsoft.com/office/drawing/2014/main" id="{023DDECA-0A51-38D4-E4A0-060D32F5CC1E}"/>
                    </a:ext>
                  </a:extLst>
                </p:cNvPr>
                <p:cNvPicPr/>
                <p:nvPr/>
              </p:nvPicPr>
              <p:blipFill>
                <a:blip r:embed="rId27"/>
                <a:stretch>
                  <a:fillRect/>
                </a:stretch>
              </p:blipFill>
              <p:spPr>
                <a:xfrm>
                  <a:off x="11199765" y="1131070"/>
                  <a:ext cx="15660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4" name="Ink 13">
                  <a:extLst>
                    <a:ext uri="{FF2B5EF4-FFF2-40B4-BE49-F238E27FC236}">
                      <a16:creationId xmlns:a16="http://schemas.microsoft.com/office/drawing/2014/main" id="{D35753A1-9C96-8D6D-B3D2-D10AB47CE767}"/>
                    </a:ext>
                  </a:extLst>
                </p14:cNvPr>
                <p14:cNvContentPartPr/>
                <p14:nvPr/>
              </p14:nvContentPartPr>
              <p14:xfrm>
                <a:off x="11206245" y="1241950"/>
                <a:ext cx="102240" cy="36000"/>
              </p14:xfrm>
            </p:contentPart>
          </mc:Choice>
          <mc:Fallback>
            <p:pic>
              <p:nvPicPr>
                <p:cNvPr id="14" name="Ink 13">
                  <a:extLst>
                    <a:ext uri="{FF2B5EF4-FFF2-40B4-BE49-F238E27FC236}">
                      <a16:creationId xmlns:a16="http://schemas.microsoft.com/office/drawing/2014/main" id="{D35753A1-9C96-8D6D-B3D2-D10AB47CE767}"/>
                    </a:ext>
                  </a:extLst>
                </p:cNvPr>
                <p:cNvPicPr/>
                <p:nvPr/>
              </p:nvPicPr>
              <p:blipFill>
                <a:blip r:embed="rId29"/>
                <a:stretch>
                  <a:fillRect/>
                </a:stretch>
              </p:blipFill>
              <p:spPr>
                <a:xfrm>
                  <a:off x="11197605" y="1232950"/>
                  <a:ext cx="11988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5" name="Ink 14">
                  <a:extLst>
                    <a:ext uri="{FF2B5EF4-FFF2-40B4-BE49-F238E27FC236}">
                      <a16:creationId xmlns:a16="http://schemas.microsoft.com/office/drawing/2014/main" id="{CCE068E4-13D4-9405-4396-023BB85C6BE8}"/>
                    </a:ext>
                  </a:extLst>
                </p14:cNvPr>
                <p14:cNvContentPartPr/>
                <p14:nvPr/>
              </p14:nvContentPartPr>
              <p14:xfrm>
                <a:off x="11419725" y="1127830"/>
                <a:ext cx="210960" cy="221400"/>
              </p14:xfrm>
            </p:contentPart>
          </mc:Choice>
          <mc:Fallback>
            <p:pic>
              <p:nvPicPr>
                <p:cNvPr id="15" name="Ink 14">
                  <a:extLst>
                    <a:ext uri="{FF2B5EF4-FFF2-40B4-BE49-F238E27FC236}">
                      <a16:creationId xmlns:a16="http://schemas.microsoft.com/office/drawing/2014/main" id="{CCE068E4-13D4-9405-4396-023BB85C6BE8}"/>
                    </a:ext>
                  </a:extLst>
                </p:cNvPr>
                <p:cNvPicPr/>
                <p:nvPr/>
              </p:nvPicPr>
              <p:blipFill>
                <a:blip r:embed="rId31"/>
                <a:stretch>
                  <a:fillRect/>
                </a:stretch>
              </p:blipFill>
              <p:spPr>
                <a:xfrm>
                  <a:off x="11410725" y="1118830"/>
                  <a:ext cx="22860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6" name="Ink 15">
                  <a:extLst>
                    <a:ext uri="{FF2B5EF4-FFF2-40B4-BE49-F238E27FC236}">
                      <a16:creationId xmlns:a16="http://schemas.microsoft.com/office/drawing/2014/main" id="{91FC989B-A1C2-D362-E365-0C69F78B596F}"/>
                    </a:ext>
                  </a:extLst>
                </p14:cNvPr>
                <p14:cNvContentPartPr/>
                <p14:nvPr/>
              </p14:nvContentPartPr>
              <p14:xfrm>
                <a:off x="11692605" y="1120990"/>
                <a:ext cx="104040" cy="202320"/>
              </p14:xfrm>
            </p:contentPart>
          </mc:Choice>
          <mc:Fallback>
            <p:pic>
              <p:nvPicPr>
                <p:cNvPr id="16" name="Ink 15">
                  <a:extLst>
                    <a:ext uri="{FF2B5EF4-FFF2-40B4-BE49-F238E27FC236}">
                      <a16:creationId xmlns:a16="http://schemas.microsoft.com/office/drawing/2014/main" id="{91FC989B-A1C2-D362-E365-0C69F78B596F}"/>
                    </a:ext>
                  </a:extLst>
                </p:cNvPr>
                <p:cNvPicPr/>
                <p:nvPr/>
              </p:nvPicPr>
              <p:blipFill>
                <a:blip r:embed="rId33"/>
                <a:stretch>
                  <a:fillRect/>
                </a:stretch>
              </p:blipFill>
              <p:spPr>
                <a:xfrm>
                  <a:off x="11683605" y="1111990"/>
                  <a:ext cx="12168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7" name="Ink 16">
                  <a:extLst>
                    <a:ext uri="{FF2B5EF4-FFF2-40B4-BE49-F238E27FC236}">
                      <a16:creationId xmlns:a16="http://schemas.microsoft.com/office/drawing/2014/main" id="{0D7AFA76-F43C-F1F3-2714-74F95B8454D6}"/>
                    </a:ext>
                  </a:extLst>
                </p14:cNvPr>
                <p14:cNvContentPartPr/>
                <p14:nvPr/>
              </p14:nvContentPartPr>
              <p14:xfrm>
                <a:off x="11729325" y="1204510"/>
                <a:ext cx="64080" cy="43200"/>
              </p14:xfrm>
            </p:contentPart>
          </mc:Choice>
          <mc:Fallback>
            <p:pic>
              <p:nvPicPr>
                <p:cNvPr id="17" name="Ink 16">
                  <a:extLst>
                    <a:ext uri="{FF2B5EF4-FFF2-40B4-BE49-F238E27FC236}">
                      <a16:creationId xmlns:a16="http://schemas.microsoft.com/office/drawing/2014/main" id="{0D7AFA76-F43C-F1F3-2714-74F95B8454D6}"/>
                    </a:ext>
                  </a:extLst>
                </p:cNvPr>
                <p:cNvPicPr/>
                <p:nvPr/>
              </p:nvPicPr>
              <p:blipFill>
                <a:blip r:embed="rId35"/>
                <a:stretch>
                  <a:fillRect/>
                </a:stretch>
              </p:blipFill>
              <p:spPr>
                <a:xfrm>
                  <a:off x="11720685" y="1195870"/>
                  <a:ext cx="8172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8" name="Ink 17">
                  <a:extLst>
                    <a:ext uri="{FF2B5EF4-FFF2-40B4-BE49-F238E27FC236}">
                      <a16:creationId xmlns:a16="http://schemas.microsoft.com/office/drawing/2014/main" id="{E0880397-7D93-ECDF-6519-5693CC4D49B1}"/>
                    </a:ext>
                  </a:extLst>
                </p14:cNvPr>
                <p14:cNvContentPartPr/>
                <p14:nvPr/>
              </p14:nvContentPartPr>
              <p14:xfrm>
                <a:off x="10114365" y="1576390"/>
                <a:ext cx="300240" cy="224640"/>
              </p14:xfrm>
            </p:contentPart>
          </mc:Choice>
          <mc:Fallback>
            <p:pic>
              <p:nvPicPr>
                <p:cNvPr id="18" name="Ink 17">
                  <a:extLst>
                    <a:ext uri="{FF2B5EF4-FFF2-40B4-BE49-F238E27FC236}">
                      <a16:creationId xmlns:a16="http://schemas.microsoft.com/office/drawing/2014/main" id="{E0880397-7D93-ECDF-6519-5693CC4D49B1}"/>
                    </a:ext>
                  </a:extLst>
                </p:cNvPr>
                <p:cNvPicPr/>
                <p:nvPr/>
              </p:nvPicPr>
              <p:blipFill>
                <a:blip r:embed="rId37"/>
                <a:stretch>
                  <a:fillRect/>
                </a:stretch>
              </p:blipFill>
              <p:spPr>
                <a:xfrm>
                  <a:off x="10105365" y="1567390"/>
                  <a:ext cx="31788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9" name="Ink 18">
                  <a:extLst>
                    <a:ext uri="{FF2B5EF4-FFF2-40B4-BE49-F238E27FC236}">
                      <a16:creationId xmlns:a16="http://schemas.microsoft.com/office/drawing/2014/main" id="{751EF295-AF87-ACE8-D12D-7031DED57B2E}"/>
                    </a:ext>
                  </a:extLst>
                </p14:cNvPr>
                <p14:cNvContentPartPr/>
                <p14:nvPr/>
              </p14:nvContentPartPr>
              <p14:xfrm>
                <a:off x="10476165" y="1592950"/>
                <a:ext cx="47880" cy="109080"/>
              </p14:xfrm>
            </p:contentPart>
          </mc:Choice>
          <mc:Fallback>
            <p:pic>
              <p:nvPicPr>
                <p:cNvPr id="19" name="Ink 18">
                  <a:extLst>
                    <a:ext uri="{FF2B5EF4-FFF2-40B4-BE49-F238E27FC236}">
                      <a16:creationId xmlns:a16="http://schemas.microsoft.com/office/drawing/2014/main" id="{751EF295-AF87-ACE8-D12D-7031DED57B2E}"/>
                    </a:ext>
                  </a:extLst>
                </p:cNvPr>
                <p:cNvPicPr/>
                <p:nvPr/>
              </p:nvPicPr>
              <p:blipFill>
                <a:blip r:embed="rId39"/>
                <a:stretch>
                  <a:fillRect/>
                </a:stretch>
              </p:blipFill>
              <p:spPr>
                <a:xfrm>
                  <a:off x="10467165" y="1584310"/>
                  <a:ext cx="65520" cy="1267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0" name="Ink 19">
                  <a:extLst>
                    <a:ext uri="{FF2B5EF4-FFF2-40B4-BE49-F238E27FC236}">
                      <a16:creationId xmlns:a16="http://schemas.microsoft.com/office/drawing/2014/main" id="{B7F65F3B-A1C6-B548-B6A1-D840796FF360}"/>
                    </a:ext>
                  </a:extLst>
                </p14:cNvPr>
                <p14:cNvContentPartPr/>
                <p14:nvPr/>
              </p14:nvContentPartPr>
              <p14:xfrm>
                <a:off x="10481205" y="1579630"/>
                <a:ext cx="161640" cy="171720"/>
              </p14:xfrm>
            </p:contentPart>
          </mc:Choice>
          <mc:Fallback>
            <p:pic>
              <p:nvPicPr>
                <p:cNvPr id="20" name="Ink 19">
                  <a:extLst>
                    <a:ext uri="{FF2B5EF4-FFF2-40B4-BE49-F238E27FC236}">
                      <a16:creationId xmlns:a16="http://schemas.microsoft.com/office/drawing/2014/main" id="{B7F65F3B-A1C6-B548-B6A1-D840796FF360}"/>
                    </a:ext>
                  </a:extLst>
                </p:cNvPr>
                <p:cNvPicPr/>
                <p:nvPr/>
              </p:nvPicPr>
              <p:blipFill>
                <a:blip r:embed="rId41"/>
                <a:stretch>
                  <a:fillRect/>
                </a:stretch>
              </p:blipFill>
              <p:spPr>
                <a:xfrm>
                  <a:off x="10472565" y="1570630"/>
                  <a:ext cx="17928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1" name="Ink 20">
                  <a:extLst>
                    <a:ext uri="{FF2B5EF4-FFF2-40B4-BE49-F238E27FC236}">
                      <a16:creationId xmlns:a16="http://schemas.microsoft.com/office/drawing/2014/main" id="{391B9766-6D80-6E5D-D3CF-288CEA504852}"/>
                    </a:ext>
                  </a:extLst>
                </p14:cNvPr>
                <p14:cNvContentPartPr/>
                <p14:nvPr/>
              </p14:nvContentPartPr>
              <p14:xfrm>
                <a:off x="10676325" y="1586110"/>
                <a:ext cx="200160" cy="140760"/>
              </p14:xfrm>
            </p:contentPart>
          </mc:Choice>
          <mc:Fallback>
            <p:pic>
              <p:nvPicPr>
                <p:cNvPr id="21" name="Ink 20">
                  <a:extLst>
                    <a:ext uri="{FF2B5EF4-FFF2-40B4-BE49-F238E27FC236}">
                      <a16:creationId xmlns:a16="http://schemas.microsoft.com/office/drawing/2014/main" id="{391B9766-6D80-6E5D-D3CF-288CEA504852}"/>
                    </a:ext>
                  </a:extLst>
                </p:cNvPr>
                <p:cNvPicPr/>
                <p:nvPr/>
              </p:nvPicPr>
              <p:blipFill>
                <a:blip r:embed="rId43"/>
                <a:stretch>
                  <a:fillRect/>
                </a:stretch>
              </p:blipFill>
              <p:spPr>
                <a:xfrm>
                  <a:off x="10667685" y="1577470"/>
                  <a:ext cx="217800" cy="1584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73" name="Ink 72">
                  <a:extLst>
                    <a:ext uri="{FF2B5EF4-FFF2-40B4-BE49-F238E27FC236}">
                      <a16:creationId xmlns:a16="http://schemas.microsoft.com/office/drawing/2014/main" id="{1D8D02CD-726E-DD67-2DEA-AC78729FF990}"/>
                    </a:ext>
                  </a:extLst>
                </p14:cNvPr>
                <p14:cNvContentPartPr/>
                <p14:nvPr/>
              </p14:nvContentPartPr>
              <p14:xfrm>
                <a:off x="7714245" y="902110"/>
                <a:ext cx="31320" cy="415080"/>
              </p14:xfrm>
            </p:contentPart>
          </mc:Choice>
          <mc:Fallback>
            <p:pic>
              <p:nvPicPr>
                <p:cNvPr id="73" name="Ink 72">
                  <a:extLst>
                    <a:ext uri="{FF2B5EF4-FFF2-40B4-BE49-F238E27FC236}">
                      <a16:creationId xmlns:a16="http://schemas.microsoft.com/office/drawing/2014/main" id="{1D8D02CD-726E-DD67-2DEA-AC78729FF990}"/>
                    </a:ext>
                  </a:extLst>
                </p:cNvPr>
                <p:cNvPicPr/>
                <p:nvPr/>
              </p:nvPicPr>
              <p:blipFill>
                <a:blip r:embed="rId45"/>
                <a:stretch>
                  <a:fillRect/>
                </a:stretch>
              </p:blipFill>
              <p:spPr>
                <a:xfrm>
                  <a:off x="7705245" y="893110"/>
                  <a:ext cx="48960" cy="4327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80" name="Ink 79">
                  <a:extLst>
                    <a:ext uri="{FF2B5EF4-FFF2-40B4-BE49-F238E27FC236}">
                      <a16:creationId xmlns:a16="http://schemas.microsoft.com/office/drawing/2014/main" id="{0F61E352-7D7A-2494-C5A6-CD240B9037CD}"/>
                    </a:ext>
                  </a:extLst>
                </p14:cNvPr>
                <p14:cNvContentPartPr/>
                <p14:nvPr/>
              </p14:nvContentPartPr>
              <p14:xfrm>
                <a:off x="6556845" y="507550"/>
                <a:ext cx="251280" cy="238680"/>
              </p14:xfrm>
            </p:contentPart>
          </mc:Choice>
          <mc:Fallback>
            <p:pic>
              <p:nvPicPr>
                <p:cNvPr id="80" name="Ink 79">
                  <a:extLst>
                    <a:ext uri="{FF2B5EF4-FFF2-40B4-BE49-F238E27FC236}">
                      <a16:creationId xmlns:a16="http://schemas.microsoft.com/office/drawing/2014/main" id="{0F61E352-7D7A-2494-C5A6-CD240B9037CD}"/>
                    </a:ext>
                  </a:extLst>
                </p:cNvPr>
                <p:cNvPicPr/>
                <p:nvPr/>
              </p:nvPicPr>
              <p:blipFill>
                <a:blip r:embed="rId47"/>
                <a:stretch>
                  <a:fillRect/>
                </a:stretch>
              </p:blipFill>
              <p:spPr>
                <a:xfrm>
                  <a:off x="6547845" y="498910"/>
                  <a:ext cx="26892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81" name="Ink 80">
                  <a:extLst>
                    <a:ext uri="{FF2B5EF4-FFF2-40B4-BE49-F238E27FC236}">
                      <a16:creationId xmlns:a16="http://schemas.microsoft.com/office/drawing/2014/main" id="{652B4663-1922-D30E-D40D-B7040AB77966}"/>
                    </a:ext>
                  </a:extLst>
                </p14:cNvPr>
                <p14:cNvContentPartPr/>
                <p14:nvPr/>
              </p14:nvContentPartPr>
              <p14:xfrm>
                <a:off x="6886965" y="360670"/>
                <a:ext cx="69840" cy="304920"/>
              </p14:xfrm>
            </p:contentPart>
          </mc:Choice>
          <mc:Fallback>
            <p:pic>
              <p:nvPicPr>
                <p:cNvPr id="81" name="Ink 80">
                  <a:extLst>
                    <a:ext uri="{FF2B5EF4-FFF2-40B4-BE49-F238E27FC236}">
                      <a16:creationId xmlns:a16="http://schemas.microsoft.com/office/drawing/2014/main" id="{652B4663-1922-D30E-D40D-B7040AB77966}"/>
                    </a:ext>
                  </a:extLst>
                </p:cNvPr>
                <p:cNvPicPr/>
                <p:nvPr/>
              </p:nvPicPr>
              <p:blipFill>
                <a:blip r:embed="rId49"/>
                <a:stretch>
                  <a:fillRect/>
                </a:stretch>
              </p:blipFill>
              <p:spPr>
                <a:xfrm>
                  <a:off x="6877965" y="351670"/>
                  <a:ext cx="87480" cy="3225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82" name="Ink 81">
                  <a:extLst>
                    <a:ext uri="{FF2B5EF4-FFF2-40B4-BE49-F238E27FC236}">
                      <a16:creationId xmlns:a16="http://schemas.microsoft.com/office/drawing/2014/main" id="{DDF6A6B0-3C4D-F902-AE8C-641922115FAD}"/>
                    </a:ext>
                  </a:extLst>
                </p14:cNvPr>
                <p14:cNvContentPartPr/>
                <p14:nvPr/>
              </p14:nvContentPartPr>
              <p14:xfrm>
                <a:off x="7018005" y="498190"/>
                <a:ext cx="164520" cy="198720"/>
              </p14:xfrm>
            </p:contentPart>
          </mc:Choice>
          <mc:Fallback>
            <p:pic>
              <p:nvPicPr>
                <p:cNvPr id="82" name="Ink 81">
                  <a:extLst>
                    <a:ext uri="{FF2B5EF4-FFF2-40B4-BE49-F238E27FC236}">
                      <a16:creationId xmlns:a16="http://schemas.microsoft.com/office/drawing/2014/main" id="{DDF6A6B0-3C4D-F902-AE8C-641922115FAD}"/>
                    </a:ext>
                  </a:extLst>
                </p:cNvPr>
                <p:cNvPicPr/>
                <p:nvPr/>
              </p:nvPicPr>
              <p:blipFill>
                <a:blip r:embed="rId51"/>
                <a:stretch>
                  <a:fillRect/>
                </a:stretch>
              </p:blipFill>
              <p:spPr>
                <a:xfrm>
                  <a:off x="7009365" y="489190"/>
                  <a:ext cx="18216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83" name="Ink 82">
                  <a:extLst>
                    <a:ext uri="{FF2B5EF4-FFF2-40B4-BE49-F238E27FC236}">
                      <a16:creationId xmlns:a16="http://schemas.microsoft.com/office/drawing/2014/main" id="{068F0AD3-2AE6-4FB5-2599-3978EEADD4CD}"/>
                    </a:ext>
                  </a:extLst>
                </p14:cNvPr>
                <p14:cNvContentPartPr/>
                <p14:nvPr/>
              </p14:nvContentPartPr>
              <p14:xfrm>
                <a:off x="7253085" y="506110"/>
                <a:ext cx="172800" cy="159480"/>
              </p14:xfrm>
            </p:contentPart>
          </mc:Choice>
          <mc:Fallback>
            <p:pic>
              <p:nvPicPr>
                <p:cNvPr id="83" name="Ink 82">
                  <a:extLst>
                    <a:ext uri="{FF2B5EF4-FFF2-40B4-BE49-F238E27FC236}">
                      <a16:creationId xmlns:a16="http://schemas.microsoft.com/office/drawing/2014/main" id="{068F0AD3-2AE6-4FB5-2599-3978EEADD4CD}"/>
                    </a:ext>
                  </a:extLst>
                </p:cNvPr>
                <p:cNvPicPr/>
                <p:nvPr/>
              </p:nvPicPr>
              <p:blipFill>
                <a:blip r:embed="rId53"/>
                <a:stretch>
                  <a:fillRect/>
                </a:stretch>
              </p:blipFill>
              <p:spPr>
                <a:xfrm>
                  <a:off x="7244085" y="497470"/>
                  <a:ext cx="19044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84" name="Ink 83">
                  <a:extLst>
                    <a:ext uri="{FF2B5EF4-FFF2-40B4-BE49-F238E27FC236}">
                      <a16:creationId xmlns:a16="http://schemas.microsoft.com/office/drawing/2014/main" id="{687CC238-DB7B-82E6-7713-A5EFBC44172E}"/>
                    </a:ext>
                  </a:extLst>
                </p14:cNvPr>
                <p14:cNvContentPartPr/>
                <p14:nvPr/>
              </p14:nvContentPartPr>
              <p14:xfrm>
                <a:off x="7461525" y="507190"/>
                <a:ext cx="217440" cy="152640"/>
              </p14:xfrm>
            </p:contentPart>
          </mc:Choice>
          <mc:Fallback>
            <p:pic>
              <p:nvPicPr>
                <p:cNvPr id="84" name="Ink 83">
                  <a:extLst>
                    <a:ext uri="{FF2B5EF4-FFF2-40B4-BE49-F238E27FC236}">
                      <a16:creationId xmlns:a16="http://schemas.microsoft.com/office/drawing/2014/main" id="{687CC238-DB7B-82E6-7713-A5EFBC44172E}"/>
                    </a:ext>
                  </a:extLst>
                </p:cNvPr>
                <p:cNvPicPr/>
                <p:nvPr/>
              </p:nvPicPr>
              <p:blipFill>
                <a:blip r:embed="rId55"/>
                <a:stretch>
                  <a:fillRect/>
                </a:stretch>
              </p:blipFill>
              <p:spPr>
                <a:xfrm>
                  <a:off x="7452885" y="498550"/>
                  <a:ext cx="23508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85" name="Ink 84">
                  <a:extLst>
                    <a:ext uri="{FF2B5EF4-FFF2-40B4-BE49-F238E27FC236}">
                      <a16:creationId xmlns:a16="http://schemas.microsoft.com/office/drawing/2014/main" id="{C1DA079B-4714-5D8F-BEC6-18BB26E47B77}"/>
                    </a:ext>
                  </a:extLst>
                </p14:cNvPr>
                <p14:cNvContentPartPr/>
                <p14:nvPr/>
              </p14:nvContentPartPr>
              <p14:xfrm>
                <a:off x="7778685" y="509350"/>
                <a:ext cx="164520" cy="36000"/>
              </p14:xfrm>
            </p:contentPart>
          </mc:Choice>
          <mc:Fallback>
            <p:pic>
              <p:nvPicPr>
                <p:cNvPr id="85" name="Ink 84">
                  <a:extLst>
                    <a:ext uri="{FF2B5EF4-FFF2-40B4-BE49-F238E27FC236}">
                      <a16:creationId xmlns:a16="http://schemas.microsoft.com/office/drawing/2014/main" id="{C1DA079B-4714-5D8F-BEC6-18BB26E47B77}"/>
                    </a:ext>
                  </a:extLst>
                </p:cNvPr>
                <p:cNvPicPr/>
                <p:nvPr/>
              </p:nvPicPr>
              <p:blipFill>
                <a:blip r:embed="rId57"/>
                <a:stretch>
                  <a:fillRect/>
                </a:stretch>
              </p:blipFill>
              <p:spPr>
                <a:xfrm>
                  <a:off x="7770045" y="500350"/>
                  <a:ext cx="18216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86" name="Ink 85">
                  <a:extLst>
                    <a:ext uri="{FF2B5EF4-FFF2-40B4-BE49-F238E27FC236}">
                      <a16:creationId xmlns:a16="http://schemas.microsoft.com/office/drawing/2014/main" id="{9A2BEA6A-108B-9EBC-7191-F341BD21519E}"/>
                    </a:ext>
                  </a:extLst>
                </p14:cNvPr>
                <p14:cNvContentPartPr/>
                <p14:nvPr/>
              </p14:nvContentPartPr>
              <p14:xfrm>
                <a:off x="8050485" y="399190"/>
                <a:ext cx="171720" cy="201600"/>
              </p14:xfrm>
            </p:contentPart>
          </mc:Choice>
          <mc:Fallback>
            <p:pic>
              <p:nvPicPr>
                <p:cNvPr id="86" name="Ink 85">
                  <a:extLst>
                    <a:ext uri="{FF2B5EF4-FFF2-40B4-BE49-F238E27FC236}">
                      <a16:creationId xmlns:a16="http://schemas.microsoft.com/office/drawing/2014/main" id="{9A2BEA6A-108B-9EBC-7191-F341BD21519E}"/>
                    </a:ext>
                  </a:extLst>
                </p:cNvPr>
                <p:cNvPicPr/>
                <p:nvPr/>
              </p:nvPicPr>
              <p:blipFill>
                <a:blip r:embed="rId59"/>
                <a:stretch>
                  <a:fillRect/>
                </a:stretch>
              </p:blipFill>
              <p:spPr>
                <a:xfrm>
                  <a:off x="8041845" y="390190"/>
                  <a:ext cx="18936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87" name="Ink 86">
                  <a:extLst>
                    <a:ext uri="{FF2B5EF4-FFF2-40B4-BE49-F238E27FC236}">
                      <a16:creationId xmlns:a16="http://schemas.microsoft.com/office/drawing/2014/main" id="{D97F05CA-279E-4046-5A91-5837B216C7A9}"/>
                    </a:ext>
                  </a:extLst>
                </p14:cNvPr>
                <p14:cNvContentPartPr/>
                <p14:nvPr/>
              </p14:nvContentPartPr>
              <p14:xfrm>
                <a:off x="8332725" y="427630"/>
                <a:ext cx="137880" cy="135360"/>
              </p14:xfrm>
            </p:contentPart>
          </mc:Choice>
          <mc:Fallback>
            <p:pic>
              <p:nvPicPr>
                <p:cNvPr id="87" name="Ink 86">
                  <a:extLst>
                    <a:ext uri="{FF2B5EF4-FFF2-40B4-BE49-F238E27FC236}">
                      <a16:creationId xmlns:a16="http://schemas.microsoft.com/office/drawing/2014/main" id="{D97F05CA-279E-4046-5A91-5837B216C7A9}"/>
                    </a:ext>
                  </a:extLst>
                </p:cNvPr>
                <p:cNvPicPr/>
                <p:nvPr/>
              </p:nvPicPr>
              <p:blipFill>
                <a:blip r:embed="rId61"/>
                <a:stretch>
                  <a:fillRect/>
                </a:stretch>
              </p:blipFill>
              <p:spPr>
                <a:xfrm>
                  <a:off x="8323725" y="418630"/>
                  <a:ext cx="155520" cy="153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88" name="Ink 87">
                  <a:extLst>
                    <a:ext uri="{FF2B5EF4-FFF2-40B4-BE49-F238E27FC236}">
                      <a16:creationId xmlns:a16="http://schemas.microsoft.com/office/drawing/2014/main" id="{FF7994BD-9D50-9970-F8DE-FF4B2F293CB4}"/>
                    </a:ext>
                  </a:extLst>
                </p14:cNvPr>
                <p14:cNvContentPartPr/>
                <p14:nvPr/>
              </p14:nvContentPartPr>
              <p14:xfrm>
                <a:off x="8477445" y="418990"/>
                <a:ext cx="128160" cy="120240"/>
              </p14:xfrm>
            </p:contentPart>
          </mc:Choice>
          <mc:Fallback>
            <p:pic>
              <p:nvPicPr>
                <p:cNvPr id="88" name="Ink 87">
                  <a:extLst>
                    <a:ext uri="{FF2B5EF4-FFF2-40B4-BE49-F238E27FC236}">
                      <a16:creationId xmlns:a16="http://schemas.microsoft.com/office/drawing/2014/main" id="{FF7994BD-9D50-9970-F8DE-FF4B2F293CB4}"/>
                    </a:ext>
                  </a:extLst>
                </p:cNvPr>
                <p:cNvPicPr/>
                <p:nvPr/>
              </p:nvPicPr>
              <p:blipFill>
                <a:blip r:embed="rId63"/>
                <a:stretch>
                  <a:fillRect/>
                </a:stretch>
              </p:blipFill>
              <p:spPr>
                <a:xfrm>
                  <a:off x="8468805" y="410350"/>
                  <a:ext cx="14580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89" name="Ink 88">
                  <a:extLst>
                    <a:ext uri="{FF2B5EF4-FFF2-40B4-BE49-F238E27FC236}">
                      <a16:creationId xmlns:a16="http://schemas.microsoft.com/office/drawing/2014/main" id="{5479DF4A-BF4A-E113-D7F2-A5DC55694311}"/>
                    </a:ext>
                  </a:extLst>
                </p14:cNvPr>
                <p14:cNvContentPartPr/>
                <p14:nvPr/>
              </p14:nvContentPartPr>
              <p14:xfrm>
                <a:off x="8692725" y="383710"/>
                <a:ext cx="169560" cy="197640"/>
              </p14:xfrm>
            </p:contentPart>
          </mc:Choice>
          <mc:Fallback>
            <p:pic>
              <p:nvPicPr>
                <p:cNvPr id="89" name="Ink 88">
                  <a:extLst>
                    <a:ext uri="{FF2B5EF4-FFF2-40B4-BE49-F238E27FC236}">
                      <a16:creationId xmlns:a16="http://schemas.microsoft.com/office/drawing/2014/main" id="{5479DF4A-BF4A-E113-D7F2-A5DC55694311}"/>
                    </a:ext>
                  </a:extLst>
                </p:cNvPr>
                <p:cNvPicPr/>
                <p:nvPr/>
              </p:nvPicPr>
              <p:blipFill>
                <a:blip r:embed="rId65"/>
                <a:stretch>
                  <a:fillRect/>
                </a:stretch>
              </p:blipFill>
              <p:spPr>
                <a:xfrm>
                  <a:off x="8683725" y="375070"/>
                  <a:ext cx="18720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74" name="Ink 73">
                  <a:extLst>
                    <a:ext uri="{FF2B5EF4-FFF2-40B4-BE49-F238E27FC236}">
                      <a16:creationId xmlns:a16="http://schemas.microsoft.com/office/drawing/2014/main" id="{9C724DC2-0BF9-C002-66A8-728AFD747A1E}"/>
                    </a:ext>
                  </a:extLst>
                </p14:cNvPr>
                <p14:cNvContentPartPr/>
                <p14:nvPr/>
              </p14:nvContentPartPr>
              <p14:xfrm>
                <a:off x="7762845" y="1937830"/>
                <a:ext cx="6840" cy="172440"/>
              </p14:xfrm>
            </p:contentPart>
          </mc:Choice>
          <mc:Fallback>
            <p:pic>
              <p:nvPicPr>
                <p:cNvPr id="74" name="Ink 73">
                  <a:extLst>
                    <a:ext uri="{FF2B5EF4-FFF2-40B4-BE49-F238E27FC236}">
                      <a16:creationId xmlns:a16="http://schemas.microsoft.com/office/drawing/2014/main" id="{9C724DC2-0BF9-C002-66A8-728AFD747A1E}"/>
                    </a:ext>
                  </a:extLst>
                </p:cNvPr>
                <p:cNvPicPr/>
                <p:nvPr/>
              </p:nvPicPr>
              <p:blipFill>
                <a:blip r:embed="rId67"/>
                <a:stretch>
                  <a:fillRect/>
                </a:stretch>
              </p:blipFill>
              <p:spPr>
                <a:xfrm>
                  <a:off x="7754205" y="1928830"/>
                  <a:ext cx="2448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75" name="Ink 74">
                  <a:extLst>
                    <a:ext uri="{FF2B5EF4-FFF2-40B4-BE49-F238E27FC236}">
                      <a16:creationId xmlns:a16="http://schemas.microsoft.com/office/drawing/2014/main" id="{C5E102E8-A66A-8ABA-B747-CD5FB84F57C7}"/>
                    </a:ext>
                  </a:extLst>
                </p14:cNvPr>
                <p14:cNvContentPartPr/>
                <p14:nvPr/>
              </p14:nvContentPartPr>
              <p14:xfrm>
                <a:off x="7769325" y="2500870"/>
                <a:ext cx="47880" cy="401400"/>
              </p14:xfrm>
            </p:contentPart>
          </mc:Choice>
          <mc:Fallback>
            <p:pic>
              <p:nvPicPr>
                <p:cNvPr id="75" name="Ink 74">
                  <a:extLst>
                    <a:ext uri="{FF2B5EF4-FFF2-40B4-BE49-F238E27FC236}">
                      <a16:creationId xmlns:a16="http://schemas.microsoft.com/office/drawing/2014/main" id="{C5E102E8-A66A-8ABA-B747-CD5FB84F57C7}"/>
                    </a:ext>
                  </a:extLst>
                </p:cNvPr>
                <p:cNvPicPr/>
                <p:nvPr/>
              </p:nvPicPr>
              <p:blipFill>
                <a:blip r:embed="rId69"/>
                <a:stretch>
                  <a:fillRect/>
                </a:stretch>
              </p:blipFill>
              <p:spPr>
                <a:xfrm>
                  <a:off x="7760685" y="2491870"/>
                  <a:ext cx="65520" cy="4190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76" name="Ink 75">
                  <a:extLst>
                    <a:ext uri="{FF2B5EF4-FFF2-40B4-BE49-F238E27FC236}">
                      <a16:creationId xmlns:a16="http://schemas.microsoft.com/office/drawing/2014/main" id="{09BD0740-2A06-1F9E-C444-529C162882C8}"/>
                    </a:ext>
                  </a:extLst>
                </p14:cNvPr>
                <p14:cNvContentPartPr/>
                <p14:nvPr/>
              </p14:nvContentPartPr>
              <p14:xfrm>
                <a:off x="7853925" y="3427510"/>
                <a:ext cx="82800" cy="414000"/>
              </p14:xfrm>
            </p:contentPart>
          </mc:Choice>
          <mc:Fallback>
            <p:pic>
              <p:nvPicPr>
                <p:cNvPr id="76" name="Ink 75">
                  <a:extLst>
                    <a:ext uri="{FF2B5EF4-FFF2-40B4-BE49-F238E27FC236}">
                      <a16:creationId xmlns:a16="http://schemas.microsoft.com/office/drawing/2014/main" id="{09BD0740-2A06-1F9E-C444-529C162882C8}"/>
                    </a:ext>
                  </a:extLst>
                </p:cNvPr>
                <p:cNvPicPr/>
                <p:nvPr/>
              </p:nvPicPr>
              <p:blipFill>
                <a:blip r:embed="rId71"/>
                <a:stretch>
                  <a:fillRect/>
                </a:stretch>
              </p:blipFill>
              <p:spPr>
                <a:xfrm>
                  <a:off x="7844925" y="3418510"/>
                  <a:ext cx="100440" cy="4316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77" name="Ink 76">
                  <a:extLst>
                    <a:ext uri="{FF2B5EF4-FFF2-40B4-BE49-F238E27FC236}">
                      <a16:creationId xmlns:a16="http://schemas.microsoft.com/office/drawing/2014/main" id="{176A2093-2341-18F9-D6C3-2067658BE32A}"/>
                    </a:ext>
                  </a:extLst>
                </p14:cNvPr>
                <p14:cNvContentPartPr/>
                <p14:nvPr/>
              </p14:nvContentPartPr>
              <p14:xfrm>
                <a:off x="8054085" y="4311310"/>
                <a:ext cx="140400" cy="577080"/>
              </p14:xfrm>
            </p:contentPart>
          </mc:Choice>
          <mc:Fallback>
            <p:pic>
              <p:nvPicPr>
                <p:cNvPr id="77" name="Ink 76">
                  <a:extLst>
                    <a:ext uri="{FF2B5EF4-FFF2-40B4-BE49-F238E27FC236}">
                      <a16:creationId xmlns:a16="http://schemas.microsoft.com/office/drawing/2014/main" id="{176A2093-2341-18F9-D6C3-2067658BE32A}"/>
                    </a:ext>
                  </a:extLst>
                </p:cNvPr>
                <p:cNvPicPr/>
                <p:nvPr/>
              </p:nvPicPr>
              <p:blipFill>
                <a:blip r:embed="rId73"/>
                <a:stretch>
                  <a:fillRect/>
                </a:stretch>
              </p:blipFill>
              <p:spPr>
                <a:xfrm>
                  <a:off x="8045085" y="4302670"/>
                  <a:ext cx="158040" cy="5947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8" name="Ink 77">
                  <a:extLst>
                    <a:ext uri="{FF2B5EF4-FFF2-40B4-BE49-F238E27FC236}">
                      <a16:creationId xmlns:a16="http://schemas.microsoft.com/office/drawing/2014/main" id="{C2C35CC1-F091-B999-47EA-BBDF9E8AA6FB}"/>
                    </a:ext>
                  </a:extLst>
                </p14:cNvPr>
                <p14:cNvContentPartPr/>
                <p14:nvPr/>
              </p14:nvContentPartPr>
              <p14:xfrm>
                <a:off x="8253525" y="5098630"/>
                <a:ext cx="6120" cy="309600"/>
              </p14:xfrm>
            </p:contentPart>
          </mc:Choice>
          <mc:Fallback>
            <p:pic>
              <p:nvPicPr>
                <p:cNvPr id="78" name="Ink 77">
                  <a:extLst>
                    <a:ext uri="{FF2B5EF4-FFF2-40B4-BE49-F238E27FC236}">
                      <a16:creationId xmlns:a16="http://schemas.microsoft.com/office/drawing/2014/main" id="{C2C35CC1-F091-B999-47EA-BBDF9E8AA6FB}"/>
                    </a:ext>
                  </a:extLst>
                </p:cNvPr>
                <p:cNvPicPr/>
                <p:nvPr/>
              </p:nvPicPr>
              <p:blipFill>
                <a:blip r:embed="rId75"/>
                <a:stretch>
                  <a:fillRect/>
                </a:stretch>
              </p:blipFill>
              <p:spPr>
                <a:xfrm>
                  <a:off x="8244885" y="5089990"/>
                  <a:ext cx="23760" cy="3272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79" name="Ink 78">
                  <a:extLst>
                    <a:ext uri="{FF2B5EF4-FFF2-40B4-BE49-F238E27FC236}">
                      <a16:creationId xmlns:a16="http://schemas.microsoft.com/office/drawing/2014/main" id="{993F7376-F729-06B1-D491-9F7920B34CBD}"/>
                    </a:ext>
                  </a:extLst>
                </p14:cNvPr>
                <p14:cNvContentPartPr/>
                <p14:nvPr/>
              </p14:nvContentPartPr>
              <p14:xfrm>
                <a:off x="8221125" y="5770750"/>
                <a:ext cx="72000" cy="935640"/>
              </p14:xfrm>
            </p:contentPart>
          </mc:Choice>
          <mc:Fallback>
            <p:pic>
              <p:nvPicPr>
                <p:cNvPr id="79" name="Ink 78">
                  <a:extLst>
                    <a:ext uri="{FF2B5EF4-FFF2-40B4-BE49-F238E27FC236}">
                      <a16:creationId xmlns:a16="http://schemas.microsoft.com/office/drawing/2014/main" id="{993F7376-F729-06B1-D491-9F7920B34CBD}"/>
                    </a:ext>
                  </a:extLst>
                </p:cNvPr>
                <p:cNvPicPr/>
                <p:nvPr/>
              </p:nvPicPr>
              <p:blipFill>
                <a:blip r:embed="rId77"/>
                <a:stretch>
                  <a:fillRect/>
                </a:stretch>
              </p:blipFill>
              <p:spPr>
                <a:xfrm>
                  <a:off x="8212485" y="5762110"/>
                  <a:ext cx="89640" cy="9532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25" name="Ink 24">
                  <a:extLst>
                    <a:ext uri="{FF2B5EF4-FFF2-40B4-BE49-F238E27FC236}">
                      <a16:creationId xmlns:a16="http://schemas.microsoft.com/office/drawing/2014/main" id="{9623D03E-9B9E-D8B2-86DC-5EE38A40E876}"/>
                    </a:ext>
                  </a:extLst>
                </p14:cNvPr>
                <p14:cNvContentPartPr/>
                <p14:nvPr/>
              </p14:nvContentPartPr>
              <p14:xfrm>
                <a:off x="9549525" y="2411230"/>
                <a:ext cx="283320" cy="358560"/>
              </p14:xfrm>
            </p:contentPart>
          </mc:Choice>
          <mc:Fallback>
            <p:pic>
              <p:nvPicPr>
                <p:cNvPr id="25" name="Ink 24">
                  <a:extLst>
                    <a:ext uri="{FF2B5EF4-FFF2-40B4-BE49-F238E27FC236}">
                      <a16:creationId xmlns:a16="http://schemas.microsoft.com/office/drawing/2014/main" id="{9623D03E-9B9E-D8B2-86DC-5EE38A40E876}"/>
                    </a:ext>
                  </a:extLst>
                </p:cNvPr>
                <p:cNvPicPr/>
                <p:nvPr/>
              </p:nvPicPr>
              <p:blipFill>
                <a:blip r:embed="rId79"/>
                <a:stretch>
                  <a:fillRect/>
                </a:stretch>
              </p:blipFill>
              <p:spPr>
                <a:xfrm>
                  <a:off x="9540885" y="2402590"/>
                  <a:ext cx="300960" cy="3762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26" name="Ink 25">
                  <a:extLst>
                    <a:ext uri="{FF2B5EF4-FFF2-40B4-BE49-F238E27FC236}">
                      <a16:creationId xmlns:a16="http://schemas.microsoft.com/office/drawing/2014/main" id="{B7F10034-F6B4-FD4A-222A-677E75D374C3}"/>
                    </a:ext>
                  </a:extLst>
                </p14:cNvPr>
                <p14:cNvContentPartPr/>
                <p14:nvPr/>
              </p14:nvContentPartPr>
              <p14:xfrm>
                <a:off x="9859845" y="2564590"/>
                <a:ext cx="132120" cy="178920"/>
              </p14:xfrm>
            </p:contentPart>
          </mc:Choice>
          <mc:Fallback>
            <p:pic>
              <p:nvPicPr>
                <p:cNvPr id="26" name="Ink 25">
                  <a:extLst>
                    <a:ext uri="{FF2B5EF4-FFF2-40B4-BE49-F238E27FC236}">
                      <a16:creationId xmlns:a16="http://schemas.microsoft.com/office/drawing/2014/main" id="{B7F10034-F6B4-FD4A-222A-677E75D374C3}"/>
                    </a:ext>
                  </a:extLst>
                </p:cNvPr>
                <p:cNvPicPr/>
                <p:nvPr/>
              </p:nvPicPr>
              <p:blipFill>
                <a:blip r:embed="rId81"/>
                <a:stretch>
                  <a:fillRect/>
                </a:stretch>
              </p:blipFill>
              <p:spPr>
                <a:xfrm>
                  <a:off x="9851205" y="2555590"/>
                  <a:ext cx="14976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27" name="Ink 26">
                  <a:extLst>
                    <a:ext uri="{FF2B5EF4-FFF2-40B4-BE49-F238E27FC236}">
                      <a16:creationId xmlns:a16="http://schemas.microsoft.com/office/drawing/2014/main" id="{51F14CA7-B451-2DE1-274F-0A751F623837}"/>
                    </a:ext>
                  </a:extLst>
                </p14:cNvPr>
                <p14:cNvContentPartPr/>
                <p14:nvPr/>
              </p14:nvContentPartPr>
              <p14:xfrm>
                <a:off x="10052085" y="2585110"/>
                <a:ext cx="32760" cy="105480"/>
              </p14:xfrm>
            </p:contentPart>
          </mc:Choice>
          <mc:Fallback>
            <p:pic>
              <p:nvPicPr>
                <p:cNvPr id="27" name="Ink 26">
                  <a:extLst>
                    <a:ext uri="{FF2B5EF4-FFF2-40B4-BE49-F238E27FC236}">
                      <a16:creationId xmlns:a16="http://schemas.microsoft.com/office/drawing/2014/main" id="{51F14CA7-B451-2DE1-274F-0A751F623837}"/>
                    </a:ext>
                  </a:extLst>
                </p:cNvPr>
                <p:cNvPicPr/>
                <p:nvPr/>
              </p:nvPicPr>
              <p:blipFill>
                <a:blip r:embed="rId83"/>
                <a:stretch>
                  <a:fillRect/>
                </a:stretch>
              </p:blipFill>
              <p:spPr>
                <a:xfrm>
                  <a:off x="10043085" y="2576470"/>
                  <a:ext cx="5040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28" name="Ink 27">
                  <a:extLst>
                    <a:ext uri="{FF2B5EF4-FFF2-40B4-BE49-F238E27FC236}">
                      <a16:creationId xmlns:a16="http://schemas.microsoft.com/office/drawing/2014/main" id="{92E80826-43CE-F8CF-D64D-F04E21EA0580}"/>
                    </a:ext>
                  </a:extLst>
                </p14:cNvPr>
                <p14:cNvContentPartPr/>
                <p14:nvPr/>
              </p14:nvContentPartPr>
              <p14:xfrm>
                <a:off x="10035525" y="2491870"/>
                <a:ext cx="16920" cy="45720"/>
              </p14:xfrm>
            </p:contentPart>
          </mc:Choice>
          <mc:Fallback>
            <p:pic>
              <p:nvPicPr>
                <p:cNvPr id="28" name="Ink 27">
                  <a:extLst>
                    <a:ext uri="{FF2B5EF4-FFF2-40B4-BE49-F238E27FC236}">
                      <a16:creationId xmlns:a16="http://schemas.microsoft.com/office/drawing/2014/main" id="{92E80826-43CE-F8CF-D64D-F04E21EA0580}"/>
                    </a:ext>
                  </a:extLst>
                </p:cNvPr>
                <p:cNvPicPr/>
                <p:nvPr/>
              </p:nvPicPr>
              <p:blipFill>
                <a:blip r:embed="rId85"/>
                <a:stretch>
                  <a:fillRect/>
                </a:stretch>
              </p:blipFill>
              <p:spPr>
                <a:xfrm>
                  <a:off x="10026525" y="2483230"/>
                  <a:ext cx="3456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29" name="Ink 28">
                  <a:extLst>
                    <a:ext uri="{FF2B5EF4-FFF2-40B4-BE49-F238E27FC236}">
                      <a16:creationId xmlns:a16="http://schemas.microsoft.com/office/drawing/2014/main" id="{EA529884-9C9C-CCD2-4C81-96E7DDE06356}"/>
                    </a:ext>
                  </a:extLst>
                </p14:cNvPr>
                <p14:cNvContentPartPr/>
                <p14:nvPr/>
              </p14:nvContentPartPr>
              <p14:xfrm>
                <a:off x="10251165" y="2441110"/>
                <a:ext cx="25560" cy="328320"/>
              </p14:xfrm>
            </p:contentPart>
          </mc:Choice>
          <mc:Fallback>
            <p:pic>
              <p:nvPicPr>
                <p:cNvPr id="29" name="Ink 28">
                  <a:extLst>
                    <a:ext uri="{FF2B5EF4-FFF2-40B4-BE49-F238E27FC236}">
                      <a16:creationId xmlns:a16="http://schemas.microsoft.com/office/drawing/2014/main" id="{EA529884-9C9C-CCD2-4C81-96E7DDE06356}"/>
                    </a:ext>
                  </a:extLst>
                </p:cNvPr>
                <p:cNvPicPr/>
                <p:nvPr/>
              </p:nvPicPr>
              <p:blipFill>
                <a:blip r:embed="rId87"/>
                <a:stretch>
                  <a:fillRect/>
                </a:stretch>
              </p:blipFill>
              <p:spPr>
                <a:xfrm>
                  <a:off x="10242525" y="2432470"/>
                  <a:ext cx="43200" cy="3459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30" name="Ink 29">
                  <a:extLst>
                    <a:ext uri="{FF2B5EF4-FFF2-40B4-BE49-F238E27FC236}">
                      <a16:creationId xmlns:a16="http://schemas.microsoft.com/office/drawing/2014/main" id="{B56F7E7C-6EFF-ED66-2078-E7D48324DA85}"/>
                    </a:ext>
                  </a:extLst>
                </p14:cNvPr>
                <p14:cNvContentPartPr/>
                <p14:nvPr/>
              </p14:nvContentPartPr>
              <p14:xfrm>
                <a:off x="10385085" y="2427790"/>
                <a:ext cx="1010880" cy="298440"/>
              </p14:xfrm>
            </p:contentPart>
          </mc:Choice>
          <mc:Fallback>
            <p:pic>
              <p:nvPicPr>
                <p:cNvPr id="30" name="Ink 29">
                  <a:extLst>
                    <a:ext uri="{FF2B5EF4-FFF2-40B4-BE49-F238E27FC236}">
                      <a16:creationId xmlns:a16="http://schemas.microsoft.com/office/drawing/2014/main" id="{B56F7E7C-6EFF-ED66-2078-E7D48324DA85}"/>
                    </a:ext>
                  </a:extLst>
                </p:cNvPr>
                <p:cNvPicPr/>
                <p:nvPr/>
              </p:nvPicPr>
              <p:blipFill>
                <a:blip r:embed="rId89"/>
                <a:stretch>
                  <a:fillRect/>
                </a:stretch>
              </p:blipFill>
              <p:spPr>
                <a:xfrm>
                  <a:off x="10376085" y="2419150"/>
                  <a:ext cx="1028520" cy="3160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31" name="Ink 30">
                  <a:extLst>
                    <a:ext uri="{FF2B5EF4-FFF2-40B4-BE49-F238E27FC236}">
                      <a16:creationId xmlns:a16="http://schemas.microsoft.com/office/drawing/2014/main" id="{C8C64D97-99FD-6BC9-77AD-CAAD00445C33}"/>
                    </a:ext>
                  </a:extLst>
                </p14:cNvPr>
                <p14:cNvContentPartPr/>
                <p14:nvPr/>
              </p14:nvContentPartPr>
              <p14:xfrm>
                <a:off x="11456805" y="2535070"/>
                <a:ext cx="83520" cy="104760"/>
              </p14:xfrm>
            </p:contentPart>
          </mc:Choice>
          <mc:Fallback>
            <p:pic>
              <p:nvPicPr>
                <p:cNvPr id="31" name="Ink 30">
                  <a:extLst>
                    <a:ext uri="{FF2B5EF4-FFF2-40B4-BE49-F238E27FC236}">
                      <a16:creationId xmlns:a16="http://schemas.microsoft.com/office/drawing/2014/main" id="{C8C64D97-99FD-6BC9-77AD-CAAD00445C33}"/>
                    </a:ext>
                  </a:extLst>
                </p:cNvPr>
                <p:cNvPicPr/>
                <p:nvPr/>
              </p:nvPicPr>
              <p:blipFill>
                <a:blip r:embed="rId91"/>
                <a:stretch>
                  <a:fillRect/>
                </a:stretch>
              </p:blipFill>
              <p:spPr>
                <a:xfrm>
                  <a:off x="11448165" y="2526070"/>
                  <a:ext cx="10116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32" name="Ink 31">
                  <a:extLst>
                    <a:ext uri="{FF2B5EF4-FFF2-40B4-BE49-F238E27FC236}">
                      <a16:creationId xmlns:a16="http://schemas.microsoft.com/office/drawing/2014/main" id="{26A8B506-A8D5-CA5D-25FF-75E0F059EA82}"/>
                    </a:ext>
                  </a:extLst>
                </p14:cNvPr>
                <p14:cNvContentPartPr/>
                <p14:nvPr/>
              </p14:nvContentPartPr>
              <p14:xfrm>
                <a:off x="9533685" y="2189110"/>
                <a:ext cx="2295000" cy="790560"/>
              </p14:xfrm>
            </p:contentPart>
          </mc:Choice>
          <mc:Fallback>
            <p:pic>
              <p:nvPicPr>
                <p:cNvPr id="32" name="Ink 31">
                  <a:extLst>
                    <a:ext uri="{FF2B5EF4-FFF2-40B4-BE49-F238E27FC236}">
                      <a16:creationId xmlns:a16="http://schemas.microsoft.com/office/drawing/2014/main" id="{26A8B506-A8D5-CA5D-25FF-75E0F059EA82}"/>
                    </a:ext>
                  </a:extLst>
                </p:cNvPr>
                <p:cNvPicPr/>
                <p:nvPr/>
              </p:nvPicPr>
              <p:blipFill>
                <a:blip r:embed="rId93"/>
                <a:stretch>
                  <a:fillRect/>
                </a:stretch>
              </p:blipFill>
              <p:spPr>
                <a:xfrm>
                  <a:off x="9525045" y="2180470"/>
                  <a:ext cx="2312640" cy="8082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34" name="Ink 33">
                  <a:extLst>
                    <a:ext uri="{FF2B5EF4-FFF2-40B4-BE49-F238E27FC236}">
                      <a16:creationId xmlns:a16="http://schemas.microsoft.com/office/drawing/2014/main" id="{817B268F-90C5-B5CC-C323-852F098669D1}"/>
                    </a:ext>
                  </a:extLst>
                </p14:cNvPr>
                <p14:cNvContentPartPr/>
                <p14:nvPr/>
              </p14:nvContentPartPr>
              <p14:xfrm>
                <a:off x="10294005" y="2127190"/>
                <a:ext cx="275760" cy="154080"/>
              </p14:xfrm>
            </p:contentPart>
          </mc:Choice>
          <mc:Fallback>
            <p:pic>
              <p:nvPicPr>
                <p:cNvPr id="34" name="Ink 33">
                  <a:extLst>
                    <a:ext uri="{FF2B5EF4-FFF2-40B4-BE49-F238E27FC236}">
                      <a16:creationId xmlns:a16="http://schemas.microsoft.com/office/drawing/2014/main" id="{817B268F-90C5-B5CC-C323-852F098669D1}"/>
                    </a:ext>
                  </a:extLst>
                </p:cNvPr>
                <p:cNvPicPr/>
                <p:nvPr/>
              </p:nvPicPr>
              <p:blipFill>
                <a:blip r:embed="rId95"/>
                <a:stretch>
                  <a:fillRect/>
                </a:stretch>
              </p:blipFill>
              <p:spPr>
                <a:xfrm>
                  <a:off x="10285005" y="2118190"/>
                  <a:ext cx="29340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35" name="Ink 34">
                  <a:extLst>
                    <a:ext uri="{FF2B5EF4-FFF2-40B4-BE49-F238E27FC236}">
                      <a16:creationId xmlns:a16="http://schemas.microsoft.com/office/drawing/2014/main" id="{1CD96297-6159-C70F-7BB9-1A809B54513D}"/>
                    </a:ext>
                  </a:extLst>
                </p14:cNvPr>
                <p14:cNvContentPartPr/>
                <p14:nvPr/>
              </p14:nvContentPartPr>
              <p14:xfrm>
                <a:off x="10398045" y="2977510"/>
                <a:ext cx="91440" cy="465840"/>
              </p14:xfrm>
            </p:contentPart>
          </mc:Choice>
          <mc:Fallback>
            <p:pic>
              <p:nvPicPr>
                <p:cNvPr id="35" name="Ink 34">
                  <a:extLst>
                    <a:ext uri="{FF2B5EF4-FFF2-40B4-BE49-F238E27FC236}">
                      <a16:creationId xmlns:a16="http://schemas.microsoft.com/office/drawing/2014/main" id="{1CD96297-6159-C70F-7BB9-1A809B54513D}"/>
                    </a:ext>
                  </a:extLst>
                </p:cNvPr>
                <p:cNvPicPr/>
                <p:nvPr/>
              </p:nvPicPr>
              <p:blipFill>
                <a:blip r:embed="rId97"/>
                <a:stretch>
                  <a:fillRect/>
                </a:stretch>
              </p:blipFill>
              <p:spPr>
                <a:xfrm>
                  <a:off x="10389405" y="2968510"/>
                  <a:ext cx="109080" cy="4834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36" name="Ink 35">
                  <a:extLst>
                    <a:ext uri="{FF2B5EF4-FFF2-40B4-BE49-F238E27FC236}">
                      <a16:creationId xmlns:a16="http://schemas.microsoft.com/office/drawing/2014/main" id="{C7BC863F-4F61-63D2-EF5E-ABAED88063AE}"/>
                    </a:ext>
                  </a:extLst>
                </p14:cNvPr>
                <p14:cNvContentPartPr/>
                <p14:nvPr/>
              </p14:nvContentPartPr>
              <p14:xfrm>
                <a:off x="9144165" y="3505270"/>
                <a:ext cx="2561040" cy="1129320"/>
              </p14:xfrm>
            </p:contentPart>
          </mc:Choice>
          <mc:Fallback>
            <p:pic>
              <p:nvPicPr>
                <p:cNvPr id="36" name="Ink 35">
                  <a:extLst>
                    <a:ext uri="{FF2B5EF4-FFF2-40B4-BE49-F238E27FC236}">
                      <a16:creationId xmlns:a16="http://schemas.microsoft.com/office/drawing/2014/main" id="{C7BC863F-4F61-63D2-EF5E-ABAED88063AE}"/>
                    </a:ext>
                  </a:extLst>
                </p:cNvPr>
                <p:cNvPicPr/>
                <p:nvPr/>
              </p:nvPicPr>
              <p:blipFill>
                <a:blip r:embed="rId99"/>
                <a:stretch>
                  <a:fillRect/>
                </a:stretch>
              </p:blipFill>
              <p:spPr>
                <a:xfrm>
                  <a:off x="9135165" y="3496270"/>
                  <a:ext cx="2578680" cy="11469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38" name="Ink 37">
                  <a:extLst>
                    <a:ext uri="{FF2B5EF4-FFF2-40B4-BE49-F238E27FC236}">
                      <a16:creationId xmlns:a16="http://schemas.microsoft.com/office/drawing/2014/main" id="{822285D3-F1A4-E49B-927D-2680D9D99AE3}"/>
                    </a:ext>
                  </a:extLst>
                </p14:cNvPr>
                <p14:cNvContentPartPr/>
                <p14:nvPr/>
              </p14:nvContentPartPr>
              <p14:xfrm>
                <a:off x="9776685" y="3955270"/>
                <a:ext cx="220320" cy="228600"/>
              </p14:xfrm>
            </p:contentPart>
          </mc:Choice>
          <mc:Fallback>
            <p:pic>
              <p:nvPicPr>
                <p:cNvPr id="38" name="Ink 37">
                  <a:extLst>
                    <a:ext uri="{FF2B5EF4-FFF2-40B4-BE49-F238E27FC236}">
                      <a16:creationId xmlns:a16="http://schemas.microsoft.com/office/drawing/2014/main" id="{822285D3-F1A4-E49B-927D-2680D9D99AE3}"/>
                    </a:ext>
                  </a:extLst>
                </p:cNvPr>
                <p:cNvPicPr/>
                <p:nvPr/>
              </p:nvPicPr>
              <p:blipFill>
                <a:blip r:embed="rId101"/>
                <a:stretch>
                  <a:fillRect/>
                </a:stretch>
              </p:blipFill>
              <p:spPr>
                <a:xfrm>
                  <a:off x="9768045" y="3946270"/>
                  <a:ext cx="23796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39" name="Ink 38">
                  <a:extLst>
                    <a:ext uri="{FF2B5EF4-FFF2-40B4-BE49-F238E27FC236}">
                      <a16:creationId xmlns:a16="http://schemas.microsoft.com/office/drawing/2014/main" id="{E60F118D-5E59-8A5C-6B9E-25577AF98316}"/>
                    </a:ext>
                  </a:extLst>
                </p14:cNvPr>
                <p14:cNvContentPartPr/>
                <p14:nvPr/>
              </p14:nvContentPartPr>
              <p14:xfrm>
                <a:off x="9936885" y="4060390"/>
                <a:ext cx="245520" cy="280080"/>
              </p14:xfrm>
            </p:contentPart>
          </mc:Choice>
          <mc:Fallback>
            <p:pic>
              <p:nvPicPr>
                <p:cNvPr id="39" name="Ink 38">
                  <a:extLst>
                    <a:ext uri="{FF2B5EF4-FFF2-40B4-BE49-F238E27FC236}">
                      <a16:creationId xmlns:a16="http://schemas.microsoft.com/office/drawing/2014/main" id="{E60F118D-5E59-8A5C-6B9E-25577AF98316}"/>
                    </a:ext>
                  </a:extLst>
                </p:cNvPr>
                <p:cNvPicPr/>
                <p:nvPr/>
              </p:nvPicPr>
              <p:blipFill>
                <a:blip r:embed="rId103"/>
                <a:stretch>
                  <a:fillRect/>
                </a:stretch>
              </p:blipFill>
              <p:spPr>
                <a:xfrm>
                  <a:off x="9928245" y="4051750"/>
                  <a:ext cx="263160" cy="2977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40" name="Ink 39">
                  <a:extLst>
                    <a:ext uri="{FF2B5EF4-FFF2-40B4-BE49-F238E27FC236}">
                      <a16:creationId xmlns:a16="http://schemas.microsoft.com/office/drawing/2014/main" id="{CA47824D-09D0-B96C-CBD4-40A14B1B5CBF}"/>
                    </a:ext>
                  </a:extLst>
                </p14:cNvPr>
                <p14:cNvContentPartPr/>
                <p14:nvPr/>
              </p14:nvContentPartPr>
              <p14:xfrm>
                <a:off x="10267005" y="4071190"/>
                <a:ext cx="117000" cy="138960"/>
              </p14:xfrm>
            </p:contentPart>
          </mc:Choice>
          <mc:Fallback>
            <p:pic>
              <p:nvPicPr>
                <p:cNvPr id="40" name="Ink 39">
                  <a:extLst>
                    <a:ext uri="{FF2B5EF4-FFF2-40B4-BE49-F238E27FC236}">
                      <a16:creationId xmlns:a16="http://schemas.microsoft.com/office/drawing/2014/main" id="{CA47824D-09D0-B96C-CBD4-40A14B1B5CBF}"/>
                    </a:ext>
                  </a:extLst>
                </p:cNvPr>
                <p:cNvPicPr/>
                <p:nvPr/>
              </p:nvPicPr>
              <p:blipFill>
                <a:blip r:embed="rId105"/>
                <a:stretch>
                  <a:fillRect/>
                </a:stretch>
              </p:blipFill>
              <p:spPr>
                <a:xfrm>
                  <a:off x="10258365" y="4062550"/>
                  <a:ext cx="13464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41" name="Ink 40">
                  <a:extLst>
                    <a:ext uri="{FF2B5EF4-FFF2-40B4-BE49-F238E27FC236}">
                      <a16:creationId xmlns:a16="http://schemas.microsoft.com/office/drawing/2014/main" id="{5ACE6C33-F760-5817-C7A6-23C1148B8C62}"/>
                    </a:ext>
                  </a:extLst>
                </p14:cNvPr>
                <p14:cNvContentPartPr/>
                <p14:nvPr/>
              </p14:nvContentPartPr>
              <p14:xfrm>
                <a:off x="10336845" y="3969670"/>
                <a:ext cx="143280" cy="219600"/>
              </p14:xfrm>
            </p:contentPart>
          </mc:Choice>
          <mc:Fallback>
            <p:pic>
              <p:nvPicPr>
                <p:cNvPr id="41" name="Ink 40">
                  <a:extLst>
                    <a:ext uri="{FF2B5EF4-FFF2-40B4-BE49-F238E27FC236}">
                      <a16:creationId xmlns:a16="http://schemas.microsoft.com/office/drawing/2014/main" id="{5ACE6C33-F760-5817-C7A6-23C1148B8C62}"/>
                    </a:ext>
                  </a:extLst>
                </p:cNvPr>
                <p:cNvPicPr/>
                <p:nvPr/>
              </p:nvPicPr>
              <p:blipFill>
                <a:blip r:embed="rId107"/>
                <a:stretch>
                  <a:fillRect/>
                </a:stretch>
              </p:blipFill>
              <p:spPr>
                <a:xfrm>
                  <a:off x="10327845" y="3961030"/>
                  <a:ext cx="16092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42" name="Ink 41">
                  <a:extLst>
                    <a:ext uri="{FF2B5EF4-FFF2-40B4-BE49-F238E27FC236}">
                      <a16:creationId xmlns:a16="http://schemas.microsoft.com/office/drawing/2014/main" id="{96261C5F-949E-2D32-C42F-791C1D20740D}"/>
                    </a:ext>
                  </a:extLst>
                </p14:cNvPr>
                <p14:cNvContentPartPr/>
                <p14:nvPr/>
              </p14:nvContentPartPr>
              <p14:xfrm>
                <a:off x="10486965" y="4044910"/>
                <a:ext cx="433800" cy="133200"/>
              </p14:xfrm>
            </p:contentPart>
          </mc:Choice>
          <mc:Fallback>
            <p:pic>
              <p:nvPicPr>
                <p:cNvPr id="42" name="Ink 41">
                  <a:extLst>
                    <a:ext uri="{FF2B5EF4-FFF2-40B4-BE49-F238E27FC236}">
                      <a16:creationId xmlns:a16="http://schemas.microsoft.com/office/drawing/2014/main" id="{96261C5F-949E-2D32-C42F-791C1D20740D}"/>
                    </a:ext>
                  </a:extLst>
                </p:cNvPr>
                <p:cNvPicPr/>
                <p:nvPr/>
              </p:nvPicPr>
              <p:blipFill>
                <a:blip r:embed="rId109"/>
                <a:stretch>
                  <a:fillRect/>
                </a:stretch>
              </p:blipFill>
              <p:spPr>
                <a:xfrm>
                  <a:off x="10477965" y="4035910"/>
                  <a:ext cx="45144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49" name="Ink 48">
                  <a:extLst>
                    <a:ext uri="{FF2B5EF4-FFF2-40B4-BE49-F238E27FC236}">
                      <a16:creationId xmlns:a16="http://schemas.microsoft.com/office/drawing/2014/main" id="{3DE318B5-7C46-0D16-4A85-12D45AF31F1D}"/>
                    </a:ext>
                  </a:extLst>
                </p14:cNvPr>
                <p14:cNvContentPartPr/>
                <p14:nvPr/>
              </p14:nvContentPartPr>
              <p14:xfrm>
                <a:off x="10528365" y="5499310"/>
                <a:ext cx="135000" cy="33840"/>
              </p14:xfrm>
            </p:contentPart>
          </mc:Choice>
          <mc:Fallback>
            <p:pic>
              <p:nvPicPr>
                <p:cNvPr id="49" name="Ink 48">
                  <a:extLst>
                    <a:ext uri="{FF2B5EF4-FFF2-40B4-BE49-F238E27FC236}">
                      <a16:creationId xmlns:a16="http://schemas.microsoft.com/office/drawing/2014/main" id="{3DE318B5-7C46-0D16-4A85-12D45AF31F1D}"/>
                    </a:ext>
                  </a:extLst>
                </p:cNvPr>
                <p:cNvPicPr/>
                <p:nvPr/>
              </p:nvPicPr>
              <p:blipFill>
                <a:blip r:embed="rId111"/>
                <a:stretch>
                  <a:fillRect/>
                </a:stretch>
              </p:blipFill>
              <p:spPr>
                <a:xfrm>
                  <a:off x="10519365" y="5490670"/>
                  <a:ext cx="152640" cy="514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50" name="Ink 49">
                  <a:extLst>
                    <a:ext uri="{FF2B5EF4-FFF2-40B4-BE49-F238E27FC236}">
                      <a16:creationId xmlns:a16="http://schemas.microsoft.com/office/drawing/2014/main" id="{A185CB6F-3364-C2E9-001F-3B6C15DB16F6}"/>
                    </a:ext>
                  </a:extLst>
                </p14:cNvPr>
                <p14:cNvContentPartPr/>
                <p14:nvPr/>
              </p14:nvContentPartPr>
              <p14:xfrm>
                <a:off x="10930485" y="4202950"/>
                <a:ext cx="145440" cy="208080"/>
              </p14:xfrm>
            </p:contentPart>
          </mc:Choice>
          <mc:Fallback>
            <p:pic>
              <p:nvPicPr>
                <p:cNvPr id="50" name="Ink 49">
                  <a:extLst>
                    <a:ext uri="{FF2B5EF4-FFF2-40B4-BE49-F238E27FC236}">
                      <a16:creationId xmlns:a16="http://schemas.microsoft.com/office/drawing/2014/main" id="{A185CB6F-3364-C2E9-001F-3B6C15DB16F6}"/>
                    </a:ext>
                  </a:extLst>
                </p:cNvPr>
                <p:cNvPicPr/>
                <p:nvPr/>
              </p:nvPicPr>
              <p:blipFill>
                <a:blip r:embed="rId113"/>
                <a:stretch>
                  <a:fillRect/>
                </a:stretch>
              </p:blipFill>
              <p:spPr>
                <a:xfrm>
                  <a:off x="10921845" y="4194310"/>
                  <a:ext cx="16308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51" name="Ink 50">
                  <a:extLst>
                    <a:ext uri="{FF2B5EF4-FFF2-40B4-BE49-F238E27FC236}">
                      <a16:creationId xmlns:a16="http://schemas.microsoft.com/office/drawing/2014/main" id="{669BC845-2010-F357-B836-681BBF2D5618}"/>
                    </a:ext>
                  </a:extLst>
                </p14:cNvPr>
                <p14:cNvContentPartPr/>
                <p14:nvPr/>
              </p14:nvContentPartPr>
              <p14:xfrm>
                <a:off x="10993485" y="4245790"/>
                <a:ext cx="221760" cy="151920"/>
              </p14:xfrm>
            </p:contentPart>
          </mc:Choice>
          <mc:Fallback>
            <p:pic>
              <p:nvPicPr>
                <p:cNvPr id="51" name="Ink 50">
                  <a:extLst>
                    <a:ext uri="{FF2B5EF4-FFF2-40B4-BE49-F238E27FC236}">
                      <a16:creationId xmlns:a16="http://schemas.microsoft.com/office/drawing/2014/main" id="{669BC845-2010-F357-B836-681BBF2D5618}"/>
                    </a:ext>
                  </a:extLst>
                </p:cNvPr>
                <p:cNvPicPr/>
                <p:nvPr/>
              </p:nvPicPr>
              <p:blipFill>
                <a:blip r:embed="rId115"/>
                <a:stretch>
                  <a:fillRect/>
                </a:stretch>
              </p:blipFill>
              <p:spPr>
                <a:xfrm>
                  <a:off x="10984485" y="4237150"/>
                  <a:ext cx="23940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52" name="Ink 51">
                  <a:extLst>
                    <a:ext uri="{FF2B5EF4-FFF2-40B4-BE49-F238E27FC236}">
                      <a16:creationId xmlns:a16="http://schemas.microsoft.com/office/drawing/2014/main" id="{7000A11D-1989-E903-5DE4-C6090F900779}"/>
                    </a:ext>
                  </a:extLst>
                </p14:cNvPr>
                <p14:cNvContentPartPr/>
                <p14:nvPr/>
              </p14:nvContentPartPr>
              <p14:xfrm>
                <a:off x="11226765" y="4229590"/>
                <a:ext cx="113400" cy="154080"/>
              </p14:xfrm>
            </p:contentPart>
          </mc:Choice>
          <mc:Fallback>
            <p:pic>
              <p:nvPicPr>
                <p:cNvPr id="52" name="Ink 51">
                  <a:extLst>
                    <a:ext uri="{FF2B5EF4-FFF2-40B4-BE49-F238E27FC236}">
                      <a16:creationId xmlns:a16="http://schemas.microsoft.com/office/drawing/2014/main" id="{7000A11D-1989-E903-5DE4-C6090F900779}"/>
                    </a:ext>
                  </a:extLst>
                </p:cNvPr>
                <p:cNvPicPr/>
                <p:nvPr/>
              </p:nvPicPr>
              <p:blipFill>
                <a:blip r:embed="rId117"/>
                <a:stretch>
                  <a:fillRect/>
                </a:stretch>
              </p:blipFill>
              <p:spPr>
                <a:xfrm>
                  <a:off x="11218125" y="4220590"/>
                  <a:ext cx="13104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53" name="Ink 52">
                  <a:extLst>
                    <a:ext uri="{FF2B5EF4-FFF2-40B4-BE49-F238E27FC236}">
                      <a16:creationId xmlns:a16="http://schemas.microsoft.com/office/drawing/2014/main" id="{B6223806-BC74-AE9E-483F-2FC61C97CA44}"/>
                    </a:ext>
                  </a:extLst>
                </p14:cNvPr>
                <p14:cNvContentPartPr/>
                <p14:nvPr/>
              </p14:nvContentPartPr>
              <p14:xfrm>
                <a:off x="11299845" y="4237510"/>
                <a:ext cx="183600" cy="164880"/>
              </p14:xfrm>
            </p:contentPart>
          </mc:Choice>
          <mc:Fallback>
            <p:pic>
              <p:nvPicPr>
                <p:cNvPr id="53" name="Ink 52">
                  <a:extLst>
                    <a:ext uri="{FF2B5EF4-FFF2-40B4-BE49-F238E27FC236}">
                      <a16:creationId xmlns:a16="http://schemas.microsoft.com/office/drawing/2014/main" id="{B6223806-BC74-AE9E-483F-2FC61C97CA44}"/>
                    </a:ext>
                  </a:extLst>
                </p:cNvPr>
                <p:cNvPicPr/>
                <p:nvPr/>
              </p:nvPicPr>
              <p:blipFill>
                <a:blip r:embed="rId119"/>
                <a:stretch>
                  <a:fillRect/>
                </a:stretch>
              </p:blipFill>
              <p:spPr>
                <a:xfrm>
                  <a:off x="11290845" y="4228870"/>
                  <a:ext cx="20124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43" name="Ink 42">
                  <a:extLst>
                    <a:ext uri="{FF2B5EF4-FFF2-40B4-BE49-F238E27FC236}">
                      <a16:creationId xmlns:a16="http://schemas.microsoft.com/office/drawing/2014/main" id="{22AF7390-E097-FD3E-D1E1-B6ED1652B4F1}"/>
                    </a:ext>
                  </a:extLst>
                </p14:cNvPr>
                <p14:cNvContentPartPr/>
                <p14:nvPr/>
              </p14:nvContentPartPr>
              <p14:xfrm>
                <a:off x="10191405" y="4715950"/>
                <a:ext cx="100800" cy="285120"/>
              </p14:xfrm>
            </p:contentPart>
          </mc:Choice>
          <mc:Fallback>
            <p:pic>
              <p:nvPicPr>
                <p:cNvPr id="43" name="Ink 42">
                  <a:extLst>
                    <a:ext uri="{FF2B5EF4-FFF2-40B4-BE49-F238E27FC236}">
                      <a16:creationId xmlns:a16="http://schemas.microsoft.com/office/drawing/2014/main" id="{22AF7390-E097-FD3E-D1E1-B6ED1652B4F1}"/>
                    </a:ext>
                  </a:extLst>
                </p:cNvPr>
                <p:cNvPicPr/>
                <p:nvPr/>
              </p:nvPicPr>
              <p:blipFill>
                <a:blip r:embed="rId121"/>
                <a:stretch>
                  <a:fillRect/>
                </a:stretch>
              </p:blipFill>
              <p:spPr>
                <a:xfrm>
                  <a:off x="10182765" y="4707310"/>
                  <a:ext cx="118440" cy="3027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44" name="Ink 43">
                  <a:extLst>
                    <a:ext uri="{FF2B5EF4-FFF2-40B4-BE49-F238E27FC236}">
                      <a16:creationId xmlns:a16="http://schemas.microsoft.com/office/drawing/2014/main" id="{FF2D2942-7BFE-20B7-F6DC-940092FCC71F}"/>
                    </a:ext>
                  </a:extLst>
                </p14:cNvPr>
                <p14:cNvContentPartPr/>
                <p14:nvPr/>
              </p14:nvContentPartPr>
              <p14:xfrm>
                <a:off x="10139565" y="5033470"/>
                <a:ext cx="518040" cy="205560"/>
              </p14:xfrm>
            </p:contentPart>
          </mc:Choice>
          <mc:Fallback>
            <p:pic>
              <p:nvPicPr>
                <p:cNvPr id="44" name="Ink 43">
                  <a:extLst>
                    <a:ext uri="{FF2B5EF4-FFF2-40B4-BE49-F238E27FC236}">
                      <a16:creationId xmlns:a16="http://schemas.microsoft.com/office/drawing/2014/main" id="{FF2D2942-7BFE-20B7-F6DC-940092FCC71F}"/>
                    </a:ext>
                  </a:extLst>
                </p:cNvPr>
                <p:cNvPicPr/>
                <p:nvPr/>
              </p:nvPicPr>
              <p:blipFill>
                <a:blip r:embed="rId123"/>
                <a:stretch>
                  <a:fillRect/>
                </a:stretch>
              </p:blipFill>
              <p:spPr>
                <a:xfrm>
                  <a:off x="10130925" y="5024470"/>
                  <a:ext cx="535680" cy="2232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45" name="Ink 44">
                  <a:extLst>
                    <a:ext uri="{FF2B5EF4-FFF2-40B4-BE49-F238E27FC236}">
                      <a16:creationId xmlns:a16="http://schemas.microsoft.com/office/drawing/2014/main" id="{8AE66BD3-9235-B760-1900-16F1DB370D30}"/>
                    </a:ext>
                  </a:extLst>
                </p14:cNvPr>
                <p14:cNvContentPartPr/>
                <p14:nvPr/>
              </p14:nvContentPartPr>
              <p14:xfrm>
                <a:off x="10138485" y="5171350"/>
                <a:ext cx="406440" cy="378360"/>
              </p14:xfrm>
            </p:contentPart>
          </mc:Choice>
          <mc:Fallback>
            <p:pic>
              <p:nvPicPr>
                <p:cNvPr id="45" name="Ink 44">
                  <a:extLst>
                    <a:ext uri="{FF2B5EF4-FFF2-40B4-BE49-F238E27FC236}">
                      <a16:creationId xmlns:a16="http://schemas.microsoft.com/office/drawing/2014/main" id="{8AE66BD3-9235-B760-1900-16F1DB370D30}"/>
                    </a:ext>
                  </a:extLst>
                </p:cNvPr>
                <p:cNvPicPr/>
                <p:nvPr/>
              </p:nvPicPr>
              <p:blipFill>
                <a:blip r:embed="rId125"/>
                <a:stretch>
                  <a:fillRect/>
                </a:stretch>
              </p:blipFill>
              <p:spPr>
                <a:xfrm>
                  <a:off x="10129485" y="5162710"/>
                  <a:ext cx="424080" cy="3960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46" name="Ink 45">
                  <a:extLst>
                    <a:ext uri="{FF2B5EF4-FFF2-40B4-BE49-F238E27FC236}">
                      <a16:creationId xmlns:a16="http://schemas.microsoft.com/office/drawing/2014/main" id="{65D2697E-5F07-61F3-9BCE-979AD178A31C}"/>
                    </a:ext>
                  </a:extLst>
                </p14:cNvPr>
                <p14:cNvContentPartPr/>
                <p14:nvPr/>
              </p14:nvContentPartPr>
              <p14:xfrm>
                <a:off x="10640685" y="5177830"/>
                <a:ext cx="21960" cy="293400"/>
              </p14:xfrm>
            </p:contentPart>
          </mc:Choice>
          <mc:Fallback>
            <p:pic>
              <p:nvPicPr>
                <p:cNvPr id="46" name="Ink 45">
                  <a:extLst>
                    <a:ext uri="{FF2B5EF4-FFF2-40B4-BE49-F238E27FC236}">
                      <a16:creationId xmlns:a16="http://schemas.microsoft.com/office/drawing/2014/main" id="{65D2697E-5F07-61F3-9BCE-979AD178A31C}"/>
                    </a:ext>
                  </a:extLst>
                </p:cNvPr>
                <p:cNvPicPr/>
                <p:nvPr/>
              </p:nvPicPr>
              <p:blipFill>
                <a:blip r:embed="rId127"/>
                <a:stretch>
                  <a:fillRect/>
                </a:stretch>
              </p:blipFill>
              <p:spPr>
                <a:xfrm>
                  <a:off x="10632045" y="5168830"/>
                  <a:ext cx="39600" cy="3110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55" name="Ink 54">
                  <a:extLst>
                    <a:ext uri="{FF2B5EF4-FFF2-40B4-BE49-F238E27FC236}">
                      <a16:creationId xmlns:a16="http://schemas.microsoft.com/office/drawing/2014/main" id="{3CE1A521-F115-7332-B070-3C10F1E6BC64}"/>
                    </a:ext>
                  </a:extLst>
                </p14:cNvPr>
                <p14:cNvContentPartPr/>
                <p14:nvPr/>
              </p14:nvContentPartPr>
              <p14:xfrm>
                <a:off x="10838685" y="5287990"/>
                <a:ext cx="41400" cy="141120"/>
              </p14:xfrm>
            </p:contentPart>
          </mc:Choice>
          <mc:Fallback>
            <p:pic>
              <p:nvPicPr>
                <p:cNvPr id="55" name="Ink 54">
                  <a:extLst>
                    <a:ext uri="{FF2B5EF4-FFF2-40B4-BE49-F238E27FC236}">
                      <a16:creationId xmlns:a16="http://schemas.microsoft.com/office/drawing/2014/main" id="{3CE1A521-F115-7332-B070-3C10F1E6BC64}"/>
                    </a:ext>
                  </a:extLst>
                </p:cNvPr>
                <p:cNvPicPr/>
                <p:nvPr/>
              </p:nvPicPr>
              <p:blipFill>
                <a:blip r:embed="rId129"/>
                <a:stretch>
                  <a:fillRect/>
                </a:stretch>
              </p:blipFill>
              <p:spPr>
                <a:xfrm>
                  <a:off x="10829685" y="5278990"/>
                  <a:ext cx="5904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56" name="Ink 55">
                  <a:extLst>
                    <a:ext uri="{FF2B5EF4-FFF2-40B4-BE49-F238E27FC236}">
                      <a16:creationId xmlns:a16="http://schemas.microsoft.com/office/drawing/2014/main" id="{AB3A697D-C166-EE06-8D18-7C698717AC39}"/>
                    </a:ext>
                  </a:extLst>
                </p14:cNvPr>
                <p14:cNvContentPartPr/>
                <p14:nvPr/>
              </p14:nvContentPartPr>
              <p14:xfrm>
                <a:off x="10840485" y="5260630"/>
                <a:ext cx="177120" cy="135000"/>
              </p14:xfrm>
            </p:contentPart>
          </mc:Choice>
          <mc:Fallback>
            <p:pic>
              <p:nvPicPr>
                <p:cNvPr id="56" name="Ink 55">
                  <a:extLst>
                    <a:ext uri="{FF2B5EF4-FFF2-40B4-BE49-F238E27FC236}">
                      <a16:creationId xmlns:a16="http://schemas.microsoft.com/office/drawing/2014/main" id="{AB3A697D-C166-EE06-8D18-7C698717AC39}"/>
                    </a:ext>
                  </a:extLst>
                </p:cNvPr>
                <p:cNvPicPr/>
                <p:nvPr/>
              </p:nvPicPr>
              <p:blipFill>
                <a:blip r:embed="rId131"/>
                <a:stretch>
                  <a:fillRect/>
                </a:stretch>
              </p:blipFill>
              <p:spPr>
                <a:xfrm>
                  <a:off x="10831845" y="5251630"/>
                  <a:ext cx="19476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57" name="Ink 56">
                  <a:extLst>
                    <a:ext uri="{FF2B5EF4-FFF2-40B4-BE49-F238E27FC236}">
                      <a16:creationId xmlns:a16="http://schemas.microsoft.com/office/drawing/2014/main" id="{002A8EB7-FCCE-4C8E-EBE0-DA7F19AE1194}"/>
                    </a:ext>
                  </a:extLst>
                </p14:cNvPr>
                <p14:cNvContentPartPr/>
                <p14:nvPr/>
              </p14:nvContentPartPr>
              <p14:xfrm>
                <a:off x="11087445" y="5275390"/>
                <a:ext cx="84240" cy="124920"/>
              </p14:xfrm>
            </p:contentPart>
          </mc:Choice>
          <mc:Fallback>
            <p:pic>
              <p:nvPicPr>
                <p:cNvPr id="57" name="Ink 56">
                  <a:extLst>
                    <a:ext uri="{FF2B5EF4-FFF2-40B4-BE49-F238E27FC236}">
                      <a16:creationId xmlns:a16="http://schemas.microsoft.com/office/drawing/2014/main" id="{002A8EB7-FCCE-4C8E-EBE0-DA7F19AE1194}"/>
                    </a:ext>
                  </a:extLst>
                </p:cNvPr>
                <p:cNvPicPr/>
                <p:nvPr/>
              </p:nvPicPr>
              <p:blipFill>
                <a:blip r:embed="rId133"/>
                <a:stretch>
                  <a:fillRect/>
                </a:stretch>
              </p:blipFill>
              <p:spPr>
                <a:xfrm>
                  <a:off x="11078805" y="5266750"/>
                  <a:ext cx="10188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58" name="Ink 57">
                  <a:extLst>
                    <a:ext uri="{FF2B5EF4-FFF2-40B4-BE49-F238E27FC236}">
                      <a16:creationId xmlns:a16="http://schemas.microsoft.com/office/drawing/2014/main" id="{13F25F02-0F45-E45F-7C65-D50985828164}"/>
                    </a:ext>
                  </a:extLst>
                </p14:cNvPr>
                <p14:cNvContentPartPr/>
                <p14:nvPr/>
              </p14:nvContentPartPr>
              <p14:xfrm>
                <a:off x="11091405" y="5317510"/>
                <a:ext cx="53640" cy="29520"/>
              </p14:xfrm>
            </p:contentPart>
          </mc:Choice>
          <mc:Fallback>
            <p:pic>
              <p:nvPicPr>
                <p:cNvPr id="58" name="Ink 57">
                  <a:extLst>
                    <a:ext uri="{FF2B5EF4-FFF2-40B4-BE49-F238E27FC236}">
                      <a16:creationId xmlns:a16="http://schemas.microsoft.com/office/drawing/2014/main" id="{13F25F02-0F45-E45F-7C65-D50985828164}"/>
                    </a:ext>
                  </a:extLst>
                </p:cNvPr>
                <p:cNvPicPr/>
                <p:nvPr/>
              </p:nvPicPr>
              <p:blipFill>
                <a:blip r:embed="rId135"/>
                <a:stretch>
                  <a:fillRect/>
                </a:stretch>
              </p:blipFill>
              <p:spPr>
                <a:xfrm>
                  <a:off x="11082765" y="5308870"/>
                  <a:ext cx="7128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59" name="Ink 58">
                  <a:extLst>
                    <a:ext uri="{FF2B5EF4-FFF2-40B4-BE49-F238E27FC236}">
                      <a16:creationId xmlns:a16="http://schemas.microsoft.com/office/drawing/2014/main" id="{45337135-38F0-14E2-501F-67F5C4B4F2C5}"/>
                    </a:ext>
                  </a:extLst>
                </p14:cNvPr>
                <p14:cNvContentPartPr/>
                <p14:nvPr/>
              </p14:nvContentPartPr>
              <p14:xfrm>
                <a:off x="11237925" y="5279350"/>
                <a:ext cx="159120" cy="91800"/>
              </p14:xfrm>
            </p:contentPart>
          </mc:Choice>
          <mc:Fallback>
            <p:pic>
              <p:nvPicPr>
                <p:cNvPr id="59" name="Ink 58">
                  <a:extLst>
                    <a:ext uri="{FF2B5EF4-FFF2-40B4-BE49-F238E27FC236}">
                      <a16:creationId xmlns:a16="http://schemas.microsoft.com/office/drawing/2014/main" id="{45337135-38F0-14E2-501F-67F5C4B4F2C5}"/>
                    </a:ext>
                  </a:extLst>
                </p:cNvPr>
                <p:cNvPicPr/>
                <p:nvPr/>
              </p:nvPicPr>
              <p:blipFill>
                <a:blip r:embed="rId137"/>
                <a:stretch>
                  <a:fillRect/>
                </a:stretch>
              </p:blipFill>
              <p:spPr>
                <a:xfrm>
                  <a:off x="11228925" y="5270710"/>
                  <a:ext cx="17676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60" name="Ink 59">
                  <a:extLst>
                    <a:ext uri="{FF2B5EF4-FFF2-40B4-BE49-F238E27FC236}">
                      <a16:creationId xmlns:a16="http://schemas.microsoft.com/office/drawing/2014/main" id="{E53F6434-73C0-5177-E6E0-111EECBB5103}"/>
                    </a:ext>
                  </a:extLst>
                </p14:cNvPr>
                <p14:cNvContentPartPr/>
                <p14:nvPr/>
              </p14:nvContentPartPr>
              <p14:xfrm>
                <a:off x="11443845" y="5244790"/>
                <a:ext cx="95040" cy="124200"/>
              </p14:xfrm>
            </p:contentPart>
          </mc:Choice>
          <mc:Fallback>
            <p:pic>
              <p:nvPicPr>
                <p:cNvPr id="60" name="Ink 59">
                  <a:extLst>
                    <a:ext uri="{FF2B5EF4-FFF2-40B4-BE49-F238E27FC236}">
                      <a16:creationId xmlns:a16="http://schemas.microsoft.com/office/drawing/2014/main" id="{E53F6434-73C0-5177-E6E0-111EECBB5103}"/>
                    </a:ext>
                  </a:extLst>
                </p:cNvPr>
                <p:cNvPicPr/>
                <p:nvPr/>
              </p:nvPicPr>
              <p:blipFill>
                <a:blip r:embed="rId139"/>
                <a:stretch>
                  <a:fillRect/>
                </a:stretch>
              </p:blipFill>
              <p:spPr>
                <a:xfrm>
                  <a:off x="11434845" y="5235790"/>
                  <a:ext cx="11268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61" name="Ink 60">
                  <a:extLst>
                    <a:ext uri="{FF2B5EF4-FFF2-40B4-BE49-F238E27FC236}">
                      <a16:creationId xmlns:a16="http://schemas.microsoft.com/office/drawing/2014/main" id="{26BEDF20-E6B6-EBCE-8DD2-96B75CFDB16F}"/>
                    </a:ext>
                  </a:extLst>
                </p14:cNvPr>
                <p14:cNvContentPartPr/>
                <p14:nvPr/>
              </p14:nvContentPartPr>
              <p14:xfrm>
                <a:off x="11442405" y="5313550"/>
                <a:ext cx="86760" cy="15480"/>
              </p14:xfrm>
            </p:contentPart>
          </mc:Choice>
          <mc:Fallback>
            <p:pic>
              <p:nvPicPr>
                <p:cNvPr id="61" name="Ink 60">
                  <a:extLst>
                    <a:ext uri="{FF2B5EF4-FFF2-40B4-BE49-F238E27FC236}">
                      <a16:creationId xmlns:a16="http://schemas.microsoft.com/office/drawing/2014/main" id="{26BEDF20-E6B6-EBCE-8DD2-96B75CFDB16F}"/>
                    </a:ext>
                  </a:extLst>
                </p:cNvPr>
                <p:cNvPicPr/>
                <p:nvPr/>
              </p:nvPicPr>
              <p:blipFill>
                <a:blip r:embed="rId141"/>
                <a:stretch>
                  <a:fillRect/>
                </a:stretch>
              </p:blipFill>
              <p:spPr>
                <a:xfrm>
                  <a:off x="11433765" y="5304910"/>
                  <a:ext cx="10440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62" name="Ink 61">
                  <a:extLst>
                    <a:ext uri="{FF2B5EF4-FFF2-40B4-BE49-F238E27FC236}">
                      <a16:creationId xmlns:a16="http://schemas.microsoft.com/office/drawing/2014/main" id="{C52722FA-80C0-E609-4FF4-89F5356CB318}"/>
                    </a:ext>
                  </a:extLst>
                </p14:cNvPr>
                <p14:cNvContentPartPr/>
                <p14:nvPr/>
              </p14:nvContentPartPr>
              <p14:xfrm>
                <a:off x="10294365" y="5656990"/>
                <a:ext cx="126360" cy="42840"/>
              </p14:xfrm>
            </p:contentPart>
          </mc:Choice>
          <mc:Fallback>
            <p:pic>
              <p:nvPicPr>
                <p:cNvPr id="62" name="Ink 61">
                  <a:extLst>
                    <a:ext uri="{FF2B5EF4-FFF2-40B4-BE49-F238E27FC236}">
                      <a16:creationId xmlns:a16="http://schemas.microsoft.com/office/drawing/2014/main" id="{C52722FA-80C0-E609-4FF4-89F5356CB318}"/>
                    </a:ext>
                  </a:extLst>
                </p:cNvPr>
                <p:cNvPicPr/>
                <p:nvPr/>
              </p:nvPicPr>
              <p:blipFill>
                <a:blip r:embed="rId143"/>
                <a:stretch>
                  <a:fillRect/>
                </a:stretch>
              </p:blipFill>
              <p:spPr>
                <a:xfrm>
                  <a:off x="10285365" y="5647990"/>
                  <a:ext cx="14400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63" name="Ink 62">
                  <a:extLst>
                    <a:ext uri="{FF2B5EF4-FFF2-40B4-BE49-F238E27FC236}">
                      <a16:creationId xmlns:a16="http://schemas.microsoft.com/office/drawing/2014/main" id="{B563CDFB-2638-9783-A14B-54E0A3868178}"/>
                    </a:ext>
                  </a:extLst>
                </p14:cNvPr>
                <p14:cNvContentPartPr/>
                <p14:nvPr/>
              </p14:nvContentPartPr>
              <p14:xfrm>
                <a:off x="10573005" y="5599030"/>
                <a:ext cx="115200" cy="38880"/>
              </p14:xfrm>
            </p:contentPart>
          </mc:Choice>
          <mc:Fallback>
            <p:pic>
              <p:nvPicPr>
                <p:cNvPr id="63" name="Ink 62">
                  <a:extLst>
                    <a:ext uri="{FF2B5EF4-FFF2-40B4-BE49-F238E27FC236}">
                      <a16:creationId xmlns:a16="http://schemas.microsoft.com/office/drawing/2014/main" id="{B563CDFB-2638-9783-A14B-54E0A3868178}"/>
                    </a:ext>
                  </a:extLst>
                </p:cNvPr>
                <p:cNvPicPr/>
                <p:nvPr/>
              </p:nvPicPr>
              <p:blipFill>
                <a:blip r:embed="rId145"/>
                <a:stretch>
                  <a:fillRect/>
                </a:stretch>
              </p:blipFill>
              <p:spPr>
                <a:xfrm>
                  <a:off x="10564005" y="5590390"/>
                  <a:ext cx="13284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64" name="Ink 63">
                  <a:extLst>
                    <a:ext uri="{FF2B5EF4-FFF2-40B4-BE49-F238E27FC236}">
                      <a16:creationId xmlns:a16="http://schemas.microsoft.com/office/drawing/2014/main" id="{1221CDBC-F804-B2F4-1043-5BA18A39764D}"/>
                    </a:ext>
                  </a:extLst>
                </p14:cNvPr>
                <p14:cNvContentPartPr/>
                <p14:nvPr/>
              </p14:nvContentPartPr>
              <p14:xfrm>
                <a:off x="10329285" y="5845990"/>
                <a:ext cx="34200" cy="3960"/>
              </p14:xfrm>
            </p:contentPart>
          </mc:Choice>
          <mc:Fallback>
            <p:pic>
              <p:nvPicPr>
                <p:cNvPr id="64" name="Ink 63">
                  <a:extLst>
                    <a:ext uri="{FF2B5EF4-FFF2-40B4-BE49-F238E27FC236}">
                      <a16:creationId xmlns:a16="http://schemas.microsoft.com/office/drawing/2014/main" id="{1221CDBC-F804-B2F4-1043-5BA18A39764D}"/>
                    </a:ext>
                  </a:extLst>
                </p:cNvPr>
                <p:cNvPicPr/>
                <p:nvPr/>
              </p:nvPicPr>
              <p:blipFill>
                <a:blip r:embed="rId147"/>
                <a:stretch>
                  <a:fillRect/>
                </a:stretch>
              </p:blipFill>
              <p:spPr>
                <a:xfrm>
                  <a:off x="10320645" y="5836990"/>
                  <a:ext cx="5184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65" name="Ink 64">
                  <a:extLst>
                    <a:ext uri="{FF2B5EF4-FFF2-40B4-BE49-F238E27FC236}">
                      <a16:creationId xmlns:a16="http://schemas.microsoft.com/office/drawing/2014/main" id="{B78FCA30-CB52-E6AB-A0FB-7E8F2891F86A}"/>
                    </a:ext>
                  </a:extLst>
                </p14:cNvPr>
                <p14:cNvContentPartPr/>
                <p14:nvPr/>
              </p14:nvContentPartPr>
              <p14:xfrm>
                <a:off x="10593525" y="5741590"/>
                <a:ext cx="106920" cy="47880"/>
              </p14:xfrm>
            </p:contentPart>
          </mc:Choice>
          <mc:Fallback>
            <p:pic>
              <p:nvPicPr>
                <p:cNvPr id="65" name="Ink 64">
                  <a:extLst>
                    <a:ext uri="{FF2B5EF4-FFF2-40B4-BE49-F238E27FC236}">
                      <a16:creationId xmlns:a16="http://schemas.microsoft.com/office/drawing/2014/main" id="{B78FCA30-CB52-E6AB-A0FB-7E8F2891F86A}"/>
                    </a:ext>
                  </a:extLst>
                </p:cNvPr>
                <p:cNvPicPr/>
                <p:nvPr/>
              </p:nvPicPr>
              <p:blipFill>
                <a:blip r:embed="rId149"/>
                <a:stretch>
                  <a:fillRect/>
                </a:stretch>
              </p:blipFill>
              <p:spPr>
                <a:xfrm>
                  <a:off x="10584525" y="5732950"/>
                  <a:ext cx="12456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68" name="Ink 67">
                  <a:extLst>
                    <a:ext uri="{FF2B5EF4-FFF2-40B4-BE49-F238E27FC236}">
                      <a16:creationId xmlns:a16="http://schemas.microsoft.com/office/drawing/2014/main" id="{811CEAB2-0A87-49D9-9189-9DBBF819E8A7}"/>
                    </a:ext>
                  </a:extLst>
                </p14:cNvPr>
                <p14:cNvContentPartPr/>
                <p14:nvPr/>
              </p14:nvContentPartPr>
              <p14:xfrm>
                <a:off x="10906005" y="5601910"/>
                <a:ext cx="129240" cy="72360"/>
              </p14:xfrm>
            </p:contentPart>
          </mc:Choice>
          <mc:Fallback>
            <p:pic>
              <p:nvPicPr>
                <p:cNvPr id="68" name="Ink 67">
                  <a:extLst>
                    <a:ext uri="{FF2B5EF4-FFF2-40B4-BE49-F238E27FC236}">
                      <a16:creationId xmlns:a16="http://schemas.microsoft.com/office/drawing/2014/main" id="{811CEAB2-0A87-49D9-9189-9DBBF819E8A7}"/>
                    </a:ext>
                  </a:extLst>
                </p:cNvPr>
                <p:cNvPicPr/>
                <p:nvPr/>
              </p:nvPicPr>
              <p:blipFill>
                <a:blip r:embed="rId151"/>
                <a:stretch>
                  <a:fillRect/>
                </a:stretch>
              </p:blipFill>
              <p:spPr>
                <a:xfrm>
                  <a:off x="10897005" y="5593270"/>
                  <a:ext cx="146880" cy="9000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69" name="Ink 68">
                  <a:extLst>
                    <a:ext uri="{FF2B5EF4-FFF2-40B4-BE49-F238E27FC236}">
                      <a16:creationId xmlns:a16="http://schemas.microsoft.com/office/drawing/2014/main" id="{AF40E1C7-96D0-C970-86BA-F807DE3EB7BF}"/>
                    </a:ext>
                  </a:extLst>
                </p14:cNvPr>
                <p14:cNvContentPartPr/>
                <p14:nvPr/>
              </p14:nvContentPartPr>
              <p14:xfrm>
                <a:off x="10924005" y="5748070"/>
                <a:ext cx="115920" cy="65520"/>
              </p14:xfrm>
            </p:contentPart>
          </mc:Choice>
          <mc:Fallback>
            <p:pic>
              <p:nvPicPr>
                <p:cNvPr id="69" name="Ink 68">
                  <a:extLst>
                    <a:ext uri="{FF2B5EF4-FFF2-40B4-BE49-F238E27FC236}">
                      <a16:creationId xmlns:a16="http://schemas.microsoft.com/office/drawing/2014/main" id="{AF40E1C7-96D0-C970-86BA-F807DE3EB7BF}"/>
                    </a:ext>
                  </a:extLst>
                </p:cNvPr>
                <p:cNvPicPr/>
                <p:nvPr/>
              </p:nvPicPr>
              <p:blipFill>
                <a:blip r:embed="rId153"/>
                <a:stretch>
                  <a:fillRect/>
                </a:stretch>
              </p:blipFill>
              <p:spPr>
                <a:xfrm>
                  <a:off x="10915365" y="5739070"/>
                  <a:ext cx="13356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70" name="Ink 69">
                  <a:extLst>
                    <a:ext uri="{FF2B5EF4-FFF2-40B4-BE49-F238E27FC236}">
                      <a16:creationId xmlns:a16="http://schemas.microsoft.com/office/drawing/2014/main" id="{CA28326B-6E3F-E3E1-C48D-4B1F8B773A29}"/>
                    </a:ext>
                  </a:extLst>
                </p14:cNvPr>
                <p14:cNvContentPartPr/>
                <p14:nvPr/>
              </p14:nvContentPartPr>
              <p14:xfrm>
                <a:off x="10530525" y="5919430"/>
                <a:ext cx="157680" cy="38520"/>
              </p14:xfrm>
            </p:contentPart>
          </mc:Choice>
          <mc:Fallback>
            <p:pic>
              <p:nvPicPr>
                <p:cNvPr id="70" name="Ink 69">
                  <a:extLst>
                    <a:ext uri="{FF2B5EF4-FFF2-40B4-BE49-F238E27FC236}">
                      <a16:creationId xmlns:a16="http://schemas.microsoft.com/office/drawing/2014/main" id="{CA28326B-6E3F-E3E1-C48D-4B1F8B773A29}"/>
                    </a:ext>
                  </a:extLst>
                </p:cNvPr>
                <p:cNvPicPr/>
                <p:nvPr/>
              </p:nvPicPr>
              <p:blipFill>
                <a:blip r:embed="rId155"/>
                <a:stretch>
                  <a:fillRect/>
                </a:stretch>
              </p:blipFill>
              <p:spPr>
                <a:xfrm>
                  <a:off x="10521885" y="5910430"/>
                  <a:ext cx="17532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71" name="Ink 70">
                  <a:extLst>
                    <a:ext uri="{FF2B5EF4-FFF2-40B4-BE49-F238E27FC236}">
                      <a16:creationId xmlns:a16="http://schemas.microsoft.com/office/drawing/2014/main" id="{BC905254-77C8-6986-7B0C-99D4F183658B}"/>
                    </a:ext>
                  </a:extLst>
                </p14:cNvPr>
                <p14:cNvContentPartPr/>
                <p14:nvPr/>
              </p14:nvContentPartPr>
              <p14:xfrm>
                <a:off x="10367085" y="5975950"/>
                <a:ext cx="68760" cy="19080"/>
              </p14:xfrm>
            </p:contentPart>
          </mc:Choice>
          <mc:Fallback>
            <p:pic>
              <p:nvPicPr>
                <p:cNvPr id="71" name="Ink 70">
                  <a:extLst>
                    <a:ext uri="{FF2B5EF4-FFF2-40B4-BE49-F238E27FC236}">
                      <a16:creationId xmlns:a16="http://schemas.microsoft.com/office/drawing/2014/main" id="{BC905254-77C8-6986-7B0C-99D4F183658B}"/>
                    </a:ext>
                  </a:extLst>
                </p:cNvPr>
                <p:cNvPicPr/>
                <p:nvPr/>
              </p:nvPicPr>
              <p:blipFill>
                <a:blip r:embed="rId157"/>
                <a:stretch>
                  <a:fillRect/>
                </a:stretch>
              </p:blipFill>
              <p:spPr>
                <a:xfrm>
                  <a:off x="10358445" y="5967310"/>
                  <a:ext cx="8640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1" name="Ink 90">
                  <a:extLst>
                    <a:ext uri="{FF2B5EF4-FFF2-40B4-BE49-F238E27FC236}">
                      <a16:creationId xmlns:a16="http://schemas.microsoft.com/office/drawing/2014/main" id="{1F39A970-C588-4170-5DB8-A22670620A14}"/>
                    </a:ext>
                  </a:extLst>
                </p14:cNvPr>
                <p14:cNvContentPartPr/>
                <p14:nvPr/>
              </p14:nvContentPartPr>
              <p14:xfrm>
                <a:off x="11036685" y="3742150"/>
                <a:ext cx="112320" cy="8280"/>
              </p14:xfrm>
            </p:contentPart>
          </mc:Choice>
          <mc:Fallback>
            <p:pic>
              <p:nvPicPr>
                <p:cNvPr id="91" name="Ink 90">
                  <a:extLst>
                    <a:ext uri="{FF2B5EF4-FFF2-40B4-BE49-F238E27FC236}">
                      <a16:creationId xmlns:a16="http://schemas.microsoft.com/office/drawing/2014/main" id="{1F39A970-C588-4170-5DB8-A22670620A14}"/>
                    </a:ext>
                  </a:extLst>
                </p:cNvPr>
                <p:cNvPicPr/>
                <p:nvPr/>
              </p:nvPicPr>
              <p:blipFill>
                <a:blip r:embed="rId159"/>
                <a:stretch>
                  <a:fillRect/>
                </a:stretch>
              </p:blipFill>
              <p:spPr>
                <a:xfrm>
                  <a:off x="11028045" y="3733150"/>
                  <a:ext cx="12996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2" name="Ink 91">
                  <a:extLst>
                    <a:ext uri="{FF2B5EF4-FFF2-40B4-BE49-F238E27FC236}">
                      <a16:creationId xmlns:a16="http://schemas.microsoft.com/office/drawing/2014/main" id="{E87335E6-ADCA-F0B0-0134-EA7DD72C482D}"/>
                    </a:ext>
                  </a:extLst>
                </p14:cNvPr>
                <p14:cNvContentPartPr/>
                <p14:nvPr/>
              </p14:nvContentPartPr>
              <p14:xfrm>
                <a:off x="11092845" y="3672670"/>
                <a:ext cx="7560" cy="168480"/>
              </p14:xfrm>
            </p:contentPart>
          </mc:Choice>
          <mc:Fallback>
            <p:pic>
              <p:nvPicPr>
                <p:cNvPr id="92" name="Ink 91">
                  <a:extLst>
                    <a:ext uri="{FF2B5EF4-FFF2-40B4-BE49-F238E27FC236}">
                      <a16:creationId xmlns:a16="http://schemas.microsoft.com/office/drawing/2014/main" id="{E87335E6-ADCA-F0B0-0134-EA7DD72C482D}"/>
                    </a:ext>
                  </a:extLst>
                </p:cNvPr>
                <p:cNvPicPr/>
                <p:nvPr/>
              </p:nvPicPr>
              <p:blipFill>
                <a:blip r:embed="rId161"/>
                <a:stretch>
                  <a:fillRect/>
                </a:stretch>
              </p:blipFill>
              <p:spPr>
                <a:xfrm>
                  <a:off x="11083845" y="3664030"/>
                  <a:ext cx="2520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3" name="Ink 92">
                  <a:extLst>
                    <a:ext uri="{FF2B5EF4-FFF2-40B4-BE49-F238E27FC236}">
                      <a16:creationId xmlns:a16="http://schemas.microsoft.com/office/drawing/2014/main" id="{DA6E559F-8805-6AAC-0692-E6D401C4F037}"/>
                    </a:ext>
                  </a:extLst>
                </p14:cNvPr>
                <p14:cNvContentPartPr/>
                <p14:nvPr/>
              </p14:nvContentPartPr>
              <p14:xfrm>
                <a:off x="11105805" y="3681310"/>
                <a:ext cx="36720" cy="65880"/>
              </p14:xfrm>
            </p:contentPart>
          </mc:Choice>
          <mc:Fallback>
            <p:pic>
              <p:nvPicPr>
                <p:cNvPr id="93" name="Ink 92">
                  <a:extLst>
                    <a:ext uri="{FF2B5EF4-FFF2-40B4-BE49-F238E27FC236}">
                      <a16:creationId xmlns:a16="http://schemas.microsoft.com/office/drawing/2014/main" id="{DA6E559F-8805-6AAC-0692-E6D401C4F037}"/>
                    </a:ext>
                  </a:extLst>
                </p:cNvPr>
                <p:cNvPicPr/>
                <p:nvPr/>
              </p:nvPicPr>
              <p:blipFill>
                <a:blip r:embed="rId163"/>
                <a:stretch>
                  <a:fillRect/>
                </a:stretch>
              </p:blipFill>
              <p:spPr>
                <a:xfrm>
                  <a:off x="11097165" y="3672670"/>
                  <a:ext cx="54360" cy="8352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4" name="Ink 93">
                  <a:extLst>
                    <a:ext uri="{FF2B5EF4-FFF2-40B4-BE49-F238E27FC236}">
                      <a16:creationId xmlns:a16="http://schemas.microsoft.com/office/drawing/2014/main" id="{E95E6B4E-F7D8-C2C4-18DE-570446766DA7}"/>
                    </a:ext>
                  </a:extLst>
                </p14:cNvPr>
                <p14:cNvContentPartPr/>
                <p14:nvPr/>
              </p14:nvContentPartPr>
              <p14:xfrm>
                <a:off x="11057205" y="3702190"/>
                <a:ext cx="84600" cy="67680"/>
              </p14:xfrm>
            </p:contentPart>
          </mc:Choice>
          <mc:Fallback>
            <p:pic>
              <p:nvPicPr>
                <p:cNvPr id="94" name="Ink 93">
                  <a:extLst>
                    <a:ext uri="{FF2B5EF4-FFF2-40B4-BE49-F238E27FC236}">
                      <a16:creationId xmlns:a16="http://schemas.microsoft.com/office/drawing/2014/main" id="{E95E6B4E-F7D8-C2C4-18DE-570446766DA7}"/>
                    </a:ext>
                  </a:extLst>
                </p:cNvPr>
                <p:cNvPicPr/>
                <p:nvPr/>
              </p:nvPicPr>
              <p:blipFill>
                <a:blip r:embed="rId165"/>
                <a:stretch>
                  <a:fillRect/>
                </a:stretch>
              </p:blipFill>
              <p:spPr>
                <a:xfrm>
                  <a:off x="11048565" y="3693190"/>
                  <a:ext cx="10224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5" name="Ink 94">
                  <a:extLst>
                    <a:ext uri="{FF2B5EF4-FFF2-40B4-BE49-F238E27FC236}">
                      <a16:creationId xmlns:a16="http://schemas.microsoft.com/office/drawing/2014/main" id="{43A8DCD9-E97A-9731-5BF2-1C983EEBF345}"/>
                    </a:ext>
                  </a:extLst>
                </p14:cNvPr>
                <p14:cNvContentPartPr/>
                <p14:nvPr/>
              </p14:nvContentPartPr>
              <p14:xfrm>
                <a:off x="11249445" y="3702190"/>
                <a:ext cx="14760" cy="106560"/>
              </p14:xfrm>
            </p:contentPart>
          </mc:Choice>
          <mc:Fallback>
            <p:pic>
              <p:nvPicPr>
                <p:cNvPr id="95" name="Ink 94">
                  <a:extLst>
                    <a:ext uri="{FF2B5EF4-FFF2-40B4-BE49-F238E27FC236}">
                      <a16:creationId xmlns:a16="http://schemas.microsoft.com/office/drawing/2014/main" id="{43A8DCD9-E97A-9731-5BF2-1C983EEBF345}"/>
                    </a:ext>
                  </a:extLst>
                </p:cNvPr>
                <p:cNvPicPr/>
                <p:nvPr/>
              </p:nvPicPr>
              <p:blipFill>
                <a:blip r:embed="rId167"/>
                <a:stretch>
                  <a:fillRect/>
                </a:stretch>
              </p:blipFill>
              <p:spPr>
                <a:xfrm>
                  <a:off x="11240445" y="3693550"/>
                  <a:ext cx="32400" cy="12420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96" name="Ink 95">
                  <a:extLst>
                    <a:ext uri="{FF2B5EF4-FFF2-40B4-BE49-F238E27FC236}">
                      <a16:creationId xmlns:a16="http://schemas.microsoft.com/office/drawing/2014/main" id="{594C2DC4-1D3F-DD97-06E6-BC39BB830366}"/>
                    </a:ext>
                  </a:extLst>
                </p14:cNvPr>
                <p14:cNvContentPartPr/>
                <p14:nvPr/>
              </p14:nvContentPartPr>
              <p14:xfrm>
                <a:off x="11213445" y="3739630"/>
                <a:ext cx="105480" cy="15120"/>
              </p14:xfrm>
            </p:contentPart>
          </mc:Choice>
          <mc:Fallback>
            <p:pic>
              <p:nvPicPr>
                <p:cNvPr id="96" name="Ink 95">
                  <a:extLst>
                    <a:ext uri="{FF2B5EF4-FFF2-40B4-BE49-F238E27FC236}">
                      <a16:creationId xmlns:a16="http://schemas.microsoft.com/office/drawing/2014/main" id="{594C2DC4-1D3F-DD97-06E6-BC39BB830366}"/>
                    </a:ext>
                  </a:extLst>
                </p:cNvPr>
                <p:cNvPicPr/>
                <p:nvPr/>
              </p:nvPicPr>
              <p:blipFill>
                <a:blip r:embed="rId169"/>
                <a:stretch>
                  <a:fillRect/>
                </a:stretch>
              </p:blipFill>
              <p:spPr>
                <a:xfrm>
                  <a:off x="11204805" y="3730630"/>
                  <a:ext cx="12312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97" name="Ink 96">
                  <a:extLst>
                    <a:ext uri="{FF2B5EF4-FFF2-40B4-BE49-F238E27FC236}">
                      <a16:creationId xmlns:a16="http://schemas.microsoft.com/office/drawing/2014/main" id="{AFBD3FE9-9CFF-42BA-C974-9A67C6CAFAB8}"/>
                    </a:ext>
                  </a:extLst>
                </p14:cNvPr>
                <p14:cNvContentPartPr/>
                <p14:nvPr/>
              </p14:nvContentPartPr>
              <p14:xfrm>
                <a:off x="11239365" y="3687790"/>
                <a:ext cx="84600" cy="71280"/>
              </p14:xfrm>
            </p:contentPart>
          </mc:Choice>
          <mc:Fallback>
            <p:pic>
              <p:nvPicPr>
                <p:cNvPr id="97" name="Ink 96">
                  <a:extLst>
                    <a:ext uri="{FF2B5EF4-FFF2-40B4-BE49-F238E27FC236}">
                      <a16:creationId xmlns:a16="http://schemas.microsoft.com/office/drawing/2014/main" id="{AFBD3FE9-9CFF-42BA-C974-9A67C6CAFAB8}"/>
                    </a:ext>
                  </a:extLst>
                </p:cNvPr>
                <p:cNvPicPr/>
                <p:nvPr/>
              </p:nvPicPr>
              <p:blipFill>
                <a:blip r:embed="rId171"/>
                <a:stretch>
                  <a:fillRect/>
                </a:stretch>
              </p:blipFill>
              <p:spPr>
                <a:xfrm>
                  <a:off x="11230725" y="3678790"/>
                  <a:ext cx="102240" cy="889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98" name="Ink 97">
                  <a:extLst>
                    <a:ext uri="{FF2B5EF4-FFF2-40B4-BE49-F238E27FC236}">
                      <a16:creationId xmlns:a16="http://schemas.microsoft.com/office/drawing/2014/main" id="{F6441ED9-318F-5DD4-6A69-CA6337FF1B6B}"/>
                    </a:ext>
                  </a:extLst>
                </p14:cNvPr>
                <p14:cNvContentPartPr/>
                <p14:nvPr/>
              </p14:nvContentPartPr>
              <p14:xfrm>
                <a:off x="11226765" y="3696790"/>
                <a:ext cx="101160" cy="96120"/>
              </p14:xfrm>
            </p:contentPart>
          </mc:Choice>
          <mc:Fallback>
            <p:pic>
              <p:nvPicPr>
                <p:cNvPr id="98" name="Ink 97">
                  <a:extLst>
                    <a:ext uri="{FF2B5EF4-FFF2-40B4-BE49-F238E27FC236}">
                      <a16:creationId xmlns:a16="http://schemas.microsoft.com/office/drawing/2014/main" id="{F6441ED9-318F-5DD4-6A69-CA6337FF1B6B}"/>
                    </a:ext>
                  </a:extLst>
                </p:cNvPr>
                <p:cNvPicPr/>
                <p:nvPr/>
              </p:nvPicPr>
              <p:blipFill>
                <a:blip r:embed="rId173"/>
                <a:stretch>
                  <a:fillRect/>
                </a:stretch>
              </p:blipFill>
              <p:spPr>
                <a:xfrm>
                  <a:off x="11218125" y="3687790"/>
                  <a:ext cx="118800" cy="1137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99" name="Ink 98">
                  <a:extLst>
                    <a:ext uri="{FF2B5EF4-FFF2-40B4-BE49-F238E27FC236}">
                      <a16:creationId xmlns:a16="http://schemas.microsoft.com/office/drawing/2014/main" id="{EFA7ACD9-47C5-D7D2-B7A9-D836FF31D372}"/>
                    </a:ext>
                  </a:extLst>
                </p14:cNvPr>
                <p14:cNvContentPartPr/>
                <p14:nvPr/>
              </p14:nvContentPartPr>
              <p14:xfrm>
                <a:off x="11390205" y="3680230"/>
                <a:ext cx="18360" cy="110520"/>
              </p14:xfrm>
            </p:contentPart>
          </mc:Choice>
          <mc:Fallback>
            <p:pic>
              <p:nvPicPr>
                <p:cNvPr id="99" name="Ink 98">
                  <a:extLst>
                    <a:ext uri="{FF2B5EF4-FFF2-40B4-BE49-F238E27FC236}">
                      <a16:creationId xmlns:a16="http://schemas.microsoft.com/office/drawing/2014/main" id="{EFA7ACD9-47C5-D7D2-B7A9-D836FF31D372}"/>
                    </a:ext>
                  </a:extLst>
                </p:cNvPr>
                <p:cNvPicPr/>
                <p:nvPr/>
              </p:nvPicPr>
              <p:blipFill>
                <a:blip r:embed="rId175"/>
                <a:stretch>
                  <a:fillRect/>
                </a:stretch>
              </p:blipFill>
              <p:spPr>
                <a:xfrm>
                  <a:off x="11381565" y="3671230"/>
                  <a:ext cx="3600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0" name="Ink 99">
                  <a:extLst>
                    <a:ext uri="{FF2B5EF4-FFF2-40B4-BE49-F238E27FC236}">
                      <a16:creationId xmlns:a16="http://schemas.microsoft.com/office/drawing/2014/main" id="{3801D22F-5A83-A08B-7E03-DAEB2497B03D}"/>
                    </a:ext>
                  </a:extLst>
                </p14:cNvPr>
                <p14:cNvContentPartPr/>
                <p14:nvPr/>
              </p14:nvContentPartPr>
              <p14:xfrm>
                <a:off x="11352765" y="3727030"/>
                <a:ext cx="72000" cy="15840"/>
              </p14:xfrm>
            </p:contentPart>
          </mc:Choice>
          <mc:Fallback>
            <p:pic>
              <p:nvPicPr>
                <p:cNvPr id="100" name="Ink 99">
                  <a:extLst>
                    <a:ext uri="{FF2B5EF4-FFF2-40B4-BE49-F238E27FC236}">
                      <a16:creationId xmlns:a16="http://schemas.microsoft.com/office/drawing/2014/main" id="{3801D22F-5A83-A08B-7E03-DAEB2497B03D}"/>
                    </a:ext>
                  </a:extLst>
                </p:cNvPr>
                <p:cNvPicPr/>
                <p:nvPr/>
              </p:nvPicPr>
              <p:blipFill>
                <a:blip r:embed="rId177"/>
                <a:stretch>
                  <a:fillRect/>
                </a:stretch>
              </p:blipFill>
              <p:spPr>
                <a:xfrm>
                  <a:off x="11344125" y="3718030"/>
                  <a:ext cx="8964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1" name="Ink 100">
                  <a:extLst>
                    <a:ext uri="{FF2B5EF4-FFF2-40B4-BE49-F238E27FC236}">
                      <a16:creationId xmlns:a16="http://schemas.microsoft.com/office/drawing/2014/main" id="{8AA92C8E-BE4E-E741-D456-14B6B0F5F146}"/>
                    </a:ext>
                  </a:extLst>
                </p14:cNvPr>
                <p14:cNvContentPartPr/>
                <p14:nvPr/>
              </p14:nvContentPartPr>
              <p14:xfrm>
                <a:off x="11372565" y="3686350"/>
                <a:ext cx="84960" cy="68400"/>
              </p14:xfrm>
            </p:contentPart>
          </mc:Choice>
          <mc:Fallback>
            <p:pic>
              <p:nvPicPr>
                <p:cNvPr id="101" name="Ink 100">
                  <a:extLst>
                    <a:ext uri="{FF2B5EF4-FFF2-40B4-BE49-F238E27FC236}">
                      <a16:creationId xmlns:a16="http://schemas.microsoft.com/office/drawing/2014/main" id="{8AA92C8E-BE4E-E741-D456-14B6B0F5F146}"/>
                    </a:ext>
                  </a:extLst>
                </p:cNvPr>
                <p:cNvPicPr/>
                <p:nvPr/>
              </p:nvPicPr>
              <p:blipFill>
                <a:blip r:embed="rId179"/>
                <a:stretch>
                  <a:fillRect/>
                </a:stretch>
              </p:blipFill>
              <p:spPr>
                <a:xfrm>
                  <a:off x="11363565" y="3677350"/>
                  <a:ext cx="102600" cy="8604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2" name="Ink 101">
                  <a:extLst>
                    <a:ext uri="{FF2B5EF4-FFF2-40B4-BE49-F238E27FC236}">
                      <a16:creationId xmlns:a16="http://schemas.microsoft.com/office/drawing/2014/main" id="{9962EC25-EC27-71A2-2AB8-BAF947A8D297}"/>
                    </a:ext>
                  </a:extLst>
                </p14:cNvPr>
                <p14:cNvContentPartPr/>
                <p14:nvPr/>
              </p14:nvContentPartPr>
              <p14:xfrm>
                <a:off x="11390205" y="3709390"/>
                <a:ext cx="71640" cy="66960"/>
              </p14:xfrm>
            </p:contentPart>
          </mc:Choice>
          <mc:Fallback>
            <p:pic>
              <p:nvPicPr>
                <p:cNvPr id="102" name="Ink 101">
                  <a:extLst>
                    <a:ext uri="{FF2B5EF4-FFF2-40B4-BE49-F238E27FC236}">
                      <a16:creationId xmlns:a16="http://schemas.microsoft.com/office/drawing/2014/main" id="{9962EC25-EC27-71A2-2AB8-BAF947A8D297}"/>
                    </a:ext>
                  </a:extLst>
                </p:cNvPr>
                <p:cNvPicPr/>
                <p:nvPr/>
              </p:nvPicPr>
              <p:blipFill>
                <a:blip r:embed="rId181"/>
                <a:stretch>
                  <a:fillRect/>
                </a:stretch>
              </p:blipFill>
              <p:spPr>
                <a:xfrm>
                  <a:off x="11381565" y="3700390"/>
                  <a:ext cx="8928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4" name="Ink 103">
                  <a:extLst>
                    <a:ext uri="{FF2B5EF4-FFF2-40B4-BE49-F238E27FC236}">
                      <a16:creationId xmlns:a16="http://schemas.microsoft.com/office/drawing/2014/main" id="{4196E849-60AA-CFB1-76E0-12556B12A842}"/>
                    </a:ext>
                  </a:extLst>
                </p14:cNvPr>
                <p14:cNvContentPartPr/>
                <p14:nvPr/>
              </p14:nvContentPartPr>
              <p14:xfrm>
                <a:off x="11064405" y="3641350"/>
                <a:ext cx="93960" cy="245520"/>
              </p14:xfrm>
            </p:contentPart>
          </mc:Choice>
          <mc:Fallback>
            <p:pic>
              <p:nvPicPr>
                <p:cNvPr id="104" name="Ink 103">
                  <a:extLst>
                    <a:ext uri="{FF2B5EF4-FFF2-40B4-BE49-F238E27FC236}">
                      <a16:creationId xmlns:a16="http://schemas.microsoft.com/office/drawing/2014/main" id="{4196E849-60AA-CFB1-76E0-12556B12A842}"/>
                    </a:ext>
                  </a:extLst>
                </p:cNvPr>
                <p:cNvPicPr/>
                <p:nvPr/>
              </p:nvPicPr>
              <p:blipFill>
                <a:blip r:embed="rId183"/>
                <a:stretch>
                  <a:fillRect/>
                </a:stretch>
              </p:blipFill>
              <p:spPr>
                <a:xfrm>
                  <a:off x="11055405" y="3632710"/>
                  <a:ext cx="11160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05" name="Ink 104">
                  <a:extLst>
                    <a:ext uri="{FF2B5EF4-FFF2-40B4-BE49-F238E27FC236}">
                      <a16:creationId xmlns:a16="http://schemas.microsoft.com/office/drawing/2014/main" id="{4D8F65B2-6E32-9682-C3FB-5FE52B0924BB}"/>
                    </a:ext>
                  </a:extLst>
                </p14:cNvPr>
                <p14:cNvContentPartPr/>
                <p14:nvPr/>
              </p14:nvContentPartPr>
              <p14:xfrm>
                <a:off x="11516205" y="3621190"/>
                <a:ext cx="48240" cy="201240"/>
              </p14:xfrm>
            </p:contentPart>
          </mc:Choice>
          <mc:Fallback>
            <p:pic>
              <p:nvPicPr>
                <p:cNvPr id="105" name="Ink 104">
                  <a:extLst>
                    <a:ext uri="{FF2B5EF4-FFF2-40B4-BE49-F238E27FC236}">
                      <a16:creationId xmlns:a16="http://schemas.microsoft.com/office/drawing/2014/main" id="{4D8F65B2-6E32-9682-C3FB-5FE52B0924BB}"/>
                    </a:ext>
                  </a:extLst>
                </p:cNvPr>
                <p:cNvPicPr/>
                <p:nvPr/>
              </p:nvPicPr>
              <p:blipFill>
                <a:blip r:embed="rId185"/>
                <a:stretch>
                  <a:fillRect/>
                </a:stretch>
              </p:blipFill>
              <p:spPr>
                <a:xfrm>
                  <a:off x="11507565" y="3612190"/>
                  <a:ext cx="6588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07" name="Ink 106">
                  <a:extLst>
                    <a:ext uri="{FF2B5EF4-FFF2-40B4-BE49-F238E27FC236}">
                      <a16:creationId xmlns:a16="http://schemas.microsoft.com/office/drawing/2014/main" id="{DB85159A-353A-D6AD-0A64-BDCBAAA681A5}"/>
                    </a:ext>
                  </a:extLst>
                </p14:cNvPr>
                <p14:cNvContentPartPr/>
                <p14:nvPr/>
              </p14:nvContentPartPr>
              <p14:xfrm>
                <a:off x="11199405" y="3983350"/>
                <a:ext cx="104040" cy="115560"/>
              </p14:xfrm>
            </p:contentPart>
          </mc:Choice>
          <mc:Fallback>
            <p:pic>
              <p:nvPicPr>
                <p:cNvPr id="107" name="Ink 106">
                  <a:extLst>
                    <a:ext uri="{FF2B5EF4-FFF2-40B4-BE49-F238E27FC236}">
                      <a16:creationId xmlns:a16="http://schemas.microsoft.com/office/drawing/2014/main" id="{DB85159A-353A-D6AD-0A64-BDCBAAA681A5}"/>
                    </a:ext>
                  </a:extLst>
                </p:cNvPr>
                <p:cNvPicPr/>
                <p:nvPr/>
              </p:nvPicPr>
              <p:blipFill>
                <a:blip r:embed="rId187"/>
                <a:stretch>
                  <a:fillRect/>
                </a:stretch>
              </p:blipFill>
              <p:spPr>
                <a:xfrm>
                  <a:off x="11190405" y="3974710"/>
                  <a:ext cx="12168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08" name="Ink 107">
                  <a:extLst>
                    <a:ext uri="{FF2B5EF4-FFF2-40B4-BE49-F238E27FC236}">
                      <a16:creationId xmlns:a16="http://schemas.microsoft.com/office/drawing/2014/main" id="{D70F87EB-DF6E-7A04-CDD6-3E8B2C249D1B}"/>
                    </a:ext>
                  </a:extLst>
                </p14:cNvPr>
                <p14:cNvContentPartPr/>
                <p14:nvPr/>
              </p14:nvContentPartPr>
              <p14:xfrm>
                <a:off x="11311725" y="3964990"/>
                <a:ext cx="35280" cy="121320"/>
              </p14:xfrm>
            </p:contentPart>
          </mc:Choice>
          <mc:Fallback>
            <p:pic>
              <p:nvPicPr>
                <p:cNvPr id="108" name="Ink 107">
                  <a:extLst>
                    <a:ext uri="{FF2B5EF4-FFF2-40B4-BE49-F238E27FC236}">
                      <a16:creationId xmlns:a16="http://schemas.microsoft.com/office/drawing/2014/main" id="{D70F87EB-DF6E-7A04-CDD6-3E8B2C249D1B}"/>
                    </a:ext>
                  </a:extLst>
                </p:cNvPr>
                <p:cNvPicPr/>
                <p:nvPr/>
              </p:nvPicPr>
              <p:blipFill>
                <a:blip r:embed="rId189"/>
                <a:stretch>
                  <a:fillRect/>
                </a:stretch>
              </p:blipFill>
              <p:spPr>
                <a:xfrm>
                  <a:off x="11302725" y="3955990"/>
                  <a:ext cx="5292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09" name="Ink 108">
                  <a:extLst>
                    <a:ext uri="{FF2B5EF4-FFF2-40B4-BE49-F238E27FC236}">
                      <a16:creationId xmlns:a16="http://schemas.microsoft.com/office/drawing/2014/main" id="{5EE8C012-6DEC-A811-B631-83DD90429B04}"/>
                    </a:ext>
                  </a:extLst>
                </p14:cNvPr>
                <p14:cNvContentPartPr/>
                <p14:nvPr/>
              </p14:nvContentPartPr>
              <p14:xfrm>
                <a:off x="11325765" y="3982630"/>
                <a:ext cx="178920" cy="113040"/>
              </p14:xfrm>
            </p:contentPart>
          </mc:Choice>
          <mc:Fallback>
            <p:pic>
              <p:nvPicPr>
                <p:cNvPr id="109" name="Ink 108">
                  <a:extLst>
                    <a:ext uri="{FF2B5EF4-FFF2-40B4-BE49-F238E27FC236}">
                      <a16:creationId xmlns:a16="http://schemas.microsoft.com/office/drawing/2014/main" id="{5EE8C012-6DEC-A811-B631-83DD90429B04}"/>
                    </a:ext>
                  </a:extLst>
                </p:cNvPr>
                <p:cNvPicPr/>
                <p:nvPr/>
              </p:nvPicPr>
              <p:blipFill>
                <a:blip r:embed="rId191"/>
                <a:stretch>
                  <a:fillRect/>
                </a:stretch>
              </p:blipFill>
              <p:spPr>
                <a:xfrm>
                  <a:off x="11317125" y="3973630"/>
                  <a:ext cx="19656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0" name="Ink 109">
                  <a:extLst>
                    <a:ext uri="{FF2B5EF4-FFF2-40B4-BE49-F238E27FC236}">
                      <a16:creationId xmlns:a16="http://schemas.microsoft.com/office/drawing/2014/main" id="{004F5B80-4CAA-E087-BC24-E98C4CD2CA48}"/>
                    </a:ext>
                  </a:extLst>
                </p14:cNvPr>
                <p14:cNvContentPartPr/>
                <p14:nvPr/>
              </p14:nvContentPartPr>
              <p14:xfrm>
                <a:off x="11525205" y="3966070"/>
                <a:ext cx="33480" cy="167040"/>
              </p14:xfrm>
            </p:contentPart>
          </mc:Choice>
          <mc:Fallback>
            <p:pic>
              <p:nvPicPr>
                <p:cNvPr id="110" name="Ink 109">
                  <a:extLst>
                    <a:ext uri="{FF2B5EF4-FFF2-40B4-BE49-F238E27FC236}">
                      <a16:creationId xmlns:a16="http://schemas.microsoft.com/office/drawing/2014/main" id="{004F5B80-4CAA-E087-BC24-E98C4CD2CA48}"/>
                    </a:ext>
                  </a:extLst>
                </p:cNvPr>
                <p:cNvPicPr/>
                <p:nvPr/>
              </p:nvPicPr>
              <p:blipFill>
                <a:blip r:embed="rId193"/>
                <a:stretch>
                  <a:fillRect/>
                </a:stretch>
              </p:blipFill>
              <p:spPr>
                <a:xfrm>
                  <a:off x="11516205" y="3957430"/>
                  <a:ext cx="5112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1" name="Ink 110">
                  <a:extLst>
                    <a:ext uri="{FF2B5EF4-FFF2-40B4-BE49-F238E27FC236}">
                      <a16:creationId xmlns:a16="http://schemas.microsoft.com/office/drawing/2014/main" id="{9D3E8B54-7A8F-0589-53A8-34D1918D475B}"/>
                    </a:ext>
                  </a:extLst>
                </p14:cNvPr>
                <p14:cNvContentPartPr/>
                <p14:nvPr/>
              </p14:nvContentPartPr>
              <p14:xfrm>
                <a:off x="11174565" y="3966430"/>
                <a:ext cx="94680" cy="186480"/>
              </p14:xfrm>
            </p:contentPart>
          </mc:Choice>
          <mc:Fallback>
            <p:pic>
              <p:nvPicPr>
                <p:cNvPr id="111" name="Ink 110">
                  <a:extLst>
                    <a:ext uri="{FF2B5EF4-FFF2-40B4-BE49-F238E27FC236}">
                      <a16:creationId xmlns:a16="http://schemas.microsoft.com/office/drawing/2014/main" id="{9D3E8B54-7A8F-0589-53A8-34D1918D475B}"/>
                    </a:ext>
                  </a:extLst>
                </p:cNvPr>
                <p:cNvPicPr/>
                <p:nvPr/>
              </p:nvPicPr>
              <p:blipFill>
                <a:blip r:embed="rId195"/>
                <a:stretch>
                  <a:fillRect/>
                </a:stretch>
              </p:blipFill>
              <p:spPr>
                <a:xfrm>
                  <a:off x="11165565" y="3957430"/>
                  <a:ext cx="11232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3" name="Ink 112">
                  <a:extLst>
                    <a:ext uri="{FF2B5EF4-FFF2-40B4-BE49-F238E27FC236}">
                      <a16:creationId xmlns:a16="http://schemas.microsoft.com/office/drawing/2014/main" id="{5A47179C-3510-9CFE-1361-AA527CE4B86B}"/>
                    </a:ext>
                  </a:extLst>
                </p14:cNvPr>
                <p14:cNvContentPartPr/>
                <p14:nvPr/>
              </p14:nvContentPartPr>
              <p14:xfrm>
                <a:off x="11087805" y="3669430"/>
                <a:ext cx="435960" cy="217800"/>
              </p14:xfrm>
            </p:contentPart>
          </mc:Choice>
          <mc:Fallback>
            <p:pic>
              <p:nvPicPr>
                <p:cNvPr id="113" name="Ink 112">
                  <a:extLst>
                    <a:ext uri="{FF2B5EF4-FFF2-40B4-BE49-F238E27FC236}">
                      <a16:creationId xmlns:a16="http://schemas.microsoft.com/office/drawing/2014/main" id="{5A47179C-3510-9CFE-1361-AA527CE4B86B}"/>
                    </a:ext>
                  </a:extLst>
                </p:cNvPr>
                <p:cNvPicPr/>
                <p:nvPr/>
              </p:nvPicPr>
              <p:blipFill>
                <a:blip r:embed="rId197"/>
                <a:stretch>
                  <a:fillRect/>
                </a:stretch>
              </p:blipFill>
              <p:spPr>
                <a:xfrm>
                  <a:off x="11079165" y="3660790"/>
                  <a:ext cx="45360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4" name="Ink 113">
                  <a:extLst>
                    <a:ext uri="{FF2B5EF4-FFF2-40B4-BE49-F238E27FC236}">
                      <a16:creationId xmlns:a16="http://schemas.microsoft.com/office/drawing/2014/main" id="{9177EAD1-3E98-75DD-9158-7A1321AF64F7}"/>
                    </a:ext>
                  </a:extLst>
                </p14:cNvPr>
                <p14:cNvContentPartPr/>
                <p14:nvPr/>
              </p14:nvContentPartPr>
              <p14:xfrm>
                <a:off x="11128125" y="3578710"/>
                <a:ext cx="323280" cy="358200"/>
              </p14:xfrm>
            </p:contentPart>
          </mc:Choice>
          <mc:Fallback>
            <p:pic>
              <p:nvPicPr>
                <p:cNvPr id="114" name="Ink 113">
                  <a:extLst>
                    <a:ext uri="{FF2B5EF4-FFF2-40B4-BE49-F238E27FC236}">
                      <a16:creationId xmlns:a16="http://schemas.microsoft.com/office/drawing/2014/main" id="{9177EAD1-3E98-75DD-9158-7A1321AF64F7}"/>
                    </a:ext>
                  </a:extLst>
                </p:cNvPr>
                <p:cNvPicPr/>
                <p:nvPr/>
              </p:nvPicPr>
              <p:blipFill>
                <a:blip r:embed="rId199"/>
                <a:stretch>
                  <a:fillRect/>
                </a:stretch>
              </p:blipFill>
              <p:spPr>
                <a:xfrm>
                  <a:off x="11119485" y="3570070"/>
                  <a:ext cx="340920" cy="3758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6" name="Ink 115">
                  <a:extLst>
                    <a:ext uri="{FF2B5EF4-FFF2-40B4-BE49-F238E27FC236}">
                      <a16:creationId xmlns:a16="http://schemas.microsoft.com/office/drawing/2014/main" id="{442E8ADF-939B-C57C-8F2C-28912DCC2B07}"/>
                    </a:ext>
                  </a:extLst>
                </p14:cNvPr>
                <p14:cNvContentPartPr/>
                <p14:nvPr/>
              </p14:nvContentPartPr>
              <p14:xfrm>
                <a:off x="9302925" y="4307350"/>
                <a:ext cx="70560" cy="83160"/>
              </p14:xfrm>
            </p:contentPart>
          </mc:Choice>
          <mc:Fallback>
            <p:pic>
              <p:nvPicPr>
                <p:cNvPr id="116" name="Ink 115">
                  <a:extLst>
                    <a:ext uri="{FF2B5EF4-FFF2-40B4-BE49-F238E27FC236}">
                      <a16:creationId xmlns:a16="http://schemas.microsoft.com/office/drawing/2014/main" id="{442E8ADF-939B-C57C-8F2C-28912DCC2B07}"/>
                    </a:ext>
                  </a:extLst>
                </p:cNvPr>
                <p:cNvPicPr/>
                <p:nvPr/>
              </p:nvPicPr>
              <p:blipFill>
                <a:blip r:embed="rId201"/>
                <a:stretch>
                  <a:fillRect/>
                </a:stretch>
              </p:blipFill>
              <p:spPr>
                <a:xfrm>
                  <a:off x="9293925" y="4298350"/>
                  <a:ext cx="8820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17" name="Ink 116">
                  <a:extLst>
                    <a:ext uri="{FF2B5EF4-FFF2-40B4-BE49-F238E27FC236}">
                      <a16:creationId xmlns:a16="http://schemas.microsoft.com/office/drawing/2014/main" id="{4309551F-9F74-24D3-79AD-59719C459205}"/>
                    </a:ext>
                  </a:extLst>
                </p14:cNvPr>
                <p14:cNvContentPartPr/>
                <p14:nvPr/>
              </p14:nvContentPartPr>
              <p14:xfrm>
                <a:off x="9355845" y="4215910"/>
                <a:ext cx="158400" cy="107640"/>
              </p14:xfrm>
            </p:contentPart>
          </mc:Choice>
          <mc:Fallback>
            <p:pic>
              <p:nvPicPr>
                <p:cNvPr id="117" name="Ink 116">
                  <a:extLst>
                    <a:ext uri="{FF2B5EF4-FFF2-40B4-BE49-F238E27FC236}">
                      <a16:creationId xmlns:a16="http://schemas.microsoft.com/office/drawing/2014/main" id="{4309551F-9F74-24D3-79AD-59719C459205}"/>
                    </a:ext>
                  </a:extLst>
                </p:cNvPr>
                <p:cNvPicPr/>
                <p:nvPr/>
              </p:nvPicPr>
              <p:blipFill>
                <a:blip r:embed="rId203"/>
                <a:stretch>
                  <a:fillRect/>
                </a:stretch>
              </p:blipFill>
              <p:spPr>
                <a:xfrm>
                  <a:off x="9346845" y="4207270"/>
                  <a:ext cx="17604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18" name="Ink 117">
                  <a:extLst>
                    <a:ext uri="{FF2B5EF4-FFF2-40B4-BE49-F238E27FC236}">
                      <a16:creationId xmlns:a16="http://schemas.microsoft.com/office/drawing/2014/main" id="{7EB31EE2-2D16-2E65-BBB3-B8FB47967AAC}"/>
                    </a:ext>
                  </a:extLst>
                </p14:cNvPr>
                <p14:cNvContentPartPr/>
                <p14:nvPr/>
              </p14:nvContentPartPr>
              <p14:xfrm>
                <a:off x="9489765" y="4196110"/>
                <a:ext cx="66600" cy="66240"/>
              </p14:xfrm>
            </p:contentPart>
          </mc:Choice>
          <mc:Fallback>
            <p:pic>
              <p:nvPicPr>
                <p:cNvPr id="118" name="Ink 117">
                  <a:extLst>
                    <a:ext uri="{FF2B5EF4-FFF2-40B4-BE49-F238E27FC236}">
                      <a16:creationId xmlns:a16="http://schemas.microsoft.com/office/drawing/2014/main" id="{7EB31EE2-2D16-2E65-BBB3-B8FB47967AAC}"/>
                    </a:ext>
                  </a:extLst>
                </p:cNvPr>
                <p:cNvPicPr/>
                <p:nvPr/>
              </p:nvPicPr>
              <p:blipFill>
                <a:blip r:embed="rId205"/>
                <a:stretch>
                  <a:fillRect/>
                </a:stretch>
              </p:blipFill>
              <p:spPr>
                <a:xfrm>
                  <a:off x="9480765" y="4187110"/>
                  <a:ext cx="8424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19" name="Ink 118">
                  <a:extLst>
                    <a:ext uri="{FF2B5EF4-FFF2-40B4-BE49-F238E27FC236}">
                      <a16:creationId xmlns:a16="http://schemas.microsoft.com/office/drawing/2014/main" id="{BCC3C56A-AF4F-A3F6-46B3-95B64CBBE854}"/>
                    </a:ext>
                  </a:extLst>
                </p14:cNvPr>
                <p14:cNvContentPartPr/>
                <p14:nvPr/>
              </p14:nvContentPartPr>
              <p14:xfrm>
                <a:off x="9392205" y="4347670"/>
                <a:ext cx="114840" cy="68760"/>
              </p14:xfrm>
            </p:contentPart>
          </mc:Choice>
          <mc:Fallback>
            <p:pic>
              <p:nvPicPr>
                <p:cNvPr id="119" name="Ink 118">
                  <a:extLst>
                    <a:ext uri="{FF2B5EF4-FFF2-40B4-BE49-F238E27FC236}">
                      <a16:creationId xmlns:a16="http://schemas.microsoft.com/office/drawing/2014/main" id="{BCC3C56A-AF4F-A3F6-46B3-95B64CBBE854}"/>
                    </a:ext>
                  </a:extLst>
                </p:cNvPr>
                <p:cNvPicPr/>
                <p:nvPr/>
              </p:nvPicPr>
              <p:blipFill>
                <a:blip r:embed="rId207"/>
                <a:stretch>
                  <a:fillRect/>
                </a:stretch>
              </p:blipFill>
              <p:spPr>
                <a:xfrm>
                  <a:off x="9383565" y="4339030"/>
                  <a:ext cx="132480" cy="8640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0" name="Ink 119">
                  <a:extLst>
                    <a:ext uri="{FF2B5EF4-FFF2-40B4-BE49-F238E27FC236}">
                      <a16:creationId xmlns:a16="http://schemas.microsoft.com/office/drawing/2014/main" id="{7EBA687F-9ABB-DE3A-85D5-10E38626FB42}"/>
                    </a:ext>
                  </a:extLst>
                </p14:cNvPr>
                <p14:cNvContentPartPr/>
                <p14:nvPr/>
              </p14:nvContentPartPr>
              <p14:xfrm>
                <a:off x="9512445" y="4382230"/>
                <a:ext cx="72720" cy="64440"/>
              </p14:xfrm>
            </p:contentPart>
          </mc:Choice>
          <mc:Fallback>
            <p:pic>
              <p:nvPicPr>
                <p:cNvPr id="120" name="Ink 119">
                  <a:extLst>
                    <a:ext uri="{FF2B5EF4-FFF2-40B4-BE49-F238E27FC236}">
                      <a16:creationId xmlns:a16="http://schemas.microsoft.com/office/drawing/2014/main" id="{7EBA687F-9ABB-DE3A-85D5-10E38626FB42}"/>
                    </a:ext>
                  </a:extLst>
                </p:cNvPr>
                <p:cNvPicPr/>
                <p:nvPr/>
              </p:nvPicPr>
              <p:blipFill>
                <a:blip r:embed="rId209"/>
                <a:stretch>
                  <a:fillRect/>
                </a:stretch>
              </p:blipFill>
              <p:spPr>
                <a:xfrm>
                  <a:off x="9503805" y="4373230"/>
                  <a:ext cx="9036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1" name="Ink 120">
                  <a:extLst>
                    <a:ext uri="{FF2B5EF4-FFF2-40B4-BE49-F238E27FC236}">
                      <a16:creationId xmlns:a16="http://schemas.microsoft.com/office/drawing/2014/main" id="{087945AB-5E1A-E2CB-5F40-393E7A71FEB0}"/>
                    </a:ext>
                  </a:extLst>
                </p14:cNvPr>
                <p14:cNvContentPartPr/>
                <p14:nvPr/>
              </p14:nvContentPartPr>
              <p14:xfrm>
                <a:off x="9253245" y="4118350"/>
                <a:ext cx="464760" cy="412200"/>
              </p14:xfrm>
            </p:contentPart>
          </mc:Choice>
          <mc:Fallback>
            <p:pic>
              <p:nvPicPr>
                <p:cNvPr id="121" name="Ink 120">
                  <a:extLst>
                    <a:ext uri="{FF2B5EF4-FFF2-40B4-BE49-F238E27FC236}">
                      <a16:creationId xmlns:a16="http://schemas.microsoft.com/office/drawing/2014/main" id="{087945AB-5E1A-E2CB-5F40-393E7A71FEB0}"/>
                    </a:ext>
                  </a:extLst>
                </p:cNvPr>
                <p:cNvPicPr/>
                <p:nvPr/>
              </p:nvPicPr>
              <p:blipFill>
                <a:blip r:embed="rId211"/>
                <a:stretch>
                  <a:fillRect/>
                </a:stretch>
              </p:blipFill>
              <p:spPr>
                <a:xfrm>
                  <a:off x="9244605" y="4109710"/>
                  <a:ext cx="482400" cy="42984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3" name="Ink 122">
                  <a:extLst>
                    <a:ext uri="{FF2B5EF4-FFF2-40B4-BE49-F238E27FC236}">
                      <a16:creationId xmlns:a16="http://schemas.microsoft.com/office/drawing/2014/main" id="{9DFB3418-857C-E72A-1043-BC3805FC16D2}"/>
                    </a:ext>
                  </a:extLst>
                </p14:cNvPr>
                <p14:cNvContentPartPr/>
                <p14:nvPr/>
              </p14:nvContentPartPr>
              <p14:xfrm>
                <a:off x="9319485" y="3933670"/>
                <a:ext cx="96120" cy="151560"/>
              </p14:xfrm>
            </p:contentPart>
          </mc:Choice>
          <mc:Fallback>
            <p:pic>
              <p:nvPicPr>
                <p:cNvPr id="123" name="Ink 122">
                  <a:extLst>
                    <a:ext uri="{FF2B5EF4-FFF2-40B4-BE49-F238E27FC236}">
                      <a16:creationId xmlns:a16="http://schemas.microsoft.com/office/drawing/2014/main" id="{9DFB3418-857C-E72A-1043-BC3805FC16D2}"/>
                    </a:ext>
                  </a:extLst>
                </p:cNvPr>
                <p:cNvPicPr/>
                <p:nvPr/>
              </p:nvPicPr>
              <p:blipFill>
                <a:blip r:embed="rId213"/>
                <a:stretch>
                  <a:fillRect/>
                </a:stretch>
              </p:blipFill>
              <p:spPr>
                <a:xfrm>
                  <a:off x="9310485" y="3925030"/>
                  <a:ext cx="11376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4" name="Ink 123">
                  <a:extLst>
                    <a:ext uri="{FF2B5EF4-FFF2-40B4-BE49-F238E27FC236}">
                      <a16:creationId xmlns:a16="http://schemas.microsoft.com/office/drawing/2014/main" id="{7BAFD006-6C2F-75B4-50B9-B39D69DC743A}"/>
                    </a:ext>
                  </a:extLst>
                </p14:cNvPr>
                <p14:cNvContentPartPr/>
                <p14:nvPr/>
              </p14:nvContentPartPr>
              <p14:xfrm>
                <a:off x="9365205" y="3942310"/>
                <a:ext cx="121320" cy="120960"/>
              </p14:xfrm>
            </p:contentPart>
          </mc:Choice>
          <mc:Fallback>
            <p:pic>
              <p:nvPicPr>
                <p:cNvPr id="124" name="Ink 123">
                  <a:extLst>
                    <a:ext uri="{FF2B5EF4-FFF2-40B4-BE49-F238E27FC236}">
                      <a16:creationId xmlns:a16="http://schemas.microsoft.com/office/drawing/2014/main" id="{7BAFD006-6C2F-75B4-50B9-B39D69DC743A}"/>
                    </a:ext>
                  </a:extLst>
                </p:cNvPr>
                <p:cNvPicPr/>
                <p:nvPr/>
              </p:nvPicPr>
              <p:blipFill>
                <a:blip r:embed="rId215"/>
                <a:stretch>
                  <a:fillRect/>
                </a:stretch>
              </p:blipFill>
              <p:spPr>
                <a:xfrm>
                  <a:off x="9356565" y="3933310"/>
                  <a:ext cx="138960" cy="13860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5" name="Ink 124">
                  <a:extLst>
                    <a:ext uri="{FF2B5EF4-FFF2-40B4-BE49-F238E27FC236}">
                      <a16:creationId xmlns:a16="http://schemas.microsoft.com/office/drawing/2014/main" id="{79CE274C-AD50-6DBD-ED3C-9C402D48108B}"/>
                    </a:ext>
                  </a:extLst>
                </p14:cNvPr>
                <p14:cNvContentPartPr/>
                <p14:nvPr/>
              </p14:nvContentPartPr>
              <p14:xfrm>
                <a:off x="9519285" y="3917830"/>
                <a:ext cx="29880" cy="82080"/>
              </p14:xfrm>
            </p:contentPart>
          </mc:Choice>
          <mc:Fallback>
            <p:pic>
              <p:nvPicPr>
                <p:cNvPr id="125" name="Ink 124">
                  <a:extLst>
                    <a:ext uri="{FF2B5EF4-FFF2-40B4-BE49-F238E27FC236}">
                      <a16:creationId xmlns:a16="http://schemas.microsoft.com/office/drawing/2014/main" id="{79CE274C-AD50-6DBD-ED3C-9C402D48108B}"/>
                    </a:ext>
                  </a:extLst>
                </p:cNvPr>
                <p:cNvPicPr/>
                <p:nvPr/>
              </p:nvPicPr>
              <p:blipFill>
                <a:blip r:embed="rId217"/>
                <a:stretch>
                  <a:fillRect/>
                </a:stretch>
              </p:blipFill>
              <p:spPr>
                <a:xfrm>
                  <a:off x="9510285" y="3908830"/>
                  <a:ext cx="4752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46" name="Ink 145">
                  <a:extLst>
                    <a:ext uri="{FF2B5EF4-FFF2-40B4-BE49-F238E27FC236}">
                      <a16:creationId xmlns:a16="http://schemas.microsoft.com/office/drawing/2014/main" id="{21C938EC-E599-FB0E-C756-2126C1E79918}"/>
                    </a:ext>
                  </a:extLst>
                </p14:cNvPr>
                <p14:cNvContentPartPr/>
                <p14:nvPr/>
              </p14:nvContentPartPr>
              <p14:xfrm>
                <a:off x="2746965" y="5036710"/>
                <a:ext cx="2241720" cy="396720"/>
              </p14:xfrm>
            </p:contentPart>
          </mc:Choice>
          <mc:Fallback>
            <p:pic>
              <p:nvPicPr>
                <p:cNvPr id="146" name="Ink 145">
                  <a:extLst>
                    <a:ext uri="{FF2B5EF4-FFF2-40B4-BE49-F238E27FC236}">
                      <a16:creationId xmlns:a16="http://schemas.microsoft.com/office/drawing/2014/main" id="{21C938EC-E599-FB0E-C756-2126C1E79918}"/>
                    </a:ext>
                  </a:extLst>
                </p:cNvPr>
                <p:cNvPicPr/>
                <p:nvPr/>
              </p:nvPicPr>
              <p:blipFill>
                <a:blip r:embed="rId219"/>
                <a:stretch>
                  <a:fillRect/>
                </a:stretch>
              </p:blipFill>
              <p:spPr>
                <a:xfrm>
                  <a:off x="2738325" y="5028070"/>
                  <a:ext cx="2259360" cy="41436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47" name="Ink 146">
                  <a:extLst>
                    <a:ext uri="{FF2B5EF4-FFF2-40B4-BE49-F238E27FC236}">
                      <a16:creationId xmlns:a16="http://schemas.microsoft.com/office/drawing/2014/main" id="{D5F042FA-AF54-7394-8CD0-3DB3A7E6025D}"/>
                    </a:ext>
                  </a:extLst>
                </p14:cNvPr>
                <p14:cNvContentPartPr/>
                <p14:nvPr/>
              </p14:nvContentPartPr>
              <p14:xfrm>
                <a:off x="2718885" y="5025190"/>
                <a:ext cx="2140920" cy="1070280"/>
              </p14:xfrm>
            </p:contentPart>
          </mc:Choice>
          <mc:Fallback>
            <p:pic>
              <p:nvPicPr>
                <p:cNvPr id="147" name="Ink 146">
                  <a:extLst>
                    <a:ext uri="{FF2B5EF4-FFF2-40B4-BE49-F238E27FC236}">
                      <a16:creationId xmlns:a16="http://schemas.microsoft.com/office/drawing/2014/main" id="{D5F042FA-AF54-7394-8CD0-3DB3A7E6025D}"/>
                    </a:ext>
                  </a:extLst>
                </p:cNvPr>
                <p:cNvPicPr/>
                <p:nvPr/>
              </p:nvPicPr>
              <p:blipFill>
                <a:blip r:embed="rId221"/>
                <a:stretch>
                  <a:fillRect/>
                </a:stretch>
              </p:blipFill>
              <p:spPr>
                <a:xfrm>
                  <a:off x="2709885" y="5016550"/>
                  <a:ext cx="2158560" cy="108792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49" name="Ink 148">
                  <a:extLst>
                    <a:ext uri="{FF2B5EF4-FFF2-40B4-BE49-F238E27FC236}">
                      <a16:creationId xmlns:a16="http://schemas.microsoft.com/office/drawing/2014/main" id="{691CA077-3616-A0F5-1BF0-2FD991F28CDC}"/>
                    </a:ext>
                  </a:extLst>
                </p14:cNvPr>
                <p14:cNvContentPartPr/>
                <p14:nvPr/>
              </p14:nvContentPartPr>
              <p14:xfrm>
                <a:off x="2109405" y="3397990"/>
                <a:ext cx="3873960" cy="1267560"/>
              </p14:xfrm>
            </p:contentPart>
          </mc:Choice>
          <mc:Fallback>
            <p:pic>
              <p:nvPicPr>
                <p:cNvPr id="149" name="Ink 148">
                  <a:extLst>
                    <a:ext uri="{FF2B5EF4-FFF2-40B4-BE49-F238E27FC236}">
                      <a16:creationId xmlns:a16="http://schemas.microsoft.com/office/drawing/2014/main" id="{691CA077-3616-A0F5-1BF0-2FD991F28CDC}"/>
                    </a:ext>
                  </a:extLst>
                </p:cNvPr>
                <p:cNvPicPr/>
                <p:nvPr/>
              </p:nvPicPr>
              <p:blipFill>
                <a:blip r:embed="rId223"/>
                <a:stretch>
                  <a:fillRect/>
                </a:stretch>
              </p:blipFill>
              <p:spPr>
                <a:xfrm>
                  <a:off x="2100765" y="3388990"/>
                  <a:ext cx="3891600" cy="128520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50" name="Ink 149">
                  <a:extLst>
                    <a:ext uri="{FF2B5EF4-FFF2-40B4-BE49-F238E27FC236}">
                      <a16:creationId xmlns:a16="http://schemas.microsoft.com/office/drawing/2014/main" id="{098FFF6E-B74E-6A7F-3E9F-17290C6C36A5}"/>
                    </a:ext>
                  </a:extLst>
                </p14:cNvPr>
                <p14:cNvContentPartPr/>
                <p14:nvPr/>
              </p14:nvContentPartPr>
              <p14:xfrm>
                <a:off x="3178965" y="3761590"/>
                <a:ext cx="208440" cy="487440"/>
              </p14:xfrm>
            </p:contentPart>
          </mc:Choice>
          <mc:Fallback>
            <p:pic>
              <p:nvPicPr>
                <p:cNvPr id="150" name="Ink 149">
                  <a:extLst>
                    <a:ext uri="{FF2B5EF4-FFF2-40B4-BE49-F238E27FC236}">
                      <a16:creationId xmlns:a16="http://schemas.microsoft.com/office/drawing/2014/main" id="{098FFF6E-B74E-6A7F-3E9F-17290C6C36A5}"/>
                    </a:ext>
                  </a:extLst>
                </p:cNvPr>
                <p:cNvPicPr/>
                <p:nvPr/>
              </p:nvPicPr>
              <p:blipFill>
                <a:blip r:embed="rId225"/>
                <a:stretch>
                  <a:fillRect/>
                </a:stretch>
              </p:blipFill>
              <p:spPr>
                <a:xfrm>
                  <a:off x="3169965" y="3752590"/>
                  <a:ext cx="226080" cy="50508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51" name="Ink 150">
                  <a:extLst>
                    <a:ext uri="{FF2B5EF4-FFF2-40B4-BE49-F238E27FC236}">
                      <a16:creationId xmlns:a16="http://schemas.microsoft.com/office/drawing/2014/main" id="{A885F329-7755-E13B-DE76-03302A4C81E2}"/>
                    </a:ext>
                  </a:extLst>
                </p14:cNvPr>
                <p14:cNvContentPartPr/>
                <p14:nvPr/>
              </p14:nvContentPartPr>
              <p14:xfrm>
                <a:off x="3469845" y="3966430"/>
                <a:ext cx="423720" cy="273960"/>
              </p14:xfrm>
            </p:contentPart>
          </mc:Choice>
          <mc:Fallback>
            <p:pic>
              <p:nvPicPr>
                <p:cNvPr id="151" name="Ink 150">
                  <a:extLst>
                    <a:ext uri="{FF2B5EF4-FFF2-40B4-BE49-F238E27FC236}">
                      <a16:creationId xmlns:a16="http://schemas.microsoft.com/office/drawing/2014/main" id="{A885F329-7755-E13B-DE76-03302A4C81E2}"/>
                    </a:ext>
                  </a:extLst>
                </p:cNvPr>
                <p:cNvPicPr/>
                <p:nvPr/>
              </p:nvPicPr>
              <p:blipFill>
                <a:blip r:embed="rId227"/>
                <a:stretch>
                  <a:fillRect/>
                </a:stretch>
              </p:blipFill>
              <p:spPr>
                <a:xfrm>
                  <a:off x="3460845" y="3957790"/>
                  <a:ext cx="441360" cy="29160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52" name="Ink 151">
                  <a:extLst>
                    <a:ext uri="{FF2B5EF4-FFF2-40B4-BE49-F238E27FC236}">
                      <a16:creationId xmlns:a16="http://schemas.microsoft.com/office/drawing/2014/main" id="{001C9215-BC67-B324-6E8B-3B4E52EC801E}"/>
                    </a:ext>
                  </a:extLst>
                </p14:cNvPr>
                <p14:cNvContentPartPr/>
                <p14:nvPr/>
              </p14:nvContentPartPr>
              <p14:xfrm>
                <a:off x="3834165" y="3871750"/>
                <a:ext cx="5040" cy="22320"/>
              </p14:xfrm>
            </p:contentPart>
          </mc:Choice>
          <mc:Fallback>
            <p:pic>
              <p:nvPicPr>
                <p:cNvPr id="152" name="Ink 151">
                  <a:extLst>
                    <a:ext uri="{FF2B5EF4-FFF2-40B4-BE49-F238E27FC236}">
                      <a16:creationId xmlns:a16="http://schemas.microsoft.com/office/drawing/2014/main" id="{001C9215-BC67-B324-6E8B-3B4E52EC801E}"/>
                    </a:ext>
                  </a:extLst>
                </p:cNvPr>
                <p:cNvPicPr/>
                <p:nvPr/>
              </p:nvPicPr>
              <p:blipFill>
                <a:blip r:embed="rId229"/>
                <a:stretch>
                  <a:fillRect/>
                </a:stretch>
              </p:blipFill>
              <p:spPr>
                <a:xfrm>
                  <a:off x="3825525" y="3863110"/>
                  <a:ext cx="2268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53" name="Ink 152">
                  <a:extLst>
                    <a:ext uri="{FF2B5EF4-FFF2-40B4-BE49-F238E27FC236}">
                      <a16:creationId xmlns:a16="http://schemas.microsoft.com/office/drawing/2014/main" id="{96B26EF5-1A0D-DADA-E3FE-8D1C07CF659B}"/>
                    </a:ext>
                  </a:extLst>
                </p14:cNvPr>
                <p14:cNvContentPartPr/>
                <p14:nvPr/>
              </p14:nvContentPartPr>
              <p14:xfrm>
                <a:off x="3930645" y="3956350"/>
                <a:ext cx="161640" cy="142920"/>
              </p14:xfrm>
            </p:contentPart>
          </mc:Choice>
          <mc:Fallback>
            <p:pic>
              <p:nvPicPr>
                <p:cNvPr id="153" name="Ink 152">
                  <a:extLst>
                    <a:ext uri="{FF2B5EF4-FFF2-40B4-BE49-F238E27FC236}">
                      <a16:creationId xmlns:a16="http://schemas.microsoft.com/office/drawing/2014/main" id="{96B26EF5-1A0D-DADA-E3FE-8D1C07CF659B}"/>
                    </a:ext>
                  </a:extLst>
                </p:cNvPr>
                <p:cNvPicPr/>
                <p:nvPr/>
              </p:nvPicPr>
              <p:blipFill>
                <a:blip r:embed="rId231"/>
                <a:stretch>
                  <a:fillRect/>
                </a:stretch>
              </p:blipFill>
              <p:spPr>
                <a:xfrm>
                  <a:off x="3922005" y="3947710"/>
                  <a:ext cx="179280" cy="16056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55" name="Ink 154">
                  <a:extLst>
                    <a:ext uri="{FF2B5EF4-FFF2-40B4-BE49-F238E27FC236}">
                      <a16:creationId xmlns:a16="http://schemas.microsoft.com/office/drawing/2014/main" id="{5D0705FC-1872-F62A-93EE-485588749E28}"/>
                    </a:ext>
                  </a:extLst>
                </p14:cNvPr>
                <p14:cNvContentPartPr/>
                <p14:nvPr/>
              </p14:nvContentPartPr>
              <p14:xfrm>
                <a:off x="4984005" y="3840430"/>
                <a:ext cx="228240" cy="254160"/>
              </p14:xfrm>
            </p:contentPart>
          </mc:Choice>
          <mc:Fallback>
            <p:pic>
              <p:nvPicPr>
                <p:cNvPr id="155" name="Ink 154">
                  <a:extLst>
                    <a:ext uri="{FF2B5EF4-FFF2-40B4-BE49-F238E27FC236}">
                      <a16:creationId xmlns:a16="http://schemas.microsoft.com/office/drawing/2014/main" id="{5D0705FC-1872-F62A-93EE-485588749E28}"/>
                    </a:ext>
                  </a:extLst>
                </p:cNvPr>
                <p:cNvPicPr/>
                <p:nvPr/>
              </p:nvPicPr>
              <p:blipFill>
                <a:blip r:embed="rId233"/>
                <a:stretch>
                  <a:fillRect/>
                </a:stretch>
              </p:blipFill>
              <p:spPr>
                <a:xfrm>
                  <a:off x="4975365" y="3831430"/>
                  <a:ext cx="245880" cy="27180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56" name="Ink 155">
                  <a:extLst>
                    <a:ext uri="{FF2B5EF4-FFF2-40B4-BE49-F238E27FC236}">
                      <a16:creationId xmlns:a16="http://schemas.microsoft.com/office/drawing/2014/main" id="{D851411C-33C0-5921-2E43-7BF53E655033}"/>
                    </a:ext>
                  </a:extLst>
                </p14:cNvPr>
                <p14:cNvContentPartPr/>
                <p14:nvPr/>
              </p14:nvContentPartPr>
              <p14:xfrm>
                <a:off x="5140965" y="3764830"/>
                <a:ext cx="3942000" cy="461160"/>
              </p14:xfrm>
            </p:contentPart>
          </mc:Choice>
          <mc:Fallback>
            <p:pic>
              <p:nvPicPr>
                <p:cNvPr id="156" name="Ink 155">
                  <a:extLst>
                    <a:ext uri="{FF2B5EF4-FFF2-40B4-BE49-F238E27FC236}">
                      <a16:creationId xmlns:a16="http://schemas.microsoft.com/office/drawing/2014/main" id="{D851411C-33C0-5921-2E43-7BF53E655033}"/>
                    </a:ext>
                  </a:extLst>
                </p:cNvPr>
                <p:cNvPicPr/>
                <p:nvPr/>
              </p:nvPicPr>
              <p:blipFill>
                <a:blip r:embed="rId235"/>
                <a:stretch>
                  <a:fillRect/>
                </a:stretch>
              </p:blipFill>
              <p:spPr>
                <a:xfrm>
                  <a:off x="5131965" y="3756190"/>
                  <a:ext cx="3959640" cy="47880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57" name="Ink 156">
                  <a:extLst>
                    <a:ext uri="{FF2B5EF4-FFF2-40B4-BE49-F238E27FC236}">
                      <a16:creationId xmlns:a16="http://schemas.microsoft.com/office/drawing/2014/main" id="{AE246586-0F33-DD57-2849-AF5E7B411157}"/>
                    </a:ext>
                  </a:extLst>
                </p14:cNvPr>
                <p14:cNvContentPartPr/>
                <p14:nvPr/>
              </p14:nvContentPartPr>
              <p14:xfrm>
                <a:off x="8917005" y="4086670"/>
                <a:ext cx="220680" cy="216000"/>
              </p14:xfrm>
            </p:contentPart>
          </mc:Choice>
          <mc:Fallback>
            <p:pic>
              <p:nvPicPr>
                <p:cNvPr id="157" name="Ink 156">
                  <a:extLst>
                    <a:ext uri="{FF2B5EF4-FFF2-40B4-BE49-F238E27FC236}">
                      <a16:creationId xmlns:a16="http://schemas.microsoft.com/office/drawing/2014/main" id="{AE246586-0F33-DD57-2849-AF5E7B411157}"/>
                    </a:ext>
                  </a:extLst>
                </p:cNvPr>
                <p:cNvPicPr/>
                <p:nvPr/>
              </p:nvPicPr>
              <p:blipFill>
                <a:blip r:embed="rId237"/>
                <a:stretch>
                  <a:fillRect/>
                </a:stretch>
              </p:blipFill>
              <p:spPr>
                <a:xfrm>
                  <a:off x="8908005" y="4077670"/>
                  <a:ext cx="23832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58" name="Ink 157">
                  <a:extLst>
                    <a:ext uri="{FF2B5EF4-FFF2-40B4-BE49-F238E27FC236}">
                      <a16:creationId xmlns:a16="http://schemas.microsoft.com/office/drawing/2014/main" id="{BE0522F7-1FDD-8C1F-5D62-96A6D98F3089}"/>
                    </a:ext>
                  </a:extLst>
                </p14:cNvPr>
                <p14:cNvContentPartPr/>
                <p14:nvPr/>
              </p14:nvContentPartPr>
              <p14:xfrm>
                <a:off x="6379005" y="3526150"/>
                <a:ext cx="589320" cy="254520"/>
              </p14:xfrm>
            </p:contentPart>
          </mc:Choice>
          <mc:Fallback>
            <p:pic>
              <p:nvPicPr>
                <p:cNvPr id="158" name="Ink 157">
                  <a:extLst>
                    <a:ext uri="{FF2B5EF4-FFF2-40B4-BE49-F238E27FC236}">
                      <a16:creationId xmlns:a16="http://schemas.microsoft.com/office/drawing/2014/main" id="{BE0522F7-1FDD-8C1F-5D62-96A6D98F3089}"/>
                    </a:ext>
                  </a:extLst>
                </p:cNvPr>
                <p:cNvPicPr/>
                <p:nvPr/>
              </p:nvPicPr>
              <p:blipFill>
                <a:blip r:embed="rId239"/>
                <a:stretch>
                  <a:fillRect/>
                </a:stretch>
              </p:blipFill>
              <p:spPr>
                <a:xfrm>
                  <a:off x="6370365" y="3517510"/>
                  <a:ext cx="60696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60" name="Ink 159">
                  <a:extLst>
                    <a:ext uri="{FF2B5EF4-FFF2-40B4-BE49-F238E27FC236}">
                      <a16:creationId xmlns:a16="http://schemas.microsoft.com/office/drawing/2014/main" id="{5AA02514-E215-FC30-A908-55968F8A5E34}"/>
                    </a:ext>
                  </a:extLst>
                </p14:cNvPr>
                <p14:cNvContentPartPr/>
                <p14:nvPr/>
              </p14:nvContentPartPr>
              <p14:xfrm>
                <a:off x="7000005" y="3647830"/>
                <a:ext cx="97920" cy="82800"/>
              </p14:xfrm>
            </p:contentPart>
          </mc:Choice>
          <mc:Fallback>
            <p:pic>
              <p:nvPicPr>
                <p:cNvPr id="160" name="Ink 159">
                  <a:extLst>
                    <a:ext uri="{FF2B5EF4-FFF2-40B4-BE49-F238E27FC236}">
                      <a16:creationId xmlns:a16="http://schemas.microsoft.com/office/drawing/2014/main" id="{5AA02514-E215-FC30-A908-55968F8A5E34}"/>
                    </a:ext>
                  </a:extLst>
                </p:cNvPr>
                <p:cNvPicPr/>
                <p:nvPr/>
              </p:nvPicPr>
              <p:blipFill>
                <a:blip r:embed="rId241"/>
                <a:stretch>
                  <a:fillRect/>
                </a:stretch>
              </p:blipFill>
              <p:spPr>
                <a:xfrm>
                  <a:off x="6991005" y="3638830"/>
                  <a:ext cx="11556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61" name="Ink 160">
                  <a:extLst>
                    <a:ext uri="{FF2B5EF4-FFF2-40B4-BE49-F238E27FC236}">
                      <a16:creationId xmlns:a16="http://schemas.microsoft.com/office/drawing/2014/main" id="{71EA38C8-A0F7-9978-F4EA-15B71E0B7368}"/>
                    </a:ext>
                  </a:extLst>
                </p14:cNvPr>
                <p14:cNvContentPartPr/>
                <p14:nvPr/>
              </p14:nvContentPartPr>
              <p14:xfrm>
                <a:off x="6997845" y="3567910"/>
                <a:ext cx="181440" cy="157320"/>
              </p14:xfrm>
            </p:contentPart>
          </mc:Choice>
          <mc:Fallback>
            <p:pic>
              <p:nvPicPr>
                <p:cNvPr id="161" name="Ink 160">
                  <a:extLst>
                    <a:ext uri="{FF2B5EF4-FFF2-40B4-BE49-F238E27FC236}">
                      <a16:creationId xmlns:a16="http://schemas.microsoft.com/office/drawing/2014/main" id="{71EA38C8-A0F7-9978-F4EA-15B71E0B7368}"/>
                    </a:ext>
                  </a:extLst>
                </p:cNvPr>
                <p:cNvPicPr/>
                <p:nvPr/>
              </p:nvPicPr>
              <p:blipFill>
                <a:blip r:embed="rId243"/>
                <a:stretch>
                  <a:fillRect/>
                </a:stretch>
              </p:blipFill>
              <p:spPr>
                <a:xfrm>
                  <a:off x="6988845" y="3558910"/>
                  <a:ext cx="199080" cy="17496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62" name="Ink 161">
                  <a:extLst>
                    <a:ext uri="{FF2B5EF4-FFF2-40B4-BE49-F238E27FC236}">
                      <a16:creationId xmlns:a16="http://schemas.microsoft.com/office/drawing/2014/main" id="{633E84ED-5D3F-46A9-0B2A-F31D5249DDB3}"/>
                    </a:ext>
                  </a:extLst>
                </p14:cNvPr>
                <p14:cNvContentPartPr/>
                <p14:nvPr/>
              </p14:nvContentPartPr>
              <p14:xfrm>
                <a:off x="7157685" y="3586270"/>
                <a:ext cx="127080" cy="115560"/>
              </p14:xfrm>
            </p:contentPart>
          </mc:Choice>
          <mc:Fallback>
            <p:pic>
              <p:nvPicPr>
                <p:cNvPr id="162" name="Ink 161">
                  <a:extLst>
                    <a:ext uri="{FF2B5EF4-FFF2-40B4-BE49-F238E27FC236}">
                      <a16:creationId xmlns:a16="http://schemas.microsoft.com/office/drawing/2014/main" id="{633E84ED-5D3F-46A9-0B2A-F31D5249DDB3}"/>
                    </a:ext>
                  </a:extLst>
                </p:cNvPr>
                <p:cNvPicPr/>
                <p:nvPr/>
              </p:nvPicPr>
              <p:blipFill>
                <a:blip r:embed="rId245"/>
                <a:stretch>
                  <a:fillRect/>
                </a:stretch>
              </p:blipFill>
              <p:spPr>
                <a:xfrm>
                  <a:off x="7148685" y="3577630"/>
                  <a:ext cx="14472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63" name="Ink 162">
                  <a:extLst>
                    <a:ext uri="{FF2B5EF4-FFF2-40B4-BE49-F238E27FC236}">
                      <a16:creationId xmlns:a16="http://schemas.microsoft.com/office/drawing/2014/main" id="{9A07D5C0-4013-75E5-90F1-097F39B08559}"/>
                    </a:ext>
                  </a:extLst>
                </p14:cNvPr>
                <p14:cNvContentPartPr/>
                <p14:nvPr/>
              </p14:nvContentPartPr>
              <p14:xfrm>
                <a:off x="7308885" y="3543790"/>
                <a:ext cx="453960" cy="147960"/>
              </p14:xfrm>
            </p:contentPart>
          </mc:Choice>
          <mc:Fallback>
            <p:pic>
              <p:nvPicPr>
                <p:cNvPr id="163" name="Ink 162">
                  <a:extLst>
                    <a:ext uri="{FF2B5EF4-FFF2-40B4-BE49-F238E27FC236}">
                      <a16:creationId xmlns:a16="http://schemas.microsoft.com/office/drawing/2014/main" id="{9A07D5C0-4013-75E5-90F1-097F39B08559}"/>
                    </a:ext>
                  </a:extLst>
                </p:cNvPr>
                <p:cNvPicPr/>
                <p:nvPr/>
              </p:nvPicPr>
              <p:blipFill>
                <a:blip r:embed="rId247"/>
                <a:stretch>
                  <a:fillRect/>
                </a:stretch>
              </p:blipFill>
              <p:spPr>
                <a:xfrm>
                  <a:off x="7299885" y="3535150"/>
                  <a:ext cx="47160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65" name="Ink 164">
                  <a:extLst>
                    <a:ext uri="{FF2B5EF4-FFF2-40B4-BE49-F238E27FC236}">
                      <a16:creationId xmlns:a16="http://schemas.microsoft.com/office/drawing/2014/main" id="{71C5B766-C1D7-83D1-0CBA-CB76DC3C8F5B}"/>
                    </a:ext>
                  </a:extLst>
                </p14:cNvPr>
                <p14:cNvContentPartPr/>
                <p14:nvPr/>
              </p14:nvContentPartPr>
              <p14:xfrm>
                <a:off x="3754965" y="4545310"/>
                <a:ext cx="123480" cy="466560"/>
              </p14:xfrm>
            </p:contentPart>
          </mc:Choice>
          <mc:Fallback>
            <p:pic>
              <p:nvPicPr>
                <p:cNvPr id="165" name="Ink 164">
                  <a:extLst>
                    <a:ext uri="{FF2B5EF4-FFF2-40B4-BE49-F238E27FC236}">
                      <a16:creationId xmlns:a16="http://schemas.microsoft.com/office/drawing/2014/main" id="{71C5B766-C1D7-83D1-0CBA-CB76DC3C8F5B}"/>
                    </a:ext>
                  </a:extLst>
                </p:cNvPr>
                <p:cNvPicPr/>
                <p:nvPr/>
              </p:nvPicPr>
              <p:blipFill>
                <a:blip r:embed="rId249"/>
                <a:stretch>
                  <a:fillRect/>
                </a:stretch>
              </p:blipFill>
              <p:spPr>
                <a:xfrm>
                  <a:off x="3745965" y="4536310"/>
                  <a:ext cx="141120" cy="48420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66" name="Ink 165">
                  <a:extLst>
                    <a:ext uri="{FF2B5EF4-FFF2-40B4-BE49-F238E27FC236}">
                      <a16:creationId xmlns:a16="http://schemas.microsoft.com/office/drawing/2014/main" id="{AB1489A0-34B6-2061-E17D-EC2FF6B91910}"/>
                    </a:ext>
                  </a:extLst>
                </p14:cNvPr>
                <p14:cNvContentPartPr/>
                <p14:nvPr/>
              </p14:nvContentPartPr>
              <p14:xfrm>
                <a:off x="3760365" y="4953550"/>
                <a:ext cx="228240" cy="149760"/>
              </p14:xfrm>
            </p:contentPart>
          </mc:Choice>
          <mc:Fallback>
            <p:pic>
              <p:nvPicPr>
                <p:cNvPr id="166" name="Ink 165">
                  <a:extLst>
                    <a:ext uri="{FF2B5EF4-FFF2-40B4-BE49-F238E27FC236}">
                      <a16:creationId xmlns:a16="http://schemas.microsoft.com/office/drawing/2014/main" id="{AB1489A0-34B6-2061-E17D-EC2FF6B91910}"/>
                    </a:ext>
                  </a:extLst>
                </p:cNvPr>
                <p:cNvPicPr/>
                <p:nvPr/>
              </p:nvPicPr>
              <p:blipFill>
                <a:blip r:embed="rId251"/>
                <a:stretch>
                  <a:fillRect/>
                </a:stretch>
              </p:blipFill>
              <p:spPr>
                <a:xfrm>
                  <a:off x="3751725" y="4944910"/>
                  <a:ext cx="24588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67" name="Ink 166">
                  <a:extLst>
                    <a:ext uri="{FF2B5EF4-FFF2-40B4-BE49-F238E27FC236}">
                      <a16:creationId xmlns:a16="http://schemas.microsoft.com/office/drawing/2014/main" id="{F56F92DA-DDC6-913D-0542-22489C57CE05}"/>
                    </a:ext>
                  </a:extLst>
                </p14:cNvPr>
                <p14:cNvContentPartPr/>
                <p14:nvPr/>
              </p14:nvContentPartPr>
              <p14:xfrm>
                <a:off x="4165725" y="4587790"/>
                <a:ext cx="123120" cy="375840"/>
              </p14:xfrm>
            </p:contentPart>
          </mc:Choice>
          <mc:Fallback>
            <p:pic>
              <p:nvPicPr>
                <p:cNvPr id="167" name="Ink 166">
                  <a:extLst>
                    <a:ext uri="{FF2B5EF4-FFF2-40B4-BE49-F238E27FC236}">
                      <a16:creationId xmlns:a16="http://schemas.microsoft.com/office/drawing/2014/main" id="{F56F92DA-DDC6-913D-0542-22489C57CE05}"/>
                    </a:ext>
                  </a:extLst>
                </p:cNvPr>
                <p:cNvPicPr/>
                <p:nvPr/>
              </p:nvPicPr>
              <p:blipFill>
                <a:blip r:embed="rId253"/>
                <a:stretch>
                  <a:fillRect/>
                </a:stretch>
              </p:blipFill>
              <p:spPr>
                <a:xfrm>
                  <a:off x="4156725" y="4579150"/>
                  <a:ext cx="140760" cy="39348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68" name="Ink 167">
                  <a:extLst>
                    <a:ext uri="{FF2B5EF4-FFF2-40B4-BE49-F238E27FC236}">
                      <a16:creationId xmlns:a16="http://schemas.microsoft.com/office/drawing/2014/main" id="{3884C9B2-1F01-5311-F37D-9033F6A0384F}"/>
                    </a:ext>
                  </a:extLst>
                </p14:cNvPr>
                <p14:cNvContentPartPr/>
                <p14:nvPr/>
              </p14:nvContentPartPr>
              <p14:xfrm>
                <a:off x="4059885" y="4570150"/>
                <a:ext cx="217800" cy="151920"/>
              </p14:xfrm>
            </p:contentPart>
          </mc:Choice>
          <mc:Fallback>
            <p:pic>
              <p:nvPicPr>
                <p:cNvPr id="168" name="Ink 167">
                  <a:extLst>
                    <a:ext uri="{FF2B5EF4-FFF2-40B4-BE49-F238E27FC236}">
                      <a16:creationId xmlns:a16="http://schemas.microsoft.com/office/drawing/2014/main" id="{3884C9B2-1F01-5311-F37D-9033F6A0384F}"/>
                    </a:ext>
                  </a:extLst>
                </p:cNvPr>
                <p:cNvPicPr/>
                <p:nvPr/>
              </p:nvPicPr>
              <p:blipFill>
                <a:blip r:embed="rId255"/>
                <a:stretch>
                  <a:fillRect/>
                </a:stretch>
              </p:blipFill>
              <p:spPr>
                <a:xfrm>
                  <a:off x="4050885" y="4561510"/>
                  <a:ext cx="23544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69" name="Ink 168">
                  <a:extLst>
                    <a:ext uri="{FF2B5EF4-FFF2-40B4-BE49-F238E27FC236}">
                      <a16:creationId xmlns:a16="http://schemas.microsoft.com/office/drawing/2014/main" id="{B33EC9B4-9951-4FE7-0834-15D4E1F8C554}"/>
                    </a:ext>
                  </a:extLst>
                </p14:cNvPr>
                <p14:cNvContentPartPr/>
                <p14:nvPr/>
              </p14:nvContentPartPr>
              <p14:xfrm>
                <a:off x="3474525" y="2897230"/>
                <a:ext cx="32040" cy="581760"/>
              </p14:xfrm>
            </p:contentPart>
          </mc:Choice>
          <mc:Fallback>
            <p:pic>
              <p:nvPicPr>
                <p:cNvPr id="169" name="Ink 168">
                  <a:extLst>
                    <a:ext uri="{FF2B5EF4-FFF2-40B4-BE49-F238E27FC236}">
                      <a16:creationId xmlns:a16="http://schemas.microsoft.com/office/drawing/2014/main" id="{B33EC9B4-9951-4FE7-0834-15D4E1F8C554}"/>
                    </a:ext>
                  </a:extLst>
                </p:cNvPr>
                <p:cNvPicPr/>
                <p:nvPr/>
              </p:nvPicPr>
              <p:blipFill>
                <a:blip r:embed="rId257"/>
                <a:stretch>
                  <a:fillRect/>
                </a:stretch>
              </p:blipFill>
              <p:spPr>
                <a:xfrm>
                  <a:off x="3465525" y="2888230"/>
                  <a:ext cx="49680" cy="59940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70" name="Ink 169">
                  <a:extLst>
                    <a:ext uri="{FF2B5EF4-FFF2-40B4-BE49-F238E27FC236}">
                      <a16:creationId xmlns:a16="http://schemas.microsoft.com/office/drawing/2014/main" id="{69B596D0-93E0-063B-5B46-4425FCEDEF51}"/>
                    </a:ext>
                  </a:extLst>
                </p14:cNvPr>
                <p14:cNvContentPartPr/>
                <p14:nvPr/>
              </p14:nvContentPartPr>
              <p14:xfrm>
                <a:off x="3377685" y="2884270"/>
                <a:ext cx="222120" cy="158400"/>
              </p14:xfrm>
            </p:contentPart>
          </mc:Choice>
          <mc:Fallback>
            <p:pic>
              <p:nvPicPr>
                <p:cNvPr id="170" name="Ink 169">
                  <a:extLst>
                    <a:ext uri="{FF2B5EF4-FFF2-40B4-BE49-F238E27FC236}">
                      <a16:creationId xmlns:a16="http://schemas.microsoft.com/office/drawing/2014/main" id="{69B596D0-93E0-063B-5B46-4425FCEDEF51}"/>
                    </a:ext>
                  </a:extLst>
                </p:cNvPr>
                <p:cNvPicPr/>
                <p:nvPr/>
              </p:nvPicPr>
              <p:blipFill>
                <a:blip r:embed="rId259"/>
                <a:stretch>
                  <a:fillRect/>
                </a:stretch>
              </p:blipFill>
              <p:spPr>
                <a:xfrm>
                  <a:off x="3368685" y="2875270"/>
                  <a:ext cx="23976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71" name="Ink 170">
                  <a:extLst>
                    <a:ext uri="{FF2B5EF4-FFF2-40B4-BE49-F238E27FC236}">
                      <a16:creationId xmlns:a16="http://schemas.microsoft.com/office/drawing/2014/main" id="{3D3662D0-4510-E3F6-A723-A5BCDE841FDA}"/>
                    </a:ext>
                  </a:extLst>
                </p14:cNvPr>
                <p14:cNvContentPartPr/>
                <p14:nvPr/>
              </p14:nvContentPartPr>
              <p14:xfrm>
                <a:off x="3863325" y="2785270"/>
                <a:ext cx="185040" cy="588960"/>
              </p14:xfrm>
            </p:contentPart>
          </mc:Choice>
          <mc:Fallback>
            <p:pic>
              <p:nvPicPr>
                <p:cNvPr id="171" name="Ink 170">
                  <a:extLst>
                    <a:ext uri="{FF2B5EF4-FFF2-40B4-BE49-F238E27FC236}">
                      <a16:creationId xmlns:a16="http://schemas.microsoft.com/office/drawing/2014/main" id="{3D3662D0-4510-E3F6-A723-A5BCDE841FDA}"/>
                    </a:ext>
                  </a:extLst>
                </p:cNvPr>
                <p:cNvPicPr/>
                <p:nvPr/>
              </p:nvPicPr>
              <p:blipFill>
                <a:blip r:embed="rId261"/>
                <a:stretch>
                  <a:fillRect/>
                </a:stretch>
              </p:blipFill>
              <p:spPr>
                <a:xfrm>
                  <a:off x="3854685" y="2776630"/>
                  <a:ext cx="202680" cy="60660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72" name="Ink 171">
                  <a:extLst>
                    <a:ext uri="{FF2B5EF4-FFF2-40B4-BE49-F238E27FC236}">
                      <a16:creationId xmlns:a16="http://schemas.microsoft.com/office/drawing/2014/main" id="{BC54FFDB-C7B7-29C8-63FA-91E13AEFA048}"/>
                    </a:ext>
                  </a:extLst>
                </p14:cNvPr>
                <p14:cNvContentPartPr/>
                <p14:nvPr/>
              </p14:nvContentPartPr>
              <p14:xfrm>
                <a:off x="3958365" y="3206470"/>
                <a:ext cx="173880" cy="128880"/>
              </p14:xfrm>
            </p:contentPart>
          </mc:Choice>
          <mc:Fallback>
            <p:pic>
              <p:nvPicPr>
                <p:cNvPr id="172" name="Ink 171">
                  <a:extLst>
                    <a:ext uri="{FF2B5EF4-FFF2-40B4-BE49-F238E27FC236}">
                      <a16:creationId xmlns:a16="http://schemas.microsoft.com/office/drawing/2014/main" id="{BC54FFDB-C7B7-29C8-63FA-91E13AEFA048}"/>
                    </a:ext>
                  </a:extLst>
                </p:cNvPr>
                <p:cNvPicPr/>
                <p:nvPr/>
              </p:nvPicPr>
              <p:blipFill>
                <a:blip r:embed="rId263"/>
                <a:stretch>
                  <a:fillRect/>
                </a:stretch>
              </p:blipFill>
              <p:spPr>
                <a:xfrm>
                  <a:off x="3949725" y="3197830"/>
                  <a:ext cx="19152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73" name="Ink 172">
                  <a:extLst>
                    <a:ext uri="{FF2B5EF4-FFF2-40B4-BE49-F238E27FC236}">
                      <a16:creationId xmlns:a16="http://schemas.microsoft.com/office/drawing/2014/main" id="{A23676F2-5EAB-E514-BB26-CCCDF8664E75}"/>
                    </a:ext>
                  </a:extLst>
                </p14:cNvPr>
                <p14:cNvContentPartPr/>
                <p14:nvPr/>
              </p14:nvContentPartPr>
              <p14:xfrm>
                <a:off x="2065485" y="1712110"/>
                <a:ext cx="3711240" cy="1136880"/>
              </p14:xfrm>
            </p:contentPart>
          </mc:Choice>
          <mc:Fallback>
            <p:pic>
              <p:nvPicPr>
                <p:cNvPr id="173" name="Ink 172">
                  <a:extLst>
                    <a:ext uri="{FF2B5EF4-FFF2-40B4-BE49-F238E27FC236}">
                      <a16:creationId xmlns:a16="http://schemas.microsoft.com/office/drawing/2014/main" id="{A23676F2-5EAB-E514-BB26-CCCDF8664E75}"/>
                    </a:ext>
                  </a:extLst>
                </p:cNvPr>
                <p:cNvPicPr/>
                <p:nvPr/>
              </p:nvPicPr>
              <p:blipFill>
                <a:blip r:embed="rId265"/>
                <a:stretch>
                  <a:fillRect/>
                </a:stretch>
              </p:blipFill>
              <p:spPr>
                <a:xfrm>
                  <a:off x="2056485" y="1703110"/>
                  <a:ext cx="3728880" cy="115452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74" name="Ink 173">
                  <a:extLst>
                    <a:ext uri="{FF2B5EF4-FFF2-40B4-BE49-F238E27FC236}">
                      <a16:creationId xmlns:a16="http://schemas.microsoft.com/office/drawing/2014/main" id="{2044B101-286C-E1E8-3B43-4CA3AF4D3CA4}"/>
                    </a:ext>
                  </a:extLst>
                </p14:cNvPr>
                <p14:cNvContentPartPr/>
                <p14:nvPr/>
              </p14:nvContentPartPr>
              <p14:xfrm>
                <a:off x="3324765" y="2153110"/>
                <a:ext cx="393840" cy="347040"/>
              </p14:xfrm>
            </p:contentPart>
          </mc:Choice>
          <mc:Fallback>
            <p:pic>
              <p:nvPicPr>
                <p:cNvPr id="174" name="Ink 173">
                  <a:extLst>
                    <a:ext uri="{FF2B5EF4-FFF2-40B4-BE49-F238E27FC236}">
                      <a16:creationId xmlns:a16="http://schemas.microsoft.com/office/drawing/2014/main" id="{2044B101-286C-E1E8-3B43-4CA3AF4D3CA4}"/>
                    </a:ext>
                  </a:extLst>
                </p:cNvPr>
                <p:cNvPicPr/>
                <p:nvPr/>
              </p:nvPicPr>
              <p:blipFill>
                <a:blip r:embed="rId267"/>
                <a:stretch>
                  <a:fillRect/>
                </a:stretch>
              </p:blipFill>
              <p:spPr>
                <a:xfrm>
                  <a:off x="3315765" y="2144110"/>
                  <a:ext cx="411480" cy="36468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75" name="Ink 174">
                  <a:extLst>
                    <a:ext uri="{FF2B5EF4-FFF2-40B4-BE49-F238E27FC236}">
                      <a16:creationId xmlns:a16="http://schemas.microsoft.com/office/drawing/2014/main" id="{22B737E2-3D83-DEB6-9677-B2FFEC2DE066}"/>
                    </a:ext>
                  </a:extLst>
                </p14:cNvPr>
                <p14:cNvContentPartPr/>
                <p14:nvPr/>
              </p14:nvContentPartPr>
              <p14:xfrm>
                <a:off x="3778725" y="2268310"/>
                <a:ext cx="244080" cy="149400"/>
              </p14:xfrm>
            </p:contentPart>
          </mc:Choice>
          <mc:Fallback>
            <p:pic>
              <p:nvPicPr>
                <p:cNvPr id="175" name="Ink 174">
                  <a:extLst>
                    <a:ext uri="{FF2B5EF4-FFF2-40B4-BE49-F238E27FC236}">
                      <a16:creationId xmlns:a16="http://schemas.microsoft.com/office/drawing/2014/main" id="{22B737E2-3D83-DEB6-9677-B2FFEC2DE066}"/>
                    </a:ext>
                  </a:extLst>
                </p:cNvPr>
                <p:cNvPicPr/>
                <p:nvPr/>
              </p:nvPicPr>
              <p:blipFill>
                <a:blip r:embed="rId269"/>
                <a:stretch>
                  <a:fillRect/>
                </a:stretch>
              </p:blipFill>
              <p:spPr>
                <a:xfrm>
                  <a:off x="3769725" y="2259310"/>
                  <a:ext cx="26172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76" name="Ink 175">
                  <a:extLst>
                    <a:ext uri="{FF2B5EF4-FFF2-40B4-BE49-F238E27FC236}">
                      <a16:creationId xmlns:a16="http://schemas.microsoft.com/office/drawing/2014/main" id="{111A4AFC-5A63-087D-9A2B-978E3A29A76C}"/>
                    </a:ext>
                  </a:extLst>
                </p14:cNvPr>
                <p14:cNvContentPartPr/>
                <p14:nvPr/>
              </p14:nvContentPartPr>
              <p14:xfrm>
                <a:off x="3844245" y="2218990"/>
                <a:ext cx="122040" cy="277560"/>
              </p14:xfrm>
            </p:contentPart>
          </mc:Choice>
          <mc:Fallback>
            <p:pic>
              <p:nvPicPr>
                <p:cNvPr id="176" name="Ink 175">
                  <a:extLst>
                    <a:ext uri="{FF2B5EF4-FFF2-40B4-BE49-F238E27FC236}">
                      <a16:creationId xmlns:a16="http://schemas.microsoft.com/office/drawing/2014/main" id="{111A4AFC-5A63-087D-9A2B-978E3A29A76C}"/>
                    </a:ext>
                  </a:extLst>
                </p:cNvPr>
                <p:cNvPicPr/>
                <p:nvPr/>
              </p:nvPicPr>
              <p:blipFill>
                <a:blip r:embed="rId271"/>
                <a:stretch>
                  <a:fillRect/>
                </a:stretch>
              </p:blipFill>
              <p:spPr>
                <a:xfrm>
                  <a:off x="3835605" y="2209990"/>
                  <a:ext cx="139680" cy="29520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91" name="Ink 190">
                  <a:extLst>
                    <a:ext uri="{FF2B5EF4-FFF2-40B4-BE49-F238E27FC236}">
                      <a16:creationId xmlns:a16="http://schemas.microsoft.com/office/drawing/2014/main" id="{BCF038DB-DC95-7928-9E17-803DE6416693}"/>
                    </a:ext>
                  </a:extLst>
                </p14:cNvPr>
                <p14:cNvContentPartPr/>
                <p14:nvPr/>
              </p14:nvContentPartPr>
              <p14:xfrm>
                <a:off x="235965" y="5427670"/>
                <a:ext cx="359640" cy="464040"/>
              </p14:xfrm>
            </p:contentPart>
          </mc:Choice>
          <mc:Fallback>
            <p:pic>
              <p:nvPicPr>
                <p:cNvPr id="191" name="Ink 190">
                  <a:extLst>
                    <a:ext uri="{FF2B5EF4-FFF2-40B4-BE49-F238E27FC236}">
                      <a16:creationId xmlns:a16="http://schemas.microsoft.com/office/drawing/2014/main" id="{BCF038DB-DC95-7928-9E17-803DE6416693}"/>
                    </a:ext>
                  </a:extLst>
                </p:cNvPr>
                <p:cNvPicPr/>
                <p:nvPr/>
              </p:nvPicPr>
              <p:blipFill>
                <a:blip r:embed="rId273"/>
                <a:stretch>
                  <a:fillRect/>
                </a:stretch>
              </p:blipFill>
              <p:spPr>
                <a:xfrm>
                  <a:off x="227325" y="5419030"/>
                  <a:ext cx="377280" cy="48168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92" name="Ink 191">
                  <a:extLst>
                    <a:ext uri="{FF2B5EF4-FFF2-40B4-BE49-F238E27FC236}">
                      <a16:creationId xmlns:a16="http://schemas.microsoft.com/office/drawing/2014/main" id="{29941BBD-71A1-D338-8E3B-455C450F9807}"/>
                    </a:ext>
                  </a:extLst>
                </p14:cNvPr>
                <p14:cNvContentPartPr/>
                <p14:nvPr/>
              </p14:nvContentPartPr>
              <p14:xfrm>
                <a:off x="609285" y="5451790"/>
                <a:ext cx="250920" cy="235440"/>
              </p14:xfrm>
            </p:contentPart>
          </mc:Choice>
          <mc:Fallback>
            <p:pic>
              <p:nvPicPr>
                <p:cNvPr id="192" name="Ink 191">
                  <a:extLst>
                    <a:ext uri="{FF2B5EF4-FFF2-40B4-BE49-F238E27FC236}">
                      <a16:creationId xmlns:a16="http://schemas.microsoft.com/office/drawing/2014/main" id="{29941BBD-71A1-D338-8E3B-455C450F9807}"/>
                    </a:ext>
                  </a:extLst>
                </p:cNvPr>
                <p:cNvPicPr/>
                <p:nvPr/>
              </p:nvPicPr>
              <p:blipFill>
                <a:blip r:embed="rId275"/>
                <a:stretch>
                  <a:fillRect/>
                </a:stretch>
              </p:blipFill>
              <p:spPr>
                <a:xfrm>
                  <a:off x="600285" y="5443150"/>
                  <a:ext cx="26856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93" name="Ink 192">
                  <a:extLst>
                    <a:ext uri="{FF2B5EF4-FFF2-40B4-BE49-F238E27FC236}">
                      <a16:creationId xmlns:a16="http://schemas.microsoft.com/office/drawing/2014/main" id="{926168A1-B03D-07AF-5396-13DED03CA2C9}"/>
                    </a:ext>
                  </a:extLst>
                </p14:cNvPr>
                <p14:cNvContentPartPr/>
                <p14:nvPr/>
              </p14:nvContentPartPr>
              <p14:xfrm>
                <a:off x="872085" y="5284030"/>
                <a:ext cx="318600" cy="237960"/>
              </p14:xfrm>
            </p:contentPart>
          </mc:Choice>
          <mc:Fallback>
            <p:pic>
              <p:nvPicPr>
                <p:cNvPr id="193" name="Ink 192">
                  <a:extLst>
                    <a:ext uri="{FF2B5EF4-FFF2-40B4-BE49-F238E27FC236}">
                      <a16:creationId xmlns:a16="http://schemas.microsoft.com/office/drawing/2014/main" id="{926168A1-B03D-07AF-5396-13DED03CA2C9}"/>
                    </a:ext>
                  </a:extLst>
                </p:cNvPr>
                <p:cNvPicPr/>
                <p:nvPr/>
              </p:nvPicPr>
              <p:blipFill>
                <a:blip r:embed="rId277"/>
                <a:stretch>
                  <a:fillRect/>
                </a:stretch>
              </p:blipFill>
              <p:spPr>
                <a:xfrm>
                  <a:off x="863445" y="5275390"/>
                  <a:ext cx="33624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94" name="Ink 193">
                  <a:extLst>
                    <a:ext uri="{FF2B5EF4-FFF2-40B4-BE49-F238E27FC236}">
                      <a16:creationId xmlns:a16="http://schemas.microsoft.com/office/drawing/2014/main" id="{C21385A7-E7A3-B289-4950-7430FDA7641F}"/>
                    </a:ext>
                  </a:extLst>
                </p14:cNvPr>
                <p14:cNvContentPartPr/>
                <p14:nvPr/>
              </p14:nvContentPartPr>
              <p14:xfrm>
                <a:off x="116085" y="5108350"/>
                <a:ext cx="1285560" cy="883440"/>
              </p14:xfrm>
            </p:contentPart>
          </mc:Choice>
          <mc:Fallback>
            <p:pic>
              <p:nvPicPr>
                <p:cNvPr id="194" name="Ink 193">
                  <a:extLst>
                    <a:ext uri="{FF2B5EF4-FFF2-40B4-BE49-F238E27FC236}">
                      <a16:creationId xmlns:a16="http://schemas.microsoft.com/office/drawing/2014/main" id="{C21385A7-E7A3-B289-4950-7430FDA7641F}"/>
                    </a:ext>
                  </a:extLst>
                </p:cNvPr>
                <p:cNvPicPr/>
                <p:nvPr/>
              </p:nvPicPr>
              <p:blipFill>
                <a:blip r:embed="rId279"/>
                <a:stretch>
                  <a:fillRect/>
                </a:stretch>
              </p:blipFill>
              <p:spPr>
                <a:xfrm>
                  <a:off x="107085" y="5099350"/>
                  <a:ext cx="1303200" cy="90108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95" name="Ink 194">
                  <a:extLst>
                    <a:ext uri="{FF2B5EF4-FFF2-40B4-BE49-F238E27FC236}">
                      <a16:creationId xmlns:a16="http://schemas.microsoft.com/office/drawing/2014/main" id="{FFA8CE1D-819B-ED67-381F-D589BAF113B4}"/>
                    </a:ext>
                  </a:extLst>
                </p14:cNvPr>
                <p14:cNvContentPartPr/>
                <p14:nvPr/>
              </p14:nvContentPartPr>
              <p14:xfrm>
                <a:off x="1174485" y="5910430"/>
                <a:ext cx="581040" cy="230400"/>
              </p14:xfrm>
            </p:contentPart>
          </mc:Choice>
          <mc:Fallback>
            <p:pic>
              <p:nvPicPr>
                <p:cNvPr id="195" name="Ink 194">
                  <a:extLst>
                    <a:ext uri="{FF2B5EF4-FFF2-40B4-BE49-F238E27FC236}">
                      <a16:creationId xmlns:a16="http://schemas.microsoft.com/office/drawing/2014/main" id="{FFA8CE1D-819B-ED67-381F-D589BAF113B4}"/>
                    </a:ext>
                  </a:extLst>
                </p:cNvPr>
                <p:cNvPicPr/>
                <p:nvPr/>
              </p:nvPicPr>
              <p:blipFill>
                <a:blip r:embed="rId281"/>
                <a:stretch>
                  <a:fillRect/>
                </a:stretch>
              </p:blipFill>
              <p:spPr>
                <a:xfrm>
                  <a:off x="1165845" y="5901430"/>
                  <a:ext cx="59868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96" name="Ink 195">
                  <a:extLst>
                    <a:ext uri="{FF2B5EF4-FFF2-40B4-BE49-F238E27FC236}">
                      <a16:creationId xmlns:a16="http://schemas.microsoft.com/office/drawing/2014/main" id="{38CED56C-544E-78E6-F98E-3B0F2FD3BF09}"/>
                    </a:ext>
                  </a:extLst>
                </p14:cNvPr>
                <p14:cNvContentPartPr/>
                <p14:nvPr/>
              </p14:nvContentPartPr>
              <p14:xfrm>
                <a:off x="1731765" y="5982070"/>
                <a:ext cx="120240" cy="150840"/>
              </p14:xfrm>
            </p:contentPart>
          </mc:Choice>
          <mc:Fallback>
            <p:pic>
              <p:nvPicPr>
                <p:cNvPr id="196" name="Ink 195">
                  <a:extLst>
                    <a:ext uri="{FF2B5EF4-FFF2-40B4-BE49-F238E27FC236}">
                      <a16:creationId xmlns:a16="http://schemas.microsoft.com/office/drawing/2014/main" id="{38CED56C-544E-78E6-F98E-3B0F2FD3BF09}"/>
                    </a:ext>
                  </a:extLst>
                </p:cNvPr>
                <p:cNvPicPr/>
                <p:nvPr/>
              </p:nvPicPr>
              <p:blipFill>
                <a:blip r:embed="rId283"/>
                <a:stretch>
                  <a:fillRect/>
                </a:stretch>
              </p:blipFill>
              <p:spPr>
                <a:xfrm>
                  <a:off x="1722765" y="5973070"/>
                  <a:ext cx="13788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97" name="Ink 196">
                  <a:extLst>
                    <a:ext uri="{FF2B5EF4-FFF2-40B4-BE49-F238E27FC236}">
                      <a16:creationId xmlns:a16="http://schemas.microsoft.com/office/drawing/2014/main" id="{DC931E5A-EF35-B111-93DE-C0C60A7E6AEB}"/>
                    </a:ext>
                  </a:extLst>
                </p14:cNvPr>
                <p14:cNvContentPartPr/>
                <p14:nvPr/>
              </p14:nvContentPartPr>
              <p14:xfrm>
                <a:off x="2088525" y="5910430"/>
                <a:ext cx="174240" cy="219960"/>
              </p14:xfrm>
            </p:contentPart>
          </mc:Choice>
          <mc:Fallback>
            <p:pic>
              <p:nvPicPr>
                <p:cNvPr id="197" name="Ink 196">
                  <a:extLst>
                    <a:ext uri="{FF2B5EF4-FFF2-40B4-BE49-F238E27FC236}">
                      <a16:creationId xmlns:a16="http://schemas.microsoft.com/office/drawing/2014/main" id="{DC931E5A-EF35-B111-93DE-C0C60A7E6AEB}"/>
                    </a:ext>
                  </a:extLst>
                </p:cNvPr>
                <p:cNvPicPr/>
                <p:nvPr/>
              </p:nvPicPr>
              <p:blipFill>
                <a:blip r:embed="rId285"/>
                <a:stretch>
                  <a:fillRect/>
                </a:stretch>
              </p:blipFill>
              <p:spPr>
                <a:xfrm>
                  <a:off x="2079525" y="5901430"/>
                  <a:ext cx="19188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98" name="Ink 197">
                  <a:extLst>
                    <a:ext uri="{FF2B5EF4-FFF2-40B4-BE49-F238E27FC236}">
                      <a16:creationId xmlns:a16="http://schemas.microsoft.com/office/drawing/2014/main" id="{ECF0E23F-8B98-4AE2-EB49-7D3646E0E734}"/>
                    </a:ext>
                  </a:extLst>
                </p14:cNvPr>
                <p14:cNvContentPartPr/>
                <p14:nvPr/>
              </p14:nvContentPartPr>
              <p14:xfrm>
                <a:off x="2146125" y="5837710"/>
                <a:ext cx="292320" cy="191880"/>
              </p14:xfrm>
            </p:contentPart>
          </mc:Choice>
          <mc:Fallback>
            <p:pic>
              <p:nvPicPr>
                <p:cNvPr id="198" name="Ink 197">
                  <a:extLst>
                    <a:ext uri="{FF2B5EF4-FFF2-40B4-BE49-F238E27FC236}">
                      <a16:creationId xmlns:a16="http://schemas.microsoft.com/office/drawing/2014/main" id="{ECF0E23F-8B98-4AE2-EB49-7D3646E0E734}"/>
                    </a:ext>
                  </a:extLst>
                </p:cNvPr>
                <p:cNvPicPr/>
                <p:nvPr/>
              </p:nvPicPr>
              <p:blipFill>
                <a:blip r:embed="rId287"/>
                <a:stretch>
                  <a:fillRect/>
                </a:stretch>
              </p:blipFill>
              <p:spPr>
                <a:xfrm>
                  <a:off x="2137485" y="5828710"/>
                  <a:ext cx="30996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99" name="Ink 198">
                  <a:extLst>
                    <a:ext uri="{FF2B5EF4-FFF2-40B4-BE49-F238E27FC236}">
                      <a16:creationId xmlns:a16="http://schemas.microsoft.com/office/drawing/2014/main" id="{1187230A-F9EC-4294-9E00-8D34331DF4B4}"/>
                    </a:ext>
                  </a:extLst>
                </p14:cNvPr>
                <p14:cNvContentPartPr/>
                <p14:nvPr/>
              </p14:nvContentPartPr>
              <p14:xfrm>
                <a:off x="2479845" y="5825830"/>
                <a:ext cx="129240" cy="181440"/>
              </p14:xfrm>
            </p:contentPart>
          </mc:Choice>
          <mc:Fallback>
            <p:pic>
              <p:nvPicPr>
                <p:cNvPr id="199" name="Ink 198">
                  <a:extLst>
                    <a:ext uri="{FF2B5EF4-FFF2-40B4-BE49-F238E27FC236}">
                      <a16:creationId xmlns:a16="http://schemas.microsoft.com/office/drawing/2014/main" id="{1187230A-F9EC-4294-9E00-8D34331DF4B4}"/>
                    </a:ext>
                  </a:extLst>
                </p:cNvPr>
                <p:cNvPicPr/>
                <p:nvPr/>
              </p:nvPicPr>
              <p:blipFill>
                <a:blip r:embed="rId289"/>
                <a:stretch>
                  <a:fillRect/>
                </a:stretch>
              </p:blipFill>
              <p:spPr>
                <a:xfrm>
                  <a:off x="2470845" y="5817190"/>
                  <a:ext cx="14688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200" name="Ink 199">
                  <a:extLst>
                    <a:ext uri="{FF2B5EF4-FFF2-40B4-BE49-F238E27FC236}">
                      <a16:creationId xmlns:a16="http://schemas.microsoft.com/office/drawing/2014/main" id="{A539C69B-7E69-0138-0125-344300C15170}"/>
                    </a:ext>
                  </a:extLst>
                </p14:cNvPr>
                <p14:cNvContentPartPr/>
                <p14:nvPr/>
              </p14:nvContentPartPr>
              <p14:xfrm>
                <a:off x="1987005" y="5641870"/>
                <a:ext cx="732960" cy="605520"/>
              </p14:xfrm>
            </p:contentPart>
          </mc:Choice>
          <mc:Fallback>
            <p:pic>
              <p:nvPicPr>
                <p:cNvPr id="200" name="Ink 199">
                  <a:extLst>
                    <a:ext uri="{FF2B5EF4-FFF2-40B4-BE49-F238E27FC236}">
                      <a16:creationId xmlns:a16="http://schemas.microsoft.com/office/drawing/2014/main" id="{A539C69B-7E69-0138-0125-344300C15170}"/>
                    </a:ext>
                  </a:extLst>
                </p:cNvPr>
                <p:cNvPicPr/>
                <p:nvPr/>
              </p:nvPicPr>
              <p:blipFill>
                <a:blip r:embed="rId291"/>
                <a:stretch>
                  <a:fillRect/>
                </a:stretch>
              </p:blipFill>
              <p:spPr>
                <a:xfrm>
                  <a:off x="1978365" y="5632870"/>
                  <a:ext cx="750600" cy="62316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202" name="Ink 201">
                  <a:extLst>
                    <a:ext uri="{FF2B5EF4-FFF2-40B4-BE49-F238E27FC236}">
                      <a16:creationId xmlns:a16="http://schemas.microsoft.com/office/drawing/2014/main" id="{3DC828BD-5A43-0994-F6B3-7C40ACB783D9}"/>
                    </a:ext>
                  </a:extLst>
                </p14:cNvPr>
                <p14:cNvContentPartPr/>
                <p14:nvPr/>
              </p14:nvContentPartPr>
              <p14:xfrm>
                <a:off x="2071605" y="5470150"/>
                <a:ext cx="142560" cy="127800"/>
              </p14:xfrm>
            </p:contentPart>
          </mc:Choice>
          <mc:Fallback>
            <p:pic>
              <p:nvPicPr>
                <p:cNvPr id="202" name="Ink 201">
                  <a:extLst>
                    <a:ext uri="{FF2B5EF4-FFF2-40B4-BE49-F238E27FC236}">
                      <a16:creationId xmlns:a16="http://schemas.microsoft.com/office/drawing/2014/main" id="{3DC828BD-5A43-0994-F6B3-7C40ACB783D9}"/>
                    </a:ext>
                  </a:extLst>
                </p:cNvPr>
                <p:cNvPicPr/>
                <p:nvPr/>
              </p:nvPicPr>
              <p:blipFill>
                <a:blip r:embed="rId293"/>
                <a:stretch>
                  <a:fillRect/>
                </a:stretch>
              </p:blipFill>
              <p:spPr>
                <a:xfrm>
                  <a:off x="2062965" y="5461510"/>
                  <a:ext cx="16020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203" name="Ink 202">
                  <a:extLst>
                    <a:ext uri="{FF2B5EF4-FFF2-40B4-BE49-F238E27FC236}">
                      <a16:creationId xmlns:a16="http://schemas.microsoft.com/office/drawing/2014/main" id="{B632C370-392E-6341-39AE-7848E2F58E04}"/>
                    </a:ext>
                  </a:extLst>
                </p14:cNvPr>
                <p14:cNvContentPartPr/>
                <p14:nvPr/>
              </p14:nvContentPartPr>
              <p14:xfrm>
                <a:off x="1999605" y="5546110"/>
                <a:ext cx="91800" cy="153360"/>
              </p14:xfrm>
            </p:contentPart>
          </mc:Choice>
          <mc:Fallback>
            <p:pic>
              <p:nvPicPr>
                <p:cNvPr id="203" name="Ink 202">
                  <a:extLst>
                    <a:ext uri="{FF2B5EF4-FFF2-40B4-BE49-F238E27FC236}">
                      <a16:creationId xmlns:a16="http://schemas.microsoft.com/office/drawing/2014/main" id="{B632C370-392E-6341-39AE-7848E2F58E04}"/>
                    </a:ext>
                  </a:extLst>
                </p:cNvPr>
                <p:cNvPicPr/>
                <p:nvPr/>
              </p:nvPicPr>
              <p:blipFill>
                <a:blip r:embed="rId295"/>
                <a:stretch>
                  <a:fillRect/>
                </a:stretch>
              </p:blipFill>
              <p:spPr>
                <a:xfrm>
                  <a:off x="1990965" y="5537470"/>
                  <a:ext cx="10944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204" name="Ink 203">
                  <a:extLst>
                    <a:ext uri="{FF2B5EF4-FFF2-40B4-BE49-F238E27FC236}">
                      <a16:creationId xmlns:a16="http://schemas.microsoft.com/office/drawing/2014/main" id="{7EF9461F-A7EA-5898-4FAF-A865180C32B1}"/>
                    </a:ext>
                  </a:extLst>
                </p14:cNvPr>
                <p14:cNvContentPartPr/>
                <p14:nvPr/>
              </p14:nvContentPartPr>
              <p14:xfrm>
                <a:off x="2264565" y="5469790"/>
                <a:ext cx="61200" cy="187920"/>
              </p14:xfrm>
            </p:contentPart>
          </mc:Choice>
          <mc:Fallback>
            <p:pic>
              <p:nvPicPr>
                <p:cNvPr id="204" name="Ink 203">
                  <a:extLst>
                    <a:ext uri="{FF2B5EF4-FFF2-40B4-BE49-F238E27FC236}">
                      <a16:creationId xmlns:a16="http://schemas.microsoft.com/office/drawing/2014/main" id="{7EF9461F-A7EA-5898-4FAF-A865180C32B1}"/>
                    </a:ext>
                  </a:extLst>
                </p:cNvPr>
                <p:cNvPicPr/>
                <p:nvPr/>
              </p:nvPicPr>
              <p:blipFill>
                <a:blip r:embed="rId297"/>
                <a:stretch>
                  <a:fillRect/>
                </a:stretch>
              </p:blipFill>
              <p:spPr>
                <a:xfrm>
                  <a:off x="2255925" y="5460790"/>
                  <a:ext cx="7884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205" name="Ink 204">
                  <a:extLst>
                    <a:ext uri="{FF2B5EF4-FFF2-40B4-BE49-F238E27FC236}">
                      <a16:creationId xmlns:a16="http://schemas.microsoft.com/office/drawing/2014/main" id="{37B9EA84-1281-8729-7B17-F30B8ABB370B}"/>
                    </a:ext>
                  </a:extLst>
                </p14:cNvPr>
                <p14:cNvContentPartPr/>
                <p14:nvPr/>
              </p14:nvContentPartPr>
              <p14:xfrm>
                <a:off x="370605" y="4976950"/>
                <a:ext cx="86760" cy="191160"/>
              </p14:xfrm>
            </p:contentPart>
          </mc:Choice>
          <mc:Fallback>
            <p:pic>
              <p:nvPicPr>
                <p:cNvPr id="205" name="Ink 204">
                  <a:extLst>
                    <a:ext uri="{FF2B5EF4-FFF2-40B4-BE49-F238E27FC236}">
                      <a16:creationId xmlns:a16="http://schemas.microsoft.com/office/drawing/2014/main" id="{37B9EA84-1281-8729-7B17-F30B8ABB370B}"/>
                    </a:ext>
                  </a:extLst>
                </p:cNvPr>
                <p:cNvPicPr/>
                <p:nvPr/>
              </p:nvPicPr>
              <p:blipFill>
                <a:blip r:embed="rId299"/>
                <a:stretch>
                  <a:fillRect/>
                </a:stretch>
              </p:blipFill>
              <p:spPr>
                <a:xfrm>
                  <a:off x="361605" y="4968310"/>
                  <a:ext cx="10440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206" name="Ink 205">
                  <a:extLst>
                    <a:ext uri="{FF2B5EF4-FFF2-40B4-BE49-F238E27FC236}">
                      <a16:creationId xmlns:a16="http://schemas.microsoft.com/office/drawing/2014/main" id="{9D72A76D-D10D-6575-B19B-7BED3EE4A2DC}"/>
                    </a:ext>
                  </a:extLst>
                </p14:cNvPr>
                <p14:cNvContentPartPr/>
                <p14:nvPr/>
              </p14:nvContentPartPr>
              <p14:xfrm>
                <a:off x="540525" y="4955350"/>
                <a:ext cx="61920" cy="99720"/>
              </p14:xfrm>
            </p:contentPart>
          </mc:Choice>
          <mc:Fallback>
            <p:pic>
              <p:nvPicPr>
                <p:cNvPr id="206" name="Ink 205">
                  <a:extLst>
                    <a:ext uri="{FF2B5EF4-FFF2-40B4-BE49-F238E27FC236}">
                      <a16:creationId xmlns:a16="http://schemas.microsoft.com/office/drawing/2014/main" id="{9D72A76D-D10D-6575-B19B-7BED3EE4A2DC}"/>
                    </a:ext>
                  </a:extLst>
                </p:cNvPr>
                <p:cNvPicPr/>
                <p:nvPr/>
              </p:nvPicPr>
              <p:blipFill>
                <a:blip r:embed="rId301"/>
                <a:stretch>
                  <a:fillRect/>
                </a:stretch>
              </p:blipFill>
              <p:spPr>
                <a:xfrm>
                  <a:off x="531885" y="4946710"/>
                  <a:ext cx="7956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207" name="Ink 206">
                  <a:extLst>
                    <a:ext uri="{FF2B5EF4-FFF2-40B4-BE49-F238E27FC236}">
                      <a16:creationId xmlns:a16="http://schemas.microsoft.com/office/drawing/2014/main" id="{9A8BDFEE-5E81-687A-A9B4-B63D2EA4AAD7}"/>
                    </a:ext>
                  </a:extLst>
                </p14:cNvPr>
                <p14:cNvContentPartPr/>
                <p14:nvPr/>
              </p14:nvContentPartPr>
              <p14:xfrm>
                <a:off x="677685" y="4881550"/>
                <a:ext cx="102240" cy="106920"/>
              </p14:xfrm>
            </p:contentPart>
          </mc:Choice>
          <mc:Fallback>
            <p:pic>
              <p:nvPicPr>
                <p:cNvPr id="207" name="Ink 206">
                  <a:extLst>
                    <a:ext uri="{FF2B5EF4-FFF2-40B4-BE49-F238E27FC236}">
                      <a16:creationId xmlns:a16="http://schemas.microsoft.com/office/drawing/2014/main" id="{9A8BDFEE-5E81-687A-A9B4-B63D2EA4AAD7}"/>
                    </a:ext>
                  </a:extLst>
                </p:cNvPr>
                <p:cNvPicPr/>
                <p:nvPr/>
              </p:nvPicPr>
              <p:blipFill>
                <a:blip r:embed="rId303"/>
                <a:stretch>
                  <a:fillRect/>
                </a:stretch>
              </p:blipFill>
              <p:spPr>
                <a:xfrm>
                  <a:off x="668685" y="4872910"/>
                  <a:ext cx="11988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209" name="Ink 208">
                  <a:extLst>
                    <a:ext uri="{FF2B5EF4-FFF2-40B4-BE49-F238E27FC236}">
                      <a16:creationId xmlns:a16="http://schemas.microsoft.com/office/drawing/2014/main" id="{08366284-D902-C311-CBF1-092E9D228B8E}"/>
                    </a:ext>
                  </a:extLst>
                </p14:cNvPr>
                <p14:cNvContentPartPr/>
                <p14:nvPr/>
              </p14:nvContentPartPr>
              <p14:xfrm>
                <a:off x="780645" y="6089710"/>
                <a:ext cx="146520" cy="306000"/>
              </p14:xfrm>
            </p:contentPart>
          </mc:Choice>
          <mc:Fallback>
            <p:pic>
              <p:nvPicPr>
                <p:cNvPr id="209" name="Ink 208">
                  <a:extLst>
                    <a:ext uri="{FF2B5EF4-FFF2-40B4-BE49-F238E27FC236}">
                      <a16:creationId xmlns:a16="http://schemas.microsoft.com/office/drawing/2014/main" id="{08366284-D902-C311-CBF1-092E9D228B8E}"/>
                    </a:ext>
                  </a:extLst>
                </p:cNvPr>
                <p:cNvPicPr/>
                <p:nvPr/>
              </p:nvPicPr>
              <p:blipFill>
                <a:blip r:embed="rId305"/>
                <a:stretch>
                  <a:fillRect/>
                </a:stretch>
              </p:blipFill>
              <p:spPr>
                <a:xfrm>
                  <a:off x="772005" y="6080710"/>
                  <a:ext cx="164160" cy="32364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210" name="Ink 209">
                  <a:extLst>
                    <a:ext uri="{FF2B5EF4-FFF2-40B4-BE49-F238E27FC236}">
                      <a16:creationId xmlns:a16="http://schemas.microsoft.com/office/drawing/2014/main" id="{AA7D9CA7-A98B-AA8B-536C-6B989A3E1A49}"/>
                    </a:ext>
                  </a:extLst>
                </p14:cNvPr>
                <p14:cNvContentPartPr/>
                <p14:nvPr/>
              </p14:nvContentPartPr>
              <p14:xfrm>
                <a:off x="958485" y="6180430"/>
                <a:ext cx="784080" cy="520920"/>
              </p14:xfrm>
            </p:contentPart>
          </mc:Choice>
          <mc:Fallback>
            <p:pic>
              <p:nvPicPr>
                <p:cNvPr id="210" name="Ink 209">
                  <a:extLst>
                    <a:ext uri="{FF2B5EF4-FFF2-40B4-BE49-F238E27FC236}">
                      <a16:creationId xmlns:a16="http://schemas.microsoft.com/office/drawing/2014/main" id="{AA7D9CA7-A98B-AA8B-536C-6B989A3E1A49}"/>
                    </a:ext>
                  </a:extLst>
                </p:cNvPr>
                <p:cNvPicPr/>
                <p:nvPr/>
              </p:nvPicPr>
              <p:blipFill>
                <a:blip r:embed="rId307"/>
                <a:stretch>
                  <a:fillRect/>
                </a:stretch>
              </p:blipFill>
              <p:spPr>
                <a:xfrm>
                  <a:off x="949845" y="6171790"/>
                  <a:ext cx="801720" cy="53856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211" name="Ink 210">
                  <a:extLst>
                    <a:ext uri="{FF2B5EF4-FFF2-40B4-BE49-F238E27FC236}">
                      <a16:creationId xmlns:a16="http://schemas.microsoft.com/office/drawing/2014/main" id="{6101B268-5132-F93D-EBEC-4D8963BA8FF3}"/>
                    </a:ext>
                  </a:extLst>
                </p14:cNvPr>
                <p14:cNvContentPartPr/>
                <p14:nvPr/>
              </p14:nvContentPartPr>
              <p14:xfrm>
                <a:off x="1180965" y="6472030"/>
                <a:ext cx="60120" cy="113040"/>
              </p14:xfrm>
            </p:contentPart>
          </mc:Choice>
          <mc:Fallback>
            <p:pic>
              <p:nvPicPr>
                <p:cNvPr id="211" name="Ink 210">
                  <a:extLst>
                    <a:ext uri="{FF2B5EF4-FFF2-40B4-BE49-F238E27FC236}">
                      <a16:creationId xmlns:a16="http://schemas.microsoft.com/office/drawing/2014/main" id="{6101B268-5132-F93D-EBEC-4D8963BA8FF3}"/>
                    </a:ext>
                  </a:extLst>
                </p:cNvPr>
                <p:cNvPicPr/>
                <p:nvPr/>
              </p:nvPicPr>
              <p:blipFill>
                <a:blip r:embed="rId309"/>
                <a:stretch>
                  <a:fillRect/>
                </a:stretch>
              </p:blipFill>
              <p:spPr>
                <a:xfrm>
                  <a:off x="1171965" y="6463030"/>
                  <a:ext cx="7776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212" name="Ink 211">
                  <a:extLst>
                    <a:ext uri="{FF2B5EF4-FFF2-40B4-BE49-F238E27FC236}">
                      <a16:creationId xmlns:a16="http://schemas.microsoft.com/office/drawing/2014/main" id="{247F915C-CC56-ACC1-E6F8-13F132D43C04}"/>
                    </a:ext>
                  </a:extLst>
                </p14:cNvPr>
                <p14:cNvContentPartPr/>
                <p14:nvPr/>
              </p14:nvContentPartPr>
              <p14:xfrm>
                <a:off x="1294725" y="6358630"/>
                <a:ext cx="138240" cy="164520"/>
              </p14:xfrm>
            </p:contentPart>
          </mc:Choice>
          <mc:Fallback>
            <p:pic>
              <p:nvPicPr>
                <p:cNvPr id="212" name="Ink 211">
                  <a:extLst>
                    <a:ext uri="{FF2B5EF4-FFF2-40B4-BE49-F238E27FC236}">
                      <a16:creationId xmlns:a16="http://schemas.microsoft.com/office/drawing/2014/main" id="{247F915C-CC56-ACC1-E6F8-13F132D43C04}"/>
                    </a:ext>
                  </a:extLst>
                </p:cNvPr>
                <p:cNvPicPr/>
                <p:nvPr/>
              </p:nvPicPr>
              <p:blipFill>
                <a:blip r:embed="rId311"/>
                <a:stretch>
                  <a:fillRect/>
                </a:stretch>
              </p:blipFill>
              <p:spPr>
                <a:xfrm>
                  <a:off x="1285725" y="6349630"/>
                  <a:ext cx="15588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213" name="Ink 212">
                  <a:extLst>
                    <a:ext uri="{FF2B5EF4-FFF2-40B4-BE49-F238E27FC236}">
                      <a16:creationId xmlns:a16="http://schemas.microsoft.com/office/drawing/2014/main" id="{B7DE9AD1-8406-E5BF-8BAD-D419ECCB0C99}"/>
                    </a:ext>
                  </a:extLst>
                </p14:cNvPr>
                <p14:cNvContentPartPr/>
                <p14:nvPr/>
              </p14:nvContentPartPr>
              <p14:xfrm>
                <a:off x="1429005" y="6301390"/>
                <a:ext cx="148680" cy="163080"/>
              </p14:xfrm>
            </p:contentPart>
          </mc:Choice>
          <mc:Fallback>
            <p:pic>
              <p:nvPicPr>
                <p:cNvPr id="213" name="Ink 212">
                  <a:extLst>
                    <a:ext uri="{FF2B5EF4-FFF2-40B4-BE49-F238E27FC236}">
                      <a16:creationId xmlns:a16="http://schemas.microsoft.com/office/drawing/2014/main" id="{B7DE9AD1-8406-E5BF-8BAD-D419ECCB0C99}"/>
                    </a:ext>
                  </a:extLst>
                </p:cNvPr>
                <p:cNvPicPr/>
                <p:nvPr/>
              </p:nvPicPr>
              <p:blipFill>
                <a:blip r:embed="rId313"/>
                <a:stretch>
                  <a:fillRect/>
                </a:stretch>
              </p:blipFill>
              <p:spPr>
                <a:xfrm>
                  <a:off x="1420365" y="6292750"/>
                  <a:ext cx="166320" cy="18072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215" name="Ink 214">
                  <a:extLst>
                    <a:ext uri="{FF2B5EF4-FFF2-40B4-BE49-F238E27FC236}">
                      <a16:creationId xmlns:a16="http://schemas.microsoft.com/office/drawing/2014/main" id="{2E4377D8-5F46-6591-02D7-FAA802EA4A34}"/>
                    </a:ext>
                  </a:extLst>
                </p14:cNvPr>
                <p14:cNvContentPartPr/>
                <p14:nvPr/>
              </p14:nvContentPartPr>
              <p14:xfrm>
                <a:off x="192405" y="6022390"/>
                <a:ext cx="144360" cy="369000"/>
              </p14:xfrm>
            </p:contentPart>
          </mc:Choice>
          <mc:Fallback>
            <p:pic>
              <p:nvPicPr>
                <p:cNvPr id="215" name="Ink 214">
                  <a:extLst>
                    <a:ext uri="{FF2B5EF4-FFF2-40B4-BE49-F238E27FC236}">
                      <a16:creationId xmlns:a16="http://schemas.microsoft.com/office/drawing/2014/main" id="{2E4377D8-5F46-6591-02D7-FAA802EA4A34}"/>
                    </a:ext>
                  </a:extLst>
                </p:cNvPr>
                <p:cNvPicPr/>
                <p:nvPr/>
              </p:nvPicPr>
              <p:blipFill>
                <a:blip r:embed="rId315"/>
                <a:stretch>
                  <a:fillRect/>
                </a:stretch>
              </p:blipFill>
              <p:spPr>
                <a:xfrm>
                  <a:off x="183765" y="6013750"/>
                  <a:ext cx="162000" cy="38664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216" name="Ink 215">
                  <a:extLst>
                    <a:ext uri="{FF2B5EF4-FFF2-40B4-BE49-F238E27FC236}">
                      <a16:creationId xmlns:a16="http://schemas.microsoft.com/office/drawing/2014/main" id="{A0360F10-9FBC-456C-39E8-3B023DAE5B63}"/>
                    </a:ext>
                  </a:extLst>
                </p14:cNvPr>
                <p14:cNvContentPartPr/>
                <p14:nvPr/>
              </p14:nvContentPartPr>
              <p14:xfrm>
                <a:off x="121125" y="6550150"/>
                <a:ext cx="163800" cy="141840"/>
              </p14:xfrm>
            </p:contentPart>
          </mc:Choice>
          <mc:Fallback>
            <p:pic>
              <p:nvPicPr>
                <p:cNvPr id="216" name="Ink 215">
                  <a:extLst>
                    <a:ext uri="{FF2B5EF4-FFF2-40B4-BE49-F238E27FC236}">
                      <a16:creationId xmlns:a16="http://schemas.microsoft.com/office/drawing/2014/main" id="{A0360F10-9FBC-456C-39E8-3B023DAE5B63}"/>
                    </a:ext>
                  </a:extLst>
                </p:cNvPr>
                <p:cNvPicPr/>
                <p:nvPr/>
              </p:nvPicPr>
              <p:blipFill>
                <a:blip r:embed="rId317"/>
                <a:stretch>
                  <a:fillRect/>
                </a:stretch>
              </p:blipFill>
              <p:spPr>
                <a:xfrm>
                  <a:off x="112125" y="6541510"/>
                  <a:ext cx="18144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217" name="Ink 216">
                  <a:extLst>
                    <a:ext uri="{FF2B5EF4-FFF2-40B4-BE49-F238E27FC236}">
                      <a16:creationId xmlns:a16="http://schemas.microsoft.com/office/drawing/2014/main" id="{1B58FAC9-5B64-4193-21C6-4D1A9653544D}"/>
                    </a:ext>
                  </a:extLst>
                </p14:cNvPr>
                <p14:cNvContentPartPr/>
                <p14:nvPr/>
              </p14:nvContentPartPr>
              <p14:xfrm>
                <a:off x="40845" y="6348910"/>
                <a:ext cx="568440" cy="448920"/>
              </p14:xfrm>
            </p:contentPart>
          </mc:Choice>
          <mc:Fallback>
            <p:pic>
              <p:nvPicPr>
                <p:cNvPr id="217" name="Ink 216">
                  <a:extLst>
                    <a:ext uri="{FF2B5EF4-FFF2-40B4-BE49-F238E27FC236}">
                      <a16:creationId xmlns:a16="http://schemas.microsoft.com/office/drawing/2014/main" id="{1B58FAC9-5B64-4193-21C6-4D1A9653544D}"/>
                    </a:ext>
                  </a:extLst>
                </p:cNvPr>
                <p:cNvPicPr/>
                <p:nvPr/>
              </p:nvPicPr>
              <p:blipFill>
                <a:blip r:embed="rId319"/>
                <a:stretch>
                  <a:fillRect/>
                </a:stretch>
              </p:blipFill>
              <p:spPr>
                <a:xfrm>
                  <a:off x="31845" y="6340270"/>
                  <a:ext cx="586080" cy="46656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218" name="Ink 217">
                  <a:extLst>
                    <a:ext uri="{FF2B5EF4-FFF2-40B4-BE49-F238E27FC236}">
                      <a16:creationId xmlns:a16="http://schemas.microsoft.com/office/drawing/2014/main" id="{BD9A4DA9-C1DF-CE3B-C030-AA6A3D44B6D6}"/>
                    </a:ext>
                  </a:extLst>
                </p14:cNvPr>
                <p14:cNvContentPartPr/>
                <p14:nvPr/>
              </p14:nvContentPartPr>
              <p14:xfrm>
                <a:off x="1725645" y="4922590"/>
                <a:ext cx="50040" cy="217080"/>
              </p14:xfrm>
            </p:contentPart>
          </mc:Choice>
          <mc:Fallback>
            <p:pic>
              <p:nvPicPr>
                <p:cNvPr id="218" name="Ink 217">
                  <a:extLst>
                    <a:ext uri="{FF2B5EF4-FFF2-40B4-BE49-F238E27FC236}">
                      <a16:creationId xmlns:a16="http://schemas.microsoft.com/office/drawing/2014/main" id="{BD9A4DA9-C1DF-CE3B-C030-AA6A3D44B6D6}"/>
                    </a:ext>
                  </a:extLst>
                </p:cNvPr>
                <p:cNvPicPr/>
                <p:nvPr/>
              </p:nvPicPr>
              <p:blipFill>
                <a:blip r:embed="rId321"/>
                <a:stretch>
                  <a:fillRect/>
                </a:stretch>
              </p:blipFill>
              <p:spPr>
                <a:xfrm>
                  <a:off x="1716645" y="4913950"/>
                  <a:ext cx="6768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219" name="Ink 218">
                  <a:extLst>
                    <a:ext uri="{FF2B5EF4-FFF2-40B4-BE49-F238E27FC236}">
                      <a16:creationId xmlns:a16="http://schemas.microsoft.com/office/drawing/2014/main" id="{6EC6288C-866B-53EC-58EA-09FC905EF717}"/>
                    </a:ext>
                  </a:extLst>
                </p14:cNvPr>
                <p14:cNvContentPartPr/>
                <p14:nvPr/>
              </p14:nvContentPartPr>
              <p14:xfrm>
                <a:off x="1749765" y="4925470"/>
                <a:ext cx="156960" cy="183960"/>
              </p14:xfrm>
            </p:contentPart>
          </mc:Choice>
          <mc:Fallback>
            <p:pic>
              <p:nvPicPr>
                <p:cNvPr id="219" name="Ink 218">
                  <a:extLst>
                    <a:ext uri="{FF2B5EF4-FFF2-40B4-BE49-F238E27FC236}">
                      <a16:creationId xmlns:a16="http://schemas.microsoft.com/office/drawing/2014/main" id="{6EC6288C-866B-53EC-58EA-09FC905EF717}"/>
                    </a:ext>
                  </a:extLst>
                </p:cNvPr>
                <p:cNvPicPr/>
                <p:nvPr/>
              </p:nvPicPr>
              <p:blipFill>
                <a:blip r:embed="rId323"/>
                <a:stretch>
                  <a:fillRect/>
                </a:stretch>
              </p:blipFill>
              <p:spPr>
                <a:xfrm>
                  <a:off x="1741125" y="4916470"/>
                  <a:ext cx="174600" cy="20160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222" name="Ink 221">
                  <a:extLst>
                    <a:ext uri="{FF2B5EF4-FFF2-40B4-BE49-F238E27FC236}">
                      <a16:creationId xmlns:a16="http://schemas.microsoft.com/office/drawing/2014/main" id="{A129D744-3D0E-893F-37D8-9F26D8178A8E}"/>
                    </a:ext>
                  </a:extLst>
                </p14:cNvPr>
                <p14:cNvContentPartPr/>
                <p14:nvPr/>
              </p14:nvContentPartPr>
              <p14:xfrm>
                <a:off x="1570125" y="4744390"/>
                <a:ext cx="543240" cy="514800"/>
              </p14:xfrm>
            </p:contentPart>
          </mc:Choice>
          <mc:Fallback>
            <p:pic>
              <p:nvPicPr>
                <p:cNvPr id="222" name="Ink 221">
                  <a:extLst>
                    <a:ext uri="{FF2B5EF4-FFF2-40B4-BE49-F238E27FC236}">
                      <a16:creationId xmlns:a16="http://schemas.microsoft.com/office/drawing/2014/main" id="{A129D744-3D0E-893F-37D8-9F26D8178A8E}"/>
                    </a:ext>
                  </a:extLst>
                </p:cNvPr>
                <p:cNvPicPr/>
                <p:nvPr/>
              </p:nvPicPr>
              <p:blipFill>
                <a:blip r:embed="rId325"/>
                <a:stretch>
                  <a:fillRect/>
                </a:stretch>
              </p:blipFill>
              <p:spPr>
                <a:xfrm>
                  <a:off x="1561485" y="4735750"/>
                  <a:ext cx="560880" cy="53244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223" name="Ink 222">
                  <a:extLst>
                    <a:ext uri="{FF2B5EF4-FFF2-40B4-BE49-F238E27FC236}">
                      <a16:creationId xmlns:a16="http://schemas.microsoft.com/office/drawing/2014/main" id="{EEBCAE57-A890-6D0F-0464-11AAE79B8F5D}"/>
                    </a:ext>
                  </a:extLst>
                </p14:cNvPr>
                <p14:cNvContentPartPr/>
                <p14:nvPr/>
              </p14:nvContentPartPr>
              <p14:xfrm>
                <a:off x="1403445" y="5147950"/>
                <a:ext cx="240480" cy="158040"/>
              </p14:xfrm>
            </p:contentPart>
          </mc:Choice>
          <mc:Fallback>
            <p:pic>
              <p:nvPicPr>
                <p:cNvPr id="223" name="Ink 222">
                  <a:extLst>
                    <a:ext uri="{FF2B5EF4-FFF2-40B4-BE49-F238E27FC236}">
                      <a16:creationId xmlns:a16="http://schemas.microsoft.com/office/drawing/2014/main" id="{EEBCAE57-A890-6D0F-0464-11AAE79B8F5D}"/>
                    </a:ext>
                  </a:extLst>
                </p:cNvPr>
                <p:cNvPicPr/>
                <p:nvPr/>
              </p:nvPicPr>
              <p:blipFill>
                <a:blip r:embed="rId327"/>
                <a:stretch>
                  <a:fillRect/>
                </a:stretch>
              </p:blipFill>
              <p:spPr>
                <a:xfrm>
                  <a:off x="1394445" y="5139310"/>
                  <a:ext cx="25812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328">
              <p14:nvContentPartPr>
                <p14:cNvPr id="225" name="Ink 224">
                  <a:extLst>
                    <a:ext uri="{FF2B5EF4-FFF2-40B4-BE49-F238E27FC236}">
                      <a16:creationId xmlns:a16="http://schemas.microsoft.com/office/drawing/2014/main" id="{E6D144DB-3D28-D111-A486-F007524D68AA}"/>
                    </a:ext>
                  </a:extLst>
                </p14:cNvPr>
                <p14:cNvContentPartPr/>
                <p14:nvPr/>
              </p14:nvContentPartPr>
              <p14:xfrm>
                <a:off x="1265925" y="4177390"/>
                <a:ext cx="181440" cy="340920"/>
              </p14:xfrm>
            </p:contentPart>
          </mc:Choice>
          <mc:Fallback>
            <p:pic>
              <p:nvPicPr>
                <p:cNvPr id="225" name="Ink 224">
                  <a:extLst>
                    <a:ext uri="{FF2B5EF4-FFF2-40B4-BE49-F238E27FC236}">
                      <a16:creationId xmlns:a16="http://schemas.microsoft.com/office/drawing/2014/main" id="{E6D144DB-3D28-D111-A486-F007524D68AA}"/>
                    </a:ext>
                  </a:extLst>
                </p:cNvPr>
                <p:cNvPicPr/>
                <p:nvPr/>
              </p:nvPicPr>
              <p:blipFill>
                <a:blip r:embed="rId329"/>
                <a:stretch>
                  <a:fillRect/>
                </a:stretch>
              </p:blipFill>
              <p:spPr>
                <a:xfrm>
                  <a:off x="1256925" y="4168390"/>
                  <a:ext cx="199080" cy="358560"/>
                </a:xfrm>
                <a:prstGeom prst="rect">
                  <a:avLst/>
                </a:prstGeom>
              </p:spPr>
            </p:pic>
          </mc:Fallback>
        </mc:AlternateContent>
        <mc:AlternateContent xmlns:mc="http://schemas.openxmlformats.org/markup-compatibility/2006">
          <mc:Choice xmlns:p14="http://schemas.microsoft.com/office/powerpoint/2010/main" Requires="p14">
            <p:contentPart p14:bwMode="auto" r:id="rId330">
              <p14:nvContentPartPr>
                <p14:cNvPr id="226" name="Ink 225">
                  <a:extLst>
                    <a:ext uri="{FF2B5EF4-FFF2-40B4-BE49-F238E27FC236}">
                      <a16:creationId xmlns:a16="http://schemas.microsoft.com/office/drawing/2014/main" id="{E89B6A69-34A3-637B-B4D3-3A83722419A3}"/>
                    </a:ext>
                  </a:extLst>
                </p14:cNvPr>
                <p14:cNvContentPartPr/>
                <p14:nvPr/>
              </p14:nvContentPartPr>
              <p14:xfrm>
                <a:off x="1118325" y="4111510"/>
                <a:ext cx="480960" cy="466920"/>
              </p14:xfrm>
            </p:contentPart>
          </mc:Choice>
          <mc:Fallback>
            <p:pic>
              <p:nvPicPr>
                <p:cNvPr id="226" name="Ink 225">
                  <a:extLst>
                    <a:ext uri="{FF2B5EF4-FFF2-40B4-BE49-F238E27FC236}">
                      <a16:creationId xmlns:a16="http://schemas.microsoft.com/office/drawing/2014/main" id="{E89B6A69-34A3-637B-B4D3-3A83722419A3}"/>
                    </a:ext>
                  </a:extLst>
                </p:cNvPr>
                <p:cNvPicPr/>
                <p:nvPr/>
              </p:nvPicPr>
              <p:blipFill>
                <a:blip r:embed="rId331"/>
                <a:stretch>
                  <a:fillRect/>
                </a:stretch>
              </p:blipFill>
              <p:spPr>
                <a:xfrm>
                  <a:off x="1109685" y="4102870"/>
                  <a:ext cx="498600" cy="484560"/>
                </a:xfrm>
                <a:prstGeom prst="rect">
                  <a:avLst/>
                </a:prstGeom>
              </p:spPr>
            </p:pic>
          </mc:Fallback>
        </mc:AlternateContent>
        <mc:AlternateContent xmlns:mc="http://schemas.openxmlformats.org/markup-compatibility/2006">
          <mc:Choice xmlns:p14="http://schemas.microsoft.com/office/powerpoint/2010/main" Requires="p14">
            <p:contentPart p14:bwMode="auto" r:id="rId332">
              <p14:nvContentPartPr>
                <p14:cNvPr id="227" name="Ink 226">
                  <a:extLst>
                    <a:ext uri="{FF2B5EF4-FFF2-40B4-BE49-F238E27FC236}">
                      <a16:creationId xmlns:a16="http://schemas.microsoft.com/office/drawing/2014/main" id="{E7697D68-493E-DAB2-D893-06A5AFB80C23}"/>
                    </a:ext>
                  </a:extLst>
                </p14:cNvPr>
                <p14:cNvContentPartPr/>
                <p14:nvPr/>
              </p14:nvContentPartPr>
              <p14:xfrm>
                <a:off x="1150365" y="4515070"/>
                <a:ext cx="197640" cy="492120"/>
              </p14:xfrm>
            </p:contentPart>
          </mc:Choice>
          <mc:Fallback>
            <p:pic>
              <p:nvPicPr>
                <p:cNvPr id="227" name="Ink 226">
                  <a:extLst>
                    <a:ext uri="{FF2B5EF4-FFF2-40B4-BE49-F238E27FC236}">
                      <a16:creationId xmlns:a16="http://schemas.microsoft.com/office/drawing/2014/main" id="{E7697D68-493E-DAB2-D893-06A5AFB80C23}"/>
                    </a:ext>
                  </a:extLst>
                </p:cNvPr>
                <p:cNvPicPr/>
                <p:nvPr/>
              </p:nvPicPr>
              <p:blipFill>
                <a:blip r:embed="rId333"/>
                <a:stretch>
                  <a:fillRect/>
                </a:stretch>
              </p:blipFill>
              <p:spPr>
                <a:xfrm>
                  <a:off x="1141365" y="4506070"/>
                  <a:ext cx="215280" cy="509760"/>
                </a:xfrm>
                <a:prstGeom prst="rect">
                  <a:avLst/>
                </a:prstGeom>
              </p:spPr>
            </p:pic>
          </mc:Fallback>
        </mc:AlternateContent>
        <mc:AlternateContent xmlns:mc="http://schemas.openxmlformats.org/markup-compatibility/2006">
          <mc:Choice xmlns:p14="http://schemas.microsoft.com/office/powerpoint/2010/main" Requires="p14">
            <p:contentPart p14:bwMode="auto" r:id="rId334">
              <p14:nvContentPartPr>
                <p14:cNvPr id="179" name="Ink 178">
                  <a:extLst>
                    <a:ext uri="{FF2B5EF4-FFF2-40B4-BE49-F238E27FC236}">
                      <a16:creationId xmlns:a16="http://schemas.microsoft.com/office/drawing/2014/main" id="{87B9A82B-02DB-6686-A86E-6F794ABB7409}"/>
                    </a:ext>
                  </a:extLst>
                </p14:cNvPr>
                <p14:cNvContentPartPr/>
                <p14:nvPr/>
              </p14:nvContentPartPr>
              <p14:xfrm>
                <a:off x="106365" y="2361190"/>
                <a:ext cx="367200" cy="346320"/>
              </p14:xfrm>
            </p:contentPart>
          </mc:Choice>
          <mc:Fallback>
            <p:pic>
              <p:nvPicPr>
                <p:cNvPr id="179" name="Ink 178">
                  <a:extLst>
                    <a:ext uri="{FF2B5EF4-FFF2-40B4-BE49-F238E27FC236}">
                      <a16:creationId xmlns:a16="http://schemas.microsoft.com/office/drawing/2014/main" id="{87B9A82B-02DB-6686-A86E-6F794ABB7409}"/>
                    </a:ext>
                  </a:extLst>
                </p:cNvPr>
                <p:cNvPicPr/>
                <p:nvPr/>
              </p:nvPicPr>
              <p:blipFill>
                <a:blip r:embed="rId335"/>
                <a:stretch>
                  <a:fillRect/>
                </a:stretch>
              </p:blipFill>
              <p:spPr>
                <a:xfrm>
                  <a:off x="97365" y="2352190"/>
                  <a:ext cx="384840" cy="363960"/>
                </a:xfrm>
                <a:prstGeom prst="rect">
                  <a:avLst/>
                </a:prstGeom>
              </p:spPr>
            </p:pic>
          </mc:Fallback>
        </mc:AlternateContent>
        <mc:AlternateContent xmlns:mc="http://schemas.openxmlformats.org/markup-compatibility/2006">
          <mc:Choice xmlns:p14="http://schemas.microsoft.com/office/powerpoint/2010/main" Requires="p14">
            <p:contentPart p14:bwMode="auto" r:id="rId336">
              <p14:nvContentPartPr>
                <p14:cNvPr id="180" name="Ink 179">
                  <a:extLst>
                    <a:ext uri="{FF2B5EF4-FFF2-40B4-BE49-F238E27FC236}">
                      <a16:creationId xmlns:a16="http://schemas.microsoft.com/office/drawing/2014/main" id="{20CDE03E-2358-829B-9683-0A67CD44BB6F}"/>
                    </a:ext>
                  </a:extLst>
                </p14:cNvPr>
                <p14:cNvContentPartPr/>
                <p14:nvPr/>
              </p14:nvContentPartPr>
              <p14:xfrm>
                <a:off x="157125" y="2729470"/>
                <a:ext cx="397080" cy="262800"/>
              </p14:xfrm>
            </p:contentPart>
          </mc:Choice>
          <mc:Fallback>
            <p:pic>
              <p:nvPicPr>
                <p:cNvPr id="180" name="Ink 179">
                  <a:extLst>
                    <a:ext uri="{FF2B5EF4-FFF2-40B4-BE49-F238E27FC236}">
                      <a16:creationId xmlns:a16="http://schemas.microsoft.com/office/drawing/2014/main" id="{20CDE03E-2358-829B-9683-0A67CD44BB6F}"/>
                    </a:ext>
                  </a:extLst>
                </p:cNvPr>
                <p:cNvPicPr/>
                <p:nvPr/>
              </p:nvPicPr>
              <p:blipFill>
                <a:blip r:embed="rId337"/>
                <a:stretch>
                  <a:fillRect/>
                </a:stretch>
              </p:blipFill>
              <p:spPr>
                <a:xfrm>
                  <a:off x="148125" y="2720470"/>
                  <a:ext cx="414720" cy="280440"/>
                </a:xfrm>
                <a:prstGeom prst="rect">
                  <a:avLst/>
                </a:prstGeom>
              </p:spPr>
            </p:pic>
          </mc:Fallback>
        </mc:AlternateContent>
        <mc:AlternateContent xmlns:mc="http://schemas.openxmlformats.org/markup-compatibility/2006">
          <mc:Choice xmlns:p14="http://schemas.microsoft.com/office/powerpoint/2010/main" Requires="p14">
            <p:contentPart p14:bwMode="auto" r:id="rId338">
              <p14:nvContentPartPr>
                <p14:cNvPr id="181" name="Ink 180">
                  <a:extLst>
                    <a:ext uri="{FF2B5EF4-FFF2-40B4-BE49-F238E27FC236}">
                      <a16:creationId xmlns:a16="http://schemas.microsoft.com/office/drawing/2014/main" id="{7FC17381-BE35-CBDA-4D29-B9A3A5D07FEC}"/>
                    </a:ext>
                  </a:extLst>
                </p14:cNvPr>
                <p14:cNvContentPartPr/>
                <p14:nvPr/>
              </p14:nvContentPartPr>
              <p14:xfrm>
                <a:off x="561765" y="2320150"/>
                <a:ext cx="383760" cy="312840"/>
              </p14:xfrm>
            </p:contentPart>
          </mc:Choice>
          <mc:Fallback>
            <p:pic>
              <p:nvPicPr>
                <p:cNvPr id="181" name="Ink 180">
                  <a:extLst>
                    <a:ext uri="{FF2B5EF4-FFF2-40B4-BE49-F238E27FC236}">
                      <a16:creationId xmlns:a16="http://schemas.microsoft.com/office/drawing/2014/main" id="{7FC17381-BE35-CBDA-4D29-B9A3A5D07FEC}"/>
                    </a:ext>
                  </a:extLst>
                </p:cNvPr>
                <p:cNvPicPr/>
                <p:nvPr/>
              </p:nvPicPr>
              <p:blipFill>
                <a:blip r:embed="rId339"/>
                <a:stretch>
                  <a:fillRect/>
                </a:stretch>
              </p:blipFill>
              <p:spPr>
                <a:xfrm>
                  <a:off x="552765" y="2311150"/>
                  <a:ext cx="40140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340">
              <p14:nvContentPartPr>
                <p14:cNvPr id="182" name="Ink 181">
                  <a:extLst>
                    <a:ext uri="{FF2B5EF4-FFF2-40B4-BE49-F238E27FC236}">
                      <a16:creationId xmlns:a16="http://schemas.microsoft.com/office/drawing/2014/main" id="{A681DE54-A860-320C-4CC2-FBB4B5B0D385}"/>
                    </a:ext>
                  </a:extLst>
                </p14:cNvPr>
                <p14:cNvContentPartPr/>
                <p14:nvPr/>
              </p14:nvContentPartPr>
              <p14:xfrm>
                <a:off x="708645" y="2643790"/>
                <a:ext cx="344160" cy="363240"/>
              </p14:xfrm>
            </p:contentPart>
          </mc:Choice>
          <mc:Fallback>
            <p:pic>
              <p:nvPicPr>
                <p:cNvPr id="182" name="Ink 181">
                  <a:extLst>
                    <a:ext uri="{FF2B5EF4-FFF2-40B4-BE49-F238E27FC236}">
                      <a16:creationId xmlns:a16="http://schemas.microsoft.com/office/drawing/2014/main" id="{A681DE54-A860-320C-4CC2-FBB4B5B0D385}"/>
                    </a:ext>
                  </a:extLst>
                </p:cNvPr>
                <p:cNvPicPr/>
                <p:nvPr/>
              </p:nvPicPr>
              <p:blipFill>
                <a:blip r:embed="rId341"/>
                <a:stretch>
                  <a:fillRect/>
                </a:stretch>
              </p:blipFill>
              <p:spPr>
                <a:xfrm>
                  <a:off x="700005" y="2634790"/>
                  <a:ext cx="361800" cy="380880"/>
                </a:xfrm>
                <a:prstGeom prst="rect">
                  <a:avLst/>
                </a:prstGeom>
              </p:spPr>
            </p:pic>
          </mc:Fallback>
        </mc:AlternateContent>
        <mc:AlternateContent xmlns:mc="http://schemas.openxmlformats.org/markup-compatibility/2006">
          <mc:Choice xmlns:p14="http://schemas.microsoft.com/office/powerpoint/2010/main" Requires="p14">
            <p:contentPart p14:bwMode="auto" r:id="rId342">
              <p14:nvContentPartPr>
                <p14:cNvPr id="183" name="Ink 182">
                  <a:extLst>
                    <a:ext uri="{FF2B5EF4-FFF2-40B4-BE49-F238E27FC236}">
                      <a16:creationId xmlns:a16="http://schemas.microsoft.com/office/drawing/2014/main" id="{A917F4D8-00C0-0685-F84D-613378DDF34F}"/>
                    </a:ext>
                  </a:extLst>
                </p14:cNvPr>
                <p14:cNvContentPartPr/>
                <p14:nvPr/>
              </p14:nvContentPartPr>
              <p14:xfrm>
                <a:off x="266565" y="3200350"/>
                <a:ext cx="430920" cy="359280"/>
              </p14:xfrm>
            </p:contentPart>
          </mc:Choice>
          <mc:Fallback>
            <p:pic>
              <p:nvPicPr>
                <p:cNvPr id="183" name="Ink 182">
                  <a:extLst>
                    <a:ext uri="{FF2B5EF4-FFF2-40B4-BE49-F238E27FC236}">
                      <a16:creationId xmlns:a16="http://schemas.microsoft.com/office/drawing/2014/main" id="{A917F4D8-00C0-0685-F84D-613378DDF34F}"/>
                    </a:ext>
                  </a:extLst>
                </p:cNvPr>
                <p:cNvPicPr/>
                <p:nvPr/>
              </p:nvPicPr>
              <p:blipFill>
                <a:blip r:embed="rId343"/>
                <a:stretch>
                  <a:fillRect/>
                </a:stretch>
              </p:blipFill>
              <p:spPr>
                <a:xfrm>
                  <a:off x="257565" y="3191350"/>
                  <a:ext cx="448560" cy="376920"/>
                </a:xfrm>
                <a:prstGeom prst="rect">
                  <a:avLst/>
                </a:prstGeom>
              </p:spPr>
            </p:pic>
          </mc:Fallback>
        </mc:AlternateContent>
        <mc:AlternateContent xmlns:mc="http://schemas.openxmlformats.org/markup-compatibility/2006">
          <mc:Choice xmlns:p14="http://schemas.microsoft.com/office/powerpoint/2010/main" Requires="p14">
            <p:contentPart p14:bwMode="auto" r:id="rId344">
              <p14:nvContentPartPr>
                <p14:cNvPr id="184" name="Ink 183">
                  <a:extLst>
                    <a:ext uri="{FF2B5EF4-FFF2-40B4-BE49-F238E27FC236}">
                      <a16:creationId xmlns:a16="http://schemas.microsoft.com/office/drawing/2014/main" id="{6E7E616F-DB4A-24D2-1DCD-214EC0A1FE69}"/>
                    </a:ext>
                  </a:extLst>
                </p14:cNvPr>
                <p14:cNvContentPartPr/>
                <p14:nvPr/>
              </p14:nvContentPartPr>
              <p14:xfrm>
                <a:off x="390045" y="3577990"/>
                <a:ext cx="366480" cy="229680"/>
              </p14:xfrm>
            </p:contentPart>
          </mc:Choice>
          <mc:Fallback>
            <p:pic>
              <p:nvPicPr>
                <p:cNvPr id="184" name="Ink 183">
                  <a:extLst>
                    <a:ext uri="{FF2B5EF4-FFF2-40B4-BE49-F238E27FC236}">
                      <a16:creationId xmlns:a16="http://schemas.microsoft.com/office/drawing/2014/main" id="{6E7E616F-DB4A-24D2-1DCD-214EC0A1FE69}"/>
                    </a:ext>
                  </a:extLst>
                </p:cNvPr>
                <p:cNvPicPr/>
                <p:nvPr/>
              </p:nvPicPr>
              <p:blipFill>
                <a:blip r:embed="rId345"/>
                <a:stretch>
                  <a:fillRect/>
                </a:stretch>
              </p:blipFill>
              <p:spPr>
                <a:xfrm>
                  <a:off x="381405" y="3569350"/>
                  <a:ext cx="38412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346">
              <p14:nvContentPartPr>
                <p14:cNvPr id="185" name="Ink 184">
                  <a:extLst>
                    <a:ext uri="{FF2B5EF4-FFF2-40B4-BE49-F238E27FC236}">
                      <a16:creationId xmlns:a16="http://schemas.microsoft.com/office/drawing/2014/main" id="{9F6C2828-4B1B-7EE1-E923-6A99F68F9D4B}"/>
                    </a:ext>
                  </a:extLst>
                </p14:cNvPr>
                <p14:cNvContentPartPr/>
                <p14:nvPr/>
              </p14:nvContentPartPr>
              <p14:xfrm>
                <a:off x="798645" y="3138430"/>
                <a:ext cx="296640" cy="318240"/>
              </p14:xfrm>
            </p:contentPart>
          </mc:Choice>
          <mc:Fallback>
            <p:pic>
              <p:nvPicPr>
                <p:cNvPr id="185" name="Ink 184">
                  <a:extLst>
                    <a:ext uri="{FF2B5EF4-FFF2-40B4-BE49-F238E27FC236}">
                      <a16:creationId xmlns:a16="http://schemas.microsoft.com/office/drawing/2014/main" id="{9F6C2828-4B1B-7EE1-E923-6A99F68F9D4B}"/>
                    </a:ext>
                  </a:extLst>
                </p:cNvPr>
                <p:cNvPicPr/>
                <p:nvPr/>
              </p:nvPicPr>
              <p:blipFill>
                <a:blip r:embed="rId347"/>
                <a:stretch>
                  <a:fillRect/>
                </a:stretch>
              </p:blipFill>
              <p:spPr>
                <a:xfrm>
                  <a:off x="789645" y="3129790"/>
                  <a:ext cx="314280" cy="335880"/>
                </a:xfrm>
                <a:prstGeom prst="rect">
                  <a:avLst/>
                </a:prstGeom>
              </p:spPr>
            </p:pic>
          </mc:Fallback>
        </mc:AlternateContent>
        <mc:AlternateContent xmlns:mc="http://schemas.openxmlformats.org/markup-compatibility/2006">
          <mc:Choice xmlns:p14="http://schemas.microsoft.com/office/powerpoint/2010/main" Requires="p14">
            <p:contentPart p14:bwMode="auto" r:id="rId348">
              <p14:nvContentPartPr>
                <p14:cNvPr id="186" name="Ink 185">
                  <a:extLst>
                    <a:ext uri="{FF2B5EF4-FFF2-40B4-BE49-F238E27FC236}">
                      <a16:creationId xmlns:a16="http://schemas.microsoft.com/office/drawing/2014/main" id="{83975A71-7123-23C9-EF6D-2977AD8A3B07}"/>
                    </a:ext>
                  </a:extLst>
                </p14:cNvPr>
                <p14:cNvContentPartPr/>
                <p14:nvPr/>
              </p14:nvContentPartPr>
              <p14:xfrm>
                <a:off x="920325" y="3436150"/>
                <a:ext cx="267120" cy="344160"/>
              </p14:xfrm>
            </p:contentPart>
          </mc:Choice>
          <mc:Fallback>
            <p:pic>
              <p:nvPicPr>
                <p:cNvPr id="186" name="Ink 185">
                  <a:extLst>
                    <a:ext uri="{FF2B5EF4-FFF2-40B4-BE49-F238E27FC236}">
                      <a16:creationId xmlns:a16="http://schemas.microsoft.com/office/drawing/2014/main" id="{83975A71-7123-23C9-EF6D-2977AD8A3B07}"/>
                    </a:ext>
                  </a:extLst>
                </p:cNvPr>
                <p:cNvPicPr/>
                <p:nvPr/>
              </p:nvPicPr>
              <p:blipFill>
                <a:blip r:embed="rId349"/>
                <a:stretch>
                  <a:fillRect/>
                </a:stretch>
              </p:blipFill>
              <p:spPr>
                <a:xfrm>
                  <a:off x="911325" y="3427150"/>
                  <a:ext cx="284760" cy="361800"/>
                </a:xfrm>
                <a:prstGeom prst="rect">
                  <a:avLst/>
                </a:prstGeom>
              </p:spPr>
            </p:pic>
          </mc:Fallback>
        </mc:AlternateContent>
        <mc:AlternateContent xmlns:mc="http://schemas.openxmlformats.org/markup-compatibility/2006">
          <mc:Choice xmlns:p14="http://schemas.microsoft.com/office/powerpoint/2010/main" Requires="p14">
            <p:contentPart p14:bwMode="auto" r:id="rId350">
              <p14:nvContentPartPr>
                <p14:cNvPr id="188" name="Ink 187">
                  <a:extLst>
                    <a:ext uri="{FF2B5EF4-FFF2-40B4-BE49-F238E27FC236}">
                      <a16:creationId xmlns:a16="http://schemas.microsoft.com/office/drawing/2014/main" id="{D7422EAF-05C6-E55E-BA09-6846994046D2}"/>
                    </a:ext>
                  </a:extLst>
                </p14:cNvPr>
                <p14:cNvContentPartPr/>
                <p14:nvPr/>
              </p14:nvContentPartPr>
              <p14:xfrm>
                <a:off x="1413885" y="2857270"/>
                <a:ext cx="725760" cy="243000"/>
              </p14:xfrm>
            </p:contentPart>
          </mc:Choice>
          <mc:Fallback>
            <p:pic>
              <p:nvPicPr>
                <p:cNvPr id="188" name="Ink 187">
                  <a:extLst>
                    <a:ext uri="{FF2B5EF4-FFF2-40B4-BE49-F238E27FC236}">
                      <a16:creationId xmlns:a16="http://schemas.microsoft.com/office/drawing/2014/main" id="{D7422EAF-05C6-E55E-BA09-6846994046D2}"/>
                    </a:ext>
                  </a:extLst>
                </p:cNvPr>
                <p:cNvPicPr/>
                <p:nvPr/>
              </p:nvPicPr>
              <p:blipFill>
                <a:blip r:embed="rId351"/>
                <a:stretch>
                  <a:fillRect/>
                </a:stretch>
              </p:blipFill>
              <p:spPr>
                <a:xfrm>
                  <a:off x="1404885" y="2848630"/>
                  <a:ext cx="74340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352">
              <p14:nvContentPartPr>
                <p14:cNvPr id="189" name="Ink 188">
                  <a:extLst>
                    <a:ext uri="{FF2B5EF4-FFF2-40B4-BE49-F238E27FC236}">
                      <a16:creationId xmlns:a16="http://schemas.microsoft.com/office/drawing/2014/main" id="{BA95946F-3038-05B7-05B6-90B878550626}"/>
                    </a:ext>
                  </a:extLst>
                </p14:cNvPr>
                <p14:cNvContentPartPr/>
                <p14:nvPr/>
              </p14:nvContentPartPr>
              <p14:xfrm>
                <a:off x="1943805" y="2839630"/>
                <a:ext cx="190800" cy="141120"/>
              </p14:xfrm>
            </p:contentPart>
          </mc:Choice>
          <mc:Fallback>
            <p:pic>
              <p:nvPicPr>
                <p:cNvPr id="189" name="Ink 188">
                  <a:extLst>
                    <a:ext uri="{FF2B5EF4-FFF2-40B4-BE49-F238E27FC236}">
                      <a16:creationId xmlns:a16="http://schemas.microsoft.com/office/drawing/2014/main" id="{BA95946F-3038-05B7-05B6-90B878550626}"/>
                    </a:ext>
                  </a:extLst>
                </p:cNvPr>
                <p:cNvPicPr/>
                <p:nvPr/>
              </p:nvPicPr>
              <p:blipFill>
                <a:blip r:embed="rId353"/>
                <a:stretch>
                  <a:fillRect/>
                </a:stretch>
              </p:blipFill>
              <p:spPr>
                <a:xfrm>
                  <a:off x="1934805" y="2830990"/>
                  <a:ext cx="20844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354">
              <p14:nvContentPartPr>
                <p14:cNvPr id="127" name="Ink 126">
                  <a:extLst>
                    <a:ext uri="{FF2B5EF4-FFF2-40B4-BE49-F238E27FC236}">
                      <a16:creationId xmlns:a16="http://schemas.microsoft.com/office/drawing/2014/main" id="{2DF4BF20-191B-564D-367A-BC279C22835D}"/>
                    </a:ext>
                  </a:extLst>
                </p14:cNvPr>
                <p14:cNvContentPartPr/>
                <p14:nvPr/>
              </p14:nvContentPartPr>
              <p14:xfrm>
                <a:off x="449085" y="1074550"/>
                <a:ext cx="346680" cy="285480"/>
              </p14:xfrm>
            </p:contentPart>
          </mc:Choice>
          <mc:Fallback>
            <p:pic>
              <p:nvPicPr>
                <p:cNvPr id="127" name="Ink 126">
                  <a:extLst>
                    <a:ext uri="{FF2B5EF4-FFF2-40B4-BE49-F238E27FC236}">
                      <a16:creationId xmlns:a16="http://schemas.microsoft.com/office/drawing/2014/main" id="{2DF4BF20-191B-564D-367A-BC279C22835D}"/>
                    </a:ext>
                  </a:extLst>
                </p:cNvPr>
                <p:cNvPicPr/>
                <p:nvPr/>
              </p:nvPicPr>
              <p:blipFill>
                <a:blip r:embed="rId355"/>
                <a:stretch>
                  <a:fillRect/>
                </a:stretch>
              </p:blipFill>
              <p:spPr>
                <a:xfrm>
                  <a:off x="440445" y="1065550"/>
                  <a:ext cx="364320" cy="303120"/>
                </a:xfrm>
                <a:prstGeom prst="rect">
                  <a:avLst/>
                </a:prstGeom>
              </p:spPr>
            </p:pic>
          </mc:Fallback>
        </mc:AlternateContent>
        <mc:AlternateContent xmlns:mc="http://schemas.openxmlformats.org/markup-compatibility/2006">
          <mc:Choice xmlns:p14="http://schemas.microsoft.com/office/powerpoint/2010/main" Requires="p14">
            <p:contentPart p14:bwMode="auto" r:id="rId356">
              <p14:nvContentPartPr>
                <p14:cNvPr id="128" name="Ink 127">
                  <a:extLst>
                    <a:ext uri="{FF2B5EF4-FFF2-40B4-BE49-F238E27FC236}">
                      <a16:creationId xmlns:a16="http://schemas.microsoft.com/office/drawing/2014/main" id="{7B9039F6-CB44-A3A4-E638-D5CEBD60631C}"/>
                    </a:ext>
                  </a:extLst>
                </p14:cNvPr>
                <p14:cNvContentPartPr/>
                <p14:nvPr/>
              </p14:nvContentPartPr>
              <p14:xfrm>
                <a:off x="714045" y="1058350"/>
                <a:ext cx="185400" cy="214200"/>
              </p14:xfrm>
            </p:contentPart>
          </mc:Choice>
          <mc:Fallback>
            <p:pic>
              <p:nvPicPr>
                <p:cNvPr id="128" name="Ink 127">
                  <a:extLst>
                    <a:ext uri="{FF2B5EF4-FFF2-40B4-BE49-F238E27FC236}">
                      <a16:creationId xmlns:a16="http://schemas.microsoft.com/office/drawing/2014/main" id="{7B9039F6-CB44-A3A4-E638-D5CEBD60631C}"/>
                    </a:ext>
                  </a:extLst>
                </p:cNvPr>
                <p:cNvPicPr/>
                <p:nvPr/>
              </p:nvPicPr>
              <p:blipFill>
                <a:blip r:embed="rId357"/>
                <a:stretch>
                  <a:fillRect/>
                </a:stretch>
              </p:blipFill>
              <p:spPr>
                <a:xfrm>
                  <a:off x="705405" y="1049710"/>
                  <a:ext cx="20304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358">
              <p14:nvContentPartPr>
                <p14:cNvPr id="129" name="Ink 128">
                  <a:extLst>
                    <a:ext uri="{FF2B5EF4-FFF2-40B4-BE49-F238E27FC236}">
                      <a16:creationId xmlns:a16="http://schemas.microsoft.com/office/drawing/2014/main" id="{526F2D03-AC92-400A-BE32-6EC75D01A59A}"/>
                    </a:ext>
                  </a:extLst>
                </p14:cNvPr>
                <p14:cNvContentPartPr/>
                <p14:nvPr/>
              </p14:nvContentPartPr>
              <p14:xfrm>
                <a:off x="934005" y="1003270"/>
                <a:ext cx="159480" cy="235440"/>
              </p14:xfrm>
            </p:contentPart>
          </mc:Choice>
          <mc:Fallback>
            <p:pic>
              <p:nvPicPr>
                <p:cNvPr id="129" name="Ink 128">
                  <a:extLst>
                    <a:ext uri="{FF2B5EF4-FFF2-40B4-BE49-F238E27FC236}">
                      <a16:creationId xmlns:a16="http://schemas.microsoft.com/office/drawing/2014/main" id="{526F2D03-AC92-400A-BE32-6EC75D01A59A}"/>
                    </a:ext>
                  </a:extLst>
                </p:cNvPr>
                <p:cNvPicPr/>
                <p:nvPr/>
              </p:nvPicPr>
              <p:blipFill>
                <a:blip r:embed="rId359"/>
                <a:stretch>
                  <a:fillRect/>
                </a:stretch>
              </p:blipFill>
              <p:spPr>
                <a:xfrm>
                  <a:off x="925005" y="994270"/>
                  <a:ext cx="17712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360">
              <p14:nvContentPartPr>
                <p14:cNvPr id="130" name="Ink 129">
                  <a:extLst>
                    <a:ext uri="{FF2B5EF4-FFF2-40B4-BE49-F238E27FC236}">
                      <a16:creationId xmlns:a16="http://schemas.microsoft.com/office/drawing/2014/main" id="{2151520F-478D-B09E-DB3E-E750BA2D1083}"/>
                    </a:ext>
                  </a:extLst>
                </p14:cNvPr>
                <p14:cNvContentPartPr/>
                <p14:nvPr/>
              </p14:nvContentPartPr>
              <p14:xfrm>
                <a:off x="1362045" y="990310"/>
                <a:ext cx="105480" cy="302760"/>
              </p14:xfrm>
            </p:contentPart>
          </mc:Choice>
          <mc:Fallback>
            <p:pic>
              <p:nvPicPr>
                <p:cNvPr id="130" name="Ink 129">
                  <a:extLst>
                    <a:ext uri="{FF2B5EF4-FFF2-40B4-BE49-F238E27FC236}">
                      <a16:creationId xmlns:a16="http://schemas.microsoft.com/office/drawing/2014/main" id="{2151520F-478D-B09E-DB3E-E750BA2D1083}"/>
                    </a:ext>
                  </a:extLst>
                </p:cNvPr>
                <p:cNvPicPr/>
                <p:nvPr/>
              </p:nvPicPr>
              <p:blipFill>
                <a:blip r:embed="rId361"/>
                <a:stretch>
                  <a:fillRect/>
                </a:stretch>
              </p:blipFill>
              <p:spPr>
                <a:xfrm>
                  <a:off x="1353045" y="981310"/>
                  <a:ext cx="123120" cy="320400"/>
                </a:xfrm>
                <a:prstGeom prst="rect">
                  <a:avLst/>
                </a:prstGeom>
              </p:spPr>
            </p:pic>
          </mc:Fallback>
        </mc:AlternateContent>
        <mc:AlternateContent xmlns:mc="http://schemas.openxmlformats.org/markup-compatibility/2006">
          <mc:Choice xmlns:p14="http://schemas.microsoft.com/office/powerpoint/2010/main" Requires="p14">
            <p:contentPart p14:bwMode="auto" r:id="rId362">
              <p14:nvContentPartPr>
                <p14:cNvPr id="131" name="Ink 130">
                  <a:extLst>
                    <a:ext uri="{FF2B5EF4-FFF2-40B4-BE49-F238E27FC236}">
                      <a16:creationId xmlns:a16="http://schemas.microsoft.com/office/drawing/2014/main" id="{2D4AB378-37D7-5645-43D3-E4670E821095}"/>
                    </a:ext>
                  </a:extLst>
                </p14:cNvPr>
                <p14:cNvContentPartPr/>
                <p14:nvPr/>
              </p14:nvContentPartPr>
              <p14:xfrm>
                <a:off x="1588125" y="964030"/>
                <a:ext cx="203040" cy="251640"/>
              </p14:xfrm>
            </p:contentPart>
          </mc:Choice>
          <mc:Fallback>
            <p:pic>
              <p:nvPicPr>
                <p:cNvPr id="131" name="Ink 130">
                  <a:extLst>
                    <a:ext uri="{FF2B5EF4-FFF2-40B4-BE49-F238E27FC236}">
                      <a16:creationId xmlns:a16="http://schemas.microsoft.com/office/drawing/2014/main" id="{2D4AB378-37D7-5645-43D3-E4670E821095}"/>
                    </a:ext>
                  </a:extLst>
                </p:cNvPr>
                <p:cNvPicPr/>
                <p:nvPr/>
              </p:nvPicPr>
              <p:blipFill>
                <a:blip r:embed="rId363"/>
                <a:stretch>
                  <a:fillRect/>
                </a:stretch>
              </p:blipFill>
              <p:spPr>
                <a:xfrm>
                  <a:off x="1579485" y="955030"/>
                  <a:ext cx="22068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364">
              <p14:nvContentPartPr>
                <p14:cNvPr id="132" name="Ink 131">
                  <a:extLst>
                    <a:ext uri="{FF2B5EF4-FFF2-40B4-BE49-F238E27FC236}">
                      <a16:creationId xmlns:a16="http://schemas.microsoft.com/office/drawing/2014/main" id="{686639E3-AF74-81FA-65A6-57FD966553E6}"/>
                    </a:ext>
                  </a:extLst>
                </p14:cNvPr>
                <p14:cNvContentPartPr/>
                <p14:nvPr/>
              </p14:nvContentPartPr>
              <p14:xfrm>
                <a:off x="1834725" y="1089670"/>
                <a:ext cx="78120" cy="93240"/>
              </p14:xfrm>
            </p:contentPart>
          </mc:Choice>
          <mc:Fallback>
            <p:pic>
              <p:nvPicPr>
                <p:cNvPr id="132" name="Ink 131">
                  <a:extLst>
                    <a:ext uri="{FF2B5EF4-FFF2-40B4-BE49-F238E27FC236}">
                      <a16:creationId xmlns:a16="http://schemas.microsoft.com/office/drawing/2014/main" id="{686639E3-AF74-81FA-65A6-57FD966553E6}"/>
                    </a:ext>
                  </a:extLst>
                </p:cNvPr>
                <p:cNvPicPr/>
                <p:nvPr/>
              </p:nvPicPr>
              <p:blipFill>
                <a:blip r:embed="rId365"/>
                <a:stretch>
                  <a:fillRect/>
                </a:stretch>
              </p:blipFill>
              <p:spPr>
                <a:xfrm>
                  <a:off x="1826085" y="1081030"/>
                  <a:ext cx="9576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366">
              <p14:nvContentPartPr>
                <p14:cNvPr id="133" name="Ink 132">
                  <a:extLst>
                    <a:ext uri="{FF2B5EF4-FFF2-40B4-BE49-F238E27FC236}">
                      <a16:creationId xmlns:a16="http://schemas.microsoft.com/office/drawing/2014/main" id="{578CF662-B483-8B96-3F92-D19DD01080EC}"/>
                    </a:ext>
                  </a:extLst>
                </p14:cNvPr>
                <p14:cNvContentPartPr/>
                <p14:nvPr/>
              </p14:nvContentPartPr>
              <p14:xfrm>
                <a:off x="1826445" y="997510"/>
                <a:ext cx="8640" cy="10080"/>
              </p14:xfrm>
            </p:contentPart>
          </mc:Choice>
          <mc:Fallback>
            <p:pic>
              <p:nvPicPr>
                <p:cNvPr id="133" name="Ink 132">
                  <a:extLst>
                    <a:ext uri="{FF2B5EF4-FFF2-40B4-BE49-F238E27FC236}">
                      <a16:creationId xmlns:a16="http://schemas.microsoft.com/office/drawing/2014/main" id="{578CF662-B483-8B96-3F92-D19DD01080EC}"/>
                    </a:ext>
                  </a:extLst>
                </p:cNvPr>
                <p:cNvPicPr/>
                <p:nvPr/>
              </p:nvPicPr>
              <p:blipFill>
                <a:blip r:embed="rId367"/>
                <a:stretch>
                  <a:fillRect/>
                </a:stretch>
              </p:blipFill>
              <p:spPr>
                <a:xfrm>
                  <a:off x="1817805" y="988870"/>
                  <a:ext cx="2628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368">
              <p14:nvContentPartPr>
                <p14:cNvPr id="134" name="Ink 133">
                  <a:extLst>
                    <a:ext uri="{FF2B5EF4-FFF2-40B4-BE49-F238E27FC236}">
                      <a16:creationId xmlns:a16="http://schemas.microsoft.com/office/drawing/2014/main" id="{F7383DA0-B574-01D9-68B6-86F532DFD8CF}"/>
                    </a:ext>
                  </a:extLst>
                </p14:cNvPr>
                <p14:cNvContentPartPr/>
                <p14:nvPr/>
              </p14:nvContentPartPr>
              <p14:xfrm>
                <a:off x="1966845" y="947110"/>
                <a:ext cx="142560" cy="210960"/>
              </p14:xfrm>
            </p:contentPart>
          </mc:Choice>
          <mc:Fallback>
            <p:pic>
              <p:nvPicPr>
                <p:cNvPr id="134" name="Ink 133">
                  <a:extLst>
                    <a:ext uri="{FF2B5EF4-FFF2-40B4-BE49-F238E27FC236}">
                      <a16:creationId xmlns:a16="http://schemas.microsoft.com/office/drawing/2014/main" id="{F7383DA0-B574-01D9-68B6-86F532DFD8CF}"/>
                    </a:ext>
                  </a:extLst>
                </p:cNvPr>
                <p:cNvPicPr/>
                <p:nvPr/>
              </p:nvPicPr>
              <p:blipFill>
                <a:blip r:embed="rId369"/>
                <a:stretch>
                  <a:fillRect/>
                </a:stretch>
              </p:blipFill>
              <p:spPr>
                <a:xfrm>
                  <a:off x="1958205" y="938110"/>
                  <a:ext cx="16020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370">
              <p14:nvContentPartPr>
                <p14:cNvPr id="135" name="Ink 134">
                  <a:extLst>
                    <a:ext uri="{FF2B5EF4-FFF2-40B4-BE49-F238E27FC236}">
                      <a16:creationId xmlns:a16="http://schemas.microsoft.com/office/drawing/2014/main" id="{B84C2750-FBED-6DE7-E483-88E6E9751E38}"/>
                    </a:ext>
                  </a:extLst>
                </p14:cNvPr>
                <p14:cNvContentPartPr/>
                <p14:nvPr/>
              </p14:nvContentPartPr>
              <p14:xfrm>
                <a:off x="2151525" y="981310"/>
                <a:ext cx="150480" cy="140040"/>
              </p14:xfrm>
            </p:contentPart>
          </mc:Choice>
          <mc:Fallback>
            <p:pic>
              <p:nvPicPr>
                <p:cNvPr id="135" name="Ink 134">
                  <a:extLst>
                    <a:ext uri="{FF2B5EF4-FFF2-40B4-BE49-F238E27FC236}">
                      <a16:creationId xmlns:a16="http://schemas.microsoft.com/office/drawing/2014/main" id="{B84C2750-FBED-6DE7-E483-88E6E9751E38}"/>
                    </a:ext>
                  </a:extLst>
                </p:cNvPr>
                <p:cNvPicPr/>
                <p:nvPr/>
              </p:nvPicPr>
              <p:blipFill>
                <a:blip r:embed="rId371"/>
                <a:stretch>
                  <a:fillRect/>
                </a:stretch>
              </p:blipFill>
              <p:spPr>
                <a:xfrm>
                  <a:off x="2142885" y="972310"/>
                  <a:ext cx="16812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372">
              <p14:nvContentPartPr>
                <p14:cNvPr id="136" name="Ink 135">
                  <a:extLst>
                    <a:ext uri="{FF2B5EF4-FFF2-40B4-BE49-F238E27FC236}">
                      <a16:creationId xmlns:a16="http://schemas.microsoft.com/office/drawing/2014/main" id="{370A432E-B12C-ACF9-2E7C-95BB49D59DDC}"/>
                    </a:ext>
                  </a:extLst>
                </p14:cNvPr>
                <p14:cNvContentPartPr/>
                <p14:nvPr/>
              </p14:nvContentPartPr>
              <p14:xfrm>
                <a:off x="2396325" y="799510"/>
                <a:ext cx="207720" cy="274320"/>
              </p14:xfrm>
            </p:contentPart>
          </mc:Choice>
          <mc:Fallback>
            <p:pic>
              <p:nvPicPr>
                <p:cNvPr id="136" name="Ink 135">
                  <a:extLst>
                    <a:ext uri="{FF2B5EF4-FFF2-40B4-BE49-F238E27FC236}">
                      <a16:creationId xmlns:a16="http://schemas.microsoft.com/office/drawing/2014/main" id="{370A432E-B12C-ACF9-2E7C-95BB49D59DDC}"/>
                    </a:ext>
                  </a:extLst>
                </p:cNvPr>
                <p:cNvPicPr/>
                <p:nvPr/>
              </p:nvPicPr>
              <p:blipFill>
                <a:blip r:embed="rId373"/>
                <a:stretch>
                  <a:fillRect/>
                </a:stretch>
              </p:blipFill>
              <p:spPr>
                <a:xfrm>
                  <a:off x="2387325" y="790510"/>
                  <a:ext cx="225360" cy="291960"/>
                </a:xfrm>
                <a:prstGeom prst="rect">
                  <a:avLst/>
                </a:prstGeom>
              </p:spPr>
            </p:pic>
          </mc:Fallback>
        </mc:AlternateContent>
        <mc:AlternateContent xmlns:mc="http://schemas.openxmlformats.org/markup-compatibility/2006">
          <mc:Choice xmlns:p14="http://schemas.microsoft.com/office/powerpoint/2010/main" Requires="p14">
            <p:contentPart p14:bwMode="auto" r:id="rId374">
              <p14:nvContentPartPr>
                <p14:cNvPr id="137" name="Ink 136">
                  <a:extLst>
                    <a:ext uri="{FF2B5EF4-FFF2-40B4-BE49-F238E27FC236}">
                      <a16:creationId xmlns:a16="http://schemas.microsoft.com/office/drawing/2014/main" id="{0B7961E0-2B80-5FCE-0052-6E692ED5E6C0}"/>
                    </a:ext>
                  </a:extLst>
                </p14:cNvPr>
                <p14:cNvContentPartPr/>
                <p14:nvPr/>
              </p14:nvContentPartPr>
              <p14:xfrm>
                <a:off x="2636805" y="908230"/>
                <a:ext cx="173880" cy="254520"/>
              </p14:xfrm>
            </p:contentPart>
          </mc:Choice>
          <mc:Fallback>
            <p:pic>
              <p:nvPicPr>
                <p:cNvPr id="137" name="Ink 136">
                  <a:extLst>
                    <a:ext uri="{FF2B5EF4-FFF2-40B4-BE49-F238E27FC236}">
                      <a16:creationId xmlns:a16="http://schemas.microsoft.com/office/drawing/2014/main" id="{0B7961E0-2B80-5FCE-0052-6E692ED5E6C0}"/>
                    </a:ext>
                  </a:extLst>
                </p:cNvPr>
                <p:cNvPicPr/>
                <p:nvPr/>
              </p:nvPicPr>
              <p:blipFill>
                <a:blip r:embed="rId375"/>
                <a:stretch>
                  <a:fillRect/>
                </a:stretch>
              </p:blipFill>
              <p:spPr>
                <a:xfrm>
                  <a:off x="2628165" y="899230"/>
                  <a:ext cx="19152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376">
              <p14:nvContentPartPr>
                <p14:cNvPr id="138" name="Ink 137">
                  <a:extLst>
                    <a:ext uri="{FF2B5EF4-FFF2-40B4-BE49-F238E27FC236}">
                      <a16:creationId xmlns:a16="http://schemas.microsoft.com/office/drawing/2014/main" id="{33C517C6-D5DC-8338-B9DE-38F0B9C3EA1A}"/>
                    </a:ext>
                  </a:extLst>
                </p14:cNvPr>
                <p14:cNvContentPartPr/>
                <p14:nvPr/>
              </p14:nvContentPartPr>
              <p14:xfrm>
                <a:off x="2835885" y="764590"/>
                <a:ext cx="179640" cy="282600"/>
              </p14:xfrm>
            </p:contentPart>
          </mc:Choice>
          <mc:Fallback>
            <p:pic>
              <p:nvPicPr>
                <p:cNvPr id="138" name="Ink 137">
                  <a:extLst>
                    <a:ext uri="{FF2B5EF4-FFF2-40B4-BE49-F238E27FC236}">
                      <a16:creationId xmlns:a16="http://schemas.microsoft.com/office/drawing/2014/main" id="{33C517C6-D5DC-8338-B9DE-38F0B9C3EA1A}"/>
                    </a:ext>
                  </a:extLst>
                </p:cNvPr>
                <p:cNvPicPr/>
                <p:nvPr/>
              </p:nvPicPr>
              <p:blipFill>
                <a:blip r:embed="rId377"/>
                <a:stretch>
                  <a:fillRect/>
                </a:stretch>
              </p:blipFill>
              <p:spPr>
                <a:xfrm>
                  <a:off x="2827245" y="755950"/>
                  <a:ext cx="197280" cy="300240"/>
                </a:xfrm>
                <a:prstGeom prst="rect">
                  <a:avLst/>
                </a:prstGeom>
              </p:spPr>
            </p:pic>
          </mc:Fallback>
        </mc:AlternateContent>
        <mc:AlternateContent xmlns:mc="http://schemas.openxmlformats.org/markup-compatibility/2006">
          <mc:Choice xmlns:p14="http://schemas.microsoft.com/office/powerpoint/2010/main" Requires="p14">
            <p:contentPart p14:bwMode="auto" r:id="rId378">
              <p14:nvContentPartPr>
                <p14:cNvPr id="139" name="Ink 138">
                  <a:extLst>
                    <a:ext uri="{FF2B5EF4-FFF2-40B4-BE49-F238E27FC236}">
                      <a16:creationId xmlns:a16="http://schemas.microsoft.com/office/drawing/2014/main" id="{DE1B6721-83C5-03D3-BA6E-CC0D90D9ADD1}"/>
                    </a:ext>
                  </a:extLst>
                </p14:cNvPr>
                <p14:cNvContentPartPr/>
                <p14:nvPr/>
              </p14:nvContentPartPr>
              <p14:xfrm>
                <a:off x="3076365" y="920110"/>
                <a:ext cx="67680" cy="115560"/>
              </p14:xfrm>
            </p:contentPart>
          </mc:Choice>
          <mc:Fallback>
            <p:pic>
              <p:nvPicPr>
                <p:cNvPr id="139" name="Ink 138">
                  <a:extLst>
                    <a:ext uri="{FF2B5EF4-FFF2-40B4-BE49-F238E27FC236}">
                      <a16:creationId xmlns:a16="http://schemas.microsoft.com/office/drawing/2014/main" id="{DE1B6721-83C5-03D3-BA6E-CC0D90D9ADD1}"/>
                    </a:ext>
                  </a:extLst>
                </p:cNvPr>
                <p:cNvPicPr/>
                <p:nvPr/>
              </p:nvPicPr>
              <p:blipFill>
                <a:blip r:embed="rId379"/>
                <a:stretch>
                  <a:fillRect/>
                </a:stretch>
              </p:blipFill>
              <p:spPr>
                <a:xfrm>
                  <a:off x="3067365" y="911470"/>
                  <a:ext cx="8532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380">
              <p14:nvContentPartPr>
                <p14:cNvPr id="140" name="Ink 139">
                  <a:extLst>
                    <a:ext uri="{FF2B5EF4-FFF2-40B4-BE49-F238E27FC236}">
                      <a16:creationId xmlns:a16="http://schemas.microsoft.com/office/drawing/2014/main" id="{6F84814D-44C8-1E7D-0A80-EE83DBC745F9}"/>
                    </a:ext>
                  </a:extLst>
                </p14:cNvPr>
                <p14:cNvContentPartPr/>
                <p14:nvPr/>
              </p14:nvContentPartPr>
              <p14:xfrm>
                <a:off x="3118125" y="815710"/>
                <a:ext cx="19080" cy="50400"/>
              </p14:xfrm>
            </p:contentPart>
          </mc:Choice>
          <mc:Fallback>
            <p:pic>
              <p:nvPicPr>
                <p:cNvPr id="140" name="Ink 139">
                  <a:extLst>
                    <a:ext uri="{FF2B5EF4-FFF2-40B4-BE49-F238E27FC236}">
                      <a16:creationId xmlns:a16="http://schemas.microsoft.com/office/drawing/2014/main" id="{6F84814D-44C8-1E7D-0A80-EE83DBC745F9}"/>
                    </a:ext>
                  </a:extLst>
                </p:cNvPr>
                <p:cNvPicPr/>
                <p:nvPr/>
              </p:nvPicPr>
              <p:blipFill>
                <a:blip r:embed="rId381"/>
                <a:stretch>
                  <a:fillRect/>
                </a:stretch>
              </p:blipFill>
              <p:spPr>
                <a:xfrm>
                  <a:off x="3109125" y="806710"/>
                  <a:ext cx="3672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382">
              <p14:nvContentPartPr>
                <p14:cNvPr id="141" name="Ink 140">
                  <a:extLst>
                    <a:ext uri="{FF2B5EF4-FFF2-40B4-BE49-F238E27FC236}">
                      <a16:creationId xmlns:a16="http://schemas.microsoft.com/office/drawing/2014/main" id="{D5FB6EFB-E4ED-3FA1-558C-FEEF2544A263}"/>
                    </a:ext>
                  </a:extLst>
                </p14:cNvPr>
                <p14:cNvContentPartPr/>
                <p14:nvPr/>
              </p14:nvContentPartPr>
              <p14:xfrm>
                <a:off x="3220725" y="764950"/>
                <a:ext cx="153720" cy="282240"/>
              </p14:xfrm>
            </p:contentPart>
          </mc:Choice>
          <mc:Fallback>
            <p:pic>
              <p:nvPicPr>
                <p:cNvPr id="141" name="Ink 140">
                  <a:extLst>
                    <a:ext uri="{FF2B5EF4-FFF2-40B4-BE49-F238E27FC236}">
                      <a16:creationId xmlns:a16="http://schemas.microsoft.com/office/drawing/2014/main" id="{D5FB6EFB-E4ED-3FA1-558C-FEEF2544A263}"/>
                    </a:ext>
                  </a:extLst>
                </p:cNvPr>
                <p:cNvPicPr/>
                <p:nvPr/>
              </p:nvPicPr>
              <p:blipFill>
                <a:blip r:embed="rId383"/>
                <a:stretch>
                  <a:fillRect/>
                </a:stretch>
              </p:blipFill>
              <p:spPr>
                <a:xfrm>
                  <a:off x="3211725" y="755950"/>
                  <a:ext cx="17136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384">
              <p14:nvContentPartPr>
                <p14:cNvPr id="142" name="Ink 141">
                  <a:extLst>
                    <a:ext uri="{FF2B5EF4-FFF2-40B4-BE49-F238E27FC236}">
                      <a16:creationId xmlns:a16="http://schemas.microsoft.com/office/drawing/2014/main" id="{77EEC9C5-CE7D-1526-5722-D7585B57F8FD}"/>
                    </a:ext>
                  </a:extLst>
                </p14:cNvPr>
                <p14:cNvContentPartPr/>
                <p14:nvPr/>
              </p14:nvContentPartPr>
              <p14:xfrm>
                <a:off x="3428445" y="843430"/>
                <a:ext cx="118800" cy="166680"/>
              </p14:xfrm>
            </p:contentPart>
          </mc:Choice>
          <mc:Fallback>
            <p:pic>
              <p:nvPicPr>
                <p:cNvPr id="142" name="Ink 141">
                  <a:extLst>
                    <a:ext uri="{FF2B5EF4-FFF2-40B4-BE49-F238E27FC236}">
                      <a16:creationId xmlns:a16="http://schemas.microsoft.com/office/drawing/2014/main" id="{77EEC9C5-CE7D-1526-5722-D7585B57F8FD}"/>
                    </a:ext>
                  </a:extLst>
                </p:cNvPr>
                <p:cNvPicPr/>
                <p:nvPr/>
              </p:nvPicPr>
              <p:blipFill>
                <a:blip r:embed="rId385"/>
                <a:stretch>
                  <a:fillRect/>
                </a:stretch>
              </p:blipFill>
              <p:spPr>
                <a:xfrm>
                  <a:off x="3419805" y="834790"/>
                  <a:ext cx="13644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386">
              <p14:nvContentPartPr>
                <p14:cNvPr id="143" name="Ink 142">
                  <a:extLst>
                    <a:ext uri="{FF2B5EF4-FFF2-40B4-BE49-F238E27FC236}">
                      <a16:creationId xmlns:a16="http://schemas.microsoft.com/office/drawing/2014/main" id="{AAB96949-0306-1150-3303-57A24215BBA4}"/>
                    </a:ext>
                  </a:extLst>
                </p14:cNvPr>
                <p14:cNvContentPartPr/>
                <p14:nvPr/>
              </p14:nvContentPartPr>
              <p14:xfrm>
                <a:off x="3565605" y="746230"/>
                <a:ext cx="112320" cy="317160"/>
              </p14:xfrm>
            </p:contentPart>
          </mc:Choice>
          <mc:Fallback>
            <p:pic>
              <p:nvPicPr>
                <p:cNvPr id="143" name="Ink 142">
                  <a:extLst>
                    <a:ext uri="{FF2B5EF4-FFF2-40B4-BE49-F238E27FC236}">
                      <a16:creationId xmlns:a16="http://schemas.microsoft.com/office/drawing/2014/main" id="{AAB96949-0306-1150-3303-57A24215BBA4}"/>
                    </a:ext>
                  </a:extLst>
                </p:cNvPr>
                <p:cNvPicPr/>
                <p:nvPr/>
              </p:nvPicPr>
              <p:blipFill>
                <a:blip r:embed="rId387"/>
                <a:stretch>
                  <a:fillRect/>
                </a:stretch>
              </p:blipFill>
              <p:spPr>
                <a:xfrm>
                  <a:off x="3556605" y="737230"/>
                  <a:ext cx="129960" cy="334800"/>
                </a:xfrm>
                <a:prstGeom prst="rect">
                  <a:avLst/>
                </a:prstGeom>
              </p:spPr>
            </p:pic>
          </mc:Fallback>
        </mc:AlternateContent>
        <mc:AlternateContent xmlns:mc="http://schemas.openxmlformats.org/markup-compatibility/2006">
          <mc:Choice xmlns:p14="http://schemas.microsoft.com/office/powerpoint/2010/main" Requires="p14">
            <p:contentPart p14:bwMode="auto" r:id="rId388">
              <p14:nvContentPartPr>
                <p14:cNvPr id="234" name="Ink 233">
                  <a:extLst>
                    <a:ext uri="{FF2B5EF4-FFF2-40B4-BE49-F238E27FC236}">
                      <a16:creationId xmlns:a16="http://schemas.microsoft.com/office/drawing/2014/main" id="{2994AD0C-BB90-210E-2363-54CC7A1EF2AA}"/>
                    </a:ext>
                  </a:extLst>
                </p14:cNvPr>
                <p14:cNvContentPartPr/>
                <p14:nvPr/>
              </p14:nvContentPartPr>
              <p14:xfrm>
                <a:off x="2221725" y="6102310"/>
                <a:ext cx="186840" cy="56520"/>
              </p14:xfrm>
            </p:contentPart>
          </mc:Choice>
          <mc:Fallback>
            <p:pic>
              <p:nvPicPr>
                <p:cNvPr id="234" name="Ink 233">
                  <a:extLst>
                    <a:ext uri="{FF2B5EF4-FFF2-40B4-BE49-F238E27FC236}">
                      <a16:creationId xmlns:a16="http://schemas.microsoft.com/office/drawing/2014/main" id="{2994AD0C-BB90-210E-2363-54CC7A1EF2AA}"/>
                    </a:ext>
                  </a:extLst>
                </p:cNvPr>
                <p:cNvPicPr/>
                <p:nvPr/>
              </p:nvPicPr>
              <p:blipFill>
                <a:blip r:embed="rId389"/>
                <a:stretch>
                  <a:fillRect/>
                </a:stretch>
              </p:blipFill>
              <p:spPr>
                <a:xfrm>
                  <a:off x="2212725" y="6093310"/>
                  <a:ext cx="20448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390">
              <p14:nvContentPartPr>
                <p14:cNvPr id="236" name="Ink 235">
                  <a:extLst>
                    <a:ext uri="{FF2B5EF4-FFF2-40B4-BE49-F238E27FC236}">
                      <a16:creationId xmlns:a16="http://schemas.microsoft.com/office/drawing/2014/main" id="{9D679E1A-0B74-66C1-6774-1152451C34CA}"/>
                    </a:ext>
                  </a:extLst>
                </p14:cNvPr>
                <p14:cNvContentPartPr/>
                <p14:nvPr/>
              </p14:nvContentPartPr>
              <p14:xfrm>
                <a:off x="2322885" y="6122830"/>
                <a:ext cx="108360" cy="48240"/>
              </p14:xfrm>
            </p:contentPart>
          </mc:Choice>
          <mc:Fallback>
            <p:pic>
              <p:nvPicPr>
                <p:cNvPr id="236" name="Ink 235">
                  <a:extLst>
                    <a:ext uri="{FF2B5EF4-FFF2-40B4-BE49-F238E27FC236}">
                      <a16:creationId xmlns:a16="http://schemas.microsoft.com/office/drawing/2014/main" id="{9D679E1A-0B74-66C1-6774-1152451C34CA}"/>
                    </a:ext>
                  </a:extLst>
                </p:cNvPr>
                <p:cNvPicPr/>
                <p:nvPr/>
              </p:nvPicPr>
              <p:blipFill>
                <a:blip r:embed="rId391"/>
                <a:stretch>
                  <a:fillRect/>
                </a:stretch>
              </p:blipFill>
              <p:spPr>
                <a:xfrm>
                  <a:off x="2313885" y="6113830"/>
                  <a:ext cx="12600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392">
              <p14:nvContentPartPr>
                <p14:cNvPr id="237" name="Ink 236">
                  <a:extLst>
                    <a:ext uri="{FF2B5EF4-FFF2-40B4-BE49-F238E27FC236}">
                      <a16:creationId xmlns:a16="http://schemas.microsoft.com/office/drawing/2014/main" id="{1CB9BC34-D827-DBA1-3B39-AFC1FBCCFB61}"/>
                    </a:ext>
                  </a:extLst>
                </p14:cNvPr>
                <p14:cNvContentPartPr/>
                <p14:nvPr/>
              </p14:nvContentPartPr>
              <p14:xfrm>
                <a:off x="2338005" y="6180430"/>
                <a:ext cx="170640" cy="111600"/>
              </p14:xfrm>
            </p:contentPart>
          </mc:Choice>
          <mc:Fallback>
            <p:pic>
              <p:nvPicPr>
                <p:cNvPr id="237" name="Ink 236">
                  <a:extLst>
                    <a:ext uri="{FF2B5EF4-FFF2-40B4-BE49-F238E27FC236}">
                      <a16:creationId xmlns:a16="http://schemas.microsoft.com/office/drawing/2014/main" id="{1CB9BC34-D827-DBA1-3B39-AFC1FBCCFB61}"/>
                    </a:ext>
                  </a:extLst>
                </p:cNvPr>
                <p:cNvPicPr/>
                <p:nvPr/>
              </p:nvPicPr>
              <p:blipFill>
                <a:blip r:embed="rId393"/>
                <a:stretch>
                  <a:fillRect/>
                </a:stretch>
              </p:blipFill>
              <p:spPr>
                <a:xfrm>
                  <a:off x="2329365" y="6171430"/>
                  <a:ext cx="18828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394">
              <p14:nvContentPartPr>
                <p14:cNvPr id="239" name="Ink 238">
                  <a:extLst>
                    <a:ext uri="{FF2B5EF4-FFF2-40B4-BE49-F238E27FC236}">
                      <a16:creationId xmlns:a16="http://schemas.microsoft.com/office/drawing/2014/main" id="{A80DBF3A-8981-4ADB-358D-3405AAC96BC9}"/>
                    </a:ext>
                  </a:extLst>
                </p14:cNvPr>
                <p14:cNvContentPartPr/>
                <p14:nvPr/>
              </p14:nvContentPartPr>
              <p14:xfrm>
                <a:off x="2529525" y="6055510"/>
                <a:ext cx="59760" cy="30600"/>
              </p14:xfrm>
            </p:contentPart>
          </mc:Choice>
          <mc:Fallback>
            <p:pic>
              <p:nvPicPr>
                <p:cNvPr id="239" name="Ink 238">
                  <a:extLst>
                    <a:ext uri="{FF2B5EF4-FFF2-40B4-BE49-F238E27FC236}">
                      <a16:creationId xmlns:a16="http://schemas.microsoft.com/office/drawing/2014/main" id="{A80DBF3A-8981-4ADB-358D-3405AAC96BC9}"/>
                    </a:ext>
                  </a:extLst>
                </p:cNvPr>
                <p:cNvPicPr/>
                <p:nvPr/>
              </p:nvPicPr>
              <p:blipFill>
                <a:blip r:embed="rId395"/>
                <a:stretch>
                  <a:fillRect/>
                </a:stretch>
              </p:blipFill>
              <p:spPr>
                <a:xfrm>
                  <a:off x="2520885" y="6046510"/>
                  <a:ext cx="7740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396">
              <p14:nvContentPartPr>
                <p14:cNvPr id="241" name="Ink 240">
                  <a:extLst>
                    <a:ext uri="{FF2B5EF4-FFF2-40B4-BE49-F238E27FC236}">
                      <a16:creationId xmlns:a16="http://schemas.microsoft.com/office/drawing/2014/main" id="{29E56E45-FA49-3EBB-D71D-95E1CEF9D4DF}"/>
                    </a:ext>
                  </a:extLst>
                </p14:cNvPr>
                <p14:cNvContentPartPr/>
                <p14:nvPr/>
              </p14:nvContentPartPr>
              <p14:xfrm>
                <a:off x="2549325" y="6088630"/>
                <a:ext cx="112320" cy="76320"/>
              </p14:xfrm>
            </p:contentPart>
          </mc:Choice>
          <mc:Fallback>
            <p:pic>
              <p:nvPicPr>
                <p:cNvPr id="241" name="Ink 240">
                  <a:extLst>
                    <a:ext uri="{FF2B5EF4-FFF2-40B4-BE49-F238E27FC236}">
                      <a16:creationId xmlns:a16="http://schemas.microsoft.com/office/drawing/2014/main" id="{29E56E45-FA49-3EBB-D71D-95E1CEF9D4DF}"/>
                    </a:ext>
                  </a:extLst>
                </p:cNvPr>
                <p:cNvPicPr/>
                <p:nvPr/>
              </p:nvPicPr>
              <p:blipFill>
                <a:blip r:embed="rId397"/>
                <a:stretch>
                  <a:fillRect/>
                </a:stretch>
              </p:blipFill>
              <p:spPr>
                <a:xfrm>
                  <a:off x="2540325" y="6079630"/>
                  <a:ext cx="12996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398">
              <p14:nvContentPartPr>
                <p14:cNvPr id="243" name="Ink 242">
                  <a:extLst>
                    <a:ext uri="{FF2B5EF4-FFF2-40B4-BE49-F238E27FC236}">
                      <a16:creationId xmlns:a16="http://schemas.microsoft.com/office/drawing/2014/main" id="{509AC438-8296-0342-0E27-8C25524C0D38}"/>
                    </a:ext>
                  </a:extLst>
                </p14:cNvPr>
                <p14:cNvContentPartPr/>
                <p14:nvPr/>
              </p14:nvContentPartPr>
              <p14:xfrm>
                <a:off x="6016125" y="2280550"/>
                <a:ext cx="548640" cy="453960"/>
              </p14:xfrm>
            </p:contentPart>
          </mc:Choice>
          <mc:Fallback>
            <p:pic>
              <p:nvPicPr>
                <p:cNvPr id="243" name="Ink 242">
                  <a:extLst>
                    <a:ext uri="{FF2B5EF4-FFF2-40B4-BE49-F238E27FC236}">
                      <a16:creationId xmlns:a16="http://schemas.microsoft.com/office/drawing/2014/main" id="{509AC438-8296-0342-0E27-8C25524C0D38}"/>
                    </a:ext>
                  </a:extLst>
                </p:cNvPr>
                <p:cNvPicPr/>
                <p:nvPr/>
              </p:nvPicPr>
              <p:blipFill>
                <a:blip r:embed="rId399"/>
                <a:stretch>
                  <a:fillRect/>
                </a:stretch>
              </p:blipFill>
              <p:spPr>
                <a:xfrm>
                  <a:off x="6007125" y="2271910"/>
                  <a:ext cx="566280" cy="471600"/>
                </a:xfrm>
                <a:prstGeom prst="rect">
                  <a:avLst/>
                </a:prstGeom>
              </p:spPr>
            </p:pic>
          </mc:Fallback>
        </mc:AlternateContent>
        <mc:AlternateContent xmlns:mc="http://schemas.openxmlformats.org/markup-compatibility/2006">
          <mc:Choice xmlns:p14="http://schemas.microsoft.com/office/powerpoint/2010/main" Requires="p14">
            <p:contentPart p14:bwMode="auto" r:id="rId400">
              <p14:nvContentPartPr>
                <p14:cNvPr id="244" name="Ink 243">
                  <a:extLst>
                    <a:ext uri="{FF2B5EF4-FFF2-40B4-BE49-F238E27FC236}">
                      <a16:creationId xmlns:a16="http://schemas.microsoft.com/office/drawing/2014/main" id="{8E19004E-99EC-302B-6438-4FAB20C8ED4E}"/>
                    </a:ext>
                  </a:extLst>
                </p14:cNvPr>
                <p14:cNvContentPartPr/>
                <p14:nvPr/>
              </p14:nvContentPartPr>
              <p14:xfrm>
                <a:off x="6183165" y="2706790"/>
                <a:ext cx="376920" cy="279000"/>
              </p14:xfrm>
            </p:contentPart>
          </mc:Choice>
          <mc:Fallback>
            <p:pic>
              <p:nvPicPr>
                <p:cNvPr id="244" name="Ink 243">
                  <a:extLst>
                    <a:ext uri="{FF2B5EF4-FFF2-40B4-BE49-F238E27FC236}">
                      <a16:creationId xmlns:a16="http://schemas.microsoft.com/office/drawing/2014/main" id="{8E19004E-99EC-302B-6438-4FAB20C8ED4E}"/>
                    </a:ext>
                  </a:extLst>
                </p:cNvPr>
                <p:cNvPicPr/>
                <p:nvPr/>
              </p:nvPicPr>
              <p:blipFill>
                <a:blip r:embed="rId401"/>
                <a:stretch>
                  <a:fillRect/>
                </a:stretch>
              </p:blipFill>
              <p:spPr>
                <a:xfrm>
                  <a:off x="6174525" y="2698150"/>
                  <a:ext cx="394560" cy="296640"/>
                </a:xfrm>
                <a:prstGeom prst="rect">
                  <a:avLst/>
                </a:prstGeom>
              </p:spPr>
            </p:pic>
          </mc:Fallback>
        </mc:AlternateContent>
        <mc:AlternateContent xmlns:mc="http://schemas.openxmlformats.org/markup-compatibility/2006">
          <mc:Choice xmlns:p14="http://schemas.microsoft.com/office/powerpoint/2010/main" Requires="p14">
            <p:contentPart p14:bwMode="auto" r:id="rId402">
              <p14:nvContentPartPr>
                <p14:cNvPr id="245" name="Ink 244">
                  <a:extLst>
                    <a:ext uri="{FF2B5EF4-FFF2-40B4-BE49-F238E27FC236}">
                      <a16:creationId xmlns:a16="http://schemas.microsoft.com/office/drawing/2014/main" id="{14EF3B33-B025-B3F9-4117-169FB2FC3436}"/>
                    </a:ext>
                  </a:extLst>
                </p14:cNvPr>
                <p14:cNvContentPartPr/>
                <p14:nvPr/>
              </p14:nvContentPartPr>
              <p14:xfrm>
                <a:off x="6144285" y="2505910"/>
                <a:ext cx="251280" cy="150480"/>
              </p14:xfrm>
            </p:contentPart>
          </mc:Choice>
          <mc:Fallback>
            <p:pic>
              <p:nvPicPr>
                <p:cNvPr id="245" name="Ink 244">
                  <a:extLst>
                    <a:ext uri="{FF2B5EF4-FFF2-40B4-BE49-F238E27FC236}">
                      <a16:creationId xmlns:a16="http://schemas.microsoft.com/office/drawing/2014/main" id="{14EF3B33-B025-B3F9-4117-169FB2FC3436}"/>
                    </a:ext>
                  </a:extLst>
                </p:cNvPr>
                <p:cNvPicPr/>
                <p:nvPr/>
              </p:nvPicPr>
              <p:blipFill>
                <a:blip r:embed="rId403"/>
                <a:stretch>
                  <a:fillRect/>
                </a:stretch>
              </p:blipFill>
              <p:spPr>
                <a:xfrm>
                  <a:off x="6135285" y="2497270"/>
                  <a:ext cx="26892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404">
              <p14:nvContentPartPr>
                <p14:cNvPr id="246" name="Ink 245">
                  <a:extLst>
                    <a:ext uri="{FF2B5EF4-FFF2-40B4-BE49-F238E27FC236}">
                      <a16:creationId xmlns:a16="http://schemas.microsoft.com/office/drawing/2014/main" id="{48FF945C-5758-5DE1-6C68-6582928258F8}"/>
                    </a:ext>
                  </a:extLst>
                </p14:cNvPr>
                <p14:cNvContentPartPr/>
                <p14:nvPr/>
              </p14:nvContentPartPr>
              <p14:xfrm>
                <a:off x="6173445" y="2454790"/>
                <a:ext cx="21240" cy="7200"/>
              </p14:xfrm>
            </p:contentPart>
          </mc:Choice>
          <mc:Fallback>
            <p:pic>
              <p:nvPicPr>
                <p:cNvPr id="246" name="Ink 245">
                  <a:extLst>
                    <a:ext uri="{FF2B5EF4-FFF2-40B4-BE49-F238E27FC236}">
                      <a16:creationId xmlns:a16="http://schemas.microsoft.com/office/drawing/2014/main" id="{48FF945C-5758-5DE1-6C68-6582928258F8}"/>
                    </a:ext>
                  </a:extLst>
                </p:cNvPr>
                <p:cNvPicPr/>
                <p:nvPr/>
              </p:nvPicPr>
              <p:blipFill>
                <a:blip r:embed="rId405"/>
                <a:stretch>
                  <a:fillRect/>
                </a:stretch>
              </p:blipFill>
              <p:spPr>
                <a:xfrm>
                  <a:off x="6164805" y="2445790"/>
                  <a:ext cx="3888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406">
              <p14:nvContentPartPr>
                <p14:cNvPr id="247" name="Ink 246">
                  <a:extLst>
                    <a:ext uri="{FF2B5EF4-FFF2-40B4-BE49-F238E27FC236}">
                      <a16:creationId xmlns:a16="http://schemas.microsoft.com/office/drawing/2014/main" id="{9C7CBF45-19FD-A8C1-5F61-125C7BC637BE}"/>
                    </a:ext>
                  </a:extLst>
                </p14:cNvPr>
                <p14:cNvContentPartPr/>
                <p14:nvPr/>
              </p14:nvContentPartPr>
              <p14:xfrm>
                <a:off x="6358485" y="2431750"/>
                <a:ext cx="26280" cy="9000"/>
              </p14:xfrm>
            </p:contentPart>
          </mc:Choice>
          <mc:Fallback>
            <p:pic>
              <p:nvPicPr>
                <p:cNvPr id="247" name="Ink 246">
                  <a:extLst>
                    <a:ext uri="{FF2B5EF4-FFF2-40B4-BE49-F238E27FC236}">
                      <a16:creationId xmlns:a16="http://schemas.microsoft.com/office/drawing/2014/main" id="{9C7CBF45-19FD-A8C1-5F61-125C7BC637BE}"/>
                    </a:ext>
                  </a:extLst>
                </p:cNvPr>
                <p:cNvPicPr/>
                <p:nvPr/>
              </p:nvPicPr>
              <p:blipFill>
                <a:blip r:embed="rId407"/>
                <a:stretch>
                  <a:fillRect/>
                </a:stretch>
              </p:blipFill>
              <p:spPr>
                <a:xfrm>
                  <a:off x="6349485" y="2423110"/>
                  <a:ext cx="4392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408">
              <p14:nvContentPartPr>
                <p14:cNvPr id="248" name="Ink 247">
                  <a:extLst>
                    <a:ext uri="{FF2B5EF4-FFF2-40B4-BE49-F238E27FC236}">
                      <a16:creationId xmlns:a16="http://schemas.microsoft.com/office/drawing/2014/main" id="{4A857603-5376-DD8D-F56A-54F53AC0EEA1}"/>
                    </a:ext>
                  </a:extLst>
                </p14:cNvPr>
                <p14:cNvContentPartPr/>
                <p14:nvPr/>
              </p14:nvContentPartPr>
              <p14:xfrm>
                <a:off x="5664405" y="2994070"/>
                <a:ext cx="755640" cy="444600"/>
              </p14:xfrm>
            </p:contentPart>
          </mc:Choice>
          <mc:Fallback>
            <p:pic>
              <p:nvPicPr>
                <p:cNvPr id="248" name="Ink 247">
                  <a:extLst>
                    <a:ext uri="{FF2B5EF4-FFF2-40B4-BE49-F238E27FC236}">
                      <a16:creationId xmlns:a16="http://schemas.microsoft.com/office/drawing/2014/main" id="{4A857603-5376-DD8D-F56A-54F53AC0EEA1}"/>
                    </a:ext>
                  </a:extLst>
                </p:cNvPr>
                <p:cNvPicPr/>
                <p:nvPr/>
              </p:nvPicPr>
              <p:blipFill>
                <a:blip r:embed="rId409"/>
                <a:stretch>
                  <a:fillRect/>
                </a:stretch>
              </p:blipFill>
              <p:spPr>
                <a:xfrm>
                  <a:off x="5655405" y="2985430"/>
                  <a:ext cx="773280" cy="462240"/>
                </a:xfrm>
                <a:prstGeom prst="rect">
                  <a:avLst/>
                </a:prstGeom>
              </p:spPr>
            </p:pic>
          </mc:Fallback>
        </mc:AlternateContent>
        <mc:AlternateContent xmlns:mc="http://schemas.openxmlformats.org/markup-compatibility/2006">
          <mc:Choice xmlns:p14="http://schemas.microsoft.com/office/powerpoint/2010/main" Requires="p14">
            <p:contentPart p14:bwMode="auto" r:id="rId410">
              <p14:nvContentPartPr>
                <p14:cNvPr id="249" name="Ink 248">
                  <a:extLst>
                    <a:ext uri="{FF2B5EF4-FFF2-40B4-BE49-F238E27FC236}">
                      <a16:creationId xmlns:a16="http://schemas.microsoft.com/office/drawing/2014/main" id="{4840032B-86E6-2364-C40E-0F186017EC18}"/>
                    </a:ext>
                  </a:extLst>
                </p14:cNvPr>
                <p14:cNvContentPartPr/>
                <p14:nvPr/>
              </p14:nvContentPartPr>
              <p14:xfrm>
                <a:off x="5711925" y="3308710"/>
                <a:ext cx="129960" cy="176040"/>
              </p14:xfrm>
            </p:contentPart>
          </mc:Choice>
          <mc:Fallback>
            <p:pic>
              <p:nvPicPr>
                <p:cNvPr id="249" name="Ink 248">
                  <a:extLst>
                    <a:ext uri="{FF2B5EF4-FFF2-40B4-BE49-F238E27FC236}">
                      <a16:creationId xmlns:a16="http://schemas.microsoft.com/office/drawing/2014/main" id="{4840032B-86E6-2364-C40E-0F186017EC18}"/>
                    </a:ext>
                  </a:extLst>
                </p:cNvPr>
                <p:cNvPicPr/>
                <p:nvPr/>
              </p:nvPicPr>
              <p:blipFill>
                <a:blip r:embed="rId411"/>
                <a:stretch>
                  <a:fillRect/>
                </a:stretch>
              </p:blipFill>
              <p:spPr>
                <a:xfrm>
                  <a:off x="5702925" y="3300070"/>
                  <a:ext cx="14760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412">
              <p14:nvContentPartPr>
                <p14:cNvPr id="251" name="Ink 250">
                  <a:extLst>
                    <a:ext uri="{FF2B5EF4-FFF2-40B4-BE49-F238E27FC236}">
                      <a16:creationId xmlns:a16="http://schemas.microsoft.com/office/drawing/2014/main" id="{C9D01B77-F086-3EBD-3D3D-A07CBBFFAE7F}"/>
                    </a:ext>
                  </a:extLst>
                </p14:cNvPr>
                <p14:cNvContentPartPr/>
                <p14:nvPr/>
              </p14:nvContentPartPr>
              <p14:xfrm>
                <a:off x="4804725" y="3581590"/>
                <a:ext cx="185040" cy="156240"/>
              </p14:xfrm>
            </p:contentPart>
          </mc:Choice>
          <mc:Fallback>
            <p:pic>
              <p:nvPicPr>
                <p:cNvPr id="251" name="Ink 250">
                  <a:extLst>
                    <a:ext uri="{FF2B5EF4-FFF2-40B4-BE49-F238E27FC236}">
                      <a16:creationId xmlns:a16="http://schemas.microsoft.com/office/drawing/2014/main" id="{C9D01B77-F086-3EBD-3D3D-A07CBBFFAE7F}"/>
                    </a:ext>
                  </a:extLst>
                </p:cNvPr>
                <p:cNvPicPr/>
                <p:nvPr/>
              </p:nvPicPr>
              <p:blipFill>
                <a:blip r:embed="rId413"/>
                <a:stretch>
                  <a:fillRect/>
                </a:stretch>
              </p:blipFill>
              <p:spPr>
                <a:xfrm>
                  <a:off x="4796085" y="3572590"/>
                  <a:ext cx="20268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414">
              <p14:nvContentPartPr>
                <p14:cNvPr id="252" name="Ink 251">
                  <a:extLst>
                    <a:ext uri="{FF2B5EF4-FFF2-40B4-BE49-F238E27FC236}">
                      <a16:creationId xmlns:a16="http://schemas.microsoft.com/office/drawing/2014/main" id="{D8F5540F-3B5A-D62C-126A-28DBDE200C09}"/>
                    </a:ext>
                  </a:extLst>
                </p14:cNvPr>
                <p14:cNvContentPartPr/>
                <p14:nvPr/>
              </p14:nvContentPartPr>
              <p14:xfrm>
                <a:off x="5071125" y="3527590"/>
                <a:ext cx="125280" cy="132840"/>
              </p14:xfrm>
            </p:contentPart>
          </mc:Choice>
          <mc:Fallback>
            <p:pic>
              <p:nvPicPr>
                <p:cNvPr id="252" name="Ink 251">
                  <a:extLst>
                    <a:ext uri="{FF2B5EF4-FFF2-40B4-BE49-F238E27FC236}">
                      <a16:creationId xmlns:a16="http://schemas.microsoft.com/office/drawing/2014/main" id="{D8F5540F-3B5A-D62C-126A-28DBDE200C09}"/>
                    </a:ext>
                  </a:extLst>
                </p:cNvPr>
                <p:cNvPicPr/>
                <p:nvPr/>
              </p:nvPicPr>
              <p:blipFill>
                <a:blip r:embed="rId415"/>
                <a:stretch>
                  <a:fillRect/>
                </a:stretch>
              </p:blipFill>
              <p:spPr>
                <a:xfrm>
                  <a:off x="5062485" y="3518950"/>
                  <a:ext cx="142920" cy="150480"/>
                </a:xfrm>
                <a:prstGeom prst="rect">
                  <a:avLst/>
                </a:prstGeom>
              </p:spPr>
            </p:pic>
          </mc:Fallback>
        </mc:AlternateContent>
        <mc:AlternateContent xmlns:mc="http://schemas.openxmlformats.org/markup-compatibility/2006">
          <mc:Choice xmlns:p14="http://schemas.microsoft.com/office/powerpoint/2010/main" Requires="p14">
            <p:contentPart p14:bwMode="auto" r:id="rId416">
              <p14:nvContentPartPr>
                <p14:cNvPr id="253" name="Ink 252">
                  <a:extLst>
                    <a:ext uri="{FF2B5EF4-FFF2-40B4-BE49-F238E27FC236}">
                      <a16:creationId xmlns:a16="http://schemas.microsoft.com/office/drawing/2014/main" id="{7F4F471A-9376-1D58-0FED-73DBFE946BE6}"/>
                    </a:ext>
                  </a:extLst>
                </p14:cNvPr>
                <p14:cNvContentPartPr/>
                <p14:nvPr/>
              </p14:nvContentPartPr>
              <p14:xfrm>
                <a:off x="5296845" y="3447310"/>
                <a:ext cx="176760" cy="151560"/>
              </p14:xfrm>
            </p:contentPart>
          </mc:Choice>
          <mc:Fallback>
            <p:pic>
              <p:nvPicPr>
                <p:cNvPr id="253" name="Ink 252">
                  <a:extLst>
                    <a:ext uri="{FF2B5EF4-FFF2-40B4-BE49-F238E27FC236}">
                      <a16:creationId xmlns:a16="http://schemas.microsoft.com/office/drawing/2014/main" id="{7F4F471A-9376-1D58-0FED-73DBFE946BE6}"/>
                    </a:ext>
                  </a:extLst>
                </p:cNvPr>
                <p:cNvPicPr/>
                <p:nvPr/>
              </p:nvPicPr>
              <p:blipFill>
                <a:blip r:embed="rId417"/>
                <a:stretch>
                  <a:fillRect/>
                </a:stretch>
              </p:blipFill>
              <p:spPr>
                <a:xfrm>
                  <a:off x="5287845" y="3438310"/>
                  <a:ext cx="19440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418">
              <p14:nvContentPartPr>
                <p14:cNvPr id="254" name="Ink 253">
                  <a:extLst>
                    <a:ext uri="{FF2B5EF4-FFF2-40B4-BE49-F238E27FC236}">
                      <a16:creationId xmlns:a16="http://schemas.microsoft.com/office/drawing/2014/main" id="{8C150234-18A0-2EB1-3C68-3C64B9C0229A}"/>
                    </a:ext>
                  </a:extLst>
                </p14:cNvPr>
                <p14:cNvContentPartPr/>
                <p14:nvPr/>
              </p14:nvContentPartPr>
              <p14:xfrm>
                <a:off x="5243925" y="3611110"/>
                <a:ext cx="167400" cy="133560"/>
              </p14:xfrm>
            </p:contentPart>
          </mc:Choice>
          <mc:Fallback>
            <p:pic>
              <p:nvPicPr>
                <p:cNvPr id="254" name="Ink 253">
                  <a:extLst>
                    <a:ext uri="{FF2B5EF4-FFF2-40B4-BE49-F238E27FC236}">
                      <a16:creationId xmlns:a16="http://schemas.microsoft.com/office/drawing/2014/main" id="{8C150234-18A0-2EB1-3C68-3C64B9C0229A}"/>
                    </a:ext>
                  </a:extLst>
                </p:cNvPr>
                <p:cNvPicPr/>
                <p:nvPr/>
              </p:nvPicPr>
              <p:blipFill>
                <a:blip r:embed="rId419"/>
                <a:stretch>
                  <a:fillRect/>
                </a:stretch>
              </p:blipFill>
              <p:spPr>
                <a:xfrm>
                  <a:off x="5235285" y="3602110"/>
                  <a:ext cx="18504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420">
              <p14:nvContentPartPr>
                <p14:cNvPr id="256" name="Ink 255">
                  <a:extLst>
                    <a:ext uri="{FF2B5EF4-FFF2-40B4-BE49-F238E27FC236}">
                      <a16:creationId xmlns:a16="http://schemas.microsoft.com/office/drawing/2014/main" id="{D1F9B333-5205-9D23-7396-68386A962C54}"/>
                    </a:ext>
                  </a:extLst>
                </p14:cNvPr>
                <p14:cNvContentPartPr/>
                <p14:nvPr/>
              </p14:nvContentPartPr>
              <p14:xfrm>
                <a:off x="4238805" y="4175590"/>
                <a:ext cx="26280" cy="14760"/>
              </p14:xfrm>
            </p:contentPart>
          </mc:Choice>
          <mc:Fallback>
            <p:pic>
              <p:nvPicPr>
                <p:cNvPr id="256" name="Ink 255">
                  <a:extLst>
                    <a:ext uri="{FF2B5EF4-FFF2-40B4-BE49-F238E27FC236}">
                      <a16:creationId xmlns:a16="http://schemas.microsoft.com/office/drawing/2014/main" id="{D1F9B333-5205-9D23-7396-68386A962C54}"/>
                    </a:ext>
                  </a:extLst>
                </p:cNvPr>
                <p:cNvPicPr/>
                <p:nvPr/>
              </p:nvPicPr>
              <p:blipFill>
                <a:blip r:embed="rId421"/>
                <a:stretch>
                  <a:fillRect/>
                </a:stretch>
              </p:blipFill>
              <p:spPr>
                <a:xfrm>
                  <a:off x="4229805" y="4166590"/>
                  <a:ext cx="4392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422">
              <p14:nvContentPartPr>
                <p14:cNvPr id="258" name="Ink 257">
                  <a:extLst>
                    <a:ext uri="{FF2B5EF4-FFF2-40B4-BE49-F238E27FC236}">
                      <a16:creationId xmlns:a16="http://schemas.microsoft.com/office/drawing/2014/main" id="{AA9E1FA6-A89B-07B2-B11D-6850FA7921B1}"/>
                    </a:ext>
                  </a:extLst>
                </p14:cNvPr>
                <p14:cNvContentPartPr/>
                <p14:nvPr/>
              </p14:nvContentPartPr>
              <p14:xfrm>
                <a:off x="4372725" y="4016470"/>
                <a:ext cx="212400" cy="372240"/>
              </p14:xfrm>
            </p:contentPart>
          </mc:Choice>
          <mc:Fallback>
            <p:pic>
              <p:nvPicPr>
                <p:cNvPr id="258" name="Ink 257">
                  <a:extLst>
                    <a:ext uri="{FF2B5EF4-FFF2-40B4-BE49-F238E27FC236}">
                      <a16:creationId xmlns:a16="http://schemas.microsoft.com/office/drawing/2014/main" id="{AA9E1FA6-A89B-07B2-B11D-6850FA7921B1}"/>
                    </a:ext>
                  </a:extLst>
                </p:cNvPr>
                <p:cNvPicPr/>
                <p:nvPr/>
              </p:nvPicPr>
              <p:blipFill>
                <a:blip r:embed="rId423"/>
                <a:stretch>
                  <a:fillRect/>
                </a:stretch>
              </p:blipFill>
              <p:spPr>
                <a:xfrm>
                  <a:off x="4363725" y="4007830"/>
                  <a:ext cx="230040" cy="389880"/>
                </a:xfrm>
                <a:prstGeom prst="rect">
                  <a:avLst/>
                </a:prstGeom>
              </p:spPr>
            </p:pic>
          </mc:Fallback>
        </mc:AlternateContent>
        <mc:AlternateContent xmlns:mc="http://schemas.openxmlformats.org/markup-compatibility/2006">
          <mc:Choice xmlns:p14="http://schemas.microsoft.com/office/powerpoint/2010/main" Requires="p14">
            <p:contentPart p14:bwMode="auto" r:id="rId424">
              <p14:nvContentPartPr>
                <p14:cNvPr id="259" name="Ink 258">
                  <a:extLst>
                    <a:ext uri="{FF2B5EF4-FFF2-40B4-BE49-F238E27FC236}">
                      <a16:creationId xmlns:a16="http://schemas.microsoft.com/office/drawing/2014/main" id="{2A36051B-BD51-1582-8CEA-9F281449240B}"/>
                    </a:ext>
                  </a:extLst>
                </p14:cNvPr>
                <p14:cNvContentPartPr/>
                <p14:nvPr/>
              </p14:nvContentPartPr>
              <p14:xfrm>
                <a:off x="4590885" y="4216270"/>
                <a:ext cx="193680" cy="268560"/>
              </p14:xfrm>
            </p:contentPart>
          </mc:Choice>
          <mc:Fallback>
            <p:pic>
              <p:nvPicPr>
                <p:cNvPr id="259" name="Ink 258">
                  <a:extLst>
                    <a:ext uri="{FF2B5EF4-FFF2-40B4-BE49-F238E27FC236}">
                      <a16:creationId xmlns:a16="http://schemas.microsoft.com/office/drawing/2014/main" id="{2A36051B-BD51-1582-8CEA-9F281449240B}"/>
                    </a:ext>
                  </a:extLst>
                </p:cNvPr>
                <p:cNvPicPr/>
                <p:nvPr/>
              </p:nvPicPr>
              <p:blipFill>
                <a:blip r:embed="rId425"/>
                <a:stretch>
                  <a:fillRect/>
                </a:stretch>
              </p:blipFill>
              <p:spPr>
                <a:xfrm>
                  <a:off x="4582245" y="4207270"/>
                  <a:ext cx="211320" cy="286200"/>
                </a:xfrm>
                <a:prstGeom prst="rect">
                  <a:avLst/>
                </a:prstGeom>
              </p:spPr>
            </p:pic>
          </mc:Fallback>
        </mc:AlternateContent>
        <mc:AlternateContent xmlns:mc="http://schemas.openxmlformats.org/markup-compatibility/2006">
          <mc:Choice xmlns:p14="http://schemas.microsoft.com/office/powerpoint/2010/main" Requires="p14">
            <p:contentPart p14:bwMode="auto" r:id="rId426">
              <p14:nvContentPartPr>
                <p14:cNvPr id="260" name="Ink 259">
                  <a:extLst>
                    <a:ext uri="{FF2B5EF4-FFF2-40B4-BE49-F238E27FC236}">
                      <a16:creationId xmlns:a16="http://schemas.microsoft.com/office/drawing/2014/main" id="{D23FE5E0-AFA9-013E-7278-B4AF6C16B7FE}"/>
                    </a:ext>
                  </a:extLst>
                </p14:cNvPr>
                <p14:cNvContentPartPr/>
                <p14:nvPr/>
              </p14:nvContentPartPr>
              <p14:xfrm>
                <a:off x="4741365" y="4168750"/>
                <a:ext cx="71280" cy="165600"/>
              </p14:xfrm>
            </p:contentPart>
          </mc:Choice>
          <mc:Fallback>
            <p:pic>
              <p:nvPicPr>
                <p:cNvPr id="260" name="Ink 259">
                  <a:extLst>
                    <a:ext uri="{FF2B5EF4-FFF2-40B4-BE49-F238E27FC236}">
                      <a16:creationId xmlns:a16="http://schemas.microsoft.com/office/drawing/2014/main" id="{D23FE5E0-AFA9-013E-7278-B4AF6C16B7FE}"/>
                    </a:ext>
                  </a:extLst>
                </p:cNvPr>
                <p:cNvPicPr/>
                <p:nvPr/>
              </p:nvPicPr>
              <p:blipFill>
                <a:blip r:embed="rId427"/>
                <a:stretch>
                  <a:fillRect/>
                </a:stretch>
              </p:blipFill>
              <p:spPr>
                <a:xfrm>
                  <a:off x="4732365" y="4160110"/>
                  <a:ext cx="88920" cy="183240"/>
                </a:xfrm>
                <a:prstGeom prst="rect">
                  <a:avLst/>
                </a:prstGeom>
              </p:spPr>
            </p:pic>
          </mc:Fallback>
        </mc:AlternateContent>
        <mc:AlternateContent xmlns:mc="http://schemas.openxmlformats.org/markup-compatibility/2006">
          <mc:Choice xmlns:p14="http://schemas.microsoft.com/office/powerpoint/2010/main" Requires="p14">
            <p:contentPart p14:bwMode="auto" r:id="rId428">
              <p14:nvContentPartPr>
                <p14:cNvPr id="261" name="Ink 260">
                  <a:extLst>
                    <a:ext uri="{FF2B5EF4-FFF2-40B4-BE49-F238E27FC236}">
                      <a16:creationId xmlns:a16="http://schemas.microsoft.com/office/drawing/2014/main" id="{7D0D8E96-8105-4028-304F-AB06E2E2357A}"/>
                    </a:ext>
                  </a:extLst>
                </p14:cNvPr>
                <p14:cNvContentPartPr/>
                <p14:nvPr/>
              </p14:nvContentPartPr>
              <p14:xfrm>
                <a:off x="4868805" y="4252630"/>
                <a:ext cx="38160" cy="88920"/>
              </p14:xfrm>
            </p:contentPart>
          </mc:Choice>
          <mc:Fallback>
            <p:pic>
              <p:nvPicPr>
                <p:cNvPr id="261" name="Ink 260">
                  <a:extLst>
                    <a:ext uri="{FF2B5EF4-FFF2-40B4-BE49-F238E27FC236}">
                      <a16:creationId xmlns:a16="http://schemas.microsoft.com/office/drawing/2014/main" id="{7D0D8E96-8105-4028-304F-AB06E2E2357A}"/>
                    </a:ext>
                  </a:extLst>
                </p:cNvPr>
                <p:cNvPicPr/>
                <p:nvPr/>
              </p:nvPicPr>
              <p:blipFill>
                <a:blip r:embed="rId429"/>
                <a:stretch>
                  <a:fillRect/>
                </a:stretch>
              </p:blipFill>
              <p:spPr>
                <a:xfrm>
                  <a:off x="4859805" y="4243630"/>
                  <a:ext cx="5580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430">
              <p14:nvContentPartPr>
                <p14:cNvPr id="262" name="Ink 261">
                  <a:extLst>
                    <a:ext uri="{FF2B5EF4-FFF2-40B4-BE49-F238E27FC236}">
                      <a16:creationId xmlns:a16="http://schemas.microsoft.com/office/drawing/2014/main" id="{E8E4315A-CCB7-3646-51D4-D0820D58180C}"/>
                    </a:ext>
                  </a:extLst>
                </p14:cNvPr>
                <p14:cNvContentPartPr/>
                <p14:nvPr/>
              </p14:nvContentPartPr>
              <p14:xfrm>
                <a:off x="4847925" y="4191070"/>
                <a:ext cx="8640" cy="5760"/>
              </p14:xfrm>
            </p:contentPart>
          </mc:Choice>
          <mc:Fallback>
            <p:pic>
              <p:nvPicPr>
                <p:cNvPr id="262" name="Ink 261">
                  <a:extLst>
                    <a:ext uri="{FF2B5EF4-FFF2-40B4-BE49-F238E27FC236}">
                      <a16:creationId xmlns:a16="http://schemas.microsoft.com/office/drawing/2014/main" id="{E8E4315A-CCB7-3646-51D4-D0820D58180C}"/>
                    </a:ext>
                  </a:extLst>
                </p:cNvPr>
                <p:cNvPicPr/>
                <p:nvPr/>
              </p:nvPicPr>
              <p:blipFill>
                <a:blip r:embed="rId431"/>
                <a:stretch>
                  <a:fillRect/>
                </a:stretch>
              </p:blipFill>
              <p:spPr>
                <a:xfrm>
                  <a:off x="4839285" y="4182430"/>
                  <a:ext cx="26280" cy="23400"/>
                </a:xfrm>
                <a:prstGeom prst="rect">
                  <a:avLst/>
                </a:prstGeom>
              </p:spPr>
            </p:pic>
          </mc:Fallback>
        </mc:AlternateContent>
        <mc:AlternateContent xmlns:mc="http://schemas.openxmlformats.org/markup-compatibility/2006">
          <mc:Choice xmlns:p14="http://schemas.microsoft.com/office/powerpoint/2010/main" Requires="p14">
            <p:contentPart p14:bwMode="auto" r:id="rId432">
              <p14:nvContentPartPr>
                <p14:cNvPr id="263" name="Ink 262">
                  <a:extLst>
                    <a:ext uri="{FF2B5EF4-FFF2-40B4-BE49-F238E27FC236}">
                      <a16:creationId xmlns:a16="http://schemas.microsoft.com/office/drawing/2014/main" id="{61656F2C-6FB2-CA71-95EC-17F37549CA50}"/>
                    </a:ext>
                  </a:extLst>
                </p14:cNvPr>
                <p14:cNvContentPartPr/>
                <p14:nvPr/>
              </p14:nvContentPartPr>
              <p14:xfrm>
                <a:off x="4959885" y="4132030"/>
                <a:ext cx="408240" cy="216360"/>
              </p14:xfrm>
            </p:contentPart>
          </mc:Choice>
          <mc:Fallback>
            <p:pic>
              <p:nvPicPr>
                <p:cNvPr id="263" name="Ink 262">
                  <a:extLst>
                    <a:ext uri="{FF2B5EF4-FFF2-40B4-BE49-F238E27FC236}">
                      <a16:creationId xmlns:a16="http://schemas.microsoft.com/office/drawing/2014/main" id="{61656F2C-6FB2-CA71-95EC-17F37549CA50}"/>
                    </a:ext>
                  </a:extLst>
                </p:cNvPr>
                <p:cNvPicPr/>
                <p:nvPr/>
              </p:nvPicPr>
              <p:blipFill>
                <a:blip r:embed="rId433"/>
                <a:stretch>
                  <a:fillRect/>
                </a:stretch>
              </p:blipFill>
              <p:spPr>
                <a:xfrm>
                  <a:off x="4951245" y="4123390"/>
                  <a:ext cx="42588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434">
              <p14:nvContentPartPr>
                <p14:cNvPr id="264" name="Ink 263">
                  <a:extLst>
                    <a:ext uri="{FF2B5EF4-FFF2-40B4-BE49-F238E27FC236}">
                      <a16:creationId xmlns:a16="http://schemas.microsoft.com/office/drawing/2014/main" id="{B210A66A-0A47-5A5F-C62A-F4A55668FEA0}"/>
                    </a:ext>
                  </a:extLst>
                </p14:cNvPr>
                <p14:cNvContentPartPr/>
                <p14:nvPr/>
              </p14:nvContentPartPr>
              <p14:xfrm>
                <a:off x="4001925" y="3929710"/>
                <a:ext cx="1811160" cy="827280"/>
              </p14:xfrm>
            </p:contentPart>
          </mc:Choice>
          <mc:Fallback>
            <p:pic>
              <p:nvPicPr>
                <p:cNvPr id="264" name="Ink 263">
                  <a:extLst>
                    <a:ext uri="{FF2B5EF4-FFF2-40B4-BE49-F238E27FC236}">
                      <a16:creationId xmlns:a16="http://schemas.microsoft.com/office/drawing/2014/main" id="{B210A66A-0A47-5A5F-C62A-F4A55668FEA0}"/>
                    </a:ext>
                  </a:extLst>
                </p:cNvPr>
                <p:cNvPicPr/>
                <p:nvPr/>
              </p:nvPicPr>
              <p:blipFill>
                <a:blip r:embed="rId435"/>
                <a:stretch>
                  <a:fillRect/>
                </a:stretch>
              </p:blipFill>
              <p:spPr>
                <a:xfrm>
                  <a:off x="3992925" y="3920710"/>
                  <a:ext cx="1828800" cy="844920"/>
                </a:xfrm>
                <a:prstGeom prst="rect">
                  <a:avLst/>
                </a:prstGeom>
              </p:spPr>
            </p:pic>
          </mc:Fallback>
        </mc:AlternateContent>
        <mc:AlternateContent xmlns:mc="http://schemas.openxmlformats.org/markup-compatibility/2006">
          <mc:Choice xmlns:p14="http://schemas.microsoft.com/office/powerpoint/2010/main" Requires="p14">
            <p:contentPart p14:bwMode="auto" r:id="rId436">
              <p14:nvContentPartPr>
                <p14:cNvPr id="266" name="Ink 265">
                  <a:extLst>
                    <a:ext uri="{FF2B5EF4-FFF2-40B4-BE49-F238E27FC236}">
                      <a16:creationId xmlns:a16="http://schemas.microsoft.com/office/drawing/2014/main" id="{F5180FDF-5922-1211-3AA3-3064EA5AD838}"/>
                    </a:ext>
                  </a:extLst>
                </p14:cNvPr>
                <p14:cNvContentPartPr/>
                <p14:nvPr/>
              </p14:nvContentPartPr>
              <p14:xfrm>
                <a:off x="4959165" y="4086310"/>
                <a:ext cx="360" cy="1440"/>
              </p14:xfrm>
            </p:contentPart>
          </mc:Choice>
          <mc:Fallback>
            <p:pic>
              <p:nvPicPr>
                <p:cNvPr id="266" name="Ink 265">
                  <a:extLst>
                    <a:ext uri="{FF2B5EF4-FFF2-40B4-BE49-F238E27FC236}">
                      <a16:creationId xmlns:a16="http://schemas.microsoft.com/office/drawing/2014/main" id="{F5180FDF-5922-1211-3AA3-3064EA5AD838}"/>
                    </a:ext>
                  </a:extLst>
                </p:cNvPr>
                <p:cNvPicPr/>
                <p:nvPr/>
              </p:nvPicPr>
              <p:blipFill>
                <a:blip r:embed="rId437"/>
                <a:stretch>
                  <a:fillRect/>
                </a:stretch>
              </p:blipFill>
              <p:spPr>
                <a:xfrm>
                  <a:off x="4950525" y="4077310"/>
                  <a:ext cx="1800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438">
              <p14:nvContentPartPr>
                <p14:cNvPr id="267" name="Ink 266">
                  <a:extLst>
                    <a:ext uri="{FF2B5EF4-FFF2-40B4-BE49-F238E27FC236}">
                      <a16:creationId xmlns:a16="http://schemas.microsoft.com/office/drawing/2014/main" id="{19F7DCE6-4153-8831-4B02-CEE673BADF2A}"/>
                    </a:ext>
                  </a:extLst>
                </p14:cNvPr>
                <p14:cNvContentPartPr/>
                <p14:nvPr/>
              </p14:nvContentPartPr>
              <p14:xfrm>
                <a:off x="5062485" y="3614350"/>
                <a:ext cx="4075920" cy="659520"/>
              </p14:xfrm>
            </p:contentPart>
          </mc:Choice>
          <mc:Fallback>
            <p:pic>
              <p:nvPicPr>
                <p:cNvPr id="267" name="Ink 266">
                  <a:extLst>
                    <a:ext uri="{FF2B5EF4-FFF2-40B4-BE49-F238E27FC236}">
                      <a16:creationId xmlns:a16="http://schemas.microsoft.com/office/drawing/2014/main" id="{19F7DCE6-4153-8831-4B02-CEE673BADF2A}"/>
                    </a:ext>
                  </a:extLst>
                </p:cNvPr>
                <p:cNvPicPr/>
                <p:nvPr/>
              </p:nvPicPr>
              <p:blipFill>
                <a:blip r:embed="rId439"/>
                <a:stretch>
                  <a:fillRect/>
                </a:stretch>
              </p:blipFill>
              <p:spPr>
                <a:xfrm>
                  <a:off x="5053485" y="3605710"/>
                  <a:ext cx="4093560" cy="677160"/>
                </a:xfrm>
                <a:prstGeom prst="rect">
                  <a:avLst/>
                </a:prstGeom>
              </p:spPr>
            </p:pic>
          </mc:Fallback>
        </mc:AlternateContent>
        <mc:AlternateContent xmlns:mc="http://schemas.openxmlformats.org/markup-compatibility/2006">
          <mc:Choice xmlns:p14="http://schemas.microsoft.com/office/powerpoint/2010/main" Requires="p14">
            <p:contentPart p14:bwMode="auto" r:id="rId440">
              <p14:nvContentPartPr>
                <p14:cNvPr id="268" name="Ink 267">
                  <a:extLst>
                    <a:ext uri="{FF2B5EF4-FFF2-40B4-BE49-F238E27FC236}">
                      <a16:creationId xmlns:a16="http://schemas.microsoft.com/office/drawing/2014/main" id="{3F187630-7610-4A2C-EC5A-77C19FE02BA8}"/>
                    </a:ext>
                  </a:extLst>
                </p14:cNvPr>
                <p14:cNvContentPartPr/>
                <p14:nvPr/>
              </p14:nvContentPartPr>
              <p14:xfrm>
                <a:off x="9004125" y="4083790"/>
                <a:ext cx="145800" cy="234000"/>
              </p14:xfrm>
            </p:contentPart>
          </mc:Choice>
          <mc:Fallback>
            <p:pic>
              <p:nvPicPr>
                <p:cNvPr id="268" name="Ink 267">
                  <a:extLst>
                    <a:ext uri="{FF2B5EF4-FFF2-40B4-BE49-F238E27FC236}">
                      <a16:creationId xmlns:a16="http://schemas.microsoft.com/office/drawing/2014/main" id="{3F187630-7610-4A2C-EC5A-77C19FE02BA8}"/>
                    </a:ext>
                  </a:extLst>
                </p:cNvPr>
                <p:cNvPicPr/>
                <p:nvPr/>
              </p:nvPicPr>
              <p:blipFill>
                <a:blip r:embed="rId441"/>
                <a:stretch>
                  <a:fillRect/>
                </a:stretch>
              </p:blipFill>
              <p:spPr>
                <a:xfrm>
                  <a:off x="8995125" y="4074790"/>
                  <a:ext cx="16344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442">
              <p14:nvContentPartPr>
                <p14:cNvPr id="270" name="Ink 269">
                  <a:extLst>
                    <a:ext uri="{FF2B5EF4-FFF2-40B4-BE49-F238E27FC236}">
                      <a16:creationId xmlns:a16="http://schemas.microsoft.com/office/drawing/2014/main" id="{06E0058F-727F-8C1A-1504-5FE1EFA9ED4E}"/>
                    </a:ext>
                  </a:extLst>
                </p14:cNvPr>
                <p14:cNvContentPartPr/>
                <p14:nvPr/>
              </p14:nvContentPartPr>
              <p14:xfrm>
                <a:off x="9687405" y="4633510"/>
                <a:ext cx="73080" cy="883800"/>
              </p14:xfrm>
            </p:contentPart>
          </mc:Choice>
          <mc:Fallback>
            <p:pic>
              <p:nvPicPr>
                <p:cNvPr id="270" name="Ink 269">
                  <a:extLst>
                    <a:ext uri="{FF2B5EF4-FFF2-40B4-BE49-F238E27FC236}">
                      <a16:creationId xmlns:a16="http://schemas.microsoft.com/office/drawing/2014/main" id="{06E0058F-727F-8C1A-1504-5FE1EFA9ED4E}"/>
                    </a:ext>
                  </a:extLst>
                </p:cNvPr>
                <p:cNvPicPr/>
                <p:nvPr/>
              </p:nvPicPr>
              <p:blipFill>
                <a:blip r:embed="rId443"/>
                <a:stretch>
                  <a:fillRect/>
                </a:stretch>
              </p:blipFill>
              <p:spPr>
                <a:xfrm>
                  <a:off x="9678405" y="4624510"/>
                  <a:ext cx="90720" cy="901440"/>
                </a:xfrm>
                <a:prstGeom prst="rect">
                  <a:avLst/>
                </a:prstGeom>
              </p:spPr>
            </p:pic>
          </mc:Fallback>
        </mc:AlternateContent>
        <mc:AlternateContent xmlns:mc="http://schemas.openxmlformats.org/markup-compatibility/2006">
          <mc:Choice xmlns:p14="http://schemas.microsoft.com/office/powerpoint/2010/main" Requires="p14">
            <p:contentPart p14:bwMode="auto" r:id="rId444">
              <p14:nvContentPartPr>
                <p14:cNvPr id="271" name="Ink 270">
                  <a:extLst>
                    <a:ext uri="{FF2B5EF4-FFF2-40B4-BE49-F238E27FC236}">
                      <a16:creationId xmlns:a16="http://schemas.microsoft.com/office/drawing/2014/main" id="{CC4103FA-26A8-B42A-BFBC-D23D3A8F9AC3}"/>
                    </a:ext>
                  </a:extLst>
                </p14:cNvPr>
                <p14:cNvContentPartPr/>
                <p14:nvPr/>
              </p14:nvContentPartPr>
              <p14:xfrm>
                <a:off x="9372765" y="5678590"/>
                <a:ext cx="159120" cy="218160"/>
              </p14:xfrm>
            </p:contentPart>
          </mc:Choice>
          <mc:Fallback>
            <p:pic>
              <p:nvPicPr>
                <p:cNvPr id="271" name="Ink 270">
                  <a:extLst>
                    <a:ext uri="{FF2B5EF4-FFF2-40B4-BE49-F238E27FC236}">
                      <a16:creationId xmlns:a16="http://schemas.microsoft.com/office/drawing/2014/main" id="{CC4103FA-26A8-B42A-BFBC-D23D3A8F9AC3}"/>
                    </a:ext>
                  </a:extLst>
                </p:cNvPr>
                <p:cNvPicPr/>
                <p:nvPr/>
              </p:nvPicPr>
              <p:blipFill>
                <a:blip r:embed="rId445"/>
                <a:stretch>
                  <a:fillRect/>
                </a:stretch>
              </p:blipFill>
              <p:spPr>
                <a:xfrm>
                  <a:off x="9363765" y="5669590"/>
                  <a:ext cx="17676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446">
              <p14:nvContentPartPr>
                <p14:cNvPr id="272" name="Ink 271">
                  <a:extLst>
                    <a:ext uri="{FF2B5EF4-FFF2-40B4-BE49-F238E27FC236}">
                      <a16:creationId xmlns:a16="http://schemas.microsoft.com/office/drawing/2014/main" id="{CC546E74-E54F-A632-AFFA-8E606177A220}"/>
                    </a:ext>
                  </a:extLst>
                </p14:cNvPr>
                <p14:cNvContentPartPr/>
                <p14:nvPr/>
              </p14:nvContentPartPr>
              <p14:xfrm>
                <a:off x="9411285" y="5655550"/>
                <a:ext cx="114480" cy="260640"/>
              </p14:xfrm>
            </p:contentPart>
          </mc:Choice>
          <mc:Fallback>
            <p:pic>
              <p:nvPicPr>
                <p:cNvPr id="272" name="Ink 271">
                  <a:extLst>
                    <a:ext uri="{FF2B5EF4-FFF2-40B4-BE49-F238E27FC236}">
                      <a16:creationId xmlns:a16="http://schemas.microsoft.com/office/drawing/2014/main" id="{CC546E74-E54F-A632-AFFA-8E606177A220}"/>
                    </a:ext>
                  </a:extLst>
                </p:cNvPr>
                <p:cNvPicPr/>
                <p:nvPr/>
              </p:nvPicPr>
              <p:blipFill>
                <a:blip r:embed="rId447"/>
                <a:stretch>
                  <a:fillRect/>
                </a:stretch>
              </p:blipFill>
              <p:spPr>
                <a:xfrm>
                  <a:off x="9402285" y="5646910"/>
                  <a:ext cx="132120" cy="278280"/>
                </a:xfrm>
                <a:prstGeom prst="rect">
                  <a:avLst/>
                </a:prstGeom>
              </p:spPr>
            </p:pic>
          </mc:Fallback>
        </mc:AlternateContent>
        <mc:AlternateContent xmlns:mc="http://schemas.openxmlformats.org/markup-compatibility/2006">
          <mc:Choice xmlns:p14="http://schemas.microsoft.com/office/powerpoint/2010/main" Requires="p14">
            <p:contentPart p14:bwMode="auto" r:id="rId448">
              <p14:nvContentPartPr>
                <p14:cNvPr id="273" name="Ink 272">
                  <a:extLst>
                    <a:ext uri="{FF2B5EF4-FFF2-40B4-BE49-F238E27FC236}">
                      <a16:creationId xmlns:a16="http://schemas.microsoft.com/office/drawing/2014/main" id="{9906967E-A0BB-5DA8-6150-A500D4EBDAEF}"/>
                    </a:ext>
                  </a:extLst>
                </p14:cNvPr>
                <p14:cNvContentPartPr/>
                <p14:nvPr/>
              </p14:nvContentPartPr>
              <p14:xfrm>
                <a:off x="9549165" y="5684710"/>
                <a:ext cx="160920" cy="214920"/>
              </p14:xfrm>
            </p:contentPart>
          </mc:Choice>
          <mc:Fallback>
            <p:pic>
              <p:nvPicPr>
                <p:cNvPr id="273" name="Ink 272">
                  <a:extLst>
                    <a:ext uri="{FF2B5EF4-FFF2-40B4-BE49-F238E27FC236}">
                      <a16:creationId xmlns:a16="http://schemas.microsoft.com/office/drawing/2014/main" id="{9906967E-A0BB-5DA8-6150-A500D4EBDAEF}"/>
                    </a:ext>
                  </a:extLst>
                </p:cNvPr>
                <p:cNvPicPr/>
                <p:nvPr/>
              </p:nvPicPr>
              <p:blipFill>
                <a:blip r:embed="rId449"/>
                <a:stretch>
                  <a:fillRect/>
                </a:stretch>
              </p:blipFill>
              <p:spPr>
                <a:xfrm>
                  <a:off x="9540165" y="5675710"/>
                  <a:ext cx="17856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450">
              <p14:nvContentPartPr>
                <p14:cNvPr id="274" name="Ink 273">
                  <a:extLst>
                    <a:ext uri="{FF2B5EF4-FFF2-40B4-BE49-F238E27FC236}">
                      <a16:creationId xmlns:a16="http://schemas.microsoft.com/office/drawing/2014/main" id="{22DD5992-3127-0682-930B-CEDDD79B1D40}"/>
                    </a:ext>
                  </a:extLst>
                </p14:cNvPr>
                <p14:cNvContentPartPr/>
                <p14:nvPr/>
              </p14:nvContentPartPr>
              <p14:xfrm>
                <a:off x="9749325" y="5733310"/>
                <a:ext cx="98280" cy="152640"/>
              </p14:xfrm>
            </p:contentPart>
          </mc:Choice>
          <mc:Fallback>
            <p:pic>
              <p:nvPicPr>
                <p:cNvPr id="274" name="Ink 273">
                  <a:extLst>
                    <a:ext uri="{FF2B5EF4-FFF2-40B4-BE49-F238E27FC236}">
                      <a16:creationId xmlns:a16="http://schemas.microsoft.com/office/drawing/2014/main" id="{22DD5992-3127-0682-930B-CEDDD79B1D40}"/>
                    </a:ext>
                  </a:extLst>
                </p:cNvPr>
                <p:cNvPicPr/>
                <p:nvPr/>
              </p:nvPicPr>
              <p:blipFill>
                <a:blip r:embed="rId451"/>
                <a:stretch>
                  <a:fillRect/>
                </a:stretch>
              </p:blipFill>
              <p:spPr>
                <a:xfrm>
                  <a:off x="9740685" y="5724670"/>
                  <a:ext cx="11592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452">
              <p14:nvContentPartPr>
                <p14:cNvPr id="275" name="Ink 274">
                  <a:extLst>
                    <a:ext uri="{FF2B5EF4-FFF2-40B4-BE49-F238E27FC236}">
                      <a16:creationId xmlns:a16="http://schemas.microsoft.com/office/drawing/2014/main" id="{2B1484B3-8EB2-8E9E-9977-56659ABAC0D2}"/>
                    </a:ext>
                  </a:extLst>
                </p14:cNvPr>
                <p14:cNvContentPartPr/>
                <p14:nvPr/>
              </p14:nvContentPartPr>
              <p14:xfrm>
                <a:off x="9864525" y="5701990"/>
                <a:ext cx="77040" cy="197280"/>
              </p14:xfrm>
            </p:contentPart>
          </mc:Choice>
          <mc:Fallback>
            <p:pic>
              <p:nvPicPr>
                <p:cNvPr id="275" name="Ink 274">
                  <a:extLst>
                    <a:ext uri="{FF2B5EF4-FFF2-40B4-BE49-F238E27FC236}">
                      <a16:creationId xmlns:a16="http://schemas.microsoft.com/office/drawing/2014/main" id="{2B1484B3-8EB2-8E9E-9977-56659ABAC0D2}"/>
                    </a:ext>
                  </a:extLst>
                </p:cNvPr>
                <p:cNvPicPr/>
                <p:nvPr/>
              </p:nvPicPr>
              <p:blipFill>
                <a:blip r:embed="rId453"/>
                <a:stretch>
                  <a:fillRect/>
                </a:stretch>
              </p:blipFill>
              <p:spPr>
                <a:xfrm>
                  <a:off x="9855885" y="5693350"/>
                  <a:ext cx="9468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454">
              <p14:nvContentPartPr>
                <p14:cNvPr id="276" name="Ink 275">
                  <a:extLst>
                    <a:ext uri="{FF2B5EF4-FFF2-40B4-BE49-F238E27FC236}">
                      <a16:creationId xmlns:a16="http://schemas.microsoft.com/office/drawing/2014/main" id="{12913F29-4293-AFB4-265D-5058FC44F278}"/>
                    </a:ext>
                  </a:extLst>
                </p14:cNvPr>
                <p14:cNvContentPartPr/>
                <p14:nvPr/>
              </p14:nvContentPartPr>
              <p14:xfrm>
                <a:off x="9995925" y="5667430"/>
                <a:ext cx="54000" cy="311400"/>
              </p14:xfrm>
            </p:contentPart>
          </mc:Choice>
          <mc:Fallback>
            <p:pic>
              <p:nvPicPr>
                <p:cNvPr id="276" name="Ink 275">
                  <a:extLst>
                    <a:ext uri="{FF2B5EF4-FFF2-40B4-BE49-F238E27FC236}">
                      <a16:creationId xmlns:a16="http://schemas.microsoft.com/office/drawing/2014/main" id="{12913F29-4293-AFB4-265D-5058FC44F278}"/>
                    </a:ext>
                  </a:extLst>
                </p:cNvPr>
                <p:cNvPicPr/>
                <p:nvPr/>
              </p:nvPicPr>
              <p:blipFill>
                <a:blip r:embed="rId455"/>
                <a:stretch>
                  <a:fillRect/>
                </a:stretch>
              </p:blipFill>
              <p:spPr>
                <a:xfrm>
                  <a:off x="9987285" y="5658430"/>
                  <a:ext cx="71640" cy="329040"/>
                </a:xfrm>
                <a:prstGeom prst="rect">
                  <a:avLst/>
                </a:prstGeom>
              </p:spPr>
            </p:pic>
          </mc:Fallback>
        </mc:AlternateContent>
        <mc:AlternateContent xmlns:mc="http://schemas.openxmlformats.org/markup-compatibility/2006">
          <mc:Choice xmlns:p14="http://schemas.microsoft.com/office/powerpoint/2010/main" Requires="p14">
            <p:contentPart p14:bwMode="auto" r:id="rId456">
              <p14:nvContentPartPr>
                <p14:cNvPr id="277" name="Ink 276">
                  <a:extLst>
                    <a:ext uri="{FF2B5EF4-FFF2-40B4-BE49-F238E27FC236}">
                      <a16:creationId xmlns:a16="http://schemas.microsoft.com/office/drawing/2014/main" id="{852EEA91-2952-8B6C-4F3F-44481F86B248}"/>
                    </a:ext>
                  </a:extLst>
                </p14:cNvPr>
                <p14:cNvContentPartPr/>
                <p14:nvPr/>
              </p14:nvContentPartPr>
              <p14:xfrm>
                <a:off x="9307245" y="5696950"/>
                <a:ext cx="119160" cy="313560"/>
              </p14:xfrm>
            </p:contentPart>
          </mc:Choice>
          <mc:Fallback>
            <p:pic>
              <p:nvPicPr>
                <p:cNvPr id="277" name="Ink 276">
                  <a:extLst>
                    <a:ext uri="{FF2B5EF4-FFF2-40B4-BE49-F238E27FC236}">
                      <a16:creationId xmlns:a16="http://schemas.microsoft.com/office/drawing/2014/main" id="{852EEA91-2952-8B6C-4F3F-44481F86B248}"/>
                    </a:ext>
                  </a:extLst>
                </p:cNvPr>
                <p:cNvPicPr/>
                <p:nvPr/>
              </p:nvPicPr>
              <p:blipFill>
                <a:blip r:embed="rId457"/>
                <a:stretch>
                  <a:fillRect/>
                </a:stretch>
              </p:blipFill>
              <p:spPr>
                <a:xfrm>
                  <a:off x="9298245" y="5688310"/>
                  <a:ext cx="136800" cy="331200"/>
                </a:xfrm>
                <a:prstGeom prst="rect">
                  <a:avLst/>
                </a:prstGeom>
              </p:spPr>
            </p:pic>
          </mc:Fallback>
        </mc:AlternateContent>
        <mc:AlternateContent xmlns:mc="http://schemas.openxmlformats.org/markup-compatibility/2006">
          <mc:Choice xmlns:p14="http://schemas.microsoft.com/office/powerpoint/2010/main" Requires="p14">
            <p:contentPart p14:bwMode="auto" r:id="rId458">
              <p14:nvContentPartPr>
                <p14:cNvPr id="279" name="Ink 278">
                  <a:extLst>
                    <a:ext uri="{FF2B5EF4-FFF2-40B4-BE49-F238E27FC236}">
                      <a16:creationId xmlns:a16="http://schemas.microsoft.com/office/drawing/2014/main" id="{DFB44D32-6824-AF4E-76F2-70CD8626B28B}"/>
                    </a:ext>
                  </a:extLst>
                </p14:cNvPr>
                <p14:cNvContentPartPr/>
                <p14:nvPr/>
              </p14:nvContentPartPr>
              <p14:xfrm>
                <a:off x="9535125" y="6049750"/>
                <a:ext cx="171360" cy="242280"/>
              </p14:xfrm>
            </p:contentPart>
          </mc:Choice>
          <mc:Fallback>
            <p:pic>
              <p:nvPicPr>
                <p:cNvPr id="279" name="Ink 278">
                  <a:extLst>
                    <a:ext uri="{FF2B5EF4-FFF2-40B4-BE49-F238E27FC236}">
                      <a16:creationId xmlns:a16="http://schemas.microsoft.com/office/drawing/2014/main" id="{DFB44D32-6824-AF4E-76F2-70CD8626B28B}"/>
                    </a:ext>
                  </a:extLst>
                </p:cNvPr>
                <p:cNvPicPr/>
                <p:nvPr/>
              </p:nvPicPr>
              <p:blipFill>
                <a:blip r:embed="rId459"/>
                <a:stretch>
                  <a:fillRect/>
                </a:stretch>
              </p:blipFill>
              <p:spPr>
                <a:xfrm>
                  <a:off x="9526125" y="6041110"/>
                  <a:ext cx="18900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460">
              <p14:nvContentPartPr>
                <p14:cNvPr id="280" name="Ink 279">
                  <a:extLst>
                    <a:ext uri="{FF2B5EF4-FFF2-40B4-BE49-F238E27FC236}">
                      <a16:creationId xmlns:a16="http://schemas.microsoft.com/office/drawing/2014/main" id="{4242F9A8-673F-5ED3-02BD-131FF1DF6570}"/>
                    </a:ext>
                  </a:extLst>
                </p14:cNvPr>
                <p14:cNvContentPartPr/>
                <p14:nvPr/>
              </p14:nvContentPartPr>
              <p14:xfrm>
                <a:off x="9700725" y="6067750"/>
                <a:ext cx="109800" cy="186480"/>
              </p14:xfrm>
            </p:contentPart>
          </mc:Choice>
          <mc:Fallback>
            <p:pic>
              <p:nvPicPr>
                <p:cNvPr id="280" name="Ink 279">
                  <a:extLst>
                    <a:ext uri="{FF2B5EF4-FFF2-40B4-BE49-F238E27FC236}">
                      <a16:creationId xmlns:a16="http://schemas.microsoft.com/office/drawing/2014/main" id="{4242F9A8-673F-5ED3-02BD-131FF1DF6570}"/>
                    </a:ext>
                  </a:extLst>
                </p:cNvPr>
                <p:cNvPicPr/>
                <p:nvPr/>
              </p:nvPicPr>
              <p:blipFill>
                <a:blip r:embed="rId461"/>
                <a:stretch>
                  <a:fillRect/>
                </a:stretch>
              </p:blipFill>
              <p:spPr>
                <a:xfrm>
                  <a:off x="9692085" y="6058750"/>
                  <a:ext cx="12744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462">
              <p14:nvContentPartPr>
                <p14:cNvPr id="281" name="Ink 280">
                  <a:extLst>
                    <a:ext uri="{FF2B5EF4-FFF2-40B4-BE49-F238E27FC236}">
                      <a16:creationId xmlns:a16="http://schemas.microsoft.com/office/drawing/2014/main" id="{8D440100-9B43-A35B-1F6E-8F1300E6AB2B}"/>
                    </a:ext>
                  </a:extLst>
                </p14:cNvPr>
                <p14:cNvContentPartPr/>
                <p14:nvPr/>
              </p14:nvContentPartPr>
              <p14:xfrm>
                <a:off x="9840405" y="6089710"/>
                <a:ext cx="127080" cy="201600"/>
              </p14:xfrm>
            </p:contentPart>
          </mc:Choice>
          <mc:Fallback>
            <p:pic>
              <p:nvPicPr>
                <p:cNvPr id="281" name="Ink 280">
                  <a:extLst>
                    <a:ext uri="{FF2B5EF4-FFF2-40B4-BE49-F238E27FC236}">
                      <a16:creationId xmlns:a16="http://schemas.microsoft.com/office/drawing/2014/main" id="{8D440100-9B43-A35B-1F6E-8F1300E6AB2B}"/>
                    </a:ext>
                  </a:extLst>
                </p:cNvPr>
                <p:cNvPicPr/>
                <p:nvPr/>
              </p:nvPicPr>
              <p:blipFill>
                <a:blip r:embed="rId463"/>
                <a:stretch>
                  <a:fillRect/>
                </a:stretch>
              </p:blipFill>
              <p:spPr>
                <a:xfrm>
                  <a:off x="9831405" y="6080710"/>
                  <a:ext cx="14472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464">
              <p14:nvContentPartPr>
                <p14:cNvPr id="282" name="Ink 281">
                  <a:extLst>
                    <a:ext uri="{FF2B5EF4-FFF2-40B4-BE49-F238E27FC236}">
                      <a16:creationId xmlns:a16="http://schemas.microsoft.com/office/drawing/2014/main" id="{E7E7951D-9D8E-B782-1E3B-3BA29F147E4E}"/>
                    </a:ext>
                  </a:extLst>
                </p14:cNvPr>
                <p14:cNvContentPartPr/>
                <p14:nvPr/>
              </p14:nvContentPartPr>
              <p14:xfrm>
                <a:off x="9414165" y="6103750"/>
                <a:ext cx="177840" cy="303480"/>
              </p14:xfrm>
            </p:contentPart>
          </mc:Choice>
          <mc:Fallback>
            <p:pic>
              <p:nvPicPr>
                <p:cNvPr id="282" name="Ink 281">
                  <a:extLst>
                    <a:ext uri="{FF2B5EF4-FFF2-40B4-BE49-F238E27FC236}">
                      <a16:creationId xmlns:a16="http://schemas.microsoft.com/office/drawing/2014/main" id="{E7E7951D-9D8E-B782-1E3B-3BA29F147E4E}"/>
                    </a:ext>
                  </a:extLst>
                </p:cNvPr>
                <p:cNvPicPr/>
                <p:nvPr/>
              </p:nvPicPr>
              <p:blipFill>
                <a:blip r:embed="rId465"/>
                <a:stretch>
                  <a:fillRect/>
                </a:stretch>
              </p:blipFill>
              <p:spPr>
                <a:xfrm>
                  <a:off x="9405165" y="6095110"/>
                  <a:ext cx="195480" cy="321120"/>
                </a:xfrm>
                <a:prstGeom prst="rect">
                  <a:avLst/>
                </a:prstGeom>
              </p:spPr>
            </p:pic>
          </mc:Fallback>
        </mc:AlternateContent>
        <mc:AlternateContent xmlns:mc="http://schemas.openxmlformats.org/markup-compatibility/2006">
          <mc:Choice xmlns:p14="http://schemas.microsoft.com/office/powerpoint/2010/main" Requires="p14">
            <p:contentPart p14:bwMode="auto" r:id="rId466">
              <p14:nvContentPartPr>
                <p14:cNvPr id="284" name="Ink 283">
                  <a:extLst>
                    <a:ext uri="{FF2B5EF4-FFF2-40B4-BE49-F238E27FC236}">
                      <a16:creationId xmlns:a16="http://schemas.microsoft.com/office/drawing/2014/main" id="{64F79CDE-49C6-E631-D5BC-3A0003050B76}"/>
                    </a:ext>
                  </a:extLst>
                </p14:cNvPr>
                <p14:cNvContentPartPr/>
                <p14:nvPr/>
              </p14:nvContentPartPr>
              <p14:xfrm>
                <a:off x="4679445" y="3427870"/>
                <a:ext cx="516600" cy="459720"/>
              </p14:xfrm>
            </p:contentPart>
          </mc:Choice>
          <mc:Fallback>
            <p:pic>
              <p:nvPicPr>
                <p:cNvPr id="284" name="Ink 283">
                  <a:extLst>
                    <a:ext uri="{FF2B5EF4-FFF2-40B4-BE49-F238E27FC236}">
                      <a16:creationId xmlns:a16="http://schemas.microsoft.com/office/drawing/2014/main" id="{64F79CDE-49C6-E631-D5BC-3A0003050B76}"/>
                    </a:ext>
                  </a:extLst>
                </p:cNvPr>
                <p:cNvPicPr/>
                <p:nvPr/>
              </p:nvPicPr>
              <p:blipFill>
                <a:blip r:embed="rId467"/>
                <a:stretch>
                  <a:fillRect/>
                </a:stretch>
              </p:blipFill>
              <p:spPr>
                <a:xfrm>
                  <a:off x="4670445" y="3419230"/>
                  <a:ext cx="534240" cy="477360"/>
                </a:xfrm>
                <a:prstGeom prst="rect">
                  <a:avLst/>
                </a:prstGeom>
              </p:spPr>
            </p:pic>
          </mc:Fallback>
        </mc:AlternateContent>
      </p:grpSp>
    </p:spTree>
    <p:extLst>
      <p:ext uri="{BB962C8B-B14F-4D97-AF65-F5344CB8AC3E}">
        <p14:creationId xmlns:p14="http://schemas.microsoft.com/office/powerpoint/2010/main" val="674293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22A07-923E-ECBB-08CB-405CFD053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971C83-D4A5-C767-0F42-32349CF18D62}"/>
              </a:ext>
            </a:extLst>
          </p:cNvPr>
          <p:cNvSpPr>
            <a:spLocks noGrp="1"/>
          </p:cNvSpPr>
          <p:nvPr>
            <p:ph type="title"/>
          </p:nvPr>
        </p:nvSpPr>
        <p:spPr/>
        <p:txBody>
          <a:bodyPr/>
          <a:lstStyle/>
          <a:p>
            <a:r>
              <a:rPr lang="en-IN" dirty="0"/>
              <a:t>SAP Cloud service offering</a:t>
            </a:r>
          </a:p>
        </p:txBody>
      </p:sp>
      <p:grpSp>
        <p:nvGrpSpPr>
          <p:cNvPr id="69" name="Group 68">
            <a:extLst>
              <a:ext uri="{FF2B5EF4-FFF2-40B4-BE49-F238E27FC236}">
                <a16:creationId xmlns:a16="http://schemas.microsoft.com/office/drawing/2014/main" id="{00AA9F9C-86C0-5C72-EBED-4BDC4FBC3A18}"/>
              </a:ext>
            </a:extLst>
          </p:cNvPr>
          <p:cNvGrpSpPr/>
          <p:nvPr/>
        </p:nvGrpSpPr>
        <p:grpSpPr>
          <a:xfrm>
            <a:off x="1447365" y="943150"/>
            <a:ext cx="10259280" cy="5477040"/>
            <a:chOff x="1447365" y="943150"/>
            <a:chExt cx="10259280" cy="547704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3F4BD01-DAEE-14CC-D3AC-D232E9C28968}"/>
                    </a:ext>
                  </a:extLst>
                </p14:cNvPr>
                <p14:cNvContentPartPr/>
                <p14:nvPr/>
              </p14:nvContentPartPr>
              <p14:xfrm>
                <a:off x="8199885" y="1599430"/>
                <a:ext cx="394200" cy="302400"/>
              </p14:xfrm>
            </p:contentPart>
          </mc:Choice>
          <mc:Fallback>
            <p:pic>
              <p:nvPicPr>
                <p:cNvPr id="3" name="Ink 2">
                  <a:extLst>
                    <a:ext uri="{FF2B5EF4-FFF2-40B4-BE49-F238E27FC236}">
                      <a16:creationId xmlns:a16="http://schemas.microsoft.com/office/drawing/2014/main" id="{23F4BD01-DAEE-14CC-D3AC-D232E9C28968}"/>
                    </a:ext>
                  </a:extLst>
                </p:cNvPr>
                <p:cNvPicPr/>
                <p:nvPr/>
              </p:nvPicPr>
              <p:blipFill>
                <a:blip r:embed="rId3"/>
                <a:stretch>
                  <a:fillRect/>
                </a:stretch>
              </p:blipFill>
              <p:spPr>
                <a:xfrm>
                  <a:off x="8190885" y="1590430"/>
                  <a:ext cx="411840" cy="3200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57C68953-F4B2-71C7-82C0-46B07A212375}"/>
                    </a:ext>
                  </a:extLst>
                </p14:cNvPr>
                <p14:cNvContentPartPr/>
                <p14:nvPr/>
              </p14:nvContentPartPr>
              <p14:xfrm>
                <a:off x="8610645" y="1600510"/>
                <a:ext cx="195480" cy="278280"/>
              </p14:xfrm>
            </p:contentPart>
          </mc:Choice>
          <mc:Fallback>
            <p:pic>
              <p:nvPicPr>
                <p:cNvPr id="4" name="Ink 3">
                  <a:extLst>
                    <a:ext uri="{FF2B5EF4-FFF2-40B4-BE49-F238E27FC236}">
                      <a16:creationId xmlns:a16="http://schemas.microsoft.com/office/drawing/2014/main" id="{57C68953-F4B2-71C7-82C0-46B07A212375}"/>
                    </a:ext>
                  </a:extLst>
                </p:cNvPr>
                <p:cNvPicPr/>
                <p:nvPr/>
              </p:nvPicPr>
              <p:blipFill>
                <a:blip r:embed="rId5"/>
                <a:stretch>
                  <a:fillRect/>
                </a:stretch>
              </p:blipFill>
              <p:spPr>
                <a:xfrm>
                  <a:off x="8602005" y="1591510"/>
                  <a:ext cx="213120" cy="2959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363302E5-C733-46C4-A647-A152910DFE9F}"/>
                    </a:ext>
                  </a:extLst>
                </p14:cNvPr>
                <p14:cNvContentPartPr/>
                <p14:nvPr/>
              </p14:nvContentPartPr>
              <p14:xfrm>
                <a:off x="8674365" y="1747390"/>
                <a:ext cx="100080" cy="21240"/>
              </p14:xfrm>
            </p:contentPart>
          </mc:Choice>
          <mc:Fallback>
            <p:pic>
              <p:nvPicPr>
                <p:cNvPr id="5" name="Ink 4">
                  <a:extLst>
                    <a:ext uri="{FF2B5EF4-FFF2-40B4-BE49-F238E27FC236}">
                      <a16:creationId xmlns:a16="http://schemas.microsoft.com/office/drawing/2014/main" id="{363302E5-C733-46C4-A647-A152910DFE9F}"/>
                    </a:ext>
                  </a:extLst>
                </p:cNvPr>
                <p:cNvPicPr/>
                <p:nvPr/>
              </p:nvPicPr>
              <p:blipFill>
                <a:blip r:embed="rId7"/>
                <a:stretch>
                  <a:fillRect/>
                </a:stretch>
              </p:blipFill>
              <p:spPr>
                <a:xfrm>
                  <a:off x="8665365" y="1738390"/>
                  <a:ext cx="11772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F6A51942-23D9-CE31-EC6B-B6F07EA816C3}"/>
                    </a:ext>
                  </a:extLst>
                </p14:cNvPr>
                <p14:cNvContentPartPr/>
                <p14:nvPr/>
              </p14:nvContentPartPr>
              <p14:xfrm>
                <a:off x="8883885" y="1641190"/>
                <a:ext cx="175680" cy="200160"/>
              </p14:xfrm>
            </p:contentPart>
          </mc:Choice>
          <mc:Fallback>
            <p:pic>
              <p:nvPicPr>
                <p:cNvPr id="6" name="Ink 5">
                  <a:extLst>
                    <a:ext uri="{FF2B5EF4-FFF2-40B4-BE49-F238E27FC236}">
                      <a16:creationId xmlns:a16="http://schemas.microsoft.com/office/drawing/2014/main" id="{F6A51942-23D9-CE31-EC6B-B6F07EA816C3}"/>
                    </a:ext>
                  </a:extLst>
                </p:cNvPr>
                <p:cNvPicPr/>
                <p:nvPr/>
              </p:nvPicPr>
              <p:blipFill>
                <a:blip r:embed="rId9"/>
                <a:stretch>
                  <a:fillRect/>
                </a:stretch>
              </p:blipFill>
              <p:spPr>
                <a:xfrm>
                  <a:off x="8874885" y="1632550"/>
                  <a:ext cx="19332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92F8A6C4-AB09-3335-E91D-65AD7F6907FF}"/>
                    </a:ext>
                  </a:extLst>
                </p14:cNvPr>
                <p14:cNvContentPartPr/>
                <p14:nvPr/>
              </p14:nvContentPartPr>
              <p14:xfrm>
                <a:off x="8015205" y="1282270"/>
                <a:ext cx="1328040" cy="864360"/>
              </p14:xfrm>
            </p:contentPart>
          </mc:Choice>
          <mc:Fallback>
            <p:pic>
              <p:nvPicPr>
                <p:cNvPr id="7" name="Ink 6">
                  <a:extLst>
                    <a:ext uri="{FF2B5EF4-FFF2-40B4-BE49-F238E27FC236}">
                      <a16:creationId xmlns:a16="http://schemas.microsoft.com/office/drawing/2014/main" id="{92F8A6C4-AB09-3335-E91D-65AD7F6907FF}"/>
                    </a:ext>
                  </a:extLst>
                </p:cNvPr>
                <p:cNvPicPr/>
                <p:nvPr/>
              </p:nvPicPr>
              <p:blipFill>
                <a:blip r:embed="rId11"/>
                <a:stretch>
                  <a:fillRect/>
                </a:stretch>
              </p:blipFill>
              <p:spPr>
                <a:xfrm>
                  <a:off x="8006565" y="1273630"/>
                  <a:ext cx="1345680" cy="882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DF19A5FF-3054-F356-7954-55F192BF18FC}"/>
                    </a:ext>
                  </a:extLst>
                </p14:cNvPr>
                <p14:cNvContentPartPr/>
                <p14:nvPr/>
              </p14:nvContentPartPr>
              <p14:xfrm>
                <a:off x="9868485" y="2244550"/>
                <a:ext cx="282600" cy="279360"/>
              </p14:xfrm>
            </p:contentPart>
          </mc:Choice>
          <mc:Fallback>
            <p:pic>
              <p:nvPicPr>
                <p:cNvPr id="9" name="Ink 8">
                  <a:extLst>
                    <a:ext uri="{FF2B5EF4-FFF2-40B4-BE49-F238E27FC236}">
                      <a16:creationId xmlns:a16="http://schemas.microsoft.com/office/drawing/2014/main" id="{DF19A5FF-3054-F356-7954-55F192BF18FC}"/>
                    </a:ext>
                  </a:extLst>
                </p:cNvPr>
                <p:cNvPicPr/>
                <p:nvPr/>
              </p:nvPicPr>
              <p:blipFill>
                <a:blip r:embed="rId13"/>
                <a:stretch>
                  <a:fillRect/>
                </a:stretch>
              </p:blipFill>
              <p:spPr>
                <a:xfrm>
                  <a:off x="9859845" y="2235910"/>
                  <a:ext cx="30024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A1A4BC7C-28B5-F884-656F-96DD85101215}"/>
                    </a:ext>
                  </a:extLst>
                </p14:cNvPr>
                <p14:cNvContentPartPr/>
                <p14:nvPr/>
              </p14:nvContentPartPr>
              <p14:xfrm>
                <a:off x="10173405" y="2279830"/>
                <a:ext cx="195120" cy="241200"/>
              </p14:xfrm>
            </p:contentPart>
          </mc:Choice>
          <mc:Fallback>
            <p:pic>
              <p:nvPicPr>
                <p:cNvPr id="10" name="Ink 9">
                  <a:extLst>
                    <a:ext uri="{FF2B5EF4-FFF2-40B4-BE49-F238E27FC236}">
                      <a16:creationId xmlns:a16="http://schemas.microsoft.com/office/drawing/2014/main" id="{A1A4BC7C-28B5-F884-656F-96DD85101215}"/>
                    </a:ext>
                  </a:extLst>
                </p:cNvPr>
                <p:cNvPicPr/>
                <p:nvPr/>
              </p:nvPicPr>
              <p:blipFill>
                <a:blip r:embed="rId15"/>
                <a:stretch>
                  <a:fillRect/>
                </a:stretch>
              </p:blipFill>
              <p:spPr>
                <a:xfrm>
                  <a:off x="10164405" y="2270830"/>
                  <a:ext cx="21276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0DA8611F-C407-222F-4451-0306B1D76A2A}"/>
                    </a:ext>
                  </a:extLst>
                </p14:cNvPr>
                <p14:cNvContentPartPr/>
                <p14:nvPr/>
              </p14:nvContentPartPr>
              <p14:xfrm>
                <a:off x="10242885" y="2270470"/>
                <a:ext cx="369000" cy="246240"/>
              </p14:xfrm>
            </p:contentPart>
          </mc:Choice>
          <mc:Fallback>
            <p:pic>
              <p:nvPicPr>
                <p:cNvPr id="11" name="Ink 10">
                  <a:extLst>
                    <a:ext uri="{FF2B5EF4-FFF2-40B4-BE49-F238E27FC236}">
                      <a16:creationId xmlns:a16="http://schemas.microsoft.com/office/drawing/2014/main" id="{0DA8611F-C407-222F-4451-0306B1D76A2A}"/>
                    </a:ext>
                  </a:extLst>
                </p:cNvPr>
                <p:cNvPicPr/>
                <p:nvPr/>
              </p:nvPicPr>
              <p:blipFill>
                <a:blip r:embed="rId17"/>
                <a:stretch>
                  <a:fillRect/>
                </a:stretch>
              </p:blipFill>
              <p:spPr>
                <a:xfrm>
                  <a:off x="10234245" y="2261470"/>
                  <a:ext cx="386640" cy="2638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ECCBBF73-1D5E-D28F-200D-387888940F12}"/>
                    </a:ext>
                  </a:extLst>
                </p14:cNvPr>
                <p14:cNvContentPartPr/>
                <p14:nvPr/>
              </p14:nvContentPartPr>
              <p14:xfrm>
                <a:off x="10696845" y="2287750"/>
                <a:ext cx="192600" cy="236160"/>
              </p14:xfrm>
            </p:contentPart>
          </mc:Choice>
          <mc:Fallback>
            <p:pic>
              <p:nvPicPr>
                <p:cNvPr id="12" name="Ink 11">
                  <a:extLst>
                    <a:ext uri="{FF2B5EF4-FFF2-40B4-BE49-F238E27FC236}">
                      <a16:creationId xmlns:a16="http://schemas.microsoft.com/office/drawing/2014/main" id="{ECCBBF73-1D5E-D28F-200D-387888940F12}"/>
                    </a:ext>
                  </a:extLst>
                </p:cNvPr>
                <p:cNvPicPr/>
                <p:nvPr/>
              </p:nvPicPr>
              <p:blipFill>
                <a:blip r:embed="rId19"/>
                <a:stretch>
                  <a:fillRect/>
                </a:stretch>
              </p:blipFill>
              <p:spPr>
                <a:xfrm>
                  <a:off x="10688205" y="2279110"/>
                  <a:ext cx="210240" cy="253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E03306BB-31B9-C02F-737A-4A37AEEFBB92}"/>
                    </a:ext>
                  </a:extLst>
                </p14:cNvPr>
                <p14:cNvContentPartPr/>
                <p14:nvPr/>
              </p14:nvContentPartPr>
              <p14:xfrm>
                <a:off x="9790725" y="2078230"/>
                <a:ext cx="1469880" cy="697680"/>
              </p14:xfrm>
            </p:contentPart>
          </mc:Choice>
          <mc:Fallback>
            <p:pic>
              <p:nvPicPr>
                <p:cNvPr id="13" name="Ink 12">
                  <a:extLst>
                    <a:ext uri="{FF2B5EF4-FFF2-40B4-BE49-F238E27FC236}">
                      <a16:creationId xmlns:a16="http://schemas.microsoft.com/office/drawing/2014/main" id="{E03306BB-31B9-C02F-737A-4A37AEEFBB92}"/>
                    </a:ext>
                  </a:extLst>
                </p:cNvPr>
                <p:cNvPicPr/>
                <p:nvPr/>
              </p:nvPicPr>
              <p:blipFill>
                <a:blip r:embed="rId21"/>
                <a:stretch>
                  <a:fillRect/>
                </a:stretch>
              </p:blipFill>
              <p:spPr>
                <a:xfrm>
                  <a:off x="9782085" y="2069230"/>
                  <a:ext cx="1487520" cy="715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7" name="Ink 26">
                  <a:extLst>
                    <a:ext uri="{FF2B5EF4-FFF2-40B4-BE49-F238E27FC236}">
                      <a16:creationId xmlns:a16="http://schemas.microsoft.com/office/drawing/2014/main" id="{E225B8BE-7E45-7AD3-AA45-C455804F221E}"/>
                    </a:ext>
                  </a:extLst>
                </p14:cNvPr>
                <p14:cNvContentPartPr/>
                <p14:nvPr/>
              </p14:nvContentPartPr>
              <p14:xfrm>
                <a:off x="8315805" y="4476910"/>
                <a:ext cx="3390840" cy="1250280"/>
              </p14:xfrm>
            </p:contentPart>
          </mc:Choice>
          <mc:Fallback>
            <p:pic>
              <p:nvPicPr>
                <p:cNvPr id="27" name="Ink 26">
                  <a:extLst>
                    <a:ext uri="{FF2B5EF4-FFF2-40B4-BE49-F238E27FC236}">
                      <a16:creationId xmlns:a16="http://schemas.microsoft.com/office/drawing/2014/main" id="{E225B8BE-7E45-7AD3-AA45-C455804F221E}"/>
                    </a:ext>
                  </a:extLst>
                </p:cNvPr>
                <p:cNvPicPr/>
                <p:nvPr/>
              </p:nvPicPr>
              <p:blipFill>
                <a:blip r:embed="rId23"/>
                <a:stretch>
                  <a:fillRect/>
                </a:stretch>
              </p:blipFill>
              <p:spPr>
                <a:xfrm>
                  <a:off x="8306805" y="4467910"/>
                  <a:ext cx="3408480" cy="12679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8" name="Ink 27">
                  <a:extLst>
                    <a:ext uri="{FF2B5EF4-FFF2-40B4-BE49-F238E27FC236}">
                      <a16:creationId xmlns:a16="http://schemas.microsoft.com/office/drawing/2014/main" id="{64313E94-089C-3E67-A69A-E8744BA97018}"/>
                    </a:ext>
                  </a:extLst>
                </p14:cNvPr>
                <p14:cNvContentPartPr/>
                <p14:nvPr/>
              </p14:nvContentPartPr>
              <p14:xfrm>
                <a:off x="9470685" y="5032030"/>
                <a:ext cx="18720" cy="176400"/>
              </p14:xfrm>
            </p:contentPart>
          </mc:Choice>
          <mc:Fallback>
            <p:pic>
              <p:nvPicPr>
                <p:cNvPr id="28" name="Ink 27">
                  <a:extLst>
                    <a:ext uri="{FF2B5EF4-FFF2-40B4-BE49-F238E27FC236}">
                      <a16:creationId xmlns:a16="http://schemas.microsoft.com/office/drawing/2014/main" id="{64313E94-089C-3E67-A69A-E8744BA97018}"/>
                    </a:ext>
                  </a:extLst>
                </p:cNvPr>
                <p:cNvPicPr/>
                <p:nvPr/>
              </p:nvPicPr>
              <p:blipFill>
                <a:blip r:embed="rId25"/>
                <a:stretch>
                  <a:fillRect/>
                </a:stretch>
              </p:blipFill>
              <p:spPr>
                <a:xfrm>
                  <a:off x="9462045" y="5023390"/>
                  <a:ext cx="3636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9" name="Ink 28">
                  <a:extLst>
                    <a:ext uri="{FF2B5EF4-FFF2-40B4-BE49-F238E27FC236}">
                      <a16:creationId xmlns:a16="http://schemas.microsoft.com/office/drawing/2014/main" id="{0DAA69F3-E157-AAAB-5142-F2AEC5BFB9F8}"/>
                    </a:ext>
                  </a:extLst>
                </p14:cNvPr>
                <p14:cNvContentPartPr/>
                <p14:nvPr/>
              </p14:nvContentPartPr>
              <p14:xfrm>
                <a:off x="9452685" y="4872550"/>
                <a:ext cx="322560" cy="353520"/>
              </p14:xfrm>
            </p:contentPart>
          </mc:Choice>
          <mc:Fallback>
            <p:pic>
              <p:nvPicPr>
                <p:cNvPr id="29" name="Ink 28">
                  <a:extLst>
                    <a:ext uri="{FF2B5EF4-FFF2-40B4-BE49-F238E27FC236}">
                      <a16:creationId xmlns:a16="http://schemas.microsoft.com/office/drawing/2014/main" id="{0DAA69F3-E157-AAAB-5142-F2AEC5BFB9F8}"/>
                    </a:ext>
                  </a:extLst>
                </p:cNvPr>
                <p:cNvPicPr/>
                <p:nvPr/>
              </p:nvPicPr>
              <p:blipFill>
                <a:blip r:embed="rId27"/>
                <a:stretch>
                  <a:fillRect/>
                </a:stretch>
              </p:blipFill>
              <p:spPr>
                <a:xfrm>
                  <a:off x="9443685" y="4863910"/>
                  <a:ext cx="340200" cy="3711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0" name="Ink 29">
                  <a:extLst>
                    <a:ext uri="{FF2B5EF4-FFF2-40B4-BE49-F238E27FC236}">
                      <a16:creationId xmlns:a16="http://schemas.microsoft.com/office/drawing/2014/main" id="{FC284197-8449-512D-A4D1-26B0EA0D03B4}"/>
                    </a:ext>
                  </a:extLst>
                </p14:cNvPr>
                <p14:cNvContentPartPr/>
                <p14:nvPr/>
              </p14:nvContentPartPr>
              <p14:xfrm>
                <a:off x="9815925" y="4946710"/>
                <a:ext cx="190800" cy="19440"/>
              </p14:xfrm>
            </p:contentPart>
          </mc:Choice>
          <mc:Fallback>
            <p:pic>
              <p:nvPicPr>
                <p:cNvPr id="30" name="Ink 29">
                  <a:extLst>
                    <a:ext uri="{FF2B5EF4-FFF2-40B4-BE49-F238E27FC236}">
                      <a16:creationId xmlns:a16="http://schemas.microsoft.com/office/drawing/2014/main" id="{FC284197-8449-512D-A4D1-26B0EA0D03B4}"/>
                    </a:ext>
                  </a:extLst>
                </p:cNvPr>
                <p:cNvPicPr/>
                <p:nvPr/>
              </p:nvPicPr>
              <p:blipFill>
                <a:blip r:embed="rId29"/>
                <a:stretch>
                  <a:fillRect/>
                </a:stretch>
              </p:blipFill>
              <p:spPr>
                <a:xfrm>
                  <a:off x="9806925" y="4937710"/>
                  <a:ext cx="20844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1" name="Ink 30">
                  <a:extLst>
                    <a:ext uri="{FF2B5EF4-FFF2-40B4-BE49-F238E27FC236}">
                      <a16:creationId xmlns:a16="http://schemas.microsoft.com/office/drawing/2014/main" id="{2F3E9B20-A059-D1B2-1198-B2AE31DED2F2}"/>
                    </a:ext>
                  </a:extLst>
                </p14:cNvPr>
                <p14:cNvContentPartPr/>
                <p14:nvPr/>
              </p14:nvContentPartPr>
              <p14:xfrm>
                <a:off x="9892965" y="4941310"/>
                <a:ext cx="81000" cy="281880"/>
              </p14:xfrm>
            </p:contentPart>
          </mc:Choice>
          <mc:Fallback>
            <p:pic>
              <p:nvPicPr>
                <p:cNvPr id="31" name="Ink 30">
                  <a:extLst>
                    <a:ext uri="{FF2B5EF4-FFF2-40B4-BE49-F238E27FC236}">
                      <a16:creationId xmlns:a16="http://schemas.microsoft.com/office/drawing/2014/main" id="{2F3E9B20-A059-D1B2-1198-B2AE31DED2F2}"/>
                    </a:ext>
                  </a:extLst>
                </p:cNvPr>
                <p:cNvPicPr/>
                <p:nvPr/>
              </p:nvPicPr>
              <p:blipFill>
                <a:blip r:embed="rId31"/>
                <a:stretch>
                  <a:fillRect/>
                </a:stretch>
              </p:blipFill>
              <p:spPr>
                <a:xfrm>
                  <a:off x="9883965" y="4932670"/>
                  <a:ext cx="98640" cy="2995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2" name="Ink 31">
                  <a:extLst>
                    <a:ext uri="{FF2B5EF4-FFF2-40B4-BE49-F238E27FC236}">
                      <a16:creationId xmlns:a16="http://schemas.microsoft.com/office/drawing/2014/main" id="{13BD74F8-2D03-1197-274B-EF3279A6E6D9}"/>
                    </a:ext>
                  </a:extLst>
                </p14:cNvPr>
                <p14:cNvContentPartPr/>
                <p14:nvPr/>
              </p14:nvContentPartPr>
              <p14:xfrm>
                <a:off x="10105725" y="4903870"/>
                <a:ext cx="169920" cy="307080"/>
              </p14:xfrm>
            </p:contentPart>
          </mc:Choice>
          <mc:Fallback>
            <p:pic>
              <p:nvPicPr>
                <p:cNvPr id="32" name="Ink 31">
                  <a:extLst>
                    <a:ext uri="{FF2B5EF4-FFF2-40B4-BE49-F238E27FC236}">
                      <a16:creationId xmlns:a16="http://schemas.microsoft.com/office/drawing/2014/main" id="{13BD74F8-2D03-1197-274B-EF3279A6E6D9}"/>
                    </a:ext>
                  </a:extLst>
                </p:cNvPr>
                <p:cNvPicPr/>
                <p:nvPr/>
              </p:nvPicPr>
              <p:blipFill>
                <a:blip r:embed="rId33"/>
                <a:stretch>
                  <a:fillRect/>
                </a:stretch>
              </p:blipFill>
              <p:spPr>
                <a:xfrm>
                  <a:off x="10097085" y="4895230"/>
                  <a:ext cx="187560" cy="3247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4" name="Ink 33">
                  <a:extLst>
                    <a:ext uri="{FF2B5EF4-FFF2-40B4-BE49-F238E27FC236}">
                      <a16:creationId xmlns:a16="http://schemas.microsoft.com/office/drawing/2014/main" id="{EAFE0614-AAB8-7605-1016-30EFFC7C68CE}"/>
                    </a:ext>
                  </a:extLst>
                </p14:cNvPr>
                <p14:cNvContentPartPr/>
                <p14:nvPr/>
              </p14:nvContentPartPr>
              <p14:xfrm>
                <a:off x="9833925" y="5496790"/>
                <a:ext cx="360" cy="61560"/>
              </p14:xfrm>
            </p:contentPart>
          </mc:Choice>
          <mc:Fallback>
            <p:pic>
              <p:nvPicPr>
                <p:cNvPr id="34" name="Ink 33">
                  <a:extLst>
                    <a:ext uri="{FF2B5EF4-FFF2-40B4-BE49-F238E27FC236}">
                      <a16:creationId xmlns:a16="http://schemas.microsoft.com/office/drawing/2014/main" id="{EAFE0614-AAB8-7605-1016-30EFFC7C68CE}"/>
                    </a:ext>
                  </a:extLst>
                </p:cNvPr>
                <p:cNvPicPr/>
                <p:nvPr/>
              </p:nvPicPr>
              <p:blipFill>
                <a:blip r:embed="rId35"/>
                <a:stretch>
                  <a:fillRect/>
                </a:stretch>
              </p:blipFill>
              <p:spPr>
                <a:xfrm>
                  <a:off x="9825285" y="5488150"/>
                  <a:ext cx="18000" cy="792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5" name="Ink 34">
                  <a:extLst>
                    <a:ext uri="{FF2B5EF4-FFF2-40B4-BE49-F238E27FC236}">
                      <a16:creationId xmlns:a16="http://schemas.microsoft.com/office/drawing/2014/main" id="{E64C36DD-C3B1-0CDD-0BBA-8E058706D72F}"/>
                    </a:ext>
                  </a:extLst>
                </p14:cNvPr>
                <p14:cNvContentPartPr/>
                <p14:nvPr/>
              </p14:nvContentPartPr>
              <p14:xfrm>
                <a:off x="9846525" y="5740510"/>
                <a:ext cx="5040" cy="22680"/>
              </p14:xfrm>
            </p:contentPart>
          </mc:Choice>
          <mc:Fallback>
            <p:pic>
              <p:nvPicPr>
                <p:cNvPr id="35" name="Ink 34">
                  <a:extLst>
                    <a:ext uri="{FF2B5EF4-FFF2-40B4-BE49-F238E27FC236}">
                      <a16:creationId xmlns:a16="http://schemas.microsoft.com/office/drawing/2014/main" id="{E64C36DD-C3B1-0CDD-0BBA-8E058706D72F}"/>
                    </a:ext>
                  </a:extLst>
                </p:cNvPr>
                <p:cNvPicPr/>
                <p:nvPr/>
              </p:nvPicPr>
              <p:blipFill>
                <a:blip r:embed="rId37"/>
                <a:stretch>
                  <a:fillRect/>
                </a:stretch>
              </p:blipFill>
              <p:spPr>
                <a:xfrm>
                  <a:off x="9837525" y="5731870"/>
                  <a:ext cx="2268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6" name="Ink 35">
                  <a:extLst>
                    <a:ext uri="{FF2B5EF4-FFF2-40B4-BE49-F238E27FC236}">
                      <a16:creationId xmlns:a16="http://schemas.microsoft.com/office/drawing/2014/main" id="{6AD48E74-06B1-C953-B844-B86F34622A34}"/>
                    </a:ext>
                  </a:extLst>
                </p14:cNvPr>
                <p14:cNvContentPartPr/>
                <p14:nvPr/>
              </p14:nvContentPartPr>
              <p14:xfrm>
                <a:off x="9854445" y="5855710"/>
                <a:ext cx="10440" cy="47880"/>
              </p14:xfrm>
            </p:contentPart>
          </mc:Choice>
          <mc:Fallback>
            <p:pic>
              <p:nvPicPr>
                <p:cNvPr id="36" name="Ink 35">
                  <a:extLst>
                    <a:ext uri="{FF2B5EF4-FFF2-40B4-BE49-F238E27FC236}">
                      <a16:creationId xmlns:a16="http://schemas.microsoft.com/office/drawing/2014/main" id="{6AD48E74-06B1-C953-B844-B86F34622A34}"/>
                    </a:ext>
                  </a:extLst>
                </p:cNvPr>
                <p:cNvPicPr/>
                <p:nvPr/>
              </p:nvPicPr>
              <p:blipFill>
                <a:blip r:embed="rId39"/>
                <a:stretch>
                  <a:fillRect/>
                </a:stretch>
              </p:blipFill>
              <p:spPr>
                <a:xfrm>
                  <a:off x="9845805" y="5846710"/>
                  <a:ext cx="2808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7" name="Ink 36">
                  <a:extLst>
                    <a:ext uri="{FF2B5EF4-FFF2-40B4-BE49-F238E27FC236}">
                      <a16:creationId xmlns:a16="http://schemas.microsoft.com/office/drawing/2014/main" id="{0911AC5F-EE02-5F16-D0E6-C650F8A582B1}"/>
                    </a:ext>
                  </a:extLst>
                </p14:cNvPr>
                <p14:cNvContentPartPr/>
                <p14:nvPr/>
              </p14:nvContentPartPr>
              <p14:xfrm>
                <a:off x="9606045" y="5999350"/>
                <a:ext cx="669960" cy="118080"/>
              </p14:xfrm>
            </p:contentPart>
          </mc:Choice>
          <mc:Fallback>
            <p:pic>
              <p:nvPicPr>
                <p:cNvPr id="37" name="Ink 36">
                  <a:extLst>
                    <a:ext uri="{FF2B5EF4-FFF2-40B4-BE49-F238E27FC236}">
                      <a16:creationId xmlns:a16="http://schemas.microsoft.com/office/drawing/2014/main" id="{0911AC5F-EE02-5F16-D0E6-C650F8A582B1}"/>
                    </a:ext>
                  </a:extLst>
                </p:cNvPr>
                <p:cNvPicPr/>
                <p:nvPr/>
              </p:nvPicPr>
              <p:blipFill>
                <a:blip r:embed="rId41"/>
                <a:stretch>
                  <a:fillRect/>
                </a:stretch>
              </p:blipFill>
              <p:spPr>
                <a:xfrm>
                  <a:off x="9597045" y="5990710"/>
                  <a:ext cx="68760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8" name="Ink 37">
                  <a:extLst>
                    <a:ext uri="{FF2B5EF4-FFF2-40B4-BE49-F238E27FC236}">
                      <a16:creationId xmlns:a16="http://schemas.microsoft.com/office/drawing/2014/main" id="{BFA9994D-6464-1FB2-FAF6-F8305E103718}"/>
                    </a:ext>
                  </a:extLst>
                </p14:cNvPr>
                <p14:cNvContentPartPr/>
                <p14:nvPr/>
              </p14:nvContentPartPr>
              <p14:xfrm>
                <a:off x="9640605" y="6085750"/>
                <a:ext cx="17640" cy="309600"/>
              </p14:xfrm>
            </p:contentPart>
          </mc:Choice>
          <mc:Fallback>
            <p:pic>
              <p:nvPicPr>
                <p:cNvPr id="38" name="Ink 37">
                  <a:extLst>
                    <a:ext uri="{FF2B5EF4-FFF2-40B4-BE49-F238E27FC236}">
                      <a16:creationId xmlns:a16="http://schemas.microsoft.com/office/drawing/2014/main" id="{BFA9994D-6464-1FB2-FAF6-F8305E103718}"/>
                    </a:ext>
                  </a:extLst>
                </p:cNvPr>
                <p:cNvPicPr/>
                <p:nvPr/>
              </p:nvPicPr>
              <p:blipFill>
                <a:blip r:embed="rId43"/>
                <a:stretch>
                  <a:fillRect/>
                </a:stretch>
              </p:blipFill>
              <p:spPr>
                <a:xfrm>
                  <a:off x="9631605" y="6076750"/>
                  <a:ext cx="35280" cy="3272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9" name="Ink 38">
                  <a:extLst>
                    <a:ext uri="{FF2B5EF4-FFF2-40B4-BE49-F238E27FC236}">
                      <a16:creationId xmlns:a16="http://schemas.microsoft.com/office/drawing/2014/main" id="{9E749761-EDE5-C265-6ED9-31E2E44A8A98}"/>
                    </a:ext>
                  </a:extLst>
                </p14:cNvPr>
                <p14:cNvContentPartPr/>
                <p14:nvPr/>
              </p14:nvContentPartPr>
              <p14:xfrm>
                <a:off x="9664365" y="6379870"/>
                <a:ext cx="525960" cy="15120"/>
              </p14:xfrm>
            </p:contentPart>
          </mc:Choice>
          <mc:Fallback>
            <p:pic>
              <p:nvPicPr>
                <p:cNvPr id="39" name="Ink 38">
                  <a:extLst>
                    <a:ext uri="{FF2B5EF4-FFF2-40B4-BE49-F238E27FC236}">
                      <a16:creationId xmlns:a16="http://schemas.microsoft.com/office/drawing/2014/main" id="{9E749761-EDE5-C265-6ED9-31E2E44A8A98}"/>
                    </a:ext>
                  </a:extLst>
                </p:cNvPr>
                <p:cNvPicPr/>
                <p:nvPr/>
              </p:nvPicPr>
              <p:blipFill>
                <a:blip r:embed="rId45"/>
                <a:stretch>
                  <a:fillRect/>
                </a:stretch>
              </p:blipFill>
              <p:spPr>
                <a:xfrm>
                  <a:off x="9655725" y="6370870"/>
                  <a:ext cx="54360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0" name="Ink 39">
                  <a:extLst>
                    <a:ext uri="{FF2B5EF4-FFF2-40B4-BE49-F238E27FC236}">
                      <a16:creationId xmlns:a16="http://schemas.microsoft.com/office/drawing/2014/main" id="{EAA05A22-325D-3DB2-2256-2A6ECD5CD81A}"/>
                    </a:ext>
                  </a:extLst>
                </p14:cNvPr>
                <p14:cNvContentPartPr/>
                <p14:nvPr/>
              </p14:nvContentPartPr>
              <p14:xfrm>
                <a:off x="10180965" y="6103390"/>
                <a:ext cx="34920" cy="287280"/>
              </p14:xfrm>
            </p:contentPart>
          </mc:Choice>
          <mc:Fallback>
            <p:pic>
              <p:nvPicPr>
                <p:cNvPr id="40" name="Ink 39">
                  <a:extLst>
                    <a:ext uri="{FF2B5EF4-FFF2-40B4-BE49-F238E27FC236}">
                      <a16:creationId xmlns:a16="http://schemas.microsoft.com/office/drawing/2014/main" id="{EAA05A22-325D-3DB2-2256-2A6ECD5CD81A}"/>
                    </a:ext>
                  </a:extLst>
                </p:cNvPr>
                <p:cNvPicPr/>
                <p:nvPr/>
              </p:nvPicPr>
              <p:blipFill>
                <a:blip r:embed="rId47"/>
                <a:stretch>
                  <a:fillRect/>
                </a:stretch>
              </p:blipFill>
              <p:spPr>
                <a:xfrm>
                  <a:off x="10172325" y="6094390"/>
                  <a:ext cx="52560" cy="3049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2" name="Ink 41">
                  <a:extLst>
                    <a:ext uri="{FF2B5EF4-FFF2-40B4-BE49-F238E27FC236}">
                      <a16:creationId xmlns:a16="http://schemas.microsoft.com/office/drawing/2014/main" id="{4141E970-0EFC-9366-D417-96A27F5FC43E}"/>
                    </a:ext>
                  </a:extLst>
                </p14:cNvPr>
                <p14:cNvContentPartPr/>
                <p14:nvPr/>
              </p14:nvContentPartPr>
              <p14:xfrm>
                <a:off x="7091085" y="943150"/>
                <a:ext cx="3960" cy="234000"/>
              </p14:xfrm>
            </p:contentPart>
          </mc:Choice>
          <mc:Fallback>
            <p:pic>
              <p:nvPicPr>
                <p:cNvPr id="42" name="Ink 41">
                  <a:extLst>
                    <a:ext uri="{FF2B5EF4-FFF2-40B4-BE49-F238E27FC236}">
                      <a16:creationId xmlns:a16="http://schemas.microsoft.com/office/drawing/2014/main" id="{4141E970-0EFC-9366-D417-96A27F5FC43E}"/>
                    </a:ext>
                  </a:extLst>
                </p:cNvPr>
                <p:cNvPicPr/>
                <p:nvPr/>
              </p:nvPicPr>
              <p:blipFill>
                <a:blip r:embed="rId49"/>
                <a:stretch>
                  <a:fillRect/>
                </a:stretch>
              </p:blipFill>
              <p:spPr>
                <a:xfrm>
                  <a:off x="7082085" y="934510"/>
                  <a:ext cx="2160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3" name="Ink 42">
                  <a:extLst>
                    <a:ext uri="{FF2B5EF4-FFF2-40B4-BE49-F238E27FC236}">
                      <a16:creationId xmlns:a16="http://schemas.microsoft.com/office/drawing/2014/main" id="{9B820DBE-BC3C-37C4-D5BC-CB5923713D65}"/>
                    </a:ext>
                  </a:extLst>
                </p14:cNvPr>
                <p14:cNvContentPartPr/>
                <p14:nvPr/>
              </p14:nvContentPartPr>
              <p14:xfrm>
                <a:off x="7123845" y="1919470"/>
                <a:ext cx="123840" cy="4500720"/>
              </p14:xfrm>
            </p:contentPart>
          </mc:Choice>
          <mc:Fallback>
            <p:pic>
              <p:nvPicPr>
                <p:cNvPr id="43" name="Ink 42">
                  <a:extLst>
                    <a:ext uri="{FF2B5EF4-FFF2-40B4-BE49-F238E27FC236}">
                      <a16:creationId xmlns:a16="http://schemas.microsoft.com/office/drawing/2014/main" id="{9B820DBE-BC3C-37C4-D5BC-CB5923713D65}"/>
                    </a:ext>
                  </a:extLst>
                </p:cNvPr>
                <p:cNvPicPr/>
                <p:nvPr/>
              </p:nvPicPr>
              <p:blipFill>
                <a:blip r:embed="rId51"/>
                <a:stretch>
                  <a:fillRect/>
                </a:stretch>
              </p:blipFill>
              <p:spPr>
                <a:xfrm>
                  <a:off x="7114845" y="1910830"/>
                  <a:ext cx="141480" cy="45183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44" name="Ink 43">
                  <a:extLst>
                    <a:ext uri="{FF2B5EF4-FFF2-40B4-BE49-F238E27FC236}">
                      <a16:creationId xmlns:a16="http://schemas.microsoft.com/office/drawing/2014/main" id="{907B4773-DC36-E8B7-4919-60C1C468873A}"/>
                    </a:ext>
                  </a:extLst>
                </p14:cNvPr>
                <p14:cNvContentPartPr/>
                <p14:nvPr/>
              </p14:nvContentPartPr>
              <p14:xfrm>
                <a:off x="1447365" y="4612990"/>
                <a:ext cx="4181400" cy="1119960"/>
              </p14:xfrm>
            </p:contentPart>
          </mc:Choice>
          <mc:Fallback>
            <p:pic>
              <p:nvPicPr>
                <p:cNvPr id="44" name="Ink 43">
                  <a:extLst>
                    <a:ext uri="{FF2B5EF4-FFF2-40B4-BE49-F238E27FC236}">
                      <a16:creationId xmlns:a16="http://schemas.microsoft.com/office/drawing/2014/main" id="{907B4773-DC36-E8B7-4919-60C1C468873A}"/>
                    </a:ext>
                  </a:extLst>
                </p:cNvPr>
                <p:cNvPicPr/>
                <p:nvPr/>
              </p:nvPicPr>
              <p:blipFill>
                <a:blip r:embed="rId53"/>
                <a:stretch>
                  <a:fillRect/>
                </a:stretch>
              </p:blipFill>
              <p:spPr>
                <a:xfrm>
                  <a:off x="1438725" y="4604350"/>
                  <a:ext cx="4199040" cy="11376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5" name="Ink 44">
                  <a:extLst>
                    <a:ext uri="{FF2B5EF4-FFF2-40B4-BE49-F238E27FC236}">
                      <a16:creationId xmlns:a16="http://schemas.microsoft.com/office/drawing/2014/main" id="{A8A0FCB6-EB22-4C3A-2CEB-CD6FD76E3591}"/>
                    </a:ext>
                  </a:extLst>
                </p14:cNvPr>
                <p14:cNvContentPartPr/>
                <p14:nvPr/>
              </p14:nvContentPartPr>
              <p14:xfrm>
                <a:off x="2639325" y="4978030"/>
                <a:ext cx="275400" cy="344160"/>
              </p14:xfrm>
            </p:contentPart>
          </mc:Choice>
          <mc:Fallback>
            <p:pic>
              <p:nvPicPr>
                <p:cNvPr id="45" name="Ink 44">
                  <a:extLst>
                    <a:ext uri="{FF2B5EF4-FFF2-40B4-BE49-F238E27FC236}">
                      <a16:creationId xmlns:a16="http://schemas.microsoft.com/office/drawing/2014/main" id="{A8A0FCB6-EB22-4C3A-2CEB-CD6FD76E3591}"/>
                    </a:ext>
                  </a:extLst>
                </p:cNvPr>
                <p:cNvPicPr/>
                <p:nvPr/>
              </p:nvPicPr>
              <p:blipFill>
                <a:blip r:embed="rId55"/>
                <a:stretch>
                  <a:fillRect/>
                </a:stretch>
              </p:blipFill>
              <p:spPr>
                <a:xfrm>
                  <a:off x="2630685" y="4969390"/>
                  <a:ext cx="293040" cy="3618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6" name="Ink 45">
                  <a:extLst>
                    <a:ext uri="{FF2B5EF4-FFF2-40B4-BE49-F238E27FC236}">
                      <a16:creationId xmlns:a16="http://schemas.microsoft.com/office/drawing/2014/main" id="{866CDDA5-FE2F-F4EC-3B51-33C46CC13769}"/>
                    </a:ext>
                  </a:extLst>
                </p14:cNvPr>
                <p14:cNvContentPartPr/>
                <p14:nvPr/>
              </p14:nvContentPartPr>
              <p14:xfrm>
                <a:off x="2960805" y="5022310"/>
                <a:ext cx="278640" cy="312480"/>
              </p14:xfrm>
            </p:contentPart>
          </mc:Choice>
          <mc:Fallback>
            <p:pic>
              <p:nvPicPr>
                <p:cNvPr id="46" name="Ink 45">
                  <a:extLst>
                    <a:ext uri="{FF2B5EF4-FFF2-40B4-BE49-F238E27FC236}">
                      <a16:creationId xmlns:a16="http://schemas.microsoft.com/office/drawing/2014/main" id="{866CDDA5-FE2F-F4EC-3B51-33C46CC13769}"/>
                    </a:ext>
                  </a:extLst>
                </p:cNvPr>
                <p:cNvPicPr/>
                <p:nvPr/>
              </p:nvPicPr>
              <p:blipFill>
                <a:blip r:embed="rId57"/>
                <a:stretch>
                  <a:fillRect/>
                </a:stretch>
              </p:blipFill>
              <p:spPr>
                <a:xfrm>
                  <a:off x="2952165" y="5013310"/>
                  <a:ext cx="296280" cy="3301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7" name="Ink 46">
                  <a:extLst>
                    <a:ext uri="{FF2B5EF4-FFF2-40B4-BE49-F238E27FC236}">
                      <a16:creationId xmlns:a16="http://schemas.microsoft.com/office/drawing/2014/main" id="{96B7FF0F-D33D-5338-8A79-8250E2ADF3D9}"/>
                    </a:ext>
                  </a:extLst>
                </p14:cNvPr>
                <p14:cNvContentPartPr/>
                <p14:nvPr/>
              </p14:nvContentPartPr>
              <p14:xfrm>
                <a:off x="3299925" y="4988830"/>
                <a:ext cx="202320" cy="338040"/>
              </p14:xfrm>
            </p:contentPart>
          </mc:Choice>
          <mc:Fallback>
            <p:pic>
              <p:nvPicPr>
                <p:cNvPr id="47" name="Ink 46">
                  <a:extLst>
                    <a:ext uri="{FF2B5EF4-FFF2-40B4-BE49-F238E27FC236}">
                      <a16:creationId xmlns:a16="http://schemas.microsoft.com/office/drawing/2014/main" id="{96B7FF0F-D33D-5338-8A79-8250E2ADF3D9}"/>
                    </a:ext>
                  </a:extLst>
                </p:cNvPr>
                <p:cNvPicPr/>
                <p:nvPr/>
              </p:nvPicPr>
              <p:blipFill>
                <a:blip r:embed="rId59"/>
                <a:stretch>
                  <a:fillRect/>
                </a:stretch>
              </p:blipFill>
              <p:spPr>
                <a:xfrm>
                  <a:off x="3291285" y="4979830"/>
                  <a:ext cx="219960" cy="3556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9" name="Ink 48">
                  <a:extLst>
                    <a:ext uri="{FF2B5EF4-FFF2-40B4-BE49-F238E27FC236}">
                      <a16:creationId xmlns:a16="http://schemas.microsoft.com/office/drawing/2014/main" id="{E0394AB3-01D3-591D-32C2-12AE50945DDE}"/>
                    </a:ext>
                  </a:extLst>
                </p14:cNvPr>
                <p14:cNvContentPartPr/>
                <p14:nvPr/>
              </p14:nvContentPartPr>
              <p14:xfrm>
                <a:off x="4681605" y="5074870"/>
                <a:ext cx="93240" cy="6120"/>
              </p14:xfrm>
            </p:contentPart>
          </mc:Choice>
          <mc:Fallback>
            <p:pic>
              <p:nvPicPr>
                <p:cNvPr id="49" name="Ink 48">
                  <a:extLst>
                    <a:ext uri="{FF2B5EF4-FFF2-40B4-BE49-F238E27FC236}">
                      <a16:creationId xmlns:a16="http://schemas.microsoft.com/office/drawing/2014/main" id="{E0394AB3-01D3-591D-32C2-12AE50945DDE}"/>
                    </a:ext>
                  </a:extLst>
                </p:cNvPr>
                <p:cNvPicPr/>
                <p:nvPr/>
              </p:nvPicPr>
              <p:blipFill>
                <a:blip r:embed="rId61"/>
                <a:stretch>
                  <a:fillRect/>
                </a:stretch>
              </p:blipFill>
              <p:spPr>
                <a:xfrm>
                  <a:off x="4672965" y="5065870"/>
                  <a:ext cx="11088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50" name="Ink 49">
                  <a:extLst>
                    <a:ext uri="{FF2B5EF4-FFF2-40B4-BE49-F238E27FC236}">
                      <a16:creationId xmlns:a16="http://schemas.microsoft.com/office/drawing/2014/main" id="{901DDC90-189C-3334-AC6A-DADB2560EB86}"/>
                    </a:ext>
                  </a:extLst>
                </p14:cNvPr>
                <p14:cNvContentPartPr/>
                <p14:nvPr/>
              </p14:nvContentPartPr>
              <p14:xfrm>
                <a:off x="5089845" y="5036710"/>
                <a:ext cx="119520" cy="50400"/>
              </p14:xfrm>
            </p:contentPart>
          </mc:Choice>
          <mc:Fallback>
            <p:pic>
              <p:nvPicPr>
                <p:cNvPr id="50" name="Ink 49">
                  <a:extLst>
                    <a:ext uri="{FF2B5EF4-FFF2-40B4-BE49-F238E27FC236}">
                      <a16:creationId xmlns:a16="http://schemas.microsoft.com/office/drawing/2014/main" id="{901DDC90-189C-3334-AC6A-DADB2560EB86}"/>
                    </a:ext>
                  </a:extLst>
                </p:cNvPr>
                <p:cNvPicPr/>
                <p:nvPr/>
              </p:nvPicPr>
              <p:blipFill>
                <a:blip r:embed="rId63"/>
                <a:stretch>
                  <a:fillRect/>
                </a:stretch>
              </p:blipFill>
              <p:spPr>
                <a:xfrm>
                  <a:off x="5081205" y="5027710"/>
                  <a:ext cx="137160" cy="680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51" name="Ink 50">
                  <a:extLst>
                    <a:ext uri="{FF2B5EF4-FFF2-40B4-BE49-F238E27FC236}">
                      <a16:creationId xmlns:a16="http://schemas.microsoft.com/office/drawing/2014/main" id="{495F3B70-243A-C037-D7F7-52B46870CD29}"/>
                    </a:ext>
                  </a:extLst>
                </p14:cNvPr>
                <p14:cNvContentPartPr/>
                <p14:nvPr/>
              </p14:nvContentPartPr>
              <p14:xfrm>
                <a:off x="5407365" y="4988830"/>
                <a:ext cx="233280" cy="31680"/>
              </p14:xfrm>
            </p:contentPart>
          </mc:Choice>
          <mc:Fallback>
            <p:pic>
              <p:nvPicPr>
                <p:cNvPr id="51" name="Ink 50">
                  <a:extLst>
                    <a:ext uri="{FF2B5EF4-FFF2-40B4-BE49-F238E27FC236}">
                      <a16:creationId xmlns:a16="http://schemas.microsoft.com/office/drawing/2014/main" id="{495F3B70-243A-C037-D7F7-52B46870CD29}"/>
                    </a:ext>
                  </a:extLst>
                </p:cNvPr>
                <p:cNvPicPr/>
                <p:nvPr/>
              </p:nvPicPr>
              <p:blipFill>
                <a:blip r:embed="rId65"/>
                <a:stretch>
                  <a:fillRect/>
                </a:stretch>
              </p:blipFill>
              <p:spPr>
                <a:xfrm>
                  <a:off x="5398365" y="4980190"/>
                  <a:ext cx="25092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52" name="Ink 51">
                  <a:extLst>
                    <a:ext uri="{FF2B5EF4-FFF2-40B4-BE49-F238E27FC236}">
                      <a16:creationId xmlns:a16="http://schemas.microsoft.com/office/drawing/2014/main" id="{FAF5981E-B398-DB98-0C33-904B9D15B0B9}"/>
                    </a:ext>
                  </a:extLst>
                </p14:cNvPr>
                <p14:cNvContentPartPr/>
                <p14:nvPr/>
              </p14:nvContentPartPr>
              <p14:xfrm>
                <a:off x="5613285" y="4961110"/>
                <a:ext cx="82800" cy="41040"/>
              </p14:xfrm>
            </p:contentPart>
          </mc:Choice>
          <mc:Fallback>
            <p:pic>
              <p:nvPicPr>
                <p:cNvPr id="52" name="Ink 51">
                  <a:extLst>
                    <a:ext uri="{FF2B5EF4-FFF2-40B4-BE49-F238E27FC236}">
                      <a16:creationId xmlns:a16="http://schemas.microsoft.com/office/drawing/2014/main" id="{FAF5981E-B398-DB98-0C33-904B9D15B0B9}"/>
                    </a:ext>
                  </a:extLst>
                </p:cNvPr>
                <p:cNvPicPr/>
                <p:nvPr/>
              </p:nvPicPr>
              <p:blipFill>
                <a:blip r:embed="rId67"/>
                <a:stretch>
                  <a:fillRect/>
                </a:stretch>
              </p:blipFill>
              <p:spPr>
                <a:xfrm>
                  <a:off x="5604645" y="4952470"/>
                  <a:ext cx="100440" cy="586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53" name="Ink 52">
                  <a:extLst>
                    <a:ext uri="{FF2B5EF4-FFF2-40B4-BE49-F238E27FC236}">
                      <a16:creationId xmlns:a16="http://schemas.microsoft.com/office/drawing/2014/main" id="{F6354ED4-657D-491A-4982-B105D1CA6EAA}"/>
                    </a:ext>
                  </a:extLst>
                </p14:cNvPr>
                <p14:cNvContentPartPr/>
                <p14:nvPr/>
              </p14:nvContentPartPr>
              <p14:xfrm>
                <a:off x="5843325" y="4893070"/>
                <a:ext cx="29160" cy="24480"/>
              </p14:xfrm>
            </p:contentPart>
          </mc:Choice>
          <mc:Fallback>
            <p:pic>
              <p:nvPicPr>
                <p:cNvPr id="53" name="Ink 52">
                  <a:extLst>
                    <a:ext uri="{FF2B5EF4-FFF2-40B4-BE49-F238E27FC236}">
                      <a16:creationId xmlns:a16="http://schemas.microsoft.com/office/drawing/2014/main" id="{F6354ED4-657D-491A-4982-B105D1CA6EAA}"/>
                    </a:ext>
                  </a:extLst>
                </p:cNvPr>
                <p:cNvPicPr/>
                <p:nvPr/>
              </p:nvPicPr>
              <p:blipFill>
                <a:blip r:embed="rId69"/>
                <a:stretch>
                  <a:fillRect/>
                </a:stretch>
              </p:blipFill>
              <p:spPr>
                <a:xfrm>
                  <a:off x="5834685" y="4884070"/>
                  <a:ext cx="46800" cy="421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54" name="Ink 53">
                  <a:extLst>
                    <a:ext uri="{FF2B5EF4-FFF2-40B4-BE49-F238E27FC236}">
                      <a16:creationId xmlns:a16="http://schemas.microsoft.com/office/drawing/2014/main" id="{57BAA3CB-B482-7D1B-D5F8-1F795C8E6F4D}"/>
                    </a:ext>
                  </a:extLst>
                </p14:cNvPr>
                <p14:cNvContentPartPr/>
                <p14:nvPr/>
              </p14:nvContentPartPr>
              <p14:xfrm>
                <a:off x="5855565" y="4661950"/>
                <a:ext cx="30600" cy="115920"/>
              </p14:xfrm>
            </p:contentPart>
          </mc:Choice>
          <mc:Fallback>
            <p:pic>
              <p:nvPicPr>
                <p:cNvPr id="54" name="Ink 53">
                  <a:extLst>
                    <a:ext uri="{FF2B5EF4-FFF2-40B4-BE49-F238E27FC236}">
                      <a16:creationId xmlns:a16="http://schemas.microsoft.com/office/drawing/2014/main" id="{57BAA3CB-B482-7D1B-D5F8-1F795C8E6F4D}"/>
                    </a:ext>
                  </a:extLst>
                </p:cNvPr>
                <p:cNvPicPr/>
                <p:nvPr/>
              </p:nvPicPr>
              <p:blipFill>
                <a:blip r:embed="rId71"/>
                <a:stretch>
                  <a:fillRect/>
                </a:stretch>
              </p:blipFill>
              <p:spPr>
                <a:xfrm>
                  <a:off x="5846925" y="4653310"/>
                  <a:ext cx="48240" cy="1335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5" name="Ink 14">
                  <a:extLst>
                    <a:ext uri="{FF2B5EF4-FFF2-40B4-BE49-F238E27FC236}">
                      <a16:creationId xmlns:a16="http://schemas.microsoft.com/office/drawing/2014/main" id="{A2A1F97F-F62B-5491-6C7F-8F3EDEB359CB}"/>
                    </a:ext>
                  </a:extLst>
                </p14:cNvPr>
                <p14:cNvContentPartPr/>
                <p14:nvPr/>
              </p14:nvContentPartPr>
              <p14:xfrm>
                <a:off x="8186925" y="3051670"/>
                <a:ext cx="303480" cy="289800"/>
              </p14:xfrm>
            </p:contentPart>
          </mc:Choice>
          <mc:Fallback>
            <p:pic>
              <p:nvPicPr>
                <p:cNvPr id="15" name="Ink 14">
                  <a:extLst>
                    <a:ext uri="{FF2B5EF4-FFF2-40B4-BE49-F238E27FC236}">
                      <a16:creationId xmlns:a16="http://schemas.microsoft.com/office/drawing/2014/main" id="{A2A1F97F-F62B-5491-6C7F-8F3EDEB359CB}"/>
                    </a:ext>
                  </a:extLst>
                </p:cNvPr>
                <p:cNvPicPr/>
                <p:nvPr/>
              </p:nvPicPr>
              <p:blipFill>
                <a:blip r:embed="rId73"/>
                <a:stretch>
                  <a:fillRect/>
                </a:stretch>
              </p:blipFill>
              <p:spPr>
                <a:xfrm>
                  <a:off x="8178285" y="3043030"/>
                  <a:ext cx="321120" cy="3074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6" name="Ink 15">
                  <a:extLst>
                    <a:ext uri="{FF2B5EF4-FFF2-40B4-BE49-F238E27FC236}">
                      <a16:creationId xmlns:a16="http://schemas.microsoft.com/office/drawing/2014/main" id="{E74CA6FB-755C-E154-C826-83B8A47D4EDB}"/>
                    </a:ext>
                  </a:extLst>
                </p14:cNvPr>
                <p14:cNvContentPartPr/>
                <p14:nvPr/>
              </p14:nvContentPartPr>
              <p14:xfrm>
                <a:off x="8516325" y="3052750"/>
                <a:ext cx="36360" cy="230040"/>
              </p14:xfrm>
            </p:contentPart>
          </mc:Choice>
          <mc:Fallback>
            <p:pic>
              <p:nvPicPr>
                <p:cNvPr id="16" name="Ink 15">
                  <a:extLst>
                    <a:ext uri="{FF2B5EF4-FFF2-40B4-BE49-F238E27FC236}">
                      <a16:creationId xmlns:a16="http://schemas.microsoft.com/office/drawing/2014/main" id="{E74CA6FB-755C-E154-C826-83B8A47D4EDB}"/>
                    </a:ext>
                  </a:extLst>
                </p:cNvPr>
                <p:cNvPicPr/>
                <p:nvPr/>
              </p:nvPicPr>
              <p:blipFill>
                <a:blip r:embed="rId75"/>
                <a:stretch>
                  <a:fillRect/>
                </a:stretch>
              </p:blipFill>
              <p:spPr>
                <a:xfrm>
                  <a:off x="8507325" y="3044110"/>
                  <a:ext cx="5400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17" name="Ink 16">
                  <a:extLst>
                    <a:ext uri="{FF2B5EF4-FFF2-40B4-BE49-F238E27FC236}">
                      <a16:creationId xmlns:a16="http://schemas.microsoft.com/office/drawing/2014/main" id="{6E91E595-0F66-985D-EFF5-84F2EB5DFA2E}"/>
                    </a:ext>
                  </a:extLst>
                </p14:cNvPr>
                <p14:cNvContentPartPr/>
                <p14:nvPr/>
              </p14:nvContentPartPr>
              <p14:xfrm>
                <a:off x="8599125" y="3122590"/>
                <a:ext cx="204480" cy="241560"/>
              </p14:xfrm>
            </p:contentPart>
          </mc:Choice>
          <mc:Fallback>
            <p:pic>
              <p:nvPicPr>
                <p:cNvPr id="17" name="Ink 16">
                  <a:extLst>
                    <a:ext uri="{FF2B5EF4-FFF2-40B4-BE49-F238E27FC236}">
                      <a16:creationId xmlns:a16="http://schemas.microsoft.com/office/drawing/2014/main" id="{6E91E595-0F66-985D-EFF5-84F2EB5DFA2E}"/>
                    </a:ext>
                  </a:extLst>
                </p:cNvPr>
                <p:cNvPicPr/>
                <p:nvPr/>
              </p:nvPicPr>
              <p:blipFill>
                <a:blip r:embed="rId77"/>
                <a:stretch>
                  <a:fillRect/>
                </a:stretch>
              </p:blipFill>
              <p:spPr>
                <a:xfrm>
                  <a:off x="8590125" y="3113950"/>
                  <a:ext cx="22212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8" name="Ink 17">
                  <a:extLst>
                    <a:ext uri="{FF2B5EF4-FFF2-40B4-BE49-F238E27FC236}">
                      <a16:creationId xmlns:a16="http://schemas.microsoft.com/office/drawing/2014/main" id="{0EC4C7E3-B1C3-2D6E-25FA-028D3B1BB547}"/>
                    </a:ext>
                  </a:extLst>
                </p14:cNvPr>
                <p14:cNvContentPartPr/>
                <p14:nvPr/>
              </p14:nvContentPartPr>
              <p14:xfrm>
                <a:off x="8895405" y="3116830"/>
                <a:ext cx="17640" cy="178920"/>
              </p14:xfrm>
            </p:contentPart>
          </mc:Choice>
          <mc:Fallback>
            <p:pic>
              <p:nvPicPr>
                <p:cNvPr id="18" name="Ink 17">
                  <a:extLst>
                    <a:ext uri="{FF2B5EF4-FFF2-40B4-BE49-F238E27FC236}">
                      <a16:creationId xmlns:a16="http://schemas.microsoft.com/office/drawing/2014/main" id="{0EC4C7E3-B1C3-2D6E-25FA-028D3B1BB547}"/>
                    </a:ext>
                  </a:extLst>
                </p:cNvPr>
                <p:cNvPicPr/>
                <p:nvPr/>
              </p:nvPicPr>
              <p:blipFill>
                <a:blip r:embed="rId79"/>
                <a:stretch>
                  <a:fillRect/>
                </a:stretch>
              </p:blipFill>
              <p:spPr>
                <a:xfrm>
                  <a:off x="8886405" y="3107830"/>
                  <a:ext cx="3528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9" name="Ink 18">
                  <a:extLst>
                    <a:ext uri="{FF2B5EF4-FFF2-40B4-BE49-F238E27FC236}">
                      <a16:creationId xmlns:a16="http://schemas.microsoft.com/office/drawing/2014/main" id="{3E411326-102A-DA0E-E833-6CADD84818DE}"/>
                    </a:ext>
                  </a:extLst>
                </p14:cNvPr>
                <p14:cNvContentPartPr/>
                <p14:nvPr/>
              </p14:nvContentPartPr>
              <p14:xfrm>
                <a:off x="8895765" y="3123310"/>
                <a:ext cx="181080" cy="184680"/>
              </p14:xfrm>
            </p:contentPart>
          </mc:Choice>
          <mc:Fallback>
            <p:pic>
              <p:nvPicPr>
                <p:cNvPr id="19" name="Ink 18">
                  <a:extLst>
                    <a:ext uri="{FF2B5EF4-FFF2-40B4-BE49-F238E27FC236}">
                      <a16:creationId xmlns:a16="http://schemas.microsoft.com/office/drawing/2014/main" id="{3E411326-102A-DA0E-E833-6CADD84818DE}"/>
                    </a:ext>
                  </a:extLst>
                </p:cNvPr>
                <p:cNvPicPr/>
                <p:nvPr/>
              </p:nvPicPr>
              <p:blipFill>
                <a:blip r:embed="rId81"/>
                <a:stretch>
                  <a:fillRect/>
                </a:stretch>
              </p:blipFill>
              <p:spPr>
                <a:xfrm>
                  <a:off x="8887125" y="3114310"/>
                  <a:ext cx="19872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20" name="Ink 19">
                  <a:extLst>
                    <a:ext uri="{FF2B5EF4-FFF2-40B4-BE49-F238E27FC236}">
                      <a16:creationId xmlns:a16="http://schemas.microsoft.com/office/drawing/2014/main" id="{F8CCC31E-5C70-674F-7CE5-3C2991247DD8}"/>
                    </a:ext>
                  </a:extLst>
                </p14:cNvPr>
                <p14:cNvContentPartPr/>
                <p14:nvPr/>
              </p14:nvContentPartPr>
              <p14:xfrm>
                <a:off x="9204285" y="3112510"/>
                <a:ext cx="154080" cy="205920"/>
              </p14:xfrm>
            </p:contentPart>
          </mc:Choice>
          <mc:Fallback>
            <p:pic>
              <p:nvPicPr>
                <p:cNvPr id="20" name="Ink 19">
                  <a:extLst>
                    <a:ext uri="{FF2B5EF4-FFF2-40B4-BE49-F238E27FC236}">
                      <a16:creationId xmlns:a16="http://schemas.microsoft.com/office/drawing/2014/main" id="{F8CCC31E-5C70-674F-7CE5-3C2991247DD8}"/>
                    </a:ext>
                  </a:extLst>
                </p:cNvPr>
                <p:cNvPicPr/>
                <p:nvPr/>
              </p:nvPicPr>
              <p:blipFill>
                <a:blip r:embed="rId83"/>
                <a:stretch>
                  <a:fillRect/>
                </a:stretch>
              </p:blipFill>
              <p:spPr>
                <a:xfrm>
                  <a:off x="9195285" y="3103510"/>
                  <a:ext cx="17172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21" name="Ink 20">
                  <a:extLst>
                    <a:ext uri="{FF2B5EF4-FFF2-40B4-BE49-F238E27FC236}">
                      <a16:creationId xmlns:a16="http://schemas.microsoft.com/office/drawing/2014/main" id="{D2EEEBA6-16D6-F1F2-4839-173A6F20F24F}"/>
                    </a:ext>
                  </a:extLst>
                </p14:cNvPr>
                <p14:cNvContentPartPr/>
                <p14:nvPr/>
              </p14:nvContentPartPr>
              <p14:xfrm>
                <a:off x="8072805" y="2846830"/>
                <a:ext cx="1646640" cy="794520"/>
              </p14:xfrm>
            </p:contentPart>
          </mc:Choice>
          <mc:Fallback>
            <p:pic>
              <p:nvPicPr>
                <p:cNvPr id="21" name="Ink 20">
                  <a:extLst>
                    <a:ext uri="{FF2B5EF4-FFF2-40B4-BE49-F238E27FC236}">
                      <a16:creationId xmlns:a16="http://schemas.microsoft.com/office/drawing/2014/main" id="{D2EEEBA6-16D6-F1F2-4839-173A6F20F24F}"/>
                    </a:ext>
                  </a:extLst>
                </p:cNvPr>
                <p:cNvPicPr/>
                <p:nvPr/>
              </p:nvPicPr>
              <p:blipFill>
                <a:blip r:embed="rId85"/>
                <a:stretch>
                  <a:fillRect/>
                </a:stretch>
              </p:blipFill>
              <p:spPr>
                <a:xfrm>
                  <a:off x="8063805" y="2837830"/>
                  <a:ext cx="1664280" cy="8121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22" name="Ink 21">
                  <a:extLst>
                    <a:ext uri="{FF2B5EF4-FFF2-40B4-BE49-F238E27FC236}">
                      <a16:creationId xmlns:a16="http://schemas.microsoft.com/office/drawing/2014/main" id="{AD4A38C5-6623-E6A1-003E-60B2D97BF134}"/>
                    </a:ext>
                  </a:extLst>
                </p14:cNvPr>
                <p14:cNvContentPartPr/>
                <p14:nvPr/>
              </p14:nvContentPartPr>
              <p14:xfrm>
                <a:off x="10186725" y="3671230"/>
                <a:ext cx="336960" cy="289080"/>
              </p14:xfrm>
            </p:contentPart>
          </mc:Choice>
          <mc:Fallback>
            <p:pic>
              <p:nvPicPr>
                <p:cNvPr id="22" name="Ink 21">
                  <a:extLst>
                    <a:ext uri="{FF2B5EF4-FFF2-40B4-BE49-F238E27FC236}">
                      <a16:creationId xmlns:a16="http://schemas.microsoft.com/office/drawing/2014/main" id="{AD4A38C5-6623-E6A1-003E-60B2D97BF134}"/>
                    </a:ext>
                  </a:extLst>
                </p:cNvPr>
                <p:cNvPicPr/>
                <p:nvPr/>
              </p:nvPicPr>
              <p:blipFill>
                <a:blip r:embed="rId87"/>
                <a:stretch>
                  <a:fillRect/>
                </a:stretch>
              </p:blipFill>
              <p:spPr>
                <a:xfrm>
                  <a:off x="10178085" y="3662230"/>
                  <a:ext cx="354600" cy="3067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23" name="Ink 22">
                  <a:extLst>
                    <a:ext uri="{FF2B5EF4-FFF2-40B4-BE49-F238E27FC236}">
                      <a16:creationId xmlns:a16="http://schemas.microsoft.com/office/drawing/2014/main" id="{86345663-99E0-EC2D-6B7C-FBAC519FE409}"/>
                    </a:ext>
                  </a:extLst>
                </p14:cNvPr>
                <p14:cNvContentPartPr/>
                <p14:nvPr/>
              </p14:nvContentPartPr>
              <p14:xfrm>
                <a:off x="10662645" y="3665830"/>
                <a:ext cx="203760" cy="186840"/>
              </p14:xfrm>
            </p:contentPart>
          </mc:Choice>
          <mc:Fallback>
            <p:pic>
              <p:nvPicPr>
                <p:cNvPr id="23" name="Ink 22">
                  <a:extLst>
                    <a:ext uri="{FF2B5EF4-FFF2-40B4-BE49-F238E27FC236}">
                      <a16:creationId xmlns:a16="http://schemas.microsoft.com/office/drawing/2014/main" id="{86345663-99E0-EC2D-6B7C-FBAC519FE409}"/>
                    </a:ext>
                  </a:extLst>
                </p:cNvPr>
                <p:cNvPicPr/>
                <p:nvPr/>
              </p:nvPicPr>
              <p:blipFill>
                <a:blip r:embed="rId89"/>
                <a:stretch>
                  <a:fillRect/>
                </a:stretch>
              </p:blipFill>
              <p:spPr>
                <a:xfrm>
                  <a:off x="10654005" y="3657190"/>
                  <a:ext cx="22140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24" name="Ink 23">
                  <a:extLst>
                    <a:ext uri="{FF2B5EF4-FFF2-40B4-BE49-F238E27FC236}">
                      <a16:creationId xmlns:a16="http://schemas.microsoft.com/office/drawing/2014/main" id="{1A39CB78-B355-87E9-5B0E-584735931E52}"/>
                    </a:ext>
                  </a:extLst>
                </p14:cNvPr>
                <p14:cNvContentPartPr/>
                <p14:nvPr/>
              </p14:nvContentPartPr>
              <p14:xfrm>
                <a:off x="11008965" y="3666910"/>
                <a:ext cx="218880" cy="232200"/>
              </p14:xfrm>
            </p:contentPart>
          </mc:Choice>
          <mc:Fallback>
            <p:pic>
              <p:nvPicPr>
                <p:cNvPr id="24" name="Ink 23">
                  <a:extLst>
                    <a:ext uri="{FF2B5EF4-FFF2-40B4-BE49-F238E27FC236}">
                      <a16:creationId xmlns:a16="http://schemas.microsoft.com/office/drawing/2014/main" id="{1A39CB78-B355-87E9-5B0E-584735931E52}"/>
                    </a:ext>
                  </a:extLst>
                </p:cNvPr>
                <p:cNvPicPr/>
                <p:nvPr/>
              </p:nvPicPr>
              <p:blipFill>
                <a:blip r:embed="rId91"/>
                <a:stretch>
                  <a:fillRect/>
                </a:stretch>
              </p:blipFill>
              <p:spPr>
                <a:xfrm>
                  <a:off x="10999965" y="3657910"/>
                  <a:ext cx="23652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25" name="Ink 24">
                  <a:extLst>
                    <a:ext uri="{FF2B5EF4-FFF2-40B4-BE49-F238E27FC236}">
                      <a16:creationId xmlns:a16="http://schemas.microsoft.com/office/drawing/2014/main" id="{9AE2AF29-0FD6-5FF6-B56C-90D49B174622}"/>
                    </a:ext>
                  </a:extLst>
                </p14:cNvPr>
                <p14:cNvContentPartPr/>
                <p14:nvPr/>
              </p14:nvContentPartPr>
              <p14:xfrm>
                <a:off x="10070805" y="3445870"/>
                <a:ext cx="1414800" cy="770040"/>
              </p14:xfrm>
            </p:contentPart>
          </mc:Choice>
          <mc:Fallback>
            <p:pic>
              <p:nvPicPr>
                <p:cNvPr id="25" name="Ink 24">
                  <a:extLst>
                    <a:ext uri="{FF2B5EF4-FFF2-40B4-BE49-F238E27FC236}">
                      <a16:creationId xmlns:a16="http://schemas.microsoft.com/office/drawing/2014/main" id="{9AE2AF29-0FD6-5FF6-B56C-90D49B174622}"/>
                    </a:ext>
                  </a:extLst>
                </p:cNvPr>
                <p:cNvPicPr/>
                <p:nvPr/>
              </p:nvPicPr>
              <p:blipFill>
                <a:blip r:embed="rId93"/>
                <a:stretch>
                  <a:fillRect/>
                </a:stretch>
              </p:blipFill>
              <p:spPr>
                <a:xfrm>
                  <a:off x="10062165" y="3436870"/>
                  <a:ext cx="1432440" cy="7876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5" name="Ink 54">
                  <a:extLst>
                    <a:ext uri="{FF2B5EF4-FFF2-40B4-BE49-F238E27FC236}">
                      <a16:creationId xmlns:a16="http://schemas.microsoft.com/office/drawing/2014/main" id="{237FACAE-CB14-C5B1-A08C-5B0420B7E669}"/>
                    </a:ext>
                  </a:extLst>
                </p14:cNvPr>
                <p14:cNvContentPartPr/>
                <p14:nvPr/>
              </p14:nvContentPartPr>
              <p14:xfrm>
                <a:off x="5802645" y="4172710"/>
                <a:ext cx="65520" cy="175320"/>
              </p14:xfrm>
            </p:contentPart>
          </mc:Choice>
          <mc:Fallback>
            <p:pic>
              <p:nvPicPr>
                <p:cNvPr id="55" name="Ink 54">
                  <a:extLst>
                    <a:ext uri="{FF2B5EF4-FFF2-40B4-BE49-F238E27FC236}">
                      <a16:creationId xmlns:a16="http://schemas.microsoft.com/office/drawing/2014/main" id="{237FACAE-CB14-C5B1-A08C-5B0420B7E669}"/>
                    </a:ext>
                  </a:extLst>
                </p:cNvPr>
                <p:cNvPicPr/>
                <p:nvPr/>
              </p:nvPicPr>
              <p:blipFill>
                <a:blip r:embed="rId95"/>
                <a:stretch>
                  <a:fillRect/>
                </a:stretch>
              </p:blipFill>
              <p:spPr>
                <a:xfrm>
                  <a:off x="5794005" y="4164070"/>
                  <a:ext cx="8316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6" name="Ink 55">
                  <a:extLst>
                    <a:ext uri="{FF2B5EF4-FFF2-40B4-BE49-F238E27FC236}">
                      <a16:creationId xmlns:a16="http://schemas.microsoft.com/office/drawing/2014/main" id="{37970D3C-3C15-333E-4593-60AE3B887A19}"/>
                    </a:ext>
                  </a:extLst>
                </p14:cNvPr>
                <p14:cNvContentPartPr/>
                <p14:nvPr/>
              </p14:nvContentPartPr>
              <p14:xfrm>
                <a:off x="5797605" y="3938350"/>
                <a:ext cx="46080" cy="82800"/>
              </p14:xfrm>
            </p:contentPart>
          </mc:Choice>
          <mc:Fallback>
            <p:pic>
              <p:nvPicPr>
                <p:cNvPr id="56" name="Ink 55">
                  <a:extLst>
                    <a:ext uri="{FF2B5EF4-FFF2-40B4-BE49-F238E27FC236}">
                      <a16:creationId xmlns:a16="http://schemas.microsoft.com/office/drawing/2014/main" id="{37970D3C-3C15-333E-4593-60AE3B887A19}"/>
                    </a:ext>
                  </a:extLst>
                </p:cNvPr>
                <p:cNvPicPr/>
                <p:nvPr/>
              </p:nvPicPr>
              <p:blipFill>
                <a:blip r:embed="rId97"/>
                <a:stretch>
                  <a:fillRect/>
                </a:stretch>
              </p:blipFill>
              <p:spPr>
                <a:xfrm>
                  <a:off x="5788965" y="3929350"/>
                  <a:ext cx="6372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7" name="Ink 56">
                  <a:extLst>
                    <a:ext uri="{FF2B5EF4-FFF2-40B4-BE49-F238E27FC236}">
                      <a16:creationId xmlns:a16="http://schemas.microsoft.com/office/drawing/2014/main" id="{FC586D39-B320-D652-FED4-CE19248048EB}"/>
                    </a:ext>
                  </a:extLst>
                </p14:cNvPr>
                <p14:cNvContentPartPr/>
                <p14:nvPr/>
              </p14:nvContentPartPr>
              <p14:xfrm>
                <a:off x="5889405" y="3822430"/>
                <a:ext cx="50400" cy="35280"/>
              </p14:xfrm>
            </p:contentPart>
          </mc:Choice>
          <mc:Fallback>
            <p:pic>
              <p:nvPicPr>
                <p:cNvPr id="57" name="Ink 56">
                  <a:extLst>
                    <a:ext uri="{FF2B5EF4-FFF2-40B4-BE49-F238E27FC236}">
                      <a16:creationId xmlns:a16="http://schemas.microsoft.com/office/drawing/2014/main" id="{FC586D39-B320-D652-FED4-CE19248048EB}"/>
                    </a:ext>
                  </a:extLst>
                </p:cNvPr>
                <p:cNvPicPr/>
                <p:nvPr/>
              </p:nvPicPr>
              <p:blipFill>
                <a:blip r:embed="rId99"/>
                <a:stretch>
                  <a:fillRect/>
                </a:stretch>
              </p:blipFill>
              <p:spPr>
                <a:xfrm>
                  <a:off x="5880405" y="3813430"/>
                  <a:ext cx="6804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8" name="Ink 57">
                  <a:extLst>
                    <a:ext uri="{FF2B5EF4-FFF2-40B4-BE49-F238E27FC236}">
                      <a16:creationId xmlns:a16="http://schemas.microsoft.com/office/drawing/2014/main" id="{1B42000D-2904-C861-9AB4-BAB712AB716C}"/>
                    </a:ext>
                  </a:extLst>
                </p14:cNvPr>
                <p14:cNvContentPartPr/>
                <p14:nvPr/>
              </p14:nvContentPartPr>
              <p14:xfrm>
                <a:off x="6146085" y="3782470"/>
                <a:ext cx="118080" cy="14760"/>
              </p14:xfrm>
            </p:contentPart>
          </mc:Choice>
          <mc:Fallback>
            <p:pic>
              <p:nvPicPr>
                <p:cNvPr id="58" name="Ink 57">
                  <a:extLst>
                    <a:ext uri="{FF2B5EF4-FFF2-40B4-BE49-F238E27FC236}">
                      <a16:creationId xmlns:a16="http://schemas.microsoft.com/office/drawing/2014/main" id="{1B42000D-2904-C861-9AB4-BAB712AB716C}"/>
                    </a:ext>
                  </a:extLst>
                </p:cNvPr>
                <p:cNvPicPr/>
                <p:nvPr/>
              </p:nvPicPr>
              <p:blipFill>
                <a:blip r:embed="rId101"/>
                <a:stretch>
                  <a:fillRect/>
                </a:stretch>
              </p:blipFill>
              <p:spPr>
                <a:xfrm>
                  <a:off x="6137445" y="3773470"/>
                  <a:ext cx="13572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59" name="Ink 58">
                  <a:extLst>
                    <a:ext uri="{FF2B5EF4-FFF2-40B4-BE49-F238E27FC236}">
                      <a16:creationId xmlns:a16="http://schemas.microsoft.com/office/drawing/2014/main" id="{169825BA-544C-5AFE-0012-786F56060F2C}"/>
                    </a:ext>
                  </a:extLst>
                </p14:cNvPr>
                <p14:cNvContentPartPr/>
                <p14:nvPr/>
              </p14:nvContentPartPr>
              <p14:xfrm>
                <a:off x="6697245" y="3747190"/>
                <a:ext cx="101520" cy="7560"/>
              </p14:xfrm>
            </p:contentPart>
          </mc:Choice>
          <mc:Fallback>
            <p:pic>
              <p:nvPicPr>
                <p:cNvPr id="59" name="Ink 58">
                  <a:extLst>
                    <a:ext uri="{FF2B5EF4-FFF2-40B4-BE49-F238E27FC236}">
                      <a16:creationId xmlns:a16="http://schemas.microsoft.com/office/drawing/2014/main" id="{169825BA-544C-5AFE-0012-786F56060F2C}"/>
                    </a:ext>
                  </a:extLst>
                </p:cNvPr>
                <p:cNvPicPr/>
                <p:nvPr/>
              </p:nvPicPr>
              <p:blipFill>
                <a:blip r:embed="rId103"/>
                <a:stretch>
                  <a:fillRect/>
                </a:stretch>
              </p:blipFill>
              <p:spPr>
                <a:xfrm>
                  <a:off x="6688245" y="3738550"/>
                  <a:ext cx="11916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0" name="Ink 59">
                  <a:extLst>
                    <a:ext uri="{FF2B5EF4-FFF2-40B4-BE49-F238E27FC236}">
                      <a16:creationId xmlns:a16="http://schemas.microsoft.com/office/drawing/2014/main" id="{A2BCFFF8-A123-F6C0-7320-DBCEE30CBAB3}"/>
                    </a:ext>
                  </a:extLst>
                </p14:cNvPr>
                <p14:cNvContentPartPr/>
                <p14:nvPr/>
              </p14:nvContentPartPr>
              <p14:xfrm>
                <a:off x="7175685" y="3715150"/>
                <a:ext cx="2629800" cy="136440"/>
              </p14:xfrm>
            </p:contentPart>
          </mc:Choice>
          <mc:Fallback>
            <p:pic>
              <p:nvPicPr>
                <p:cNvPr id="60" name="Ink 59">
                  <a:extLst>
                    <a:ext uri="{FF2B5EF4-FFF2-40B4-BE49-F238E27FC236}">
                      <a16:creationId xmlns:a16="http://schemas.microsoft.com/office/drawing/2014/main" id="{A2BCFFF8-A123-F6C0-7320-DBCEE30CBAB3}"/>
                    </a:ext>
                  </a:extLst>
                </p:cNvPr>
                <p:cNvPicPr/>
                <p:nvPr/>
              </p:nvPicPr>
              <p:blipFill>
                <a:blip r:embed="rId105"/>
                <a:stretch>
                  <a:fillRect/>
                </a:stretch>
              </p:blipFill>
              <p:spPr>
                <a:xfrm>
                  <a:off x="7167045" y="3706510"/>
                  <a:ext cx="264744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1" name="Ink 60">
                  <a:extLst>
                    <a:ext uri="{FF2B5EF4-FFF2-40B4-BE49-F238E27FC236}">
                      <a16:creationId xmlns:a16="http://schemas.microsoft.com/office/drawing/2014/main" id="{D18A6D63-A78D-E501-7B0C-182F9D957B58}"/>
                    </a:ext>
                  </a:extLst>
                </p14:cNvPr>
                <p14:cNvContentPartPr/>
                <p14:nvPr/>
              </p14:nvContentPartPr>
              <p14:xfrm>
                <a:off x="9697125" y="3742510"/>
                <a:ext cx="124560" cy="191880"/>
              </p14:xfrm>
            </p:contentPart>
          </mc:Choice>
          <mc:Fallback>
            <p:pic>
              <p:nvPicPr>
                <p:cNvPr id="61" name="Ink 60">
                  <a:extLst>
                    <a:ext uri="{FF2B5EF4-FFF2-40B4-BE49-F238E27FC236}">
                      <a16:creationId xmlns:a16="http://schemas.microsoft.com/office/drawing/2014/main" id="{D18A6D63-A78D-E501-7B0C-182F9D957B58}"/>
                    </a:ext>
                  </a:extLst>
                </p:cNvPr>
                <p:cNvPicPr/>
                <p:nvPr/>
              </p:nvPicPr>
              <p:blipFill>
                <a:blip r:embed="rId107"/>
                <a:stretch>
                  <a:fillRect/>
                </a:stretch>
              </p:blipFill>
              <p:spPr>
                <a:xfrm>
                  <a:off x="9688125" y="3733510"/>
                  <a:ext cx="14220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2" name="Ink 61">
                  <a:extLst>
                    <a:ext uri="{FF2B5EF4-FFF2-40B4-BE49-F238E27FC236}">
                      <a16:creationId xmlns:a16="http://schemas.microsoft.com/office/drawing/2014/main" id="{A68E4D5F-AB6F-1493-A713-D653C7887D8C}"/>
                    </a:ext>
                  </a:extLst>
                </p14:cNvPr>
                <p14:cNvContentPartPr/>
                <p14:nvPr/>
              </p14:nvContentPartPr>
              <p14:xfrm>
                <a:off x="9960285" y="4006030"/>
                <a:ext cx="222120" cy="13320"/>
              </p14:xfrm>
            </p:contentPart>
          </mc:Choice>
          <mc:Fallback>
            <p:pic>
              <p:nvPicPr>
                <p:cNvPr id="62" name="Ink 61">
                  <a:extLst>
                    <a:ext uri="{FF2B5EF4-FFF2-40B4-BE49-F238E27FC236}">
                      <a16:creationId xmlns:a16="http://schemas.microsoft.com/office/drawing/2014/main" id="{A68E4D5F-AB6F-1493-A713-D653C7887D8C}"/>
                    </a:ext>
                  </a:extLst>
                </p:cNvPr>
                <p:cNvPicPr/>
                <p:nvPr/>
              </p:nvPicPr>
              <p:blipFill>
                <a:blip r:embed="rId109"/>
                <a:stretch>
                  <a:fillRect/>
                </a:stretch>
              </p:blipFill>
              <p:spPr>
                <a:xfrm>
                  <a:off x="9951285" y="3997030"/>
                  <a:ext cx="23976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6" name="Ink 65">
                  <a:extLst>
                    <a:ext uri="{FF2B5EF4-FFF2-40B4-BE49-F238E27FC236}">
                      <a16:creationId xmlns:a16="http://schemas.microsoft.com/office/drawing/2014/main" id="{81A0903F-E5A1-E999-A4C7-BA133A7F801C}"/>
                    </a:ext>
                  </a:extLst>
                </p14:cNvPr>
                <p14:cNvContentPartPr/>
                <p14:nvPr/>
              </p14:nvContentPartPr>
              <p14:xfrm>
                <a:off x="5484765" y="4101430"/>
                <a:ext cx="2242440" cy="1294200"/>
              </p14:xfrm>
            </p:contentPart>
          </mc:Choice>
          <mc:Fallback>
            <p:pic>
              <p:nvPicPr>
                <p:cNvPr id="66" name="Ink 65">
                  <a:extLst>
                    <a:ext uri="{FF2B5EF4-FFF2-40B4-BE49-F238E27FC236}">
                      <a16:creationId xmlns:a16="http://schemas.microsoft.com/office/drawing/2014/main" id="{81A0903F-E5A1-E999-A4C7-BA133A7F801C}"/>
                    </a:ext>
                  </a:extLst>
                </p:cNvPr>
                <p:cNvPicPr/>
                <p:nvPr/>
              </p:nvPicPr>
              <p:blipFill>
                <a:blip r:embed="rId111"/>
                <a:stretch>
                  <a:fillRect/>
                </a:stretch>
              </p:blipFill>
              <p:spPr>
                <a:xfrm>
                  <a:off x="5475765" y="4092790"/>
                  <a:ext cx="2260080" cy="13118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7" name="Ink 66">
                  <a:extLst>
                    <a:ext uri="{FF2B5EF4-FFF2-40B4-BE49-F238E27FC236}">
                      <a16:creationId xmlns:a16="http://schemas.microsoft.com/office/drawing/2014/main" id="{6F1BBA1E-17FE-E941-FAA5-82D1E78AF457}"/>
                    </a:ext>
                  </a:extLst>
                </p14:cNvPr>
                <p14:cNvContentPartPr/>
                <p14:nvPr/>
              </p14:nvContentPartPr>
              <p14:xfrm>
                <a:off x="5434365" y="5277190"/>
                <a:ext cx="119160" cy="198720"/>
              </p14:xfrm>
            </p:contentPart>
          </mc:Choice>
          <mc:Fallback>
            <p:pic>
              <p:nvPicPr>
                <p:cNvPr id="67" name="Ink 66">
                  <a:extLst>
                    <a:ext uri="{FF2B5EF4-FFF2-40B4-BE49-F238E27FC236}">
                      <a16:creationId xmlns:a16="http://schemas.microsoft.com/office/drawing/2014/main" id="{6F1BBA1E-17FE-E941-FAA5-82D1E78AF457}"/>
                    </a:ext>
                  </a:extLst>
                </p:cNvPr>
                <p:cNvPicPr/>
                <p:nvPr/>
              </p:nvPicPr>
              <p:blipFill>
                <a:blip r:embed="rId113"/>
                <a:stretch>
                  <a:fillRect/>
                </a:stretch>
              </p:blipFill>
              <p:spPr>
                <a:xfrm>
                  <a:off x="5425365" y="5268550"/>
                  <a:ext cx="13680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8" name="Ink 67">
                  <a:extLst>
                    <a:ext uri="{FF2B5EF4-FFF2-40B4-BE49-F238E27FC236}">
                      <a16:creationId xmlns:a16="http://schemas.microsoft.com/office/drawing/2014/main" id="{9FBD3D2B-28D6-77D3-4557-58435DC1D17E}"/>
                    </a:ext>
                  </a:extLst>
                </p14:cNvPr>
                <p14:cNvContentPartPr/>
                <p14:nvPr/>
              </p14:nvContentPartPr>
              <p14:xfrm>
                <a:off x="7593645" y="4075150"/>
                <a:ext cx="2342520" cy="79200"/>
              </p14:xfrm>
            </p:contentPart>
          </mc:Choice>
          <mc:Fallback>
            <p:pic>
              <p:nvPicPr>
                <p:cNvPr id="68" name="Ink 67">
                  <a:extLst>
                    <a:ext uri="{FF2B5EF4-FFF2-40B4-BE49-F238E27FC236}">
                      <a16:creationId xmlns:a16="http://schemas.microsoft.com/office/drawing/2014/main" id="{9FBD3D2B-28D6-77D3-4557-58435DC1D17E}"/>
                    </a:ext>
                  </a:extLst>
                </p:cNvPr>
                <p:cNvPicPr/>
                <p:nvPr/>
              </p:nvPicPr>
              <p:blipFill>
                <a:blip r:embed="rId115"/>
                <a:stretch>
                  <a:fillRect/>
                </a:stretch>
              </p:blipFill>
              <p:spPr>
                <a:xfrm>
                  <a:off x="7584645" y="4066150"/>
                  <a:ext cx="2360160" cy="96840"/>
                </a:xfrm>
                <a:prstGeom prst="rect">
                  <a:avLst/>
                </a:prstGeom>
              </p:spPr>
            </p:pic>
          </mc:Fallback>
        </mc:AlternateContent>
      </p:grpSp>
      <p:grpSp>
        <p:nvGrpSpPr>
          <p:cNvPr id="76" name="Group 75">
            <a:extLst>
              <a:ext uri="{FF2B5EF4-FFF2-40B4-BE49-F238E27FC236}">
                <a16:creationId xmlns:a16="http://schemas.microsoft.com/office/drawing/2014/main" id="{5906EA20-98B9-BA48-AF10-4DFA1B2651C6}"/>
              </a:ext>
            </a:extLst>
          </p:cNvPr>
          <p:cNvGrpSpPr/>
          <p:nvPr/>
        </p:nvGrpSpPr>
        <p:grpSpPr>
          <a:xfrm>
            <a:off x="749685" y="4112590"/>
            <a:ext cx="1550520" cy="489960"/>
            <a:chOff x="749685" y="4112590"/>
            <a:chExt cx="1550520" cy="489960"/>
          </a:xfrm>
        </p:grpSpPr>
        <mc:AlternateContent xmlns:mc="http://schemas.openxmlformats.org/markup-compatibility/2006">
          <mc:Choice xmlns:p14="http://schemas.microsoft.com/office/powerpoint/2010/main" Requires="p14">
            <p:contentPart p14:bwMode="auto" r:id="rId116">
              <p14:nvContentPartPr>
                <p14:cNvPr id="70" name="Ink 69">
                  <a:extLst>
                    <a:ext uri="{FF2B5EF4-FFF2-40B4-BE49-F238E27FC236}">
                      <a16:creationId xmlns:a16="http://schemas.microsoft.com/office/drawing/2014/main" id="{6049DD01-C599-AD36-6188-395DB8F05F8F}"/>
                    </a:ext>
                  </a:extLst>
                </p14:cNvPr>
                <p14:cNvContentPartPr/>
                <p14:nvPr/>
              </p14:nvContentPartPr>
              <p14:xfrm>
                <a:off x="749685" y="4217350"/>
                <a:ext cx="223920" cy="385200"/>
              </p14:xfrm>
            </p:contentPart>
          </mc:Choice>
          <mc:Fallback>
            <p:pic>
              <p:nvPicPr>
                <p:cNvPr id="70" name="Ink 69">
                  <a:extLst>
                    <a:ext uri="{FF2B5EF4-FFF2-40B4-BE49-F238E27FC236}">
                      <a16:creationId xmlns:a16="http://schemas.microsoft.com/office/drawing/2014/main" id="{6049DD01-C599-AD36-6188-395DB8F05F8F}"/>
                    </a:ext>
                  </a:extLst>
                </p:cNvPr>
                <p:cNvPicPr/>
                <p:nvPr/>
              </p:nvPicPr>
              <p:blipFill>
                <a:blip r:embed="rId117"/>
                <a:stretch>
                  <a:fillRect/>
                </a:stretch>
              </p:blipFill>
              <p:spPr>
                <a:xfrm>
                  <a:off x="740685" y="4208710"/>
                  <a:ext cx="241560" cy="4028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1" name="Ink 70">
                  <a:extLst>
                    <a:ext uri="{FF2B5EF4-FFF2-40B4-BE49-F238E27FC236}">
                      <a16:creationId xmlns:a16="http://schemas.microsoft.com/office/drawing/2014/main" id="{C75474CF-3DB6-070D-D18B-F860791D04A2}"/>
                    </a:ext>
                  </a:extLst>
                </p14:cNvPr>
                <p14:cNvContentPartPr/>
                <p14:nvPr/>
              </p14:nvContentPartPr>
              <p14:xfrm>
                <a:off x="1009605" y="4319950"/>
                <a:ext cx="324360" cy="235800"/>
              </p14:xfrm>
            </p:contentPart>
          </mc:Choice>
          <mc:Fallback>
            <p:pic>
              <p:nvPicPr>
                <p:cNvPr id="71" name="Ink 70">
                  <a:extLst>
                    <a:ext uri="{FF2B5EF4-FFF2-40B4-BE49-F238E27FC236}">
                      <a16:creationId xmlns:a16="http://schemas.microsoft.com/office/drawing/2014/main" id="{C75474CF-3DB6-070D-D18B-F860791D04A2}"/>
                    </a:ext>
                  </a:extLst>
                </p:cNvPr>
                <p:cNvPicPr/>
                <p:nvPr/>
              </p:nvPicPr>
              <p:blipFill>
                <a:blip r:embed="rId119"/>
                <a:stretch>
                  <a:fillRect/>
                </a:stretch>
              </p:blipFill>
              <p:spPr>
                <a:xfrm>
                  <a:off x="1000965" y="4310950"/>
                  <a:ext cx="34200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2" name="Ink 71">
                  <a:extLst>
                    <a:ext uri="{FF2B5EF4-FFF2-40B4-BE49-F238E27FC236}">
                      <a16:creationId xmlns:a16="http://schemas.microsoft.com/office/drawing/2014/main" id="{8675E000-4D91-C5AE-1B0B-A05C2CFD8528}"/>
                    </a:ext>
                  </a:extLst>
                </p14:cNvPr>
                <p14:cNvContentPartPr/>
                <p14:nvPr/>
              </p14:nvContentPartPr>
              <p14:xfrm>
                <a:off x="1398765" y="4293310"/>
                <a:ext cx="82440" cy="191880"/>
              </p14:xfrm>
            </p:contentPart>
          </mc:Choice>
          <mc:Fallback>
            <p:pic>
              <p:nvPicPr>
                <p:cNvPr id="72" name="Ink 71">
                  <a:extLst>
                    <a:ext uri="{FF2B5EF4-FFF2-40B4-BE49-F238E27FC236}">
                      <a16:creationId xmlns:a16="http://schemas.microsoft.com/office/drawing/2014/main" id="{8675E000-4D91-C5AE-1B0B-A05C2CFD8528}"/>
                    </a:ext>
                  </a:extLst>
                </p:cNvPr>
                <p:cNvPicPr/>
                <p:nvPr/>
              </p:nvPicPr>
              <p:blipFill>
                <a:blip r:embed="rId121"/>
                <a:stretch>
                  <a:fillRect/>
                </a:stretch>
              </p:blipFill>
              <p:spPr>
                <a:xfrm>
                  <a:off x="1390125" y="4284670"/>
                  <a:ext cx="10008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3" name="Ink 72">
                  <a:extLst>
                    <a:ext uri="{FF2B5EF4-FFF2-40B4-BE49-F238E27FC236}">
                      <a16:creationId xmlns:a16="http://schemas.microsoft.com/office/drawing/2014/main" id="{3631D29C-1BAD-72E1-476C-D486A522DC52}"/>
                    </a:ext>
                  </a:extLst>
                </p14:cNvPr>
                <p14:cNvContentPartPr/>
                <p14:nvPr/>
              </p14:nvContentPartPr>
              <p14:xfrm>
                <a:off x="1501365" y="4280350"/>
                <a:ext cx="165240" cy="164520"/>
              </p14:xfrm>
            </p:contentPart>
          </mc:Choice>
          <mc:Fallback>
            <p:pic>
              <p:nvPicPr>
                <p:cNvPr id="73" name="Ink 72">
                  <a:extLst>
                    <a:ext uri="{FF2B5EF4-FFF2-40B4-BE49-F238E27FC236}">
                      <a16:creationId xmlns:a16="http://schemas.microsoft.com/office/drawing/2014/main" id="{3631D29C-1BAD-72E1-476C-D486A522DC52}"/>
                    </a:ext>
                  </a:extLst>
                </p:cNvPr>
                <p:cNvPicPr/>
                <p:nvPr/>
              </p:nvPicPr>
              <p:blipFill>
                <a:blip r:embed="rId123"/>
                <a:stretch>
                  <a:fillRect/>
                </a:stretch>
              </p:blipFill>
              <p:spPr>
                <a:xfrm>
                  <a:off x="1492725" y="4271710"/>
                  <a:ext cx="18288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4" name="Ink 73">
                  <a:extLst>
                    <a:ext uri="{FF2B5EF4-FFF2-40B4-BE49-F238E27FC236}">
                      <a16:creationId xmlns:a16="http://schemas.microsoft.com/office/drawing/2014/main" id="{D32AFDF9-C1C2-4CFC-F2AD-B785E0E742F0}"/>
                    </a:ext>
                  </a:extLst>
                </p14:cNvPr>
                <p14:cNvContentPartPr/>
                <p14:nvPr/>
              </p14:nvContentPartPr>
              <p14:xfrm>
                <a:off x="1679925" y="4203310"/>
                <a:ext cx="376200" cy="186120"/>
              </p14:xfrm>
            </p:contentPart>
          </mc:Choice>
          <mc:Fallback>
            <p:pic>
              <p:nvPicPr>
                <p:cNvPr id="74" name="Ink 73">
                  <a:extLst>
                    <a:ext uri="{FF2B5EF4-FFF2-40B4-BE49-F238E27FC236}">
                      <a16:creationId xmlns:a16="http://schemas.microsoft.com/office/drawing/2014/main" id="{D32AFDF9-C1C2-4CFC-F2AD-B785E0E742F0}"/>
                    </a:ext>
                  </a:extLst>
                </p:cNvPr>
                <p:cNvPicPr/>
                <p:nvPr/>
              </p:nvPicPr>
              <p:blipFill>
                <a:blip r:embed="rId125"/>
                <a:stretch>
                  <a:fillRect/>
                </a:stretch>
              </p:blipFill>
              <p:spPr>
                <a:xfrm>
                  <a:off x="1671285" y="4194670"/>
                  <a:ext cx="39384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5" name="Ink 74">
                  <a:extLst>
                    <a:ext uri="{FF2B5EF4-FFF2-40B4-BE49-F238E27FC236}">
                      <a16:creationId xmlns:a16="http://schemas.microsoft.com/office/drawing/2014/main" id="{FAE406FA-00D3-E9FF-7D69-1C02B83ED499}"/>
                    </a:ext>
                  </a:extLst>
                </p14:cNvPr>
                <p14:cNvContentPartPr/>
                <p14:nvPr/>
              </p14:nvContentPartPr>
              <p14:xfrm>
                <a:off x="2087805" y="4112590"/>
                <a:ext cx="212400" cy="213120"/>
              </p14:xfrm>
            </p:contentPart>
          </mc:Choice>
          <mc:Fallback>
            <p:pic>
              <p:nvPicPr>
                <p:cNvPr id="75" name="Ink 74">
                  <a:extLst>
                    <a:ext uri="{FF2B5EF4-FFF2-40B4-BE49-F238E27FC236}">
                      <a16:creationId xmlns:a16="http://schemas.microsoft.com/office/drawing/2014/main" id="{FAE406FA-00D3-E9FF-7D69-1C02B83ED499}"/>
                    </a:ext>
                  </a:extLst>
                </p:cNvPr>
                <p:cNvPicPr/>
                <p:nvPr/>
              </p:nvPicPr>
              <p:blipFill>
                <a:blip r:embed="rId127"/>
                <a:stretch>
                  <a:fillRect/>
                </a:stretch>
              </p:blipFill>
              <p:spPr>
                <a:xfrm>
                  <a:off x="2078805" y="4103950"/>
                  <a:ext cx="230040" cy="230760"/>
                </a:xfrm>
                <a:prstGeom prst="rect">
                  <a:avLst/>
                </a:prstGeom>
              </p:spPr>
            </p:pic>
          </mc:Fallback>
        </mc:AlternateContent>
      </p:grpSp>
      <p:grpSp>
        <p:nvGrpSpPr>
          <p:cNvPr id="91" name="Group 90">
            <a:extLst>
              <a:ext uri="{FF2B5EF4-FFF2-40B4-BE49-F238E27FC236}">
                <a16:creationId xmlns:a16="http://schemas.microsoft.com/office/drawing/2014/main" id="{92D5B72F-0F8F-3B65-136B-70B90637958A}"/>
              </a:ext>
            </a:extLst>
          </p:cNvPr>
          <p:cNvGrpSpPr/>
          <p:nvPr/>
        </p:nvGrpSpPr>
        <p:grpSpPr>
          <a:xfrm>
            <a:off x="7651245" y="5662030"/>
            <a:ext cx="1428480" cy="715320"/>
            <a:chOff x="7651245" y="5662030"/>
            <a:chExt cx="1428480" cy="715320"/>
          </a:xfrm>
        </p:grpSpPr>
        <mc:AlternateContent xmlns:mc="http://schemas.openxmlformats.org/markup-compatibility/2006">
          <mc:Choice xmlns:p14="http://schemas.microsoft.com/office/powerpoint/2010/main" Requires="p14">
            <p:contentPart p14:bwMode="auto" r:id="rId128">
              <p14:nvContentPartPr>
                <p14:cNvPr id="77" name="Ink 76">
                  <a:extLst>
                    <a:ext uri="{FF2B5EF4-FFF2-40B4-BE49-F238E27FC236}">
                      <a16:creationId xmlns:a16="http://schemas.microsoft.com/office/drawing/2014/main" id="{43E58F2B-2C62-0053-EF2C-9E6D05E171E0}"/>
                    </a:ext>
                  </a:extLst>
                </p14:cNvPr>
                <p14:cNvContentPartPr/>
                <p14:nvPr/>
              </p14:nvContentPartPr>
              <p14:xfrm>
                <a:off x="7762485" y="5820430"/>
                <a:ext cx="19440" cy="237960"/>
              </p14:xfrm>
            </p:contentPart>
          </mc:Choice>
          <mc:Fallback>
            <p:pic>
              <p:nvPicPr>
                <p:cNvPr id="77" name="Ink 76">
                  <a:extLst>
                    <a:ext uri="{FF2B5EF4-FFF2-40B4-BE49-F238E27FC236}">
                      <a16:creationId xmlns:a16="http://schemas.microsoft.com/office/drawing/2014/main" id="{43E58F2B-2C62-0053-EF2C-9E6D05E171E0}"/>
                    </a:ext>
                  </a:extLst>
                </p:cNvPr>
                <p:cNvPicPr/>
                <p:nvPr/>
              </p:nvPicPr>
              <p:blipFill>
                <a:blip r:embed="rId129"/>
                <a:stretch>
                  <a:fillRect/>
                </a:stretch>
              </p:blipFill>
              <p:spPr>
                <a:xfrm>
                  <a:off x="7753485" y="5811430"/>
                  <a:ext cx="3708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8" name="Ink 77">
                  <a:extLst>
                    <a:ext uri="{FF2B5EF4-FFF2-40B4-BE49-F238E27FC236}">
                      <a16:creationId xmlns:a16="http://schemas.microsoft.com/office/drawing/2014/main" id="{93FC2D6F-E79A-4D90-05E3-8EC537728B9C}"/>
                    </a:ext>
                  </a:extLst>
                </p14:cNvPr>
                <p14:cNvContentPartPr/>
                <p14:nvPr/>
              </p14:nvContentPartPr>
              <p14:xfrm>
                <a:off x="7651245" y="5662030"/>
                <a:ext cx="265680" cy="292680"/>
              </p14:xfrm>
            </p:contentPart>
          </mc:Choice>
          <mc:Fallback>
            <p:pic>
              <p:nvPicPr>
                <p:cNvPr id="78" name="Ink 77">
                  <a:extLst>
                    <a:ext uri="{FF2B5EF4-FFF2-40B4-BE49-F238E27FC236}">
                      <a16:creationId xmlns:a16="http://schemas.microsoft.com/office/drawing/2014/main" id="{93FC2D6F-E79A-4D90-05E3-8EC537728B9C}"/>
                    </a:ext>
                  </a:extLst>
                </p:cNvPr>
                <p:cNvPicPr/>
                <p:nvPr/>
              </p:nvPicPr>
              <p:blipFill>
                <a:blip r:embed="rId131"/>
                <a:stretch>
                  <a:fillRect/>
                </a:stretch>
              </p:blipFill>
              <p:spPr>
                <a:xfrm>
                  <a:off x="7642245" y="5653030"/>
                  <a:ext cx="283320" cy="3103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9" name="Ink 78">
                  <a:extLst>
                    <a:ext uri="{FF2B5EF4-FFF2-40B4-BE49-F238E27FC236}">
                      <a16:creationId xmlns:a16="http://schemas.microsoft.com/office/drawing/2014/main" id="{8AA1747C-5A9F-40C7-AAAC-9D5968C2E17D}"/>
                    </a:ext>
                  </a:extLst>
                </p14:cNvPr>
                <p14:cNvContentPartPr/>
                <p14:nvPr/>
              </p14:nvContentPartPr>
              <p14:xfrm>
                <a:off x="7871925" y="5889190"/>
                <a:ext cx="143640" cy="155160"/>
              </p14:xfrm>
            </p:contentPart>
          </mc:Choice>
          <mc:Fallback>
            <p:pic>
              <p:nvPicPr>
                <p:cNvPr id="79" name="Ink 78">
                  <a:extLst>
                    <a:ext uri="{FF2B5EF4-FFF2-40B4-BE49-F238E27FC236}">
                      <a16:creationId xmlns:a16="http://schemas.microsoft.com/office/drawing/2014/main" id="{8AA1747C-5A9F-40C7-AAAC-9D5968C2E17D}"/>
                    </a:ext>
                  </a:extLst>
                </p:cNvPr>
                <p:cNvPicPr/>
                <p:nvPr/>
              </p:nvPicPr>
              <p:blipFill>
                <a:blip r:embed="rId133"/>
                <a:stretch>
                  <a:fillRect/>
                </a:stretch>
              </p:blipFill>
              <p:spPr>
                <a:xfrm>
                  <a:off x="7863285" y="5880550"/>
                  <a:ext cx="161280" cy="1728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0" name="Ink 79">
                  <a:extLst>
                    <a:ext uri="{FF2B5EF4-FFF2-40B4-BE49-F238E27FC236}">
                      <a16:creationId xmlns:a16="http://schemas.microsoft.com/office/drawing/2014/main" id="{A1DD9B98-CB64-400D-BA6E-CF1832485CD0}"/>
                    </a:ext>
                  </a:extLst>
                </p14:cNvPr>
                <p14:cNvContentPartPr/>
                <p14:nvPr/>
              </p14:nvContentPartPr>
              <p14:xfrm>
                <a:off x="8095845" y="5879830"/>
                <a:ext cx="108720" cy="147240"/>
              </p14:xfrm>
            </p:contentPart>
          </mc:Choice>
          <mc:Fallback>
            <p:pic>
              <p:nvPicPr>
                <p:cNvPr id="80" name="Ink 79">
                  <a:extLst>
                    <a:ext uri="{FF2B5EF4-FFF2-40B4-BE49-F238E27FC236}">
                      <a16:creationId xmlns:a16="http://schemas.microsoft.com/office/drawing/2014/main" id="{A1DD9B98-CB64-400D-BA6E-CF1832485CD0}"/>
                    </a:ext>
                  </a:extLst>
                </p:cNvPr>
                <p:cNvPicPr/>
                <p:nvPr/>
              </p:nvPicPr>
              <p:blipFill>
                <a:blip r:embed="rId135"/>
                <a:stretch>
                  <a:fillRect/>
                </a:stretch>
              </p:blipFill>
              <p:spPr>
                <a:xfrm>
                  <a:off x="8086845" y="5871190"/>
                  <a:ext cx="12636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1" name="Ink 80">
                  <a:extLst>
                    <a:ext uri="{FF2B5EF4-FFF2-40B4-BE49-F238E27FC236}">
                      <a16:creationId xmlns:a16="http://schemas.microsoft.com/office/drawing/2014/main" id="{C6A30C92-1893-2D38-74C6-45D4978548E0}"/>
                    </a:ext>
                  </a:extLst>
                </p14:cNvPr>
                <p14:cNvContentPartPr/>
                <p14:nvPr/>
              </p14:nvContentPartPr>
              <p14:xfrm>
                <a:off x="8273325" y="5885230"/>
                <a:ext cx="101880" cy="133560"/>
              </p14:xfrm>
            </p:contentPart>
          </mc:Choice>
          <mc:Fallback>
            <p:pic>
              <p:nvPicPr>
                <p:cNvPr id="81" name="Ink 80">
                  <a:extLst>
                    <a:ext uri="{FF2B5EF4-FFF2-40B4-BE49-F238E27FC236}">
                      <a16:creationId xmlns:a16="http://schemas.microsoft.com/office/drawing/2014/main" id="{C6A30C92-1893-2D38-74C6-45D4978548E0}"/>
                    </a:ext>
                  </a:extLst>
                </p:cNvPr>
                <p:cNvPicPr/>
                <p:nvPr/>
              </p:nvPicPr>
              <p:blipFill>
                <a:blip r:embed="rId137"/>
                <a:stretch>
                  <a:fillRect/>
                </a:stretch>
              </p:blipFill>
              <p:spPr>
                <a:xfrm>
                  <a:off x="8264685" y="5876230"/>
                  <a:ext cx="11952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2" name="Ink 81">
                  <a:extLst>
                    <a:ext uri="{FF2B5EF4-FFF2-40B4-BE49-F238E27FC236}">
                      <a16:creationId xmlns:a16="http://schemas.microsoft.com/office/drawing/2014/main" id="{430034DC-05DF-D90E-395E-58FA003AD1C1}"/>
                    </a:ext>
                  </a:extLst>
                </p14:cNvPr>
                <p14:cNvContentPartPr/>
                <p14:nvPr/>
              </p14:nvContentPartPr>
              <p14:xfrm>
                <a:off x="8465565" y="5899630"/>
                <a:ext cx="10080" cy="66240"/>
              </p14:xfrm>
            </p:contentPart>
          </mc:Choice>
          <mc:Fallback>
            <p:pic>
              <p:nvPicPr>
                <p:cNvPr id="82" name="Ink 81">
                  <a:extLst>
                    <a:ext uri="{FF2B5EF4-FFF2-40B4-BE49-F238E27FC236}">
                      <a16:creationId xmlns:a16="http://schemas.microsoft.com/office/drawing/2014/main" id="{430034DC-05DF-D90E-395E-58FA003AD1C1}"/>
                    </a:ext>
                  </a:extLst>
                </p:cNvPr>
                <p:cNvPicPr/>
                <p:nvPr/>
              </p:nvPicPr>
              <p:blipFill>
                <a:blip r:embed="rId139"/>
                <a:stretch>
                  <a:fillRect/>
                </a:stretch>
              </p:blipFill>
              <p:spPr>
                <a:xfrm>
                  <a:off x="8456925" y="5890630"/>
                  <a:ext cx="2772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3" name="Ink 82">
                  <a:extLst>
                    <a:ext uri="{FF2B5EF4-FFF2-40B4-BE49-F238E27FC236}">
                      <a16:creationId xmlns:a16="http://schemas.microsoft.com/office/drawing/2014/main" id="{3AB1ABD7-6341-5ED5-D8D9-A09A1653C5A0}"/>
                    </a:ext>
                  </a:extLst>
                </p14:cNvPr>
                <p14:cNvContentPartPr/>
                <p14:nvPr/>
              </p14:nvContentPartPr>
              <p14:xfrm>
                <a:off x="8473125" y="5799550"/>
                <a:ext cx="29160" cy="56520"/>
              </p14:xfrm>
            </p:contentPart>
          </mc:Choice>
          <mc:Fallback>
            <p:pic>
              <p:nvPicPr>
                <p:cNvPr id="83" name="Ink 82">
                  <a:extLst>
                    <a:ext uri="{FF2B5EF4-FFF2-40B4-BE49-F238E27FC236}">
                      <a16:creationId xmlns:a16="http://schemas.microsoft.com/office/drawing/2014/main" id="{3AB1ABD7-6341-5ED5-D8D9-A09A1653C5A0}"/>
                    </a:ext>
                  </a:extLst>
                </p:cNvPr>
                <p:cNvPicPr/>
                <p:nvPr/>
              </p:nvPicPr>
              <p:blipFill>
                <a:blip r:embed="rId141"/>
                <a:stretch>
                  <a:fillRect/>
                </a:stretch>
              </p:blipFill>
              <p:spPr>
                <a:xfrm>
                  <a:off x="8464485" y="5790550"/>
                  <a:ext cx="4680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4" name="Ink 83">
                  <a:extLst>
                    <a:ext uri="{FF2B5EF4-FFF2-40B4-BE49-F238E27FC236}">
                      <a16:creationId xmlns:a16="http://schemas.microsoft.com/office/drawing/2014/main" id="{0D7ECFAE-E1FE-68EF-1061-B944301DF767}"/>
                    </a:ext>
                  </a:extLst>
                </p14:cNvPr>
                <p14:cNvContentPartPr/>
                <p14:nvPr/>
              </p14:nvContentPartPr>
              <p14:xfrm>
                <a:off x="8537565" y="5812870"/>
                <a:ext cx="165240" cy="181080"/>
              </p14:xfrm>
            </p:contentPart>
          </mc:Choice>
          <mc:Fallback>
            <p:pic>
              <p:nvPicPr>
                <p:cNvPr id="84" name="Ink 83">
                  <a:extLst>
                    <a:ext uri="{FF2B5EF4-FFF2-40B4-BE49-F238E27FC236}">
                      <a16:creationId xmlns:a16="http://schemas.microsoft.com/office/drawing/2014/main" id="{0D7ECFAE-E1FE-68EF-1061-B944301DF767}"/>
                    </a:ext>
                  </a:extLst>
                </p:cNvPr>
                <p:cNvPicPr/>
                <p:nvPr/>
              </p:nvPicPr>
              <p:blipFill>
                <a:blip r:embed="rId143"/>
                <a:stretch>
                  <a:fillRect/>
                </a:stretch>
              </p:blipFill>
              <p:spPr>
                <a:xfrm>
                  <a:off x="8528925" y="5803870"/>
                  <a:ext cx="18288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5" name="Ink 84">
                  <a:extLst>
                    <a:ext uri="{FF2B5EF4-FFF2-40B4-BE49-F238E27FC236}">
                      <a16:creationId xmlns:a16="http://schemas.microsoft.com/office/drawing/2014/main" id="{039BEA96-7632-6EF0-8A85-7C79B7FB0504}"/>
                    </a:ext>
                  </a:extLst>
                </p14:cNvPr>
                <p14:cNvContentPartPr/>
                <p14:nvPr/>
              </p14:nvContentPartPr>
              <p14:xfrm>
                <a:off x="8771565" y="5871550"/>
                <a:ext cx="113040" cy="130320"/>
              </p14:xfrm>
            </p:contentPart>
          </mc:Choice>
          <mc:Fallback>
            <p:pic>
              <p:nvPicPr>
                <p:cNvPr id="85" name="Ink 84">
                  <a:extLst>
                    <a:ext uri="{FF2B5EF4-FFF2-40B4-BE49-F238E27FC236}">
                      <a16:creationId xmlns:a16="http://schemas.microsoft.com/office/drawing/2014/main" id="{039BEA96-7632-6EF0-8A85-7C79B7FB0504}"/>
                    </a:ext>
                  </a:extLst>
                </p:cNvPr>
                <p:cNvPicPr/>
                <p:nvPr/>
              </p:nvPicPr>
              <p:blipFill>
                <a:blip r:embed="rId145"/>
                <a:stretch>
                  <a:fillRect/>
                </a:stretch>
              </p:blipFill>
              <p:spPr>
                <a:xfrm>
                  <a:off x="8762565" y="5862550"/>
                  <a:ext cx="13068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6" name="Ink 85">
                  <a:extLst>
                    <a:ext uri="{FF2B5EF4-FFF2-40B4-BE49-F238E27FC236}">
                      <a16:creationId xmlns:a16="http://schemas.microsoft.com/office/drawing/2014/main" id="{9EA05A7D-3FCD-031A-CBD2-D4812FD46EA0}"/>
                    </a:ext>
                  </a:extLst>
                </p14:cNvPr>
                <p14:cNvContentPartPr/>
                <p14:nvPr/>
              </p14:nvContentPartPr>
              <p14:xfrm>
                <a:off x="8931405" y="5836270"/>
                <a:ext cx="148320" cy="177480"/>
              </p14:xfrm>
            </p:contentPart>
          </mc:Choice>
          <mc:Fallback>
            <p:pic>
              <p:nvPicPr>
                <p:cNvPr id="86" name="Ink 85">
                  <a:extLst>
                    <a:ext uri="{FF2B5EF4-FFF2-40B4-BE49-F238E27FC236}">
                      <a16:creationId xmlns:a16="http://schemas.microsoft.com/office/drawing/2014/main" id="{9EA05A7D-3FCD-031A-CBD2-D4812FD46EA0}"/>
                    </a:ext>
                  </a:extLst>
                </p:cNvPr>
                <p:cNvPicPr/>
                <p:nvPr/>
              </p:nvPicPr>
              <p:blipFill>
                <a:blip r:embed="rId147"/>
                <a:stretch>
                  <a:fillRect/>
                </a:stretch>
              </p:blipFill>
              <p:spPr>
                <a:xfrm>
                  <a:off x="8922765" y="5827270"/>
                  <a:ext cx="165960" cy="19512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7" name="Ink 86">
                  <a:extLst>
                    <a:ext uri="{FF2B5EF4-FFF2-40B4-BE49-F238E27FC236}">
                      <a16:creationId xmlns:a16="http://schemas.microsoft.com/office/drawing/2014/main" id="{0700EC1D-6F7A-7C38-5600-4C353E34503B}"/>
                    </a:ext>
                  </a:extLst>
                </p14:cNvPr>
                <p14:cNvContentPartPr/>
                <p14:nvPr/>
              </p14:nvContentPartPr>
              <p14:xfrm>
                <a:off x="8174685" y="6092950"/>
                <a:ext cx="195120" cy="226800"/>
              </p14:xfrm>
            </p:contentPart>
          </mc:Choice>
          <mc:Fallback>
            <p:pic>
              <p:nvPicPr>
                <p:cNvPr id="87" name="Ink 86">
                  <a:extLst>
                    <a:ext uri="{FF2B5EF4-FFF2-40B4-BE49-F238E27FC236}">
                      <a16:creationId xmlns:a16="http://schemas.microsoft.com/office/drawing/2014/main" id="{0700EC1D-6F7A-7C38-5600-4C353E34503B}"/>
                    </a:ext>
                  </a:extLst>
                </p:cNvPr>
                <p:cNvPicPr/>
                <p:nvPr/>
              </p:nvPicPr>
              <p:blipFill>
                <a:blip r:embed="rId149"/>
                <a:stretch>
                  <a:fillRect/>
                </a:stretch>
              </p:blipFill>
              <p:spPr>
                <a:xfrm>
                  <a:off x="8166045" y="6084310"/>
                  <a:ext cx="21276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88" name="Ink 87">
                  <a:extLst>
                    <a:ext uri="{FF2B5EF4-FFF2-40B4-BE49-F238E27FC236}">
                      <a16:creationId xmlns:a16="http://schemas.microsoft.com/office/drawing/2014/main" id="{3D383401-CDC4-ED39-6980-D331D445C8F1}"/>
                    </a:ext>
                  </a:extLst>
                </p14:cNvPr>
                <p14:cNvContentPartPr/>
                <p14:nvPr/>
              </p14:nvContentPartPr>
              <p14:xfrm>
                <a:off x="8243445" y="6189790"/>
                <a:ext cx="83880" cy="29520"/>
              </p14:xfrm>
            </p:contentPart>
          </mc:Choice>
          <mc:Fallback>
            <p:pic>
              <p:nvPicPr>
                <p:cNvPr id="88" name="Ink 87">
                  <a:extLst>
                    <a:ext uri="{FF2B5EF4-FFF2-40B4-BE49-F238E27FC236}">
                      <a16:creationId xmlns:a16="http://schemas.microsoft.com/office/drawing/2014/main" id="{3D383401-CDC4-ED39-6980-D331D445C8F1}"/>
                    </a:ext>
                  </a:extLst>
                </p:cNvPr>
                <p:cNvPicPr/>
                <p:nvPr/>
              </p:nvPicPr>
              <p:blipFill>
                <a:blip r:embed="rId151"/>
                <a:stretch>
                  <a:fillRect/>
                </a:stretch>
              </p:blipFill>
              <p:spPr>
                <a:xfrm>
                  <a:off x="8234805" y="6180790"/>
                  <a:ext cx="10152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89" name="Ink 88">
                  <a:extLst>
                    <a:ext uri="{FF2B5EF4-FFF2-40B4-BE49-F238E27FC236}">
                      <a16:creationId xmlns:a16="http://schemas.microsoft.com/office/drawing/2014/main" id="{EDFEF382-A81C-5D52-2AF9-DBE88C59E8C3}"/>
                    </a:ext>
                  </a:extLst>
                </p14:cNvPr>
                <p14:cNvContentPartPr/>
                <p14:nvPr/>
              </p14:nvContentPartPr>
              <p14:xfrm>
                <a:off x="8482485" y="6153430"/>
                <a:ext cx="31680" cy="154440"/>
              </p14:xfrm>
            </p:contentPart>
          </mc:Choice>
          <mc:Fallback>
            <p:pic>
              <p:nvPicPr>
                <p:cNvPr id="89" name="Ink 88">
                  <a:extLst>
                    <a:ext uri="{FF2B5EF4-FFF2-40B4-BE49-F238E27FC236}">
                      <a16:creationId xmlns:a16="http://schemas.microsoft.com/office/drawing/2014/main" id="{EDFEF382-A81C-5D52-2AF9-DBE88C59E8C3}"/>
                    </a:ext>
                  </a:extLst>
                </p:cNvPr>
                <p:cNvPicPr/>
                <p:nvPr/>
              </p:nvPicPr>
              <p:blipFill>
                <a:blip r:embed="rId153"/>
                <a:stretch>
                  <a:fillRect/>
                </a:stretch>
              </p:blipFill>
              <p:spPr>
                <a:xfrm>
                  <a:off x="8473845" y="6144430"/>
                  <a:ext cx="4932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0" name="Ink 89">
                  <a:extLst>
                    <a:ext uri="{FF2B5EF4-FFF2-40B4-BE49-F238E27FC236}">
                      <a16:creationId xmlns:a16="http://schemas.microsoft.com/office/drawing/2014/main" id="{9929A739-CA1D-97F5-FB0C-75BA8DCA989B}"/>
                    </a:ext>
                  </a:extLst>
                </p14:cNvPr>
                <p14:cNvContentPartPr/>
                <p14:nvPr/>
              </p14:nvContentPartPr>
              <p14:xfrm>
                <a:off x="8612085" y="6203470"/>
                <a:ext cx="207000" cy="173880"/>
              </p14:xfrm>
            </p:contentPart>
          </mc:Choice>
          <mc:Fallback>
            <p:pic>
              <p:nvPicPr>
                <p:cNvPr id="90" name="Ink 89">
                  <a:extLst>
                    <a:ext uri="{FF2B5EF4-FFF2-40B4-BE49-F238E27FC236}">
                      <a16:creationId xmlns:a16="http://schemas.microsoft.com/office/drawing/2014/main" id="{9929A739-CA1D-97F5-FB0C-75BA8DCA989B}"/>
                    </a:ext>
                  </a:extLst>
                </p:cNvPr>
                <p:cNvPicPr/>
                <p:nvPr/>
              </p:nvPicPr>
              <p:blipFill>
                <a:blip r:embed="rId155"/>
                <a:stretch>
                  <a:fillRect/>
                </a:stretch>
              </p:blipFill>
              <p:spPr>
                <a:xfrm>
                  <a:off x="8603445" y="6194470"/>
                  <a:ext cx="224640" cy="191520"/>
                </a:xfrm>
                <a:prstGeom prst="rect">
                  <a:avLst/>
                </a:prstGeom>
              </p:spPr>
            </p:pic>
          </mc:Fallback>
        </mc:AlternateContent>
      </p:grpSp>
      <p:grpSp>
        <p:nvGrpSpPr>
          <p:cNvPr id="98" name="Group 97">
            <a:extLst>
              <a:ext uri="{FF2B5EF4-FFF2-40B4-BE49-F238E27FC236}">
                <a16:creationId xmlns:a16="http://schemas.microsoft.com/office/drawing/2014/main" id="{D9ABD7C1-6C24-189F-A40A-2C36B80FBA6F}"/>
              </a:ext>
            </a:extLst>
          </p:cNvPr>
          <p:cNvGrpSpPr/>
          <p:nvPr/>
        </p:nvGrpSpPr>
        <p:grpSpPr>
          <a:xfrm>
            <a:off x="273045" y="4976950"/>
            <a:ext cx="822600" cy="486360"/>
            <a:chOff x="273045" y="4976950"/>
            <a:chExt cx="822600" cy="486360"/>
          </a:xfrm>
        </p:grpSpPr>
        <mc:AlternateContent xmlns:mc="http://schemas.openxmlformats.org/markup-compatibility/2006">
          <mc:Choice xmlns:p14="http://schemas.microsoft.com/office/powerpoint/2010/main" Requires="p14">
            <p:contentPart p14:bwMode="auto" r:id="rId156">
              <p14:nvContentPartPr>
                <p14:cNvPr id="92" name="Ink 91">
                  <a:extLst>
                    <a:ext uri="{FF2B5EF4-FFF2-40B4-BE49-F238E27FC236}">
                      <a16:creationId xmlns:a16="http://schemas.microsoft.com/office/drawing/2014/main" id="{ED37ED75-5232-CA1F-FAAD-B4B8BF778170}"/>
                    </a:ext>
                  </a:extLst>
                </p14:cNvPr>
                <p14:cNvContentPartPr/>
                <p14:nvPr/>
              </p14:nvContentPartPr>
              <p14:xfrm>
                <a:off x="273045" y="5179630"/>
                <a:ext cx="254520" cy="241560"/>
              </p14:xfrm>
            </p:contentPart>
          </mc:Choice>
          <mc:Fallback>
            <p:pic>
              <p:nvPicPr>
                <p:cNvPr id="92" name="Ink 91">
                  <a:extLst>
                    <a:ext uri="{FF2B5EF4-FFF2-40B4-BE49-F238E27FC236}">
                      <a16:creationId xmlns:a16="http://schemas.microsoft.com/office/drawing/2014/main" id="{ED37ED75-5232-CA1F-FAAD-B4B8BF778170}"/>
                    </a:ext>
                  </a:extLst>
                </p:cNvPr>
                <p:cNvPicPr/>
                <p:nvPr/>
              </p:nvPicPr>
              <p:blipFill>
                <a:blip r:embed="rId157"/>
                <a:stretch>
                  <a:fillRect/>
                </a:stretch>
              </p:blipFill>
              <p:spPr>
                <a:xfrm>
                  <a:off x="264405" y="5170630"/>
                  <a:ext cx="27216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3" name="Ink 92">
                  <a:extLst>
                    <a:ext uri="{FF2B5EF4-FFF2-40B4-BE49-F238E27FC236}">
                      <a16:creationId xmlns:a16="http://schemas.microsoft.com/office/drawing/2014/main" id="{6EFEF9FE-0869-5407-C4A9-677E70045C76}"/>
                    </a:ext>
                  </a:extLst>
                </p14:cNvPr>
                <p14:cNvContentPartPr/>
                <p14:nvPr/>
              </p14:nvContentPartPr>
              <p14:xfrm>
                <a:off x="381045" y="5090710"/>
                <a:ext cx="140400" cy="372600"/>
              </p14:xfrm>
            </p:contentPart>
          </mc:Choice>
          <mc:Fallback>
            <p:pic>
              <p:nvPicPr>
                <p:cNvPr id="93" name="Ink 92">
                  <a:extLst>
                    <a:ext uri="{FF2B5EF4-FFF2-40B4-BE49-F238E27FC236}">
                      <a16:creationId xmlns:a16="http://schemas.microsoft.com/office/drawing/2014/main" id="{6EFEF9FE-0869-5407-C4A9-677E70045C76}"/>
                    </a:ext>
                  </a:extLst>
                </p:cNvPr>
                <p:cNvPicPr/>
                <p:nvPr/>
              </p:nvPicPr>
              <p:blipFill>
                <a:blip r:embed="rId159"/>
                <a:stretch>
                  <a:fillRect/>
                </a:stretch>
              </p:blipFill>
              <p:spPr>
                <a:xfrm>
                  <a:off x="372405" y="5082070"/>
                  <a:ext cx="158040" cy="3902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4" name="Ink 93">
                  <a:extLst>
                    <a:ext uri="{FF2B5EF4-FFF2-40B4-BE49-F238E27FC236}">
                      <a16:creationId xmlns:a16="http://schemas.microsoft.com/office/drawing/2014/main" id="{3C275D35-6DCE-9025-CD84-4AEF38575B6D}"/>
                    </a:ext>
                  </a:extLst>
                </p14:cNvPr>
                <p14:cNvContentPartPr/>
                <p14:nvPr/>
              </p14:nvContentPartPr>
              <p14:xfrm>
                <a:off x="602805" y="5154430"/>
                <a:ext cx="224280" cy="209880"/>
              </p14:xfrm>
            </p:contentPart>
          </mc:Choice>
          <mc:Fallback>
            <p:pic>
              <p:nvPicPr>
                <p:cNvPr id="94" name="Ink 93">
                  <a:extLst>
                    <a:ext uri="{FF2B5EF4-FFF2-40B4-BE49-F238E27FC236}">
                      <a16:creationId xmlns:a16="http://schemas.microsoft.com/office/drawing/2014/main" id="{3C275D35-6DCE-9025-CD84-4AEF38575B6D}"/>
                    </a:ext>
                  </a:extLst>
                </p:cNvPr>
                <p:cNvPicPr/>
                <p:nvPr/>
              </p:nvPicPr>
              <p:blipFill>
                <a:blip r:embed="rId161"/>
                <a:stretch>
                  <a:fillRect/>
                </a:stretch>
              </p:blipFill>
              <p:spPr>
                <a:xfrm>
                  <a:off x="593805" y="5145430"/>
                  <a:ext cx="24192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5" name="Ink 94">
                  <a:extLst>
                    <a:ext uri="{FF2B5EF4-FFF2-40B4-BE49-F238E27FC236}">
                      <a16:creationId xmlns:a16="http://schemas.microsoft.com/office/drawing/2014/main" id="{DDBE1677-7B9F-BBB7-B7C1-D30A8A400D1B}"/>
                    </a:ext>
                  </a:extLst>
                </p14:cNvPr>
                <p14:cNvContentPartPr/>
                <p14:nvPr/>
              </p14:nvContentPartPr>
              <p14:xfrm>
                <a:off x="635565" y="5086030"/>
                <a:ext cx="151200" cy="344160"/>
              </p14:xfrm>
            </p:contentPart>
          </mc:Choice>
          <mc:Fallback>
            <p:pic>
              <p:nvPicPr>
                <p:cNvPr id="95" name="Ink 94">
                  <a:extLst>
                    <a:ext uri="{FF2B5EF4-FFF2-40B4-BE49-F238E27FC236}">
                      <a16:creationId xmlns:a16="http://schemas.microsoft.com/office/drawing/2014/main" id="{DDBE1677-7B9F-BBB7-B7C1-D30A8A400D1B}"/>
                    </a:ext>
                  </a:extLst>
                </p:cNvPr>
                <p:cNvPicPr/>
                <p:nvPr/>
              </p:nvPicPr>
              <p:blipFill>
                <a:blip r:embed="rId163"/>
                <a:stretch>
                  <a:fillRect/>
                </a:stretch>
              </p:blipFill>
              <p:spPr>
                <a:xfrm>
                  <a:off x="626925" y="5077390"/>
                  <a:ext cx="168840" cy="3618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6" name="Ink 95">
                  <a:extLst>
                    <a:ext uri="{FF2B5EF4-FFF2-40B4-BE49-F238E27FC236}">
                      <a16:creationId xmlns:a16="http://schemas.microsoft.com/office/drawing/2014/main" id="{FF8536FB-F3A9-66B5-B6F2-9EF9DC0BA055}"/>
                    </a:ext>
                  </a:extLst>
                </p14:cNvPr>
                <p14:cNvContentPartPr/>
                <p14:nvPr/>
              </p14:nvContentPartPr>
              <p14:xfrm>
                <a:off x="866325" y="5074150"/>
                <a:ext cx="229320" cy="248760"/>
              </p14:xfrm>
            </p:contentPart>
          </mc:Choice>
          <mc:Fallback>
            <p:pic>
              <p:nvPicPr>
                <p:cNvPr id="96" name="Ink 95">
                  <a:extLst>
                    <a:ext uri="{FF2B5EF4-FFF2-40B4-BE49-F238E27FC236}">
                      <a16:creationId xmlns:a16="http://schemas.microsoft.com/office/drawing/2014/main" id="{FF8536FB-F3A9-66B5-B6F2-9EF9DC0BA055}"/>
                    </a:ext>
                  </a:extLst>
                </p:cNvPr>
                <p:cNvPicPr/>
                <p:nvPr/>
              </p:nvPicPr>
              <p:blipFill>
                <a:blip r:embed="rId165"/>
                <a:stretch>
                  <a:fillRect/>
                </a:stretch>
              </p:blipFill>
              <p:spPr>
                <a:xfrm>
                  <a:off x="857685" y="5065510"/>
                  <a:ext cx="24696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7" name="Ink 96">
                  <a:extLst>
                    <a:ext uri="{FF2B5EF4-FFF2-40B4-BE49-F238E27FC236}">
                      <a16:creationId xmlns:a16="http://schemas.microsoft.com/office/drawing/2014/main" id="{D2FD8387-A307-E3D1-A461-D3819519F9FB}"/>
                    </a:ext>
                  </a:extLst>
                </p14:cNvPr>
                <p14:cNvContentPartPr/>
                <p14:nvPr/>
              </p14:nvContentPartPr>
              <p14:xfrm>
                <a:off x="911325" y="4976950"/>
                <a:ext cx="139680" cy="429480"/>
              </p14:xfrm>
            </p:contentPart>
          </mc:Choice>
          <mc:Fallback>
            <p:pic>
              <p:nvPicPr>
                <p:cNvPr id="97" name="Ink 96">
                  <a:extLst>
                    <a:ext uri="{FF2B5EF4-FFF2-40B4-BE49-F238E27FC236}">
                      <a16:creationId xmlns:a16="http://schemas.microsoft.com/office/drawing/2014/main" id="{D2FD8387-A307-E3D1-A461-D3819519F9FB}"/>
                    </a:ext>
                  </a:extLst>
                </p:cNvPr>
                <p:cNvPicPr/>
                <p:nvPr/>
              </p:nvPicPr>
              <p:blipFill>
                <a:blip r:embed="rId167"/>
                <a:stretch>
                  <a:fillRect/>
                </a:stretch>
              </p:blipFill>
              <p:spPr>
                <a:xfrm>
                  <a:off x="902325" y="4967950"/>
                  <a:ext cx="157320" cy="447120"/>
                </a:xfrm>
                <a:prstGeom prst="rect">
                  <a:avLst/>
                </a:prstGeom>
              </p:spPr>
            </p:pic>
          </mc:Fallback>
        </mc:AlternateContent>
      </p:grpSp>
      <p:grpSp>
        <p:nvGrpSpPr>
          <p:cNvPr id="118" name="Group 117">
            <a:extLst>
              <a:ext uri="{FF2B5EF4-FFF2-40B4-BE49-F238E27FC236}">
                <a16:creationId xmlns:a16="http://schemas.microsoft.com/office/drawing/2014/main" id="{E7CAA2B7-B813-3476-3EAC-49675C343E07}"/>
              </a:ext>
            </a:extLst>
          </p:cNvPr>
          <p:cNvGrpSpPr/>
          <p:nvPr/>
        </p:nvGrpSpPr>
        <p:grpSpPr>
          <a:xfrm>
            <a:off x="3148365" y="3757270"/>
            <a:ext cx="229680" cy="905760"/>
            <a:chOff x="3148365" y="3757270"/>
            <a:chExt cx="229680" cy="905760"/>
          </a:xfrm>
        </p:grpSpPr>
        <mc:AlternateContent xmlns:mc="http://schemas.openxmlformats.org/markup-compatibility/2006">
          <mc:Choice xmlns:p14="http://schemas.microsoft.com/office/powerpoint/2010/main" Requires="p14">
            <p:contentPart p14:bwMode="auto" r:id="rId168">
              <p14:nvContentPartPr>
                <p14:cNvPr id="99" name="Ink 98">
                  <a:extLst>
                    <a:ext uri="{FF2B5EF4-FFF2-40B4-BE49-F238E27FC236}">
                      <a16:creationId xmlns:a16="http://schemas.microsoft.com/office/drawing/2014/main" id="{52EA37B6-19BF-6D35-B2CF-D8CFFE892BE9}"/>
                    </a:ext>
                  </a:extLst>
                </p14:cNvPr>
                <p14:cNvContentPartPr/>
                <p14:nvPr/>
              </p14:nvContentPartPr>
              <p14:xfrm>
                <a:off x="3228285" y="3769870"/>
                <a:ext cx="42120" cy="893160"/>
              </p14:xfrm>
            </p:contentPart>
          </mc:Choice>
          <mc:Fallback>
            <p:pic>
              <p:nvPicPr>
                <p:cNvPr id="99" name="Ink 98">
                  <a:extLst>
                    <a:ext uri="{FF2B5EF4-FFF2-40B4-BE49-F238E27FC236}">
                      <a16:creationId xmlns:a16="http://schemas.microsoft.com/office/drawing/2014/main" id="{52EA37B6-19BF-6D35-B2CF-D8CFFE892BE9}"/>
                    </a:ext>
                  </a:extLst>
                </p:cNvPr>
                <p:cNvPicPr/>
                <p:nvPr/>
              </p:nvPicPr>
              <p:blipFill>
                <a:blip r:embed="rId169"/>
                <a:stretch>
                  <a:fillRect/>
                </a:stretch>
              </p:blipFill>
              <p:spPr>
                <a:xfrm>
                  <a:off x="3219645" y="3760870"/>
                  <a:ext cx="59760" cy="9108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0" name="Ink 99">
                  <a:extLst>
                    <a:ext uri="{FF2B5EF4-FFF2-40B4-BE49-F238E27FC236}">
                      <a16:creationId xmlns:a16="http://schemas.microsoft.com/office/drawing/2014/main" id="{5AA8DCA3-AD7F-1507-857C-A58A98FCCEF0}"/>
                    </a:ext>
                  </a:extLst>
                </p14:cNvPr>
                <p14:cNvContentPartPr/>
                <p14:nvPr/>
              </p14:nvContentPartPr>
              <p14:xfrm>
                <a:off x="3148365" y="3757270"/>
                <a:ext cx="229680" cy="147240"/>
              </p14:xfrm>
            </p:contentPart>
          </mc:Choice>
          <mc:Fallback>
            <p:pic>
              <p:nvPicPr>
                <p:cNvPr id="100" name="Ink 99">
                  <a:extLst>
                    <a:ext uri="{FF2B5EF4-FFF2-40B4-BE49-F238E27FC236}">
                      <a16:creationId xmlns:a16="http://schemas.microsoft.com/office/drawing/2014/main" id="{5AA8DCA3-AD7F-1507-857C-A58A98FCCEF0}"/>
                    </a:ext>
                  </a:extLst>
                </p:cNvPr>
                <p:cNvPicPr/>
                <p:nvPr/>
              </p:nvPicPr>
              <p:blipFill>
                <a:blip r:embed="rId171"/>
                <a:stretch>
                  <a:fillRect/>
                </a:stretch>
              </p:blipFill>
              <p:spPr>
                <a:xfrm>
                  <a:off x="3139725" y="3748630"/>
                  <a:ext cx="247320" cy="164880"/>
                </a:xfrm>
                <a:prstGeom prst="rect">
                  <a:avLst/>
                </a:prstGeom>
              </p:spPr>
            </p:pic>
          </mc:Fallback>
        </mc:AlternateContent>
      </p:grpSp>
      <p:grpSp>
        <p:nvGrpSpPr>
          <p:cNvPr id="117" name="Group 116">
            <a:extLst>
              <a:ext uri="{FF2B5EF4-FFF2-40B4-BE49-F238E27FC236}">
                <a16:creationId xmlns:a16="http://schemas.microsoft.com/office/drawing/2014/main" id="{15915F88-7AB3-9E96-BF03-32754B793D5E}"/>
              </a:ext>
            </a:extLst>
          </p:cNvPr>
          <p:cNvGrpSpPr/>
          <p:nvPr/>
        </p:nvGrpSpPr>
        <p:grpSpPr>
          <a:xfrm>
            <a:off x="2754165" y="992830"/>
            <a:ext cx="1576800" cy="538560"/>
            <a:chOff x="2754165" y="992830"/>
            <a:chExt cx="1576800" cy="538560"/>
          </a:xfrm>
        </p:grpSpPr>
        <mc:AlternateContent xmlns:mc="http://schemas.openxmlformats.org/markup-compatibility/2006">
          <mc:Choice xmlns:p14="http://schemas.microsoft.com/office/powerpoint/2010/main" Requires="p14">
            <p:contentPart p14:bwMode="auto" r:id="rId172">
              <p14:nvContentPartPr>
                <p14:cNvPr id="101" name="Ink 100">
                  <a:extLst>
                    <a:ext uri="{FF2B5EF4-FFF2-40B4-BE49-F238E27FC236}">
                      <a16:creationId xmlns:a16="http://schemas.microsoft.com/office/drawing/2014/main" id="{7C83F645-1BF7-6567-C533-F4FD7A14F496}"/>
                    </a:ext>
                  </a:extLst>
                </p14:cNvPr>
                <p14:cNvContentPartPr/>
                <p14:nvPr/>
              </p14:nvContentPartPr>
              <p14:xfrm>
                <a:off x="2754165" y="1010110"/>
                <a:ext cx="405720" cy="260280"/>
              </p14:xfrm>
            </p:contentPart>
          </mc:Choice>
          <mc:Fallback>
            <p:pic>
              <p:nvPicPr>
                <p:cNvPr id="101" name="Ink 100">
                  <a:extLst>
                    <a:ext uri="{FF2B5EF4-FFF2-40B4-BE49-F238E27FC236}">
                      <a16:creationId xmlns:a16="http://schemas.microsoft.com/office/drawing/2014/main" id="{7C83F645-1BF7-6567-C533-F4FD7A14F496}"/>
                    </a:ext>
                  </a:extLst>
                </p:cNvPr>
                <p:cNvPicPr/>
                <p:nvPr/>
              </p:nvPicPr>
              <p:blipFill>
                <a:blip r:embed="rId173"/>
                <a:stretch>
                  <a:fillRect/>
                </a:stretch>
              </p:blipFill>
              <p:spPr>
                <a:xfrm>
                  <a:off x="2745165" y="1001110"/>
                  <a:ext cx="423360" cy="27792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2" name="Ink 101">
                  <a:extLst>
                    <a:ext uri="{FF2B5EF4-FFF2-40B4-BE49-F238E27FC236}">
                      <a16:creationId xmlns:a16="http://schemas.microsoft.com/office/drawing/2014/main" id="{476BDA45-F08C-396B-6925-348A869E119F}"/>
                    </a:ext>
                  </a:extLst>
                </p14:cNvPr>
                <p14:cNvContentPartPr/>
                <p14:nvPr/>
              </p14:nvContentPartPr>
              <p14:xfrm>
                <a:off x="2808165" y="1276150"/>
                <a:ext cx="413640" cy="255240"/>
              </p14:xfrm>
            </p:contentPart>
          </mc:Choice>
          <mc:Fallback>
            <p:pic>
              <p:nvPicPr>
                <p:cNvPr id="102" name="Ink 101">
                  <a:extLst>
                    <a:ext uri="{FF2B5EF4-FFF2-40B4-BE49-F238E27FC236}">
                      <a16:creationId xmlns:a16="http://schemas.microsoft.com/office/drawing/2014/main" id="{476BDA45-F08C-396B-6925-348A869E119F}"/>
                    </a:ext>
                  </a:extLst>
                </p:cNvPr>
                <p:cNvPicPr/>
                <p:nvPr/>
              </p:nvPicPr>
              <p:blipFill>
                <a:blip r:embed="rId175"/>
                <a:stretch>
                  <a:fillRect/>
                </a:stretch>
              </p:blipFill>
              <p:spPr>
                <a:xfrm>
                  <a:off x="2799525" y="1267150"/>
                  <a:ext cx="43128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3" name="Ink 102">
                  <a:extLst>
                    <a:ext uri="{FF2B5EF4-FFF2-40B4-BE49-F238E27FC236}">
                      <a16:creationId xmlns:a16="http://schemas.microsoft.com/office/drawing/2014/main" id="{2A691C72-5CB4-70E4-7A0F-26E48CEB7AA7}"/>
                    </a:ext>
                  </a:extLst>
                </p14:cNvPr>
                <p14:cNvContentPartPr/>
                <p14:nvPr/>
              </p14:nvContentPartPr>
              <p14:xfrm>
                <a:off x="3435285" y="993550"/>
                <a:ext cx="314640" cy="229680"/>
              </p14:xfrm>
            </p:contentPart>
          </mc:Choice>
          <mc:Fallback>
            <p:pic>
              <p:nvPicPr>
                <p:cNvPr id="103" name="Ink 102">
                  <a:extLst>
                    <a:ext uri="{FF2B5EF4-FFF2-40B4-BE49-F238E27FC236}">
                      <a16:creationId xmlns:a16="http://schemas.microsoft.com/office/drawing/2014/main" id="{2A691C72-5CB4-70E4-7A0F-26E48CEB7AA7}"/>
                    </a:ext>
                  </a:extLst>
                </p:cNvPr>
                <p:cNvPicPr/>
                <p:nvPr/>
              </p:nvPicPr>
              <p:blipFill>
                <a:blip r:embed="rId177"/>
                <a:stretch>
                  <a:fillRect/>
                </a:stretch>
              </p:blipFill>
              <p:spPr>
                <a:xfrm>
                  <a:off x="3426285" y="984910"/>
                  <a:ext cx="33228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4" name="Ink 103">
                  <a:extLst>
                    <a:ext uri="{FF2B5EF4-FFF2-40B4-BE49-F238E27FC236}">
                      <a16:creationId xmlns:a16="http://schemas.microsoft.com/office/drawing/2014/main" id="{D98CFAFE-6166-A763-9563-DFA03EEE69CD}"/>
                    </a:ext>
                  </a:extLst>
                </p14:cNvPr>
                <p14:cNvContentPartPr/>
                <p14:nvPr/>
              </p14:nvContentPartPr>
              <p14:xfrm>
                <a:off x="3429165" y="1252750"/>
                <a:ext cx="350280" cy="235800"/>
              </p14:xfrm>
            </p:contentPart>
          </mc:Choice>
          <mc:Fallback>
            <p:pic>
              <p:nvPicPr>
                <p:cNvPr id="104" name="Ink 103">
                  <a:extLst>
                    <a:ext uri="{FF2B5EF4-FFF2-40B4-BE49-F238E27FC236}">
                      <a16:creationId xmlns:a16="http://schemas.microsoft.com/office/drawing/2014/main" id="{D98CFAFE-6166-A763-9563-DFA03EEE69CD}"/>
                    </a:ext>
                  </a:extLst>
                </p:cNvPr>
                <p:cNvPicPr/>
                <p:nvPr/>
              </p:nvPicPr>
              <p:blipFill>
                <a:blip r:embed="rId179"/>
                <a:stretch>
                  <a:fillRect/>
                </a:stretch>
              </p:blipFill>
              <p:spPr>
                <a:xfrm>
                  <a:off x="3420165" y="1243750"/>
                  <a:ext cx="36792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5" name="Ink 104">
                  <a:extLst>
                    <a:ext uri="{FF2B5EF4-FFF2-40B4-BE49-F238E27FC236}">
                      <a16:creationId xmlns:a16="http://schemas.microsoft.com/office/drawing/2014/main" id="{1DD3E5A8-7EEB-8E4B-D714-21D4E304AAF7}"/>
                    </a:ext>
                  </a:extLst>
                </p14:cNvPr>
                <p14:cNvContentPartPr/>
                <p14:nvPr/>
              </p14:nvContentPartPr>
              <p14:xfrm>
                <a:off x="3989325" y="992830"/>
                <a:ext cx="341640" cy="232200"/>
              </p14:xfrm>
            </p:contentPart>
          </mc:Choice>
          <mc:Fallback>
            <p:pic>
              <p:nvPicPr>
                <p:cNvPr id="105" name="Ink 104">
                  <a:extLst>
                    <a:ext uri="{FF2B5EF4-FFF2-40B4-BE49-F238E27FC236}">
                      <a16:creationId xmlns:a16="http://schemas.microsoft.com/office/drawing/2014/main" id="{1DD3E5A8-7EEB-8E4B-D714-21D4E304AAF7}"/>
                    </a:ext>
                  </a:extLst>
                </p:cNvPr>
                <p:cNvPicPr/>
                <p:nvPr/>
              </p:nvPicPr>
              <p:blipFill>
                <a:blip r:embed="rId181"/>
                <a:stretch>
                  <a:fillRect/>
                </a:stretch>
              </p:blipFill>
              <p:spPr>
                <a:xfrm>
                  <a:off x="3980685" y="983830"/>
                  <a:ext cx="35928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6" name="Ink 105">
                  <a:extLst>
                    <a:ext uri="{FF2B5EF4-FFF2-40B4-BE49-F238E27FC236}">
                      <a16:creationId xmlns:a16="http://schemas.microsoft.com/office/drawing/2014/main" id="{09CEF1B7-4F52-6298-5201-3E936F40223A}"/>
                    </a:ext>
                  </a:extLst>
                </p14:cNvPr>
                <p14:cNvContentPartPr/>
                <p14:nvPr/>
              </p14:nvContentPartPr>
              <p14:xfrm>
                <a:off x="4026765" y="1222870"/>
                <a:ext cx="276120" cy="286200"/>
              </p14:xfrm>
            </p:contentPart>
          </mc:Choice>
          <mc:Fallback>
            <p:pic>
              <p:nvPicPr>
                <p:cNvPr id="106" name="Ink 105">
                  <a:extLst>
                    <a:ext uri="{FF2B5EF4-FFF2-40B4-BE49-F238E27FC236}">
                      <a16:creationId xmlns:a16="http://schemas.microsoft.com/office/drawing/2014/main" id="{09CEF1B7-4F52-6298-5201-3E936F40223A}"/>
                    </a:ext>
                  </a:extLst>
                </p:cNvPr>
                <p:cNvPicPr/>
                <p:nvPr/>
              </p:nvPicPr>
              <p:blipFill>
                <a:blip r:embed="rId183"/>
                <a:stretch>
                  <a:fillRect/>
                </a:stretch>
              </p:blipFill>
              <p:spPr>
                <a:xfrm>
                  <a:off x="4017765" y="1214230"/>
                  <a:ext cx="293760" cy="303840"/>
                </a:xfrm>
                <a:prstGeom prst="rect">
                  <a:avLst/>
                </a:prstGeom>
              </p:spPr>
            </p:pic>
          </mc:Fallback>
        </mc:AlternateContent>
      </p:grpSp>
      <p:grpSp>
        <p:nvGrpSpPr>
          <p:cNvPr id="116" name="Group 115">
            <a:extLst>
              <a:ext uri="{FF2B5EF4-FFF2-40B4-BE49-F238E27FC236}">
                <a16:creationId xmlns:a16="http://schemas.microsoft.com/office/drawing/2014/main" id="{ABD19DE0-F5C7-5E25-B9AD-F786223F043C}"/>
              </a:ext>
            </a:extLst>
          </p:cNvPr>
          <p:cNvGrpSpPr/>
          <p:nvPr/>
        </p:nvGrpSpPr>
        <p:grpSpPr>
          <a:xfrm>
            <a:off x="2150805" y="1663150"/>
            <a:ext cx="2709720" cy="1199520"/>
            <a:chOff x="2150805" y="1663150"/>
            <a:chExt cx="2709720" cy="1199520"/>
          </a:xfrm>
        </p:grpSpPr>
        <mc:AlternateContent xmlns:mc="http://schemas.openxmlformats.org/markup-compatibility/2006">
          <mc:Choice xmlns:p14="http://schemas.microsoft.com/office/powerpoint/2010/main" Requires="p14">
            <p:contentPart p14:bwMode="auto" r:id="rId184">
              <p14:nvContentPartPr>
                <p14:cNvPr id="107" name="Ink 106">
                  <a:extLst>
                    <a:ext uri="{FF2B5EF4-FFF2-40B4-BE49-F238E27FC236}">
                      <a16:creationId xmlns:a16="http://schemas.microsoft.com/office/drawing/2014/main" id="{5A19D2A4-0D72-5901-D168-FB0F5C56507B}"/>
                    </a:ext>
                  </a:extLst>
                </p14:cNvPr>
                <p14:cNvContentPartPr/>
                <p14:nvPr/>
              </p14:nvContentPartPr>
              <p14:xfrm>
                <a:off x="2150805" y="1847470"/>
                <a:ext cx="2709720" cy="1015200"/>
              </p14:xfrm>
            </p:contentPart>
          </mc:Choice>
          <mc:Fallback>
            <p:pic>
              <p:nvPicPr>
                <p:cNvPr id="107" name="Ink 106">
                  <a:extLst>
                    <a:ext uri="{FF2B5EF4-FFF2-40B4-BE49-F238E27FC236}">
                      <a16:creationId xmlns:a16="http://schemas.microsoft.com/office/drawing/2014/main" id="{5A19D2A4-0D72-5901-D168-FB0F5C56507B}"/>
                    </a:ext>
                  </a:extLst>
                </p:cNvPr>
                <p:cNvPicPr/>
                <p:nvPr/>
              </p:nvPicPr>
              <p:blipFill>
                <a:blip r:embed="rId185"/>
                <a:stretch>
                  <a:fillRect/>
                </a:stretch>
              </p:blipFill>
              <p:spPr>
                <a:xfrm>
                  <a:off x="2142165" y="1838830"/>
                  <a:ext cx="2727360" cy="103284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08" name="Ink 107">
                  <a:extLst>
                    <a:ext uri="{FF2B5EF4-FFF2-40B4-BE49-F238E27FC236}">
                      <a16:creationId xmlns:a16="http://schemas.microsoft.com/office/drawing/2014/main" id="{761FAA82-1E6E-ECC2-37E7-F8ECEBB39271}"/>
                    </a:ext>
                  </a:extLst>
                </p14:cNvPr>
                <p14:cNvContentPartPr/>
                <p14:nvPr/>
              </p14:nvContentPartPr>
              <p14:xfrm>
                <a:off x="2926605" y="2079310"/>
                <a:ext cx="961200" cy="398160"/>
              </p14:xfrm>
            </p:contentPart>
          </mc:Choice>
          <mc:Fallback>
            <p:pic>
              <p:nvPicPr>
                <p:cNvPr id="108" name="Ink 107">
                  <a:extLst>
                    <a:ext uri="{FF2B5EF4-FFF2-40B4-BE49-F238E27FC236}">
                      <a16:creationId xmlns:a16="http://schemas.microsoft.com/office/drawing/2014/main" id="{761FAA82-1E6E-ECC2-37E7-F8ECEBB39271}"/>
                    </a:ext>
                  </a:extLst>
                </p:cNvPr>
                <p:cNvPicPr/>
                <p:nvPr/>
              </p:nvPicPr>
              <p:blipFill>
                <a:blip r:embed="rId187"/>
                <a:stretch>
                  <a:fillRect/>
                </a:stretch>
              </p:blipFill>
              <p:spPr>
                <a:xfrm>
                  <a:off x="2917605" y="2070310"/>
                  <a:ext cx="978840" cy="41580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09" name="Ink 108">
                  <a:extLst>
                    <a:ext uri="{FF2B5EF4-FFF2-40B4-BE49-F238E27FC236}">
                      <a16:creationId xmlns:a16="http://schemas.microsoft.com/office/drawing/2014/main" id="{B943C86C-F651-9DB6-42EF-397BBB8AC407}"/>
                    </a:ext>
                  </a:extLst>
                </p14:cNvPr>
                <p14:cNvContentPartPr/>
                <p14:nvPr/>
              </p14:nvContentPartPr>
              <p14:xfrm>
                <a:off x="3923805" y="2230870"/>
                <a:ext cx="301680" cy="202320"/>
              </p14:xfrm>
            </p:contentPart>
          </mc:Choice>
          <mc:Fallback>
            <p:pic>
              <p:nvPicPr>
                <p:cNvPr id="109" name="Ink 108">
                  <a:extLst>
                    <a:ext uri="{FF2B5EF4-FFF2-40B4-BE49-F238E27FC236}">
                      <a16:creationId xmlns:a16="http://schemas.microsoft.com/office/drawing/2014/main" id="{B943C86C-F651-9DB6-42EF-397BBB8AC407}"/>
                    </a:ext>
                  </a:extLst>
                </p:cNvPr>
                <p:cNvPicPr/>
                <p:nvPr/>
              </p:nvPicPr>
              <p:blipFill>
                <a:blip r:embed="rId189"/>
                <a:stretch>
                  <a:fillRect/>
                </a:stretch>
              </p:blipFill>
              <p:spPr>
                <a:xfrm>
                  <a:off x="3915165" y="2222230"/>
                  <a:ext cx="31932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0" name="Ink 109">
                  <a:extLst>
                    <a:ext uri="{FF2B5EF4-FFF2-40B4-BE49-F238E27FC236}">
                      <a16:creationId xmlns:a16="http://schemas.microsoft.com/office/drawing/2014/main" id="{952B7328-70C3-9C56-49A2-59686D13202B}"/>
                    </a:ext>
                  </a:extLst>
                </p14:cNvPr>
                <p14:cNvContentPartPr/>
                <p14:nvPr/>
              </p14:nvContentPartPr>
              <p14:xfrm>
                <a:off x="3136485" y="1663150"/>
                <a:ext cx="24480" cy="271080"/>
              </p14:xfrm>
            </p:contentPart>
          </mc:Choice>
          <mc:Fallback>
            <p:pic>
              <p:nvPicPr>
                <p:cNvPr id="110" name="Ink 109">
                  <a:extLst>
                    <a:ext uri="{FF2B5EF4-FFF2-40B4-BE49-F238E27FC236}">
                      <a16:creationId xmlns:a16="http://schemas.microsoft.com/office/drawing/2014/main" id="{952B7328-70C3-9C56-49A2-59686D13202B}"/>
                    </a:ext>
                  </a:extLst>
                </p:cNvPr>
                <p:cNvPicPr/>
                <p:nvPr/>
              </p:nvPicPr>
              <p:blipFill>
                <a:blip r:embed="rId191"/>
                <a:stretch>
                  <a:fillRect/>
                </a:stretch>
              </p:blipFill>
              <p:spPr>
                <a:xfrm>
                  <a:off x="3127845" y="1654510"/>
                  <a:ext cx="4212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1" name="Ink 110">
                  <a:extLst>
                    <a:ext uri="{FF2B5EF4-FFF2-40B4-BE49-F238E27FC236}">
                      <a16:creationId xmlns:a16="http://schemas.microsoft.com/office/drawing/2014/main" id="{1F49D509-A6E5-3746-AF8E-53E2B037F7C0}"/>
                    </a:ext>
                  </a:extLst>
                </p14:cNvPr>
                <p14:cNvContentPartPr/>
                <p14:nvPr/>
              </p14:nvContentPartPr>
              <p14:xfrm>
                <a:off x="3144045" y="1907950"/>
                <a:ext cx="113040" cy="101160"/>
              </p14:xfrm>
            </p:contentPart>
          </mc:Choice>
          <mc:Fallback>
            <p:pic>
              <p:nvPicPr>
                <p:cNvPr id="111" name="Ink 110">
                  <a:extLst>
                    <a:ext uri="{FF2B5EF4-FFF2-40B4-BE49-F238E27FC236}">
                      <a16:creationId xmlns:a16="http://schemas.microsoft.com/office/drawing/2014/main" id="{1F49D509-A6E5-3746-AF8E-53E2B037F7C0}"/>
                    </a:ext>
                  </a:extLst>
                </p:cNvPr>
                <p:cNvPicPr/>
                <p:nvPr/>
              </p:nvPicPr>
              <p:blipFill>
                <a:blip r:embed="rId193"/>
                <a:stretch>
                  <a:fillRect/>
                </a:stretch>
              </p:blipFill>
              <p:spPr>
                <a:xfrm>
                  <a:off x="3135405" y="1899310"/>
                  <a:ext cx="13068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2" name="Ink 111">
                  <a:extLst>
                    <a:ext uri="{FF2B5EF4-FFF2-40B4-BE49-F238E27FC236}">
                      <a16:creationId xmlns:a16="http://schemas.microsoft.com/office/drawing/2014/main" id="{353CB433-DBB7-0BFA-3424-D0BD9C163629}"/>
                    </a:ext>
                  </a:extLst>
                </p14:cNvPr>
                <p14:cNvContentPartPr/>
                <p14:nvPr/>
              </p14:nvContentPartPr>
              <p14:xfrm>
                <a:off x="3567045" y="1735510"/>
                <a:ext cx="15840" cy="195840"/>
              </p14:xfrm>
            </p:contentPart>
          </mc:Choice>
          <mc:Fallback>
            <p:pic>
              <p:nvPicPr>
                <p:cNvPr id="112" name="Ink 111">
                  <a:extLst>
                    <a:ext uri="{FF2B5EF4-FFF2-40B4-BE49-F238E27FC236}">
                      <a16:creationId xmlns:a16="http://schemas.microsoft.com/office/drawing/2014/main" id="{353CB433-DBB7-0BFA-3424-D0BD9C163629}"/>
                    </a:ext>
                  </a:extLst>
                </p:cNvPr>
                <p:cNvPicPr/>
                <p:nvPr/>
              </p:nvPicPr>
              <p:blipFill>
                <a:blip r:embed="rId195"/>
                <a:stretch>
                  <a:fillRect/>
                </a:stretch>
              </p:blipFill>
              <p:spPr>
                <a:xfrm>
                  <a:off x="3558045" y="1726870"/>
                  <a:ext cx="3348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3" name="Ink 112">
                  <a:extLst>
                    <a:ext uri="{FF2B5EF4-FFF2-40B4-BE49-F238E27FC236}">
                      <a16:creationId xmlns:a16="http://schemas.microsoft.com/office/drawing/2014/main" id="{9032E606-5F9B-A7B4-7E25-C9C8C0FEB2C1}"/>
                    </a:ext>
                  </a:extLst>
                </p14:cNvPr>
                <p14:cNvContentPartPr/>
                <p14:nvPr/>
              </p14:nvContentPartPr>
              <p14:xfrm>
                <a:off x="3536085" y="1976350"/>
                <a:ext cx="150120" cy="101520"/>
              </p14:xfrm>
            </p:contentPart>
          </mc:Choice>
          <mc:Fallback>
            <p:pic>
              <p:nvPicPr>
                <p:cNvPr id="113" name="Ink 112">
                  <a:extLst>
                    <a:ext uri="{FF2B5EF4-FFF2-40B4-BE49-F238E27FC236}">
                      <a16:creationId xmlns:a16="http://schemas.microsoft.com/office/drawing/2014/main" id="{9032E606-5F9B-A7B4-7E25-C9C8C0FEB2C1}"/>
                    </a:ext>
                  </a:extLst>
                </p:cNvPr>
                <p:cNvPicPr/>
                <p:nvPr/>
              </p:nvPicPr>
              <p:blipFill>
                <a:blip r:embed="rId197"/>
                <a:stretch>
                  <a:fillRect/>
                </a:stretch>
              </p:blipFill>
              <p:spPr>
                <a:xfrm>
                  <a:off x="3527085" y="1967350"/>
                  <a:ext cx="167760" cy="11916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4" name="Ink 113">
                  <a:extLst>
                    <a:ext uri="{FF2B5EF4-FFF2-40B4-BE49-F238E27FC236}">
                      <a16:creationId xmlns:a16="http://schemas.microsoft.com/office/drawing/2014/main" id="{DEC9B6A2-5232-48CB-5453-7DB0846E9263}"/>
                    </a:ext>
                  </a:extLst>
                </p14:cNvPr>
                <p14:cNvContentPartPr/>
                <p14:nvPr/>
              </p14:nvContentPartPr>
              <p14:xfrm>
                <a:off x="3948285" y="1707430"/>
                <a:ext cx="16920" cy="312840"/>
              </p14:xfrm>
            </p:contentPart>
          </mc:Choice>
          <mc:Fallback>
            <p:pic>
              <p:nvPicPr>
                <p:cNvPr id="114" name="Ink 113">
                  <a:extLst>
                    <a:ext uri="{FF2B5EF4-FFF2-40B4-BE49-F238E27FC236}">
                      <a16:creationId xmlns:a16="http://schemas.microsoft.com/office/drawing/2014/main" id="{DEC9B6A2-5232-48CB-5453-7DB0846E9263}"/>
                    </a:ext>
                  </a:extLst>
                </p:cNvPr>
                <p:cNvPicPr/>
                <p:nvPr/>
              </p:nvPicPr>
              <p:blipFill>
                <a:blip r:embed="rId199"/>
                <a:stretch>
                  <a:fillRect/>
                </a:stretch>
              </p:blipFill>
              <p:spPr>
                <a:xfrm>
                  <a:off x="3939285" y="1698790"/>
                  <a:ext cx="34560" cy="33048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5" name="Ink 114">
                  <a:extLst>
                    <a:ext uri="{FF2B5EF4-FFF2-40B4-BE49-F238E27FC236}">
                      <a16:creationId xmlns:a16="http://schemas.microsoft.com/office/drawing/2014/main" id="{F4BA96AA-560A-07EF-A718-C6989B141519}"/>
                    </a:ext>
                  </a:extLst>
                </p14:cNvPr>
                <p14:cNvContentPartPr/>
                <p14:nvPr/>
              </p14:nvContentPartPr>
              <p14:xfrm>
                <a:off x="3885645" y="1921270"/>
                <a:ext cx="76320" cy="99360"/>
              </p14:xfrm>
            </p:contentPart>
          </mc:Choice>
          <mc:Fallback>
            <p:pic>
              <p:nvPicPr>
                <p:cNvPr id="115" name="Ink 114">
                  <a:extLst>
                    <a:ext uri="{FF2B5EF4-FFF2-40B4-BE49-F238E27FC236}">
                      <a16:creationId xmlns:a16="http://schemas.microsoft.com/office/drawing/2014/main" id="{F4BA96AA-560A-07EF-A718-C6989B141519}"/>
                    </a:ext>
                  </a:extLst>
                </p:cNvPr>
                <p:cNvPicPr/>
                <p:nvPr/>
              </p:nvPicPr>
              <p:blipFill>
                <a:blip r:embed="rId201"/>
                <a:stretch>
                  <a:fillRect/>
                </a:stretch>
              </p:blipFill>
              <p:spPr>
                <a:xfrm>
                  <a:off x="3876645" y="1912630"/>
                  <a:ext cx="93960" cy="117000"/>
                </a:xfrm>
                <a:prstGeom prst="rect">
                  <a:avLst/>
                </a:prstGeom>
              </p:spPr>
            </p:pic>
          </mc:Fallback>
        </mc:AlternateContent>
      </p:grpSp>
      <p:grpSp>
        <p:nvGrpSpPr>
          <p:cNvPr id="121" name="Group 120">
            <a:extLst>
              <a:ext uri="{FF2B5EF4-FFF2-40B4-BE49-F238E27FC236}">
                <a16:creationId xmlns:a16="http://schemas.microsoft.com/office/drawing/2014/main" id="{9B6174E9-C4DE-9C6B-F1D9-C2D404A8CA8A}"/>
              </a:ext>
            </a:extLst>
          </p:cNvPr>
          <p:cNvGrpSpPr/>
          <p:nvPr/>
        </p:nvGrpSpPr>
        <p:grpSpPr>
          <a:xfrm>
            <a:off x="3881325" y="3136630"/>
            <a:ext cx="189000" cy="1333440"/>
            <a:chOff x="3881325" y="3136630"/>
            <a:chExt cx="189000" cy="1333440"/>
          </a:xfrm>
        </p:grpSpPr>
        <mc:AlternateContent xmlns:mc="http://schemas.openxmlformats.org/markup-compatibility/2006">
          <mc:Choice xmlns:p14="http://schemas.microsoft.com/office/powerpoint/2010/main" Requires="p14">
            <p:contentPart p14:bwMode="auto" r:id="rId202">
              <p14:nvContentPartPr>
                <p14:cNvPr id="119" name="Ink 118">
                  <a:extLst>
                    <a:ext uri="{FF2B5EF4-FFF2-40B4-BE49-F238E27FC236}">
                      <a16:creationId xmlns:a16="http://schemas.microsoft.com/office/drawing/2014/main" id="{19CF24B6-948C-A1DC-E3EB-A3004FE26EBA}"/>
                    </a:ext>
                  </a:extLst>
                </p14:cNvPr>
                <p14:cNvContentPartPr/>
                <p14:nvPr/>
              </p14:nvContentPartPr>
              <p14:xfrm>
                <a:off x="3954045" y="3136630"/>
                <a:ext cx="24840" cy="1333440"/>
              </p14:xfrm>
            </p:contentPart>
          </mc:Choice>
          <mc:Fallback>
            <p:pic>
              <p:nvPicPr>
                <p:cNvPr id="119" name="Ink 118">
                  <a:extLst>
                    <a:ext uri="{FF2B5EF4-FFF2-40B4-BE49-F238E27FC236}">
                      <a16:creationId xmlns:a16="http://schemas.microsoft.com/office/drawing/2014/main" id="{19CF24B6-948C-A1DC-E3EB-A3004FE26EBA}"/>
                    </a:ext>
                  </a:extLst>
                </p:cNvPr>
                <p:cNvPicPr/>
                <p:nvPr/>
              </p:nvPicPr>
              <p:blipFill>
                <a:blip r:embed="rId203"/>
                <a:stretch>
                  <a:fillRect/>
                </a:stretch>
              </p:blipFill>
              <p:spPr>
                <a:xfrm>
                  <a:off x="3945405" y="3127990"/>
                  <a:ext cx="42480" cy="135108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0" name="Ink 119">
                  <a:extLst>
                    <a:ext uri="{FF2B5EF4-FFF2-40B4-BE49-F238E27FC236}">
                      <a16:creationId xmlns:a16="http://schemas.microsoft.com/office/drawing/2014/main" id="{27460FED-A8AD-5782-02B2-F5FAA3A51CF3}"/>
                    </a:ext>
                  </a:extLst>
                </p14:cNvPr>
                <p14:cNvContentPartPr/>
                <p14:nvPr/>
              </p14:nvContentPartPr>
              <p14:xfrm>
                <a:off x="3881325" y="4280710"/>
                <a:ext cx="189000" cy="132480"/>
              </p14:xfrm>
            </p:contentPart>
          </mc:Choice>
          <mc:Fallback>
            <p:pic>
              <p:nvPicPr>
                <p:cNvPr id="120" name="Ink 119">
                  <a:extLst>
                    <a:ext uri="{FF2B5EF4-FFF2-40B4-BE49-F238E27FC236}">
                      <a16:creationId xmlns:a16="http://schemas.microsoft.com/office/drawing/2014/main" id="{27460FED-A8AD-5782-02B2-F5FAA3A51CF3}"/>
                    </a:ext>
                  </a:extLst>
                </p:cNvPr>
                <p:cNvPicPr/>
                <p:nvPr/>
              </p:nvPicPr>
              <p:blipFill>
                <a:blip r:embed="rId205"/>
                <a:stretch>
                  <a:fillRect/>
                </a:stretch>
              </p:blipFill>
              <p:spPr>
                <a:xfrm>
                  <a:off x="3872325" y="4272070"/>
                  <a:ext cx="206640" cy="150120"/>
                </a:xfrm>
                <a:prstGeom prst="rect">
                  <a:avLst/>
                </a:prstGeom>
              </p:spPr>
            </p:pic>
          </mc:Fallback>
        </mc:AlternateContent>
      </p:grpSp>
    </p:spTree>
    <p:extLst>
      <p:ext uri="{BB962C8B-B14F-4D97-AF65-F5344CB8AC3E}">
        <p14:creationId xmlns:p14="http://schemas.microsoft.com/office/powerpoint/2010/main" val="4002096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24F1C-BBA9-CE7A-DF86-6360233676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548660-A50E-FE67-4CB1-EDBC3EA1835F}"/>
              </a:ext>
            </a:extLst>
          </p:cNvPr>
          <p:cNvSpPr>
            <a:spLocks noGrp="1"/>
          </p:cNvSpPr>
          <p:nvPr>
            <p:ph type="title"/>
          </p:nvPr>
        </p:nvSpPr>
        <p:spPr/>
        <p:txBody>
          <a:bodyPr/>
          <a:lstStyle/>
          <a:p>
            <a:r>
              <a:rPr lang="en-IN" dirty="0"/>
              <a:t>Advance technologies and </a:t>
            </a:r>
            <a:r>
              <a:rPr lang="en-IN" dirty="0" err="1"/>
              <a:t>inte</a:t>
            </a:r>
            <a:r>
              <a:rPr lang="en-IN" dirty="0"/>
              <a:t>.</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47A14EA-A50F-B8F3-7112-EC8CADED31FF}"/>
                  </a:ext>
                </a:extLst>
              </p14:cNvPr>
              <p14:cNvContentPartPr/>
              <p14:nvPr/>
            </p14:nvContentPartPr>
            <p14:xfrm>
              <a:off x="1360605" y="1237270"/>
              <a:ext cx="1845000" cy="927360"/>
            </p14:xfrm>
          </p:contentPart>
        </mc:Choice>
        <mc:Fallback>
          <p:pic>
            <p:nvPicPr>
              <p:cNvPr id="3" name="Ink 2">
                <a:extLst>
                  <a:ext uri="{FF2B5EF4-FFF2-40B4-BE49-F238E27FC236}">
                    <a16:creationId xmlns:a16="http://schemas.microsoft.com/office/drawing/2014/main" id="{B47A14EA-A50F-B8F3-7112-EC8CADED31FF}"/>
                  </a:ext>
                </a:extLst>
              </p:cNvPr>
              <p:cNvPicPr/>
              <p:nvPr/>
            </p:nvPicPr>
            <p:blipFill>
              <a:blip r:embed="rId3"/>
              <a:stretch>
                <a:fillRect/>
              </a:stretch>
            </p:blipFill>
            <p:spPr>
              <a:xfrm>
                <a:off x="1351605" y="1228630"/>
                <a:ext cx="1862640" cy="945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97A5EDF7-1423-6C39-17CE-5F0D587181AB}"/>
                  </a:ext>
                </a:extLst>
              </p14:cNvPr>
              <p14:cNvContentPartPr/>
              <p14:nvPr/>
            </p14:nvContentPartPr>
            <p14:xfrm>
              <a:off x="1593885" y="1686910"/>
              <a:ext cx="221040" cy="226440"/>
            </p14:xfrm>
          </p:contentPart>
        </mc:Choice>
        <mc:Fallback>
          <p:pic>
            <p:nvPicPr>
              <p:cNvPr id="4" name="Ink 3">
                <a:extLst>
                  <a:ext uri="{FF2B5EF4-FFF2-40B4-BE49-F238E27FC236}">
                    <a16:creationId xmlns:a16="http://schemas.microsoft.com/office/drawing/2014/main" id="{97A5EDF7-1423-6C39-17CE-5F0D587181AB}"/>
                  </a:ext>
                </a:extLst>
              </p:cNvPr>
              <p:cNvPicPr/>
              <p:nvPr/>
            </p:nvPicPr>
            <p:blipFill>
              <a:blip r:embed="rId5"/>
              <a:stretch>
                <a:fillRect/>
              </a:stretch>
            </p:blipFill>
            <p:spPr>
              <a:xfrm>
                <a:off x="1584885" y="1678270"/>
                <a:ext cx="23868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376FFF4B-2F87-A885-EE5A-61E76B53E26D}"/>
                  </a:ext>
                </a:extLst>
              </p14:cNvPr>
              <p14:cNvContentPartPr/>
              <p14:nvPr/>
            </p14:nvContentPartPr>
            <p14:xfrm>
              <a:off x="1954965" y="1624990"/>
              <a:ext cx="205560" cy="173160"/>
            </p14:xfrm>
          </p:contentPart>
        </mc:Choice>
        <mc:Fallback>
          <p:pic>
            <p:nvPicPr>
              <p:cNvPr id="5" name="Ink 4">
                <a:extLst>
                  <a:ext uri="{FF2B5EF4-FFF2-40B4-BE49-F238E27FC236}">
                    <a16:creationId xmlns:a16="http://schemas.microsoft.com/office/drawing/2014/main" id="{376FFF4B-2F87-A885-EE5A-61E76B53E26D}"/>
                  </a:ext>
                </a:extLst>
              </p:cNvPr>
              <p:cNvPicPr/>
              <p:nvPr/>
            </p:nvPicPr>
            <p:blipFill>
              <a:blip r:embed="rId7"/>
              <a:stretch>
                <a:fillRect/>
              </a:stretch>
            </p:blipFill>
            <p:spPr>
              <a:xfrm>
                <a:off x="1945965" y="1616350"/>
                <a:ext cx="22320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986ADF74-84E8-F19C-DD0E-7FE965163D86}"/>
                  </a:ext>
                </a:extLst>
              </p14:cNvPr>
              <p14:cNvContentPartPr/>
              <p14:nvPr/>
            </p14:nvContentPartPr>
            <p14:xfrm>
              <a:off x="2266005" y="1577830"/>
              <a:ext cx="291240" cy="251280"/>
            </p14:xfrm>
          </p:contentPart>
        </mc:Choice>
        <mc:Fallback>
          <p:pic>
            <p:nvPicPr>
              <p:cNvPr id="6" name="Ink 5">
                <a:extLst>
                  <a:ext uri="{FF2B5EF4-FFF2-40B4-BE49-F238E27FC236}">
                    <a16:creationId xmlns:a16="http://schemas.microsoft.com/office/drawing/2014/main" id="{986ADF74-84E8-F19C-DD0E-7FE965163D86}"/>
                  </a:ext>
                </a:extLst>
              </p:cNvPr>
              <p:cNvPicPr/>
              <p:nvPr/>
            </p:nvPicPr>
            <p:blipFill>
              <a:blip r:embed="rId9"/>
              <a:stretch>
                <a:fillRect/>
              </a:stretch>
            </p:blipFill>
            <p:spPr>
              <a:xfrm>
                <a:off x="2257005" y="1568830"/>
                <a:ext cx="30888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5C77E4D1-FA40-AC47-A23D-FFB96A0CDF8E}"/>
                  </a:ext>
                </a:extLst>
              </p14:cNvPr>
              <p14:cNvContentPartPr/>
              <p14:nvPr/>
            </p14:nvContentPartPr>
            <p14:xfrm>
              <a:off x="9271245" y="1203430"/>
              <a:ext cx="2444040" cy="1080720"/>
            </p14:xfrm>
          </p:contentPart>
        </mc:Choice>
        <mc:Fallback>
          <p:pic>
            <p:nvPicPr>
              <p:cNvPr id="7" name="Ink 6">
                <a:extLst>
                  <a:ext uri="{FF2B5EF4-FFF2-40B4-BE49-F238E27FC236}">
                    <a16:creationId xmlns:a16="http://schemas.microsoft.com/office/drawing/2014/main" id="{5C77E4D1-FA40-AC47-A23D-FFB96A0CDF8E}"/>
                  </a:ext>
                </a:extLst>
              </p:cNvPr>
              <p:cNvPicPr/>
              <p:nvPr/>
            </p:nvPicPr>
            <p:blipFill>
              <a:blip r:embed="rId11"/>
              <a:stretch>
                <a:fillRect/>
              </a:stretch>
            </p:blipFill>
            <p:spPr>
              <a:xfrm>
                <a:off x="9262605" y="1194430"/>
                <a:ext cx="2461680" cy="10983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0CA6BE6F-6D62-A3E5-7FF4-4A0BEA6A955D}"/>
                  </a:ext>
                </a:extLst>
              </p14:cNvPr>
              <p14:cNvContentPartPr/>
              <p14:nvPr/>
            </p14:nvContentPartPr>
            <p14:xfrm>
              <a:off x="9827085" y="1652710"/>
              <a:ext cx="275040" cy="302760"/>
            </p14:xfrm>
          </p:contentPart>
        </mc:Choice>
        <mc:Fallback>
          <p:pic>
            <p:nvPicPr>
              <p:cNvPr id="8" name="Ink 7">
                <a:extLst>
                  <a:ext uri="{FF2B5EF4-FFF2-40B4-BE49-F238E27FC236}">
                    <a16:creationId xmlns:a16="http://schemas.microsoft.com/office/drawing/2014/main" id="{0CA6BE6F-6D62-A3E5-7FF4-4A0BEA6A955D}"/>
                  </a:ext>
                </a:extLst>
              </p:cNvPr>
              <p:cNvPicPr/>
              <p:nvPr/>
            </p:nvPicPr>
            <p:blipFill>
              <a:blip r:embed="rId13"/>
              <a:stretch>
                <a:fillRect/>
              </a:stretch>
            </p:blipFill>
            <p:spPr>
              <a:xfrm>
                <a:off x="9818445" y="1643710"/>
                <a:ext cx="292680" cy="320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E211CA6C-3C23-E116-D7F5-2CD5BE9700A1}"/>
                  </a:ext>
                </a:extLst>
              </p14:cNvPr>
              <p14:cNvContentPartPr/>
              <p14:nvPr/>
            </p14:nvContentPartPr>
            <p14:xfrm>
              <a:off x="10240005" y="1709590"/>
              <a:ext cx="72720" cy="266760"/>
            </p14:xfrm>
          </p:contentPart>
        </mc:Choice>
        <mc:Fallback>
          <p:pic>
            <p:nvPicPr>
              <p:cNvPr id="9" name="Ink 8">
                <a:extLst>
                  <a:ext uri="{FF2B5EF4-FFF2-40B4-BE49-F238E27FC236}">
                    <a16:creationId xmlns:a16="http://schemas.microsoft.com/office/drawing/2014/main" id="{E211CA6C-3C23-E116-D7F5-2CD5BE9700A1}"/>
                  </a:ext>
                </a:extLst>
              </p:cNvPr>
              <p:cNvPicPr/>
              <p:nvPr/>
            </p:nvPicPr>
            <p:blipFill>
              <a:blip r:embed="rId15"/>
              <a:stretch>
                <a:fillRect/>
              </a:stretch>
            </p:blipFill>
            <p:spPr>
              <a:xfrm>
                <a:off x="10231005" y="1700590"/>
                <a:ext cx="9036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2A384135-FF20-6021-61DD-7C7719F947A2}"/>
                  </a:ext>
                </a:extLst>
              </p14:cNvPr>
              <p14:cNvContentPartPr/>
              <p14:nvPr/>
            </p14:nvContentPartPr>
            <p14:xfrm>
              <a:off x="10392285" y="1772230"/>
              <a:ext cx="182160" cy="241560"/>
            </p14:xfrm>
          </p:contentPart>
        </mc:Choice>
        <mc:Fallback>
          <p:pic>
            <p:nvPicPr>
              <p:cNvPr id="10" name="Ink 9">
                <a:extLst>
                  <a:ext uri="{FF2B5EF4-FFF2-40B4-BE49-F238E27FC236}">
                    <a16:creationId xmlns:a16="http://schemas.microsoft.com/office/drawing/2014/main" id="{2A384135-FF20-6021-61DD-7C7719F947A2}"/>
                  </a:ext>
                </a:extLst>
              </p:cNvPr>
              <p:cNvPicPr/>
              <p:nvPr/>
            </p:nvPicPr>
            <p:blipFill>
              <a:blip r:embed="rId17"/>
              <a:stretch>
                <a:fillRect/>
              </a:stretch>
            </p:blipFill>
            <p:spPr>
              <a:xfrm>
                <a:off x="10383285" y="1763590"/>
                <a:ext cx="19980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CA5EA582-E4D8-0608-6503-831E450C1FC2}"/>
                  </a:ext>
                </a:extLst>
              </p14:cNvPr>
              <p14:cNvContentPartPr/>
              <p14:nvPr/>
            </p14:nvContentPartPr>
            <p14:xfrm>
              <a:off x="10729245" y="1773670"/>
              <a:ext cx="37800" cy="127800"/>
            </p14:xfrm>
          </p:contentPart>
        </mc:Choice>
        <mc:Fallback>
          <p:pic>
            <p:nvPicPr>
              <p:cNvPr id="11" name="Ink 10">
                <a:extLst>
                  <a:ext uri="{FF2B5EF4-FFF2-40B4-BE49-F238E27FC236}">
                    <a16:creationId xmlns:a16="http://schemas.microsoft.com/office/drawing/2014/main" id="{CA5EA582-E4D8-0608-6503-831E450C1FC2}"/>
                  </a:ext>
                </a:extLst>
              </p:cNvPr>
              <p:cNvPicPr/>
              <p:nvPr/>
            </p:nvPicPr>
            <p:blipFill>
              <a:blip r:embed="rId19"/>
              <a:stretch>
                <a:fillRect/>
              </a:stretch>
            </p:blipFill>
            <p:spPr>
              <a:xfrm>
                <a:off x="10720245" y="1765030"/>
                <a:ext cx="5544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A6065FB6-78B1-8894-2699-1ED9C7AF57B6}"/>
                  </a:ext>
                </a:extLst>
              </p14:cNvPr>
              <p14:cNvContentPartPr/>
              <p14:nvPr/>
            </p14:nvContentPartPr>
            <p14:xfrm>
              <a:off x="10682085" y="1737670"/>
              <a:ext cx="231480" cy="203760"/>
            </p14:xfrm>
          </p:contentPart>
        </mc:Choice>
        <mc:Fallback>
          <p:pic>
            <p:nvPicPr>
              <p:cNvPr id="12" name="Ink 11">
                <a:extLst>
                  <a:ext uri="{FF2B5EF4-FFF2-40B4-BE49-F238E27FC236}">
                    <a16:creationId xmlns:a16="http://schemas.microsoft.com/office/drawing/2014/main" id="{A6065FB6-78B1-8894-2699-1ED9C7AF57B6}"/>
                  </a:ext>
                </a:extLst>
              </p:cNvPr>
              <p:cNvPicPr/>
              <p:nvPr/>
            </p:nvPicPr>
            <p:blipFill>
              <a:blip r:embed="rId21"/>
              <a:stretch>
                <a:fillRect/>
              </a:stretch>
            </p:blipFill>
            <p:spPr>
              <a:xfrm>
                <a:off x="10673085" y="1729030"/>
                <a:ext cx="24912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3" name="Ink 12">
                <a:extLst>
                  <a:ext uri="{FF2B5EF4-FFF2-40B4-BE49-F238E27FC236}">
                    <a16:creationId xmlns:a16="http://schemas.microsoft.com/office/drawing/2014/main" id="{492B379E-D22E-2805-A208-A98AD0681E3E}"/>
                  </a:ext>
                </a:extLst>
              </p14:cNvPr>
              <p14:cNvContentPartPr/>
              <p14:nvPr/>
            </p14:nvContentPartPr>
            <p14:xfrm>
              <a:off x="10976205" y="1701670"/>
              <a:ext cx="155160" cy="236880"/>
            </p14:xfrm>
          </p:contentPart>
        </mc:Choice>
        <mc:Fallback>
          <p:pic>
            <p:nvPicPr>
              <p:cNvPr id="13" name="Ink 12">
                <a:extLst>
                  <a:ext uri="{FF2B5EF4-FFF2-40B4-BE49-F238E27FC236}">
                    <a16:creationId xmlns:a16="http://schemas.microsoft.com/office/drawing/2014/main" id="{492B379E-D22E-2805-A208-A98AD0681E3E}"/>
                  </a:ext>
                </a:extLst>
              </p:cNvPr>
              <p:cNvPicPr/>
              <p:nvPr/>
            </p:nvPicPr>
            <p:blipFill>
              <a:blip r:embed="rId23"/>
              <a:stretch>
                <a:fillRect/>
              </a:stretch>
            </p:blipFill>
            <p:spPr>
              <a:xfrm>
                <a:off x="10967205" y="1693030"/>
                <a:ext cx="17280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4" name="Ink 13">
                <a:extLst>
                  <a:ext uri="{FF2B5EF4-FFF2-40B4-BE49-F238E27FC236}">
                    <a16:creationId xmlns:a16="http://schemas.microsoft.com/office/drawing/2014/main" id="{E51CA779-5794-54DB-D019-28B8BD826E16}"/>
                  </a:ext>
                </a:extLst>
              </p14:cNvPr>
              <p14:cNvContentPartPr/>
              <p14:nvPr/>
            </p14:nvContentPartPr>
            <p14:xfrm>
              <a:off x="11054685" y="1701670"/>
              <a:ext cx="384120" cy="167760"/>
            </p14:xfrm>
          </p:contentPart>
        </mc:Choice>
        <mc:Fallback>
          <p:pic>
            <p:nvPicPr>
              <p:cNvPr id="14" name="Ink 13">
                <a:extLst>
                  <a:ext uri="{FF2B5EF4-FFF2-40B4-BE49-F238E27FC236}">
                    <a16:creationId xmlns:a16="http://schemas.microsoft.com/office/drawing/2014/main" id="{E51CA779-5794-54DB-D019-28B8BD826E16}"/>
                  </a:ext>
                </a:extLst>
              </p:cNvPr>
              <p:cNvPicPr/>
              <p:nvPr/>
            </p:nvPicPr>
            <p:blipFill>
              <a:blip r:embed="rId25"/>
              <a:stretch>
                <a:fillRect/>
              </a:stretch>
            </p:blipFill>
            <p:spPr>
              <a:xfrm>
                <a:off x="11045685" y="1693030"/>
                <a:ext cx="40176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E24082C4-9968-5069-874D-0811225E5471}"/>
                  </a:ext>
                </a:extLst>
              </p14:cNvPr>
              <p14:cNvContentPartPr/>
              <p14:nvPr/>
            </p14:nvContentPartPr>
            <p14:xfrm>
              <a:off x="11475165" y="1654150"/>
              <a:ext cx="102240" cy="212400"/>
            </p14:xfrm>
          </p:contentPart>
        </mc:Choice>
        <mc:Fallback>
          <p:pic>
            <p:nvPicPr>
              <p:cNvPr id="15" name="Ink 14">
                <a:extLst>
                  <a:ext uri="{FF2B5EF4-FFF2-40B4-BE49-F238E27FC236}">
                    <a16:creationId xmlns:a16="http://schemas.microsoft.com/office/drawing/2014/main" id="{E24082C4-9968-5069-874D-0811225E5471}"/>
                  </a:ext>
                </a:extLst>
              </p:cNvPr>
              <p:cNvPicPr/>
              <p:nvPr/>
            </p:nvPicPr>
            <p:blipFill>
              <a:blip r:embed="rId27"/>
              <a:stretch>
                <a:fillRect/>
              </a:stretch>
            </p:blipFill>
            <p:spPr>
              <a:xfrm>
                <a:off x="11466165" y="1645510"/>
                <a:ext cx="11988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97F47DD6-C3E7-ED90-64DE-974159BEF3B6}"/>
                  </a:ext>
                </a:extLst>
              </p14:cNvPr>
              <p14:cNvContentPartPr/>
              <p14:nvPr/>
            </p14:nvContentPartPr>
            <p14:xfrm>
              <a:off x="11430165" y="1793470"/>
              <a:ext cx="149040" cy="65520"/>
            </p14:xfrm>
          </p:contentPart>
        </mc:Choice>
        <mc:Fallback>
          <p:pic>
            <p:nvPicPr>
              <p:cNvPr id="16" name="Ink 15">
                <a:extLst>
                  <a:ext uri="{FF2B5EF4-FFF2-40B4-BE49-F238E27FC236}">
                    <a16:creationId xmlns:a16="http://schemas.microsoft.com/office/drawing/2014/main" id="{97F47DD6-C3E7-ED90-64DE-974159BEF3B6}"/>
                  </a:ext>
                </a:extLst>
              </p:cNvPr>
              <p:cNvPicPr/>
              <p:nvPr/>
            </p:nvPicPr>
            <p:blipFill>
              <a:blip r:embed="rId29"/>
              <a:stretch>
                <a:fillRect/>
              </a:stretch>
            </p:blipFill>
            <p:spPr>
              <a:xfrm>
                <a:off x="11421165" y="1784830"/>
                <a:ext cx="16668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25871C26-D6D0-4732-E061-417DBEC0F82D}"/>
                  </a:ext>
                </a:extLst>
              </p14:cNvPr>
              <p14:cNvContentPartPr/>
              <p14:nvPr/>
            </p14:nvContentPartPr>
            <p14:xfrm>
              <a:off x="3205245" y="1625350"/>
              <a:ext cx="2337480" cy="131760"/>
            </p14:xfrm>
          </p:contentPart>
        </mc:Choice>
        <mc:Fallback>
          <p:pic>
            <p:nvPicPr>
              <p:cNvPr id="19" name="Ink 18">
                <a:extLst>
                  <a:ext uri="{FF2B5EF4-FFF2-40B4-BE49-F238E27FC236}">
                    <a16:creationId xmlns:a16="http://schemas.microsoft.com/office/drawing/2014/main" id="{25871C26-D6D0-4732-E061-417DBEC0F82D}"/>
                  </a:ext>
                </a:extLst>
              </p:cNvPr>
              <p:cNvPicPr/>
              <p:nvPr/>
            </p:nvPicPr>
            <p:blipFill>
              <a:blip r:embed="rId31"/>
              <a:stretch>
                <a:fillRect/>
              </a:stretch>
            </p:blipFill>
            <p:spPr>
              <a:xfrm>
                <a:off x="3196605" y="1616350"/>
                <a:ext cx="235512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71BCE7E8-DCB5-5801-5CEA-2AEEB6142AD6}"/>
                  </a:ext>
                </a:extLst>
              </p14:cNvPr>
              <p14:cNvContentPartPr/>
              <p14:nvPr/>
            </p14:nvContentPartPr>
            <p14:xfrm>
              <a:off x="5492325" y="1482070"/>
              <a:ext cx="2200320" cy="938160"/>
            </p14:xfrm>
          </p:contentPart>
        </mc:Choice>
        <mc:Fallback>
          <p:pic>
            <p:nvPicPr>
              <p:cNvPr id="20" name="Ink 19">
                <a:extLst>
                  <a:ext uri="{FF2B5EF4-FFF2-40B4-BE49-F238E27FC236}">
                    <a16:creationId xmlns:a16="http://schemas.microsoft.com/office/drawing/2014/main" id="{71BCE7E8-DCB5-5801-5CEA-2AEEB6142AD6}"/>
                  </a:ext>
                </a:extLst>
              </p:cNvPr>
              <p:cNvPicPr/>
              <p:nvPr/>
            </p:nvPicPr>
            <p:blipFill>
              <a:blip r:embed="rId33"/>
              <a:stretch>
                <a:fillRect/>
              </a:stretch>
            </p:blipFill>
            <p:spPr>
              <a:xfrm>
                <a:off x="5483325" y="1473430"/>
                <a:ext cx="2217960" cy="9558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235CDEB4-260B-D864-5987-558F77E91947}"/>
                  </a:ext>
                </a:extLst>
              </p14:cNvPr>
              <p14:cNvContentPartPr/>
              <p14:nvPr/>
            </p14:nvContentPartPr>
            <p14:xfrm>
              <a:off x="5970045" y="1647310"/>
              <a:ext cx="322920" cy="375120"/>
            </p14:xfrm>
          </p:contentPart>
        </mc:Choice>
        <mc:Fallback>
          <p:pic>
            <p:nvPicPr>
              <p:cNvPr id="21" name="Ink 20">
                <a:extLst>
                  <a:ext uri="{FF2B5EF4-FFF2-40B4-BE49-F238E27FC236}">
                    <a16:creationId xmlns:a16="http://schemas.microsoft.com/office/drawing/2014/main" id="{235CDEB4-260B-D864-5987-558F77E91947}"/>
                  </a:ext>
                </a:extLst>
              </p:cNvPr>
              <p:cNvPicPr/>
              <p:nvPr/>
            </p:nvPicPr>
            <p:blipFill>
              <a:blip r:embed="rId35"/>
              <a:stretch>
                <a:fillRect/>
              </a:stretch>
            </p:blipFill>
            <p:spPr>
              <a:xfrm>
                <a:off x="5961045" y="1638310"/>
                <a:ext cx="340560" cy="3927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909A74A0-27B1-4E8A-D2C3-6AFEF87C7852}"/>
                  </a:ext>
                </a:extLst>
              </p14:cNvPr>
              <p14:cNvContentPartPr/>
              <p14:nvPr/>
            </p14:nvContentPartPr>
            <p14:xfrm>
              <a:off x="6237165" y="1733350"/>
              <a:ext cx="357840" cy="348480"/>
            </p14:xfrm>
          </p:contentPart>
        </mc:Choice>
        <mc:Fallback>
          <p:pic>
            <p:nvPicPr>
              <p:cNvPr id="22" name="Ink 21">
                <a:extLst>
                  <a:ext uri="{FF2B5EF4-FFF2-40B4-BE49-F238E27FC236}">
                    <a16:creationId xmlns:a16="http://schemas.microsoft.com/office/drawing/2014/main" id="{909A74A0-27B1-4E8A-D2C3-6AFEF87C7852}"/>
                  </a:ext>
                </a:extLst>
              </p:cNvPr>
              <p:cNvPicPr/>
              <p:nvPr/>
            </p:nvPicPr>
            <p:blipFill>
              <a:blip r:embed="rId37"/>
              <a:stretch>
                <a:fillRect/>
              </a:stretch>
            </p:blipFill>
            <p:spPr>
              <a:xfrm>
                <a:off x="6228165" y="1724710"/>
                <a:ext cx="375480" cy="3661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AFAC8233-4F20-877A-5292-9C7226690780}"/>
                  </a:ext>
                </a:extLst>
              </p14:cNvPr>
              <p14:cNvContentPartPr/>
              <p14:nvPr/>
            </p14:nvContentPartPr>
            <p14:xfrm>
              <a:off x="6673125" y="1714990"/>
              <a:ext cx="275400" cy="372600"/>
            </p14:xfrm>
          </p:contentPart>
        </mc:Choice>
        <mc:Fallback>
          <p:pic>
            <p:nvPicPr>
              <p:cNvPr id="23" name="Ink 22">
                <a:extLst>
                  <a:ext uri="{FF2B5EF4-FFF2-40B4-BE49-F238E27FC236}">
                    <a16:creationId xmlns:a16="http://schemas.microsoft.com/office/drawing/2014/main" id="{AFAC8233-4F20-877A-5292-9C7226690780}"/>
                  </a:ext>
                </a:extLst>
              </p:cNvPr>
              <p:cNvPicPr/>
              <p:nvPr/>
            </p:nvPicPr>
            <p:blipFill>
              <a:blip r:embed="rId39"/>
              <a:stretch>
                <a:fillRect/>
              </a:stretch>
            </p:blipFill>
            <p:spPr>
              <a:xfrm>
                <a:off x="6664485" y="1705990"/>
                <a:ext cx="293040" cy="3902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C77B4EC3-BA29-3455-E066-0D5DD50FD7D4}"/>
                  </a:ext>
                </a:extLst>
              </p14:cNvPr>
              <p14:cNvContentPartPr/>
              <p14:nvPr/>
            </p14:nvContentPartPr>
            <p14:xfrm>
              <a:off x="7590765" y="1883830"/>
              <a:ext cx="2285280" cy="23760"/>
            </p14:xfrm>
          </p:contentPart>
        </mc:Choice>
        <mc:Fallback>
          <p:pic>
            <p:nvPicPr>
              <p:cNvPr id="24" name="Ink 23">
                <a:extLst>
                  <a:ext uri="{FF2B5EF4-FFF2-40B4-BE49-F238E27FC236}">
                    <a16:creationId xmlns:a16="http://schemas.microsoft.com/office/drawing/2014/main" id="{C77B4EC3-BA29-3455-E066-0D5DD50FD7D4}"/>
                  </a:ext>
                </a:extLst>
              </p:cNvPr>
              <p:cNvPicPr/>
              <p:nvPr/>
            </p:nvPicPr>
            <p:blipFill>
              <a:blip r:embed="rId41"/>
              <a:stretch>
                <a:fillRect/>
              </a:stretch>
            </p:blipFill>
            <p:spPr>
              <a:xfrm>
                <a:off x="7581765" y="1875190"/>
                <a:ext cx="2302920" cy="414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6" name="Ink 25">
                <a:extLst>
                  <a:ext uri="{FF2B5EF4-FFF2-40B4-BE49-F238E27FC236}">
                    <a16:creationId xmlns:a16="http://schemas.microsoft.com/office/drawing/2014/main" id="{06ADA57A-0791-A034-B029-6884450D0BE6}"/>
                  </a:ext>
                </a:extLst>
              </p14:cNvPr>
              <p14:cNvContentPartPr/>
              <p14:nvPr/>
            </p14:nvContentPartPr>
            <p14:xfrm>
              <a:off x="3278685" y="1071310"/>
              <a:ext cx="2342520" cy="454680"/>
            </p14:xfrm>
          </p:contentPart>
        </mc:Choice>
        <mc:Fallback>
          <p:pic>
            <p:nvPicPr>
              <p:cNvPr id="26" name="Ink 25">
                <a:extLst>
                  <a:ext uri="{FF2B5EF4-FFF2-40B4-BE49-F238E27FC236}">
                    <a16:creationId xmlns:a16="http://schemas.microsoft.com/office/drawing/2014/main" id="{06ADA57A-0791-A034-B029-6884450D0BE6}"/>
                  </a:ext>
                </a:extLst>
              </p:cNvPr>
              <p:cNvPicPr/>
              <p:nvPr/>
            </p:nvPicPr>
            <p:blipFill>
              <a:blip r:embed="rId43"/>
              <a:stretch>
                <a:fillRect/>
              </a:stretch>
            </p:blipFill>
            <p:spPr>
              <a:xfrm>
                <a:off x="3269685" y="1062670"/>
                <a:ext cx="2360160" cy="4723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7" name="Ink 26">
                <a:extLst>
                  <a:ext uri="{FF2B5EF4-FFF2-40B4-BE49-F238E27FC236}">
                    <a16:creationId xmlns:a16="http://schemas.microsoft.com/office/drawing/2014/main" id="{6D4B8A6B-D5B6-D97F-21CF-3C3FFD05004C}"/>
                  </a:ext>
                </a:extLst>
              </p14:cNvPr>
              <p14:cNvContentPartPr/>
              <p14:nvPr/>
            </p14:nvContentPartPr>
            <p14:xfrm>
              <a:off x="5516445" y="1294150"/>
              <a:ext cx="194040" cy="111240"/>
            </p14:xfrm>
          </p:contentPart>
        </mc:Choice>
        <mc:Fallback>
          <p:pic>
            <p:nvPicPr>
              <p:cNvPr id="27" name="Ink 26">
                <a:extLst>
                  <a:ext uri="{FF2B5EF4-FFF2-40B4-BE49-F238E27FC236}">
                    <a16:creationId xmlns:a16="http://schemas.microsoft.com/office/drawing/2014/main" id="{6D4B8A6B-D5B6-D97F-21CF-3C3FFD05004C}"/>
                  </a:ext>
                </a:extLst>
              </p:cNvPr>
              <p:cNvPicPr/>
              <p:nvPr/>
            </p:nvPicPr>
            <p:blipFill>
              <a:blip r:embed="rId45"/>
              <a:stretch>
                <a:fillRect/>
              </a:stretch>
            </p:blipFill>
            <p:spPr>
              <a:xfrm>
                <a:off x="5507805" y="1285150"/>
                <a:ext cx="21168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8" name="Ink 27">
                <a:extLst>
                  <a:ext uri="{FF2B5EF4-FFF2-40B4-BE49-F238E27FC236}">
                    <a16:creationId xmlns:a16="http://schemas.microsoft.com/office/drawing/2014/main" id="{C1D2692B-D251-C9E3-8A0A-402027416043}"/>
                  </a:ext>
                </a:extLst>
              </p14:cNvPr>
              <p14:cNvContentPartPr/>
              <p14:nvPr/>
            </p14:nvContentPartPr>
            <p14:xfrm>
              <a:off x="6667005" y="1100470"/>
              <a:ext cx="3469320" cy="468000"/>
            </p14:xfrm>
          </p:contentPart>
        </mc:Choice>
        <mc:Fallback>
          <p:pic>
            <p:nvPicPr>
              <p:cNvPr id="28" name="Ink 27">
                <a:extLst>
                  <a:ext uri="{FF2B5EF4-FFF2-40B4-BE49-F238E27FC236}">
                    <a16:creationId xmlns:a16="http://schemas.microsoft.com/office/drawing/2014/main" id="{C1D2692B-D251-C9E3-8A0A-402027416043}"/>
                  </a:ext>
                </a:extLst>
              </p:cNvPr>
              <p:cNvPicPr/>
              <p:nvPr/>
            </p:nvPicPr>
            <p:blipFill>
              <a:blip r:embed="rId47"/>
              <a:stretch>
                <a:fillRect/>
              </a:stretch>
            </p:blipFill>
            <p:spPr>
              <a:xfrm>
                <a:off x="6658005" y="1091830"/>
                <a:ext cx="3486960" cy="4856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9" name="Ink 28">
                <a:extLst>
                  <a:ext uri="{FF2B5EF4-FFF2-40B4-BE49-F238E27FC236}">
                    <a16:creationId xmlns:a16="http://schemas.microsoft.com/office/drawing/2014/main" id="{20B07E21-2906-B391-CDF7-45485BCBD4F0}"/>
                  </a:ext>
                </a:extLst>
              </p14:cNvPr>
              <p14:cNvContentPartPr/>
              <p14:nvPr/>
            </p14:nvContentPartPr>
            <p14:xfrm>
              <a:off x="7312125" y="2198110"/>
              <a:ext cx="2398680" cy="352080"/>
            </p14:xfrm>
          </p:contentPart>
        </mc:Choice>
        <mc:Fallback>
          <p:pic>
            <p:nvPicPr>
              <p:cNvPr id="29" name="Ink 28">
                <a:extLst>
                  <a:ext uri="{FF2B5EF4-FFF2-40B4-BE49-F238E27FC236}">
                    <a16:creationId xmlns:a16="http://schemas.microsoft.com/office/drawing/2014/main" id="{20B07E21-2906-B391-CDF7-45485BCBD4F0}"/>
                  </a:ext>
                </a:extLst>
              </p:cNvPr>
              <p:cNvPicPr/>
              <p:nvPr/>
            </p:nvPicPr>
            <p:blipFill>
              <a:blip r:embed="rId49"/>
              <a:stretch>
                <a:fillRect/>
              </a:stretch>
            </p:blipFill>
            <p:spPr>
              <a:xfrm>
                <a:off x="7303485" y="2189110"/>
                <a:ext cx="2416320" cy="3697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0" name="Ink 29">
                <a:extLst>
                  <a:ext uri="{FF2B5EF4-FFF2-40B4-BE49-F238E27FC236}">
                    <a16:creationId xmlns:a16="http://schemas.microsoft.com/office/drawing/2014/main" id="{0879B951-7493-460C-66BC-A136801C2FE3}"/>
                  </a:ext>
                </a:extLst>
              </p14:cNvPr>
              <p14:cNvContentPartPr/>
              <p14:nvPr/>
            </p14:nvContentPartPr>
            <p14:xfrm>
              <a:off x="7239045" y="2288830"/>
              <a:ext cx="173160" cy="137160"/>
            </p14:xfrm>
          </p:contentPart>
        </mc:Choice>
        <mc:Fallback>
          <p:pic>
            <p:nvPicPr>
              <p:cNvPr id="30" name="Ink 29">
                <a:extLst>
                  <a:ext uri="{FF2B5EF4-FFF2-40B4-BE49-F238E27FC236}">
                    <a16:creationId xmlns:a16="http://schemas.microsoft.com/office/drawing/2014/main" id="{0879B951-7493-460C-66BC-A136801C2FE3}"/>
                  </a:ext>
                </a:extLst>
              </p:cNvPr>
              <p:cNvPicPr/>
              <p:nvPr/>
            </p:nvPicPr>
            <p:blipFill>
              <a:blip r:embed="rId51"/>
              <a:stretch>
                <a:fillRect/>
              </a:stretch>
            </p:blipFill>
            <p:spPr>
              <a:xfrm>
                <a:off x="7230405" y="2280190"/>
                <a:ext cx="19080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1" name="Ink 30">
                <a:extLst>
                  <a:ext uri="{FF2B5EF4-FFF2-40B4-BE49-F238E27FC236}">
                    <a16:creationId xmlns:a16="http://schemas.microsoft.com/office/drawing/2014/main" id="{9F99783C-766A-9BC6-1D53-2EFB9A1A7803}"/>
                  </a:ext>
                </a:extLst>
              </p14:cNvPr>
              <p14:cNvContentPartPr/>
              <p14:nvPr/>
            </p14:nvContentPartPr>
            <p14:xfrm>
              <a:off x="3040725" y="1794190"/>
              <a:ext cx="3075480" cy="717480"/>
            </p14:xfrm>
          </p:contentPart>
        </mc:Choice>
        <mc:Fallback>
          <p:pic>
            <p:nvPicPr>
              <p:cNvPr id="31" name="Ink 30">
                <a:extLst>
                  <a:ext uri="{FF2B5EF4-FFF2-40B4-BE49-F238E27FC236}">
                    <a16:creationId xmlns:a16="http://schemas.microsoft.com/office/drawing/2014/main" id="{9F99783C-766A-9BC6-1D53-2EFB9A1A7803}"/>
                  </a:ext>
                </a:extLst>
              </p:cNvPr>
              <p:cNvPicPr/>
              <p:nvPr/>
            </p:nvPicPr>
            <p:blipFill>
              <a:blip r:embed="rId53"/>
              <a:stretch>
                <a:fillRect/>
              </a:stretch>
            </p:blipFill>
            <p:spPr>
              <a:xfrm>
                <a:off x="3032085" y="1785550"/>
                <a:ext cx="3093120" cy="7351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2" name="Ink 31">
                <a:extLst>
                  <a:ext uri="{FF2B5EF4-FFF2-40B4-BE49-F238E27FC236}">
                    <a16:creationId xmlns:a16="http://schemas.microsoft.com/office/drawing/2014/main" id="{94138B1A-7271-4400-C19F-8C5701C53CA8}"/>
                  </a:ext>
                </a:extLst>
              </p14:cNvPr>
              <p14:cNvContentPartPr/>
              <p14:nvPr/>
            </p14:nvContentPartPr>
            <p14:xfrm>
              <a:off x="2946045" y="1788430"/>
              <a:ext cx="196200" cy="143280"/>
            </p14:xfrm>
          </p:contentPart>
        </mc:Choice>
        <mc:Fallback>
          <p:pic>
            <p:nvPicPr>
              <p:cNvPr id="32" name="Ink 31">
                <a:extLst>
                  <a:ext uri="{FF2B5EF4-FFF2-40B4-BE49-F238E27FC236}">
                    <a16:creationId xmlns:a16="http://schemas.microsoft.com/office/drawing/2014/main" id="{94138B1A-7271-4400-C19F-8C5701C53CA8}"/>
                  </a:ext>
                </a:extLst>
              </p:cNvPr>
              <p:cNvPicPr/>
              <p:nvPr/>
            </p:nvPicPr>
            <p:blipFill>
              <a:blip r:embed="rId55"/>
              <a:stretch>
                <a:fillRect/>
              </a:stretch>
            </p:blipFill>
            <p:spPr>
              <a:xfrm>
                <a:off x="2937045" y="1779430"/>
                <a:ext cx="21384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4" name="Ink 33">
                <a:extLst>
                  <a:ext uri="{FF2B5EF4-FFF2-40B4-BE49-F238E27FC236}">
                    <a16:creationId xmlns:a16="http://schemas.microsoft.com/office/drawing/2014/main" id="{CD69CBA6-ABE9-6E2D-9E6A-B303F353ABBE}"/>
                  </a:ext>
                </a:extLst>
              </p14:cNvPr>
              <p14:cNvContentPartPr/>
              <p14:nvPr/>
            </p14:nvContentPartPr>
            <p14:xfrm>
              <a:off x="5965005" y="1024150"/>
              <a:ext cx="156960" cy="222120"/>
            </p14:xfrm>
          </p:contentPart>
        </mc:Choice>
        <mc:Fallback>
          <p:pic>
            <p:nvPicPr>
              <p:cNvPr id="34" name="Ink 33">
                <a:extLst>
                  <a:ext uri="{FF2B5EF4-FFF2-40B4-BE49-F238E27FC236}">
                    <a16:creationId xmlns:a16="http://schemas.microsoft.com/office/drawing/2014/main" id="{CD69CBA6-ABE9-6E2D-9E6A-B303F353ABBE}"/>
                  </a:ext>
                </a:extLst>
              </p:cNvPr>
              <p:cNvPicPr/>
              <p:nvPr/>
            </p:nvPicPr>
            <p:blipFill>
              <a:blip r:embed="rId57"/>
              <a:stretch>
                <a:fillRect/>
              </a:stretch>
            </p:blipFill>
            <p:spPr>
              <a:xfrm>
                <a:off x="5956005" y="1015510"/>
                <a:ext cx="17460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5" name="Ink 34">
                <a:extLst>
                  <a:ext uri="{FF2B5EF4-FFF2-40B4-BE49-F238E27FC236}">
                    <a16:creationId xmlns:a16="http://schemas.microsoft.com/office/drawing/2014/main" id="{B33A3798-7F7F-BF7A-024F-F8C3615B16C0}"/>
                  </a:ext>
                </a:extLst>
              </p14:cNvPr>
              <p14:cNvContentPartPr/>
              <p14:nvPr/>
            </p14:nvContentPartPr>
            <p14:xfrm>
              <a:off x="6176325" y="1097230"/>
              <a:ext cx="54720" cy="47520"/>
            </p14:xfrm>
          </p:contentPart>
        </mc:Choice>
        <mc:Fallback>
          <p:pic>
            <p:nvPicPr>
              <p:cNvPr id="35" name="Ink 34">
                <a:extLst>
                  <a:ext uri="{FF2B5EF4-FFF2-40B4-BE49-F238E27FC236}">
                    <a16:creationId xmlns:a16="http://schemas.microsoft.com/office/drawing/2014/main" id="{B33A3798-7F7F-BF7A-024F-F8C3615B16C0}"/>
                  </a:ext>
                </a:extLst>
              </p:cNvPr>
              <p:cNvPicPr/>
              <p:nvPr/>
            </p:nvPicPr>
            <p:blipFill>
              <a:blip r:embed="rId59"/>
              <a:stretch>
                <a:fillRect/>
              </a:stretch>
            </p:blipFill>
            <p:spPr>
              <a:xfrm>
                <a:off x="6167685" y="1088590"/>
                <a:ext cx="7236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6" name="Ink 35">
                <a:extLst>
                  <a:ext uri="{FF2B5EF4-FFF2-40B4-BE49-F238E27FC236}">
                    <a16:creationId xmlns:a16="http://schemas.microsoft.com/office/drawing/2014/main" id="{A14FAE90-521A-B89B-E614-75330A2212A1}"/>
                  </a:ext>
                </a:extLst>
              </p14:cNvPr>
              <p14:cNvContentPartPr/>
              <p14:nvPr/>
            </p14:nvContentPartPr>
            <p14:xfrm>
              <a:off x="6123765" y="1071670"/>
              <a:ext cx="192240" cy="30600"/>
            </p14:xfrm>
          </p:contentPart>
        </mc:Choice>
        <mc:Fallback>
          <p:pic>
            <p:nvPicPr>
              <p:cNvPr id="36" name="Ink 35">
                <a:extLst>
                  <a:ext uri="{FF2B5EF4-FFF2-40B4-BE49-F238E27FC236}">
                    <a16:creationId xmlns:a16="http://schemas.microsoft.com/office/drawing/2014/main" id="{A14FAE90-521A-B89B-E614-75330A2212A1}"/>
                  </a:ext>
                </a:extLst>
              </p:cNvPr>
              <p:cNvPicPr/>
              <p:nvPr/>
            </p:nvPicPr>
            <p:blipFill>
              <a:blip r:embed="rId61"/>
              <a:stretch>
                <a:fillRect/>
              </a:stretch>
            </p:blipFill>
            <p:spPr>
              <a:xfrm>
                <a:off x="6114765" y="1062670"/>
                <a:ext cx="209880" cy="482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7" name="Ink 36">
                <a:extLst>
                  <a:ext uri="{FF2B5EF4-FFF2-40B4-BE49-F238E27FC236}">
                    <a16:creationId xmlns:a16="http://schemas.microsoft.com/office/drawing/2014/main" id="{97271D67-E71C-4C19-004B-3C9A18B5AF9E}"/>
                  </a:ext>
                </a:extLst>
              </p14:cNvPr>
              <p14:cNvContentPartPr/>
              <p14:nvPr/>
            </p14:nvContentPartPr>
            <p14:xfrm>
              <a:off x="6183885" y="1026310"/>
              <a:ext cx="43200" cy="214920"/>
            </p14:xfrm>
          </p:contentPart>
        </mc:Choice>
        <mc:Fallback>
          <p:pic>
            <p:nvPicPr>
              <p:cNvPr id="37" name="Ink 36">
                <a:extLst>
                  <a:ext uri="{FF2B5EF4-FFF2-40B4-BE49-F238E27FC236}">
                    <a16:creationId xmlns:a16="http://schemas.microsoft.com/office/drawing/2014/main" id="{97271D67-E71C-4C19-004B-3C9A18B5AF9E}"/>
                  </a:ext>
                </a:extLst>
              </p:cNvPr>
              <p:cNvPicPr/>
              <p:nvPr/>
            </p:nvPicPr>
            <p:blipFill>
              <a:blip r:embed="rId63"/>
              <a:stretch>
                <a:fillRect/>
              </a:stretch>
            </p:blipFill>
            <p:spPr>
              <a:xfrm>
                <a:off x="6174885" y="1017670"/>
                <a:ext cx="6084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8" name="Ink 37">
                <a:extLst>
                  <a:ext uri="{FF2B5EF4-FFF2-40B4-BE49-F238E27FC236}">
                    <a16:creationId xmlns:a16="http://schemas.microsoft.com/office/drawing/2014/main" id="{5887D20C-5550-EC21-337F-91B82B19E18B}"/>
                  </a:ext>
                </a:extLst>
              </p14:cNvPr>
              <p14:cNvContentPartPr/>
              <p14:nvPr/>
            </p14:nvContentPartPr>
            <p14:xfrm>
              <a:off x="6285405" y="1129990"/>
              <a:ext cx="135360" cy="109800"/>
            </p14:xfrm>
          </p:contentPart>
        </mc:Choice>
        <mc:Fallback>
          <p:pic>
            <p:nvPicPr>
              <p:cNvPr id="38" name="Ink 37">
                <a:extLst>
                  <a:ext uri="{FF2B5EF4-FFF2-40B4-BE49-F238E27FC236}">
                    <a16:creationId xmlns:a16="http://schemas.microsoft.com/office/drawing/2014/main" id="{5887D20C-5550-EC21-337F-91B82B19E18B}"/>
                  </a:ext>
                </a:extLst>
              </p:cNvPr>
              <p:cNvPicPr/>
              <p:nvPr/>
            </p:nvPicPr>
            <p:blipFill>
              <a:blip r:embed="rId65"/>
              <a:stretch>
                <a:fillRect/>
              </a:stretch>
            </p:blipFill>
            <p:spPr>
              <a:xfrm>
                <a:off x="6276765" y="1121350"/>
                <a:ext cx="15300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0" name="Ink 39">
                <a:extLst>
                  <a:ext uri="{FF2B5EF4-FFF2-40B4-BE49-F238E27FC236}">
                    <a16:creationId xmlns:a16="http://schemas.microsoft.com/office/drawing/2014/main" id="{253C7C3D-1F2F-8F36-A805-972215614FAA}"/>
                  </a:ext>
                </a:extLst>
              </p14:cNvPr>
              <p14:cNvContentPartPr/>
              <p14:nvPr/>
            </p14:nvContentPartPr>
            <p14:xfrm>
              <a:off x="6539925" y="1131430"/>
              <a:ext cx="1440" cy="1440"/>
            </p14:xfrm>
          </p:contentPart>
        </mc:Choice>
        <mc:Fallback>
          <p:pic>
            <p:nvPicPr>
              <p:cNvPr id="40" name="Ink 39">
                <a:extLst>
                  <a:ext uri="{FF2B5EF4-FFF2-40B4-BE49-F238E27FC236}">
                    <a16:creationId xmlns:a16="http://schemas.microsoft.com/office/drawing/2014/main" id="{253C7C3D-1F2F-8F36-A805-972215614FAA}"/>
                  </a:ext>
                </a:extLst>
              </p:cNvPr>
              <p:cNvPicPr/>
              <p:nvPr/>
            </p:nvPicPr>
            <p:blipFill>
              <a:blip r:embed="rId67"/>
              <a:stretch>
                <a:fillRect/>
              </a:stretch>
            </p:blipFill>
            <p:spPr>
              <a:xfrm>
                <a:off x="6531285" y="1122430"/>
                <a:ext cx="1908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1" name="Ink 40">
                <a:extLst>
                  <a:ext uri="{FF2B5EF4-FFF2-40B4-BE49-F238E27FC236}">
                    <a16:creationId xmlns:a16="http://schemas.microsoft.com/office/drawing/2014/main" id="{D03E0AA6-7CA8-7AA3-3F3D-C5424B08EBD3}"/>
                  </a:ext>
                </a:extLst>
              </p14:cNvPr>
              <p14:cNvContentPartPr/>
              <p14:nvPr/>
            </p14:nvContentPartPr>
            <p14:xfrm>
              <a:off x="6631005" y="929110"/>
              <a:ext cx="181080" cy="252720"/>
            </p14:xfrm>
          </p:contentPart>
        </mc:Choice>
        <mc:Fallback>
          <p:pic>
            <p:nvPicPr>
              <p:cNvPr id="41" name="Ink 40">
                <a:extLst>
                  <a:ext uri="{FF2B5EF4-FFF2-40B4-BE49-F238E27FC236}">
                    <a16:creationId xmlns:a16="http://schemas.microsoft.com/office/drawing/2014/main" id="{D03E0AA6-7CA8-7AA3-3F3D-C5424B08EBD3}"/>
                  </a:ext>
                </a:extLst>
              </p:cNvPr>
              <p:cNvPicPr/>
              <p:nvPr/>
            </p:nvPicPr>
            <p:blipFill>
              <a:blip r:embed="rId69"/>
              <a:stretch>
                <a:fillRect/>
              </a:stretch>
            </p:blipFill>
            <p:spPr>
              <a:xfrm>
                <a:off x="6622005" y="920110"/>
                <a:ext cx="19872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2" name="Ink 41">
                <a:extLst>
                  <a:ext uri="{FF2B5EF4-FFF2-40B4-BE49-F238E27FC236}">
                    <a16:creationId xmlns:a16="http://schemas.microsoft.com/office/drawing/2014/main" id="{E4B18775-B78B-9954-59A2-BFF91BAC63B1}"/>
                  </a:ext>
                </a:extLst>
              </p14:cNvPr>
              <p14:cNvContentPartPr/>
              <p14:nvPr/>
            </p14:nvContentPartPr>
            <p14:xfrm>
              <a:off x="6843045" y="1001110"/>
              <a:ext cx="234360" cy="167400"/>
            </p14:xfrm>
          </p:contentPart>
        </mc:Choice>
        <mc:Fallback>
          <p:pic>
            <p:nvPicPr>
              <p:cNvPr id="42" name="Ink 41">
                <a:extLst>
                  <a:ext uri="{FF2B5EF4-FFF2-40B4-BE49-F238E27FC236}">
                    <a16:creationId xmlns:a16="http://schemas.microsoft.com/office/drawing/2014/main" id="{E4B18775-B78B-9954-59A2-BFF91BAC63B1}"/>
                  </a:ext>
                </a:extLst>
              </p:cNvPr>
              <p:cNvPicPr/>
              <p:nvPr/>
            </p:nvPicPr>
            <p:blipFill>
              <a:blip r:embed="rId71"/>
              <a:stretch>
                <a:fillRect/>
              </a:stretch>
            </p:blipFill>
            <p:spPr>
              <a:xfrm>
                <a:off x="6834045" y="992470"/>
                <a:ext cx="25200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4" name="Ink 43">
                <a:extLst>
                  <a:ext uri="{FF2B5EF4-FFF2-40B4-BE49-F238E27FC236}">
                    <a16:creationId xmlns:a16="http://schemas.microsoft.com/office/drawing/2014/main" id="{6E96995F-E6AF-E1C2-9A3A-A2233DF60400}"/>
                  </a:ext>
                </a:extLst>
              </p14:cNvPr>
              <p14:cNvContentPartPr/>
              <p14:nvPr/>
            </p14:nvContentPartPr>
            <p14:xfrm>
              <a:off x="6309165" y="1281550"/>
              <a:ext cx="181800" cy="240120"/>
            </p14:xfrm>
          </p:contentPart>
        </mc:Choice>
        <mc:Fallback>
          <p:pic>
            <p:nvPicPr>
              <p:cNvPr id="44" name="Ink 43">
                <a:extLst>
                  <a:ext uri="{FF2B5EF4-FFF2-40B4-BE49-F238E27FC236}">
                    <a16:creationId xmlns:a16="http://schemas.microsoft.com/office/drawing/2014/main" id="{6E96995F-E6AF-E1C2-9A3A-A2233DF60400}"/>
                  </a:ext>
                </a:extLst>
              </p:cNvPr>
              <p:cNvPicPr/>
              <p:nvPr/>
            </p:nvPicPr>
            <p:blipFill>
              <a:blip r:embed="rId73"/>
              <a:stretch>
                <a:fillRect/>
              </a:stretch>
            </p:blipFill>
            <p:spPr>
              <a:xfrm>
                <a:off x="6300165" y="1272910"/>
                <a:ext cx="19944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5" name="Ink 44">
                <a:extLst>
                  <a:ext uri="{FF2B5EF4-FFF2-40B4-BE49-F238E27FC236}">
                    <a16:creationId xmlns:a16="http://schemas.microsoft.com/office/drawing/2014/main" id="{C85E0A56-6AF2-9BD2-6B69-D021D9A7107A}"/>
                  </a:ext>
                </a:extLst>
              </p14:cNvPr>
              <p14:cNvContentPartPr/>
              <p14:nvPr/>
            </p14:nvContentPartPr>
            <p14:xfrm>
              <a:off x="6509685" y="1299910"/>
              <a:ext cx="156960" cy="176040"/>
            </p14:xfrm>
          </p:contentPart>
        </mc:Choice>
        <mc:Fallback>
          <p:pic>
            <p:nvPicPr>
              <p:cNvPr id="45" name="Ink 44">
                <a:extLst>
                  <a:ext uri="{FF2B5EF4-FFF2-40B4-BE49-F238E27FC236}">
                    <a16:creationId xmlns:a16="http://schemas.microsoft.com/office/drawing/2014/main" id="{C85E0A56-6AF2-9BD2-6B69-D021D9A7107A}"/>
                  </a:ext>
                </a:extLst>
              </p:cNvPr>
              <p:cNvPicPr/>
              <p:nvPr/>
            </p:nvPicPr>
            <p:blipFill>
              <a:blip r:embed="rId75"/>
              <a:stretch>
                <a:fillRect/>
              </a:stretch>
            </p:blipFill>
            <p:spPr>
              <a:xfrm>
                <a:off x="6500685" y="1290910"/>
                <a:ext cx="17460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6" name="Ink 45">
                <a:extLst>
                  <a:ext uri="{FF2B5EF4-FFF2-40B4-BE49-F238E27FC236}">
                    <a16:creationId xmlns:a16="http://schemas.microsoft.com/office/drawing/2014/main" id="{9C4EB641-A170-865F-DDA9-BED009EE88A1}"/>
                  </a:ext>
                </a:extLst>
              </p14:cNvPr>
              <p14:cNvContentPartPr/>
              <p14:nvPr/>
            </p14:nvContentPartPr>
            <p14:xfrm>
              <a:off x="6874365" y="1286950"/>
              <a:ext cx="50400" cy="239760"/>
            </p14:xfrm>
          </p:contentPart>
        </mc:Choice>
        <mc:Fallback>
          <p:pic>
            <p:nvPicPr>
              <p:cNvPr id="46" name="Ink 45">
                <a:extLst>
                  <a:ext uri="{FF2B5EF4-FFF2-40B4-BE49-F238E27FC236}">
                    <a16:creationId xmlns:a16="http://schemas.microsoft.com/office/drawing/2014/main" id="{9C4EB641-A170-865F-DDA9-BED009EE88A1}"/>
                  </a:ext>
                </a:extLst>
              </p:cNvPr>
              <p:cNvPicPr/>
              <p:nvPr/>
            </p:nvPicPr>
            <p:blipFill>
              <a:blip r:embed="rId77"/>
              <a:stretch>
                <a:fillRect/>
              </a:stretch>
            </p:blipFill>
            <p:spPr>
              <a:xfrm>
                <a:off x="6865365" y="1277950"/>
                <a:ext cx="6804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7" name="Ink 46">
                <a:extLst>
                  <a:ext uri="{FF2B5EF4-FFF2-40B4-BE49-F238E27FC236}">
                    <a16:creationId xmlns:a16="http://schemas.microsoft.com/office/drawing/2014/main" id="{2FC09A02-05A1-DE92-46BC-7F4947962287}"/>
                  </a:ext>
                </a:extLst>
              </p14:cNvPr>
              <p14:cNvContentPartPr/>
              <p14:nvPr/>
            </p14:nvContentPartPr>
            <p14:xfrm>
              <a:off x="6859245" y="1331230"/>
              <a:ext cx="380160" cy="183240"/>
            </p14:xfrm>
          </p:contentPart>
        </mc:Choice>
        <mc:Fallback>
          <p:pic>
            <p:nvPicPr>
              <p:cNvPr id="47" name="Ink 46">
                <a:extLst>
                  <a:ext uri="{FF2B5EF4-FFF2-40B4-BE49-F238E27FC236}">
                    <a16:creationId xmlns:a16="http://schemas.microsoft.com/office/drawing/2014/main" id="{2FC09A02-05A1-DE92-46BC-7F4947962287}"/>
                  </a:ext>
                </a:extLst>
              </p:cNvPr>
              <p:cNvPicPr/>
              <p:nvPr/>
            </p:nvPicPr>
            <p:blipFill>
              <a:blip r:embed="rId79"/>
              <a:stretch>
                <a:fillRect/>
              </a:stretch>
            </p:blipFill>
            <p:spPr>
              <a:xfrm>
                <a:off x="6850245" y="1322230"/>
                <a:ext cx="39780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8" name="Ink 47">
                <a:extLst>
                  <a:ext uri="{FF2B5EF4-FFF2-40B4-BE49-F238E27FC236}">
                    <a16:creationId xmlns:a16="http://schemas.microsoft.com/office/drawing/2014/main" id="{FA45E426-DE98-1E63-A470-A18528E77B7C}"/>
                  </a:ext>
                </a:extLst>
              </p14:cNvPr>
              <p14:cNvContentPartPr/>
              <p14:nvPr/>
            </p14:nvContentPartPr>
            <p14:xfrm>
              <a:off x="7271085" y="1321870"/>
              <a:ext cx="138600" cy="148320"/>
            </p14:xfrm>
          </p:contentPart>
        </mc:Choice>
        <mc:Fallback>
          <p:pic>
            <p:nvPicPr>
              <p:cNvPr id="48" name="Ink 47">
                <a:extLst>
                  <a:ext uri="{FF2B5EF4-FFF2-40B4-BE49-F238E27FC236}">
                    <a16:creationId xmlns:a16="http://schemas.microsoft.com/office/drawing/2014/main" id="{FA45E426-DE98-1E63-A470-A18528E77B7C}"/>
                  </a:ext>
                </a:extLst>
              </p:cNvPr>
              <p:cNvPicPr/>
              <p:nvPr/>
            </p:nvPicPr>
            <p:blipFill>
              <a:blip r:embed="rId81"/>
              <a:stretch>
                <a:fillRect/>
              </a:stretch>
            </p:blipFill>
            <p:spPr>
              <a:xfrm>
                <a:off x="7262445" y="1312870"/>
                <a:ext cx="15624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9" name="Ink 48">
                <a:extLst>
                  <a:ext uri="{FF2B5EF4-FFF2-40B4-BE49-F238E27FC236}">
                    <a16:creationId xmlns:a16="http://schemas.microsoft.com/office/drawing/2014/main" id="{1A95DFBB-8787-01FB-E1EF-38B9A04805E0}"/>
                  </a:ext>
                </a:extLst>
              </p14:cNvPr>
              <p14:cNvContentPartPr/>
              <p14:nvPr/>
            </p14:nvContentPartPr>
            <p14:xfrm>
              <a:off x="6978765" y="1783390"/>
              <a:ext cx="64800" cy="171720"/>
            </p14:xfrm>
          </p:contentPart>
        </mc:Choice>
        <mc:Fallback>
          <p:pic>
            <p:nvPicPr>
              <p:cNvPr id="49" name="Ink 48">
                <a:extLst>
                  <a:ext uri="{FF2B5EF4-FFF2-40B4-BE49-F238E27FC236}">
                    <a16:creationId xmlns:a16="http://schemas.microsoft.com/office/drawing/2014/main" id="{1A95DFBB-8787-01FB-E1EF-38B9A04805E0}"/>
                  </a:ext>
                </a:extLst>
              </p:cNvPr>
              <p:cNvPicPr/>
              <p:nvPr/>
            </p:nvPicPr>
            <p:blipFill>
              <a:blip r:embed="rId83"/>
              <a:stretch>
                <a:fillRect/>
              </a:stretch>
            </p:blipFill>
            <p:spPr>
              <a:xfrm>
                <a:off x="6970125" y="1774390"/>
                <a:ext cx="8244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0" name="Ink 49">
                <a:extLst>
                  <a:ext uri="{FF2B5EF4-FFF2-40B4-BE49-F238E27FC236}">
                    <a16:creationId xmlns:a16="http://schemas.microsoft.com/office/drawing/2014/main" id="{21087625-77B0-346F-BD6A-13EC2D48CC47}"/>
                  </a:ext>
                </a:extLst>
              </p14:cNvPr>
              <p14:cNvContentPartPr/>
              <p14:nvPr/>
            </p14:nvContentPartPr>
            <p14:xfrm>
              <a:off x="6977325" y="1835950"/>
              <a:ext cx="284400" cy="144360"/>
            </p14:xfrm>
          </p:contentPart>
        </mc:Choice>
        <mc:Fallback>
          <p:pic>
            <p:nvPicPr>
              <p:cNvPr id="50" name="Ink 49">
                <a:extLst>
                  <a:ext uri="{FF2B5EF4-FFF2-40B4-BE49-F238E27FC236}">
                    <a16:creationId xmlns:a16="http://schemas.microsoft.com/office/drawing/2014/main" id="{21087625-77B0-346F-BD6A-13EC2D48CC47}"/>
                  </a:ext>
                </a:extLst>
              </p:cNvPr>
              <p:cNvPicPr/>
              <p:nvPr/>
            </p:nvPicPr>
            <p:blipFill>
              <a:blip r:embed="rId85"/>
              <a:stretch>
                <a:fillRect/>
              </a:stretch>
            </p:blipFill>
            <p:spPr>
              <a:xfrm>
                <a:off x="6968325" y="1826950"/>
                <a:ext cx="30204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1" name="Ink 50">
                <a:extLst>
                  <a:ext uri="{FF2B5EF4-FFF2-40B4-BE49-F238E27FC236}">
                    <a16:creationId xmlns:a16="http://schemas.microsoft.com/office/drawing/2014/main" id="{2C53E5A0-D3B6-1256-681F-C4DD8D08DD2C}"/>
                  </a:ext>
                </a:extLst>
              </p14:cNvPr>
              <p14:cNvContentPartPr/>
              <p14:nvPr/>
            </p14:nvContentPartPr>
            <p14:xfrm>
              <a:off x="7278645" y="1808230"/>
              <a:ext cx="46080" cy="51120"/>
            </p14:xfrm>
          </p:contentPart>
        </mc:Choice>
        <mc:Fallback>
          <p:pic>
            <p:nvPicPr>
              <p:cNvPr id="51" name="Ink 50">
                <a:extLst>
                  <a:ext uri="{FF2B5EF4-FFF2-40B4-BE49-F238E27FC236}">
                    <a16:creationId xmlns:a16="http://schemas.microsoft.com/office/drawing/2014/main" id="{2C53E5A0-D3B6-1256-681F-C4DD8D08DD2C}"/>
                  </a:ext>
                </a:extLst>
              </p:cNvPr>
              <p:cNvPicPr/>
              <p:nvPr/>
            </p:nvPicPr>
            <p:blipFill>
              <a:blip r:embed="rId87"/>
              <a:stretch>
                <a:fillRect/>
              </a:stretch>
            </p:blipFill>
            <p:spPr>
              <a:xfrm>
                <a:off x="7270005" y="1799230"/>
                <a:ext cx="6372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3" name="Ink 52">
                <a:extLst>
                  <a:ext uri="{FF2B5EF4-FFF2-40B4-BE49-F238E27FC236}">
                    <a16:creationId xmlns:a16="http://schemas.microsoft.com/office/drawing/2014/main" id="{970A5C54-3C1B-445B-5F76-91E34A23D7D7}"/>
                  </a:ext>
                </a:extLst>
              </p14:cNvPr>
              <p14:cNvContentPartPr/>
              <p14:nvPr/>
            </p14:nvContentPartPr>
            <p14:xfrm>
              <a:off x="6648285" y="2389990"/>
              <a:ext cx="12960" cy="225360"/>
            </p14:xfrm>
          </p:contentPart>
        </mc:Choice>
        <mc:Fallback>
          <p:pic>
            <p:nvPicPr>
              <p:cNvPr id="53" name="Ink 52">
                <a:extLst>
                  <a:ext uri="{FF2B5EF4-FFF2-40B4-BE49-F238E27FC236}">
                    <a16:creationId xmlns:a16="http://schemas.microsoft.com/office/drawing/2014/main" id="{970A5C54-3C1B-445B-5F76-91E34A23D7D7}"/>
                  </a:ext>
                </a:extLst>
              </p:cNvPr>
              <p:cNvPicPr/>
              <p:nvPr/>
            </p:nvPicPr>
            <p:blipFill>
              <a:blip r:embed="rId89"/>
              <a:stretch>
                <a:fillRect/>
              </a:stretch>
            </p:blipFill>
            <p:spPr>
              <a:xfrm>
                <a:off x="6639645" y="2380990"/>
                <a:ext cx="3060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4" name="Ink 53">
                <a:extLst>
                  <a:ext uri="{FF2B5EF4-FFF2-40B4-BE49-F238E27FC236}">
                    <a16:creationId xmlns:a16="http://schemas.microsoft.com/office/drawing/2014/main" id="{05C8EC1C-6792-1D4A-8825-E5FB6BE22C62}"/>
                  </a:ext>
                </a:extLst>
              </p14:cNvPr>
              <p14:cNvContentPartPr/>
              <p14:nvPr/>
            </p14:nvContentPartPr>
            <p14:xfrm>
              <a:off x="6600765" y="2660350"/>
              <a:ext cx="203760" cy="155880"/>
            </p14:xfrm>
          </p:contentPart>
        </mc:Choice>
        <mc:Fallback>
          <p:pic>
            <p:nvPicPr>
              <p:cNvPr id="54" name="Ink 53">
                <a:extLst>
                  <a:ext uri="{FF2B5EF4-FFF2-40B4-BE49-F238E27FC236}">
                    <a16:creationId xmlns:a16="http://schemas.microsoft.com/office/drawing/2014/main" id="{05C8EC1C-6792-1D4A-8825-E5FB6BE22C62}"/>
                  </a:ext>
                </a:extLst>
              </p:cNvPr>
              <p:cNvPicPr/>
              <p:nvPr/>
            </p:nvPicPr>
            <p:blipFill>
              <a:blip r:embed="rId91"/>
              <a:stretch>
                <a:fillRect/>
              </a:stretch>
            </p:blipFill>
            <p:spPr>
              <a:xfrm>
                <a:off x="6592125" y="2651350"/>
                <a:ext cx="22140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5" name="Ink 54">
                <a:extLst>
                  <a:ext uri="{FF2B5EF4-FFF2-40B4-BE49-F238E27FC236}">
                    <a16:creationId xmlns:a16="http://schemas.microsoft.com/office/drawing/2014/main" id="{EF5C574D-7447-DD85-FF80-8B67738D4699}"/>
                  </a:ext>
                </a:extLst>
              </p14:cNvPr>
              <p14:cNvContentPartPr/>
              <p14:nvPr/>
            </p14:nvContentPartPr>
            <p14:xfrm>
              <a:off x="6588525" y="2881750"/>
              <a:ext cx="255240" cy="73800"/>
            </p14:xfrm>
          </p:contentPart>
        </mc:Choice>
        <mc:Fallback>
          <p:pic>
            <p:nvPicPr>
              <p:cNvPr id="55" name="Ink 54">
                <a:extLst>
                  <a:ext uri="{FF2B5EF4-FFF2-40B4-BE49-F238E27FC236}">
                    <a16:creationId xmlns:a16="http://schemas.microsoft.com/office/drawing/2014/main" id="{EF5C574D-7447-DD85-FF80-8B67738D4699}"/>
                  </a:ext>
                </a:extLst>
              </p:cNvPr>
              <p:cNvPicPr/>
              <p:nvPr/>
            </p:nvPicPr>
            <p:blipFill>
              <a:blip r:embed="rId93"/>
              <a:stretch>
                <a:fillRect/>
              </a:stretch>
            </p:blipFill>
            <p:spPr>
              <a:xfrm>
                <a:off x="6579525" y="2872750"/>
                <a:ext cx="27288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7" name="Ink 56">
                <a:extLst>
                  <a:ext uri="{FF2B5EF4-FFF2-40B4-BE49-F238E27FC236}">
                    <a16:creationId xmlns:a16="http://schemas.microsoft.com/office/drawing/2014/main" id="{361884F3-21F4-EA80-5710-827A2C876A55}"/>
                  </a:ext>
                </a:extLst>
              </p14:cNvPr>
              <p14:cNvContentPartPr/>
              <p14:nvPr/>
            </p14:nvContentPartPr>
            <p14:xfrm>
              <a:off x="7302405" y="2437870"/>
              <a:ext cx="23040" cy="256680"/>
            </p14:xfrm>
          </p:contentPart>
        </mc:Choice>
        <mc:Fallback>
          <p:pic>
            <p:nvPicPr>
              <p:cNvPr id="57" name="Ink 56">
                <a:extLst>
                  <a:ext uri="{FF2B5EF4-FFF2-40B4-BE49-F238E27FC236}">
                    <a16:creationId xmlns:a16="http://schemas.microsoft.com/office/drawing/2014/main" id="{361884F3-21F4-EA80-5710-827A2C876A55}"/>
                  </a:ext>
                </a:extLst>
              </p:cNvPr>
              <p:cNvPicPr/>
              <p:nvPr/>
            </p:nvPicPr>
            <p:blipFill>
              <a:blip r:embed="rId95"/>
              <a:stretch>
                <a:fillRect/>
              </a:stretch>
            </p:blipFill>
            <p:spPr>
              <a:xfrm>
                <a:off x="7293765" y="2429230"/>
                <a:ext cx="4068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8" name="Ink 57">
                <a:extLst>
                  <a:ext uri="{FF2B5EF4-FFF2-40B4-BE49-F238E27FC236}">
                    <a16:creationId xmlns:a16="http://schemas.microsoft.com/office/drawing/2014/main" id="{CA668484-24CC-4BB7-C4A1-7AC9B5F0E9D3}"/>
                  </a:ext>
                </a:extLst>
              </p14:cNvPr>
              <p14:cNvContentPartPr/>
              <p14:nvPr/>
            </p14:nvContentPartPr>
            <p14:xfrm>
              <a:off x="7224285" y="2742790"/>
              <a:ext cx="239040" cy="98640"/>
            </p14:xfrm>
          </p:contentPart>
        </mc:Choice>
        <mc:Fallback>
          <p:pic>
            <p:nvPicPr>
              <p:cNvPr id="58" name="Ink 57">
                <a:extLst>
                  <a:ext uri="{FF2B5EF4-FFF2-40B4-BE49-F238E27FC236}">
                    <a16:creationId xmlns:a16="http://schemas.microsoft.com/office/drawing/2014/main" id="{CA668484-24CC-4BB7-C4A1-7AC9B5F0E9D3}"/>
                  </a:ext>
                </a:extLst>
              </p:cNvPr>
              <p:cNvPicPr/>
              <p:nvPr/>
            </p:nvPicPr>
            <p:blipFill>
              <a:blip r:embed="rId97"/>
              <a:stretch>
                <a:fillRect/>
              </a:stretch>
            </p:blipFill>
            <p:spPr>
              <a:xfrm>
                <a:off x="7215285" y="2734150"/>
                <a:ext cx="25668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0" name="Ink 59">
                <a:extLst>
                  <a:ext uri="{FF2B5EF4-FFF2-40B4-BE49-F238E27FC236}">
                    <a16:creationId xmlns:a16="http://schemas.microsoft.com/office/drawing/2014/main" id="{B20DF713-3C64-AB5A-2217-7C932AA1F9B2}"/>
                  </a:ext>
                </a:extLst>
              </p14:cNvPr>
              <p14:cNvContentPartPr/>
              <p14:nvPr/>
            </p14:nvContentPartPr>
            <p14:xfrm>
              <a:off x="5994165" y="2348950"/>
              <a:ext cx="73800" cy="293040"/>
            </p14:xfrm>
          </p:contentPart>
        </mc:Choice>
        <mc:Fallback>
          <p:pic>
            <p:nvPicPr>
              <p:cNvPr id="60" name="Ink 59">
                <a:extLst>
                  <a:ext uri="{FF2B5EF4-FFF2-40B4-BE49-F238E27FC236}">
                    <a16:creationId xmlns:a16="http://schemas.microsoft.com/office/drawing/2014/main" id="{B20DF713-3C64-AB5A-2217-7C932AA1F9B2}"/>
                  </a:ext>
                </a:extLst>
              </p:cNvPr>
              <p:cNvPicPr/>
              <p:nvPr/>
            </p:nvPicPr>
            <p:blipFill>
              <a:blip r:embed="rId99"/>
              <a:stretch>
                <a:fillRect/>
              </a:stretch>
            </p:blipFill>
            <p:spPr>
              <a:xfrm>
                <a:off x="5985525" y="2340310"/>
                <a:ext cx="91440" cy="31068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1" name="Ink 60">
                <a:extLst>
                  <a:ext uri="{FF2B5EF4-FFF2-40B4-BE49-F238E27FC236}">
                    <a16:creationId xmlns:a16="http://schemas.microsoft.com/office/drawing/2014/main" id="{AAB7E991-F318-7DFA-310F-40C20580BE27}"/>
                  </a:ext>
                </a:extLst>
              </p14:cNvPr>
              <p14:cNvContentPartPr/>
              <p14:nvPr/>
            </p14:nvContentPartPr>
            <p14:xfrm>
              <a:off x="5800125" y="2695990"/>
              <a:ext cx="197640" cy="155880"/>
            </p14:xfrm>
          </p:contentPart>
        </mc:Choice>
        <mc:Fallback>
          <p:pic>
            <p:nvPicPr>
              <p:cNvPr id="61" name="Ink 60">
                <a:extLst>
                  <a:ext uri="{FF2B5EF4-FFF2-40B4-BE49-F238E27FC236}">
                    <a16:creationId xmlns:a16="http://schemas.microsoft.com/office/drawing/2014/main" id="{AAB7E991-F318-7DFA-310F-40C20580BE27}"/>
                  </a:ext>
                </a:extLst>
              </p:cNvPr>
              <p:cNvPicPr/>
              <p:nvPr/>
            </p:nvPicPr>
            <p:blipFill>
              <a:blip r:embed="rId101"/>
              <a:stretch>
                <a:fillRect/>
              </a:stretch>
            </p:blipFill>
            <p:spPr>
              <a:xfrm>
                <a:off x="5791485" y="2686990"/>
                <a:ext cx="21528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2" name="Ink 61">
                <a:extLst>
                  <a:ext uri="{FF2B5EF4-FFF2-40B4-BE49-F238E27FC236}">
                    <a16:creationId xmlns:a16="http://schemas.microsoft.com/office/drawing/2014/main" id="{55D40034-A5B4-0F33-C8AC-BB039F506817}"/>
                  </a:ext>
                </a:extLst>
              </p14:cNvPr>
              <p14:cNvContentPartPr/>
              <p14:nvPr/>
            </p14:nvContentPartPr>
            <p14:xfrm>
              <a:off x="5979405" y="2803270"/>
              <a:ext cx="94680" cy="122040"/>
            </p14:xfrm>
          </p:contentPart>
        </mc:Choice>
        <mc:Fallback>
          <p:pic>
            <p:nvPicPr>
              <p:cNvPr id="62" name="Ink 61">
                <a:extLst>
                  <a:ext uri="{FF2B5EF4-FFF2-40B4-BE49-F238E27FC236}">
                    <a16:creationId xmlns:a16="http://schemas.microsoft.com/office/drawing/2014/main" id="{55D40034-A5B4-0F33-C8AC-BB039F506817}"/>
                  </a:ext>
                </a:extLst>
              </p:cNvPr>
              <p:cNvPicPr/>
              <p:nvPr/>
            </p:nvPicPr>
            <p:blipFill>
              <a:blip r:embed="rId103"/>
              <a:stretch>
                <a:fillRect/>
              </a:stretch>
            </p:blipFill>
            <p:spPr>
              <a:xfrm>
                <a:off x="5970405" y="2794630"/>
                <a:ext cx="11232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3" name="Ink 62">
                <a:extLst>
                  <a:ext uri="{FF2B5EF4-FFF2-40B4-BE49-F238E27FC236}">
                    <a16:creationId xmlns:a16="http://schemas.microsoft.com/office/drawing/2014/main" id="{4F81962B-C7DF-1E6B-8552-C24B0C44AA44}"/>
                  </a:ext>
                </a:extLst>
              </p14:cNvPr>
              <p14:cNvContentPartPr/>
              <p14:nvPr/>
            </p14:nvContentPartPr>
            <p14:xfrm>
              <a:off x="5625525" y="2773390"/>
              <a:ext cx="194760" cy="145800"/>
            </p14:xfrm>
          </p:contentPart>
        </mc:Choice>
        <mc:Fallback>
          <p:pic>
            <p:nvPicPr>
              <p:cNvPr id="63" name="Ink 62">
                <a:extLst>
                  <a:ext uri="{FF2B5EF4-FFF2-40B4-BE49-F238E27FC236}">
                    <a16:creationId xmlns:a16="http://schemas.microsoft.com/office/drawing/2014/main" id="{4F81962B-C7DF-1E6B-8552-C24B0C44AA44}"/>
                  </a:ext>
                </a:extLst>
              </p:cNvPr>
              <p:cNvPicPr/>
              <p:nvPr/>
            </p:nvPicPr>
            <p:blipFill>
              <a:blip r:embed="rId105"/>
              <a:stretch>
                <a:fillRect/>
              </a:stretch>
            </p:blipFill>
            <p:spPr>
              <a:xfrm>
                <a:off x="5616525" y="2764390"/>
                <a:ext cx="21240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5" name="Ink 64">
                <a:extLst>
                  <a:ext uri="{FF2B5EF4-FFF2-40B4-BE49-F238E27FC236}">
                    <a16:creationId xmlns:a16="http://schemas.microsoft.com/office/drawing/2014/main" id="{DFFAB94A-4892-A7A5-ADC8-45D3171299C8}"/>
                  </a:ext>
                </a:extLst>
              </p14:cNvPr>
              <p14:cNvContentPartPr/>
              <p14:nvPr/>
            </p14:nvContentPartPr>
            <p14:xfrm>
              <a:off x="7012245" y="2111710"/>
              <a:ext cx="36000" cy="122040"/>
            </p14:xfrm>
          </p:contentPart>
        </mc:Choice>
        <mc:Fallback>
          <p:pic>
            <p:nvPicPr>
              <p:cNvPr id="65" name="Ink 64">
                <a:extLst>
                  <a:ext uri="{FF2B5EF4-FFF2-40B4-BE49-F238E27FC236}">
                    <a16:creationId xmlns:a16="http://schemas.microsoft.com/office/drawing/2014/main" id="{DFFAB94A-4892-A7A5-ADC8-45D3171299C8}"/>
                  </a:ext>
                </a:extLst>
              </p:cNvPr>
              <p:cNvPicPr/>
              <p:nvPr/>
            </p:nvPicPr>
            <p:blipFill>
              <a:blip r:embed="rId107"/>
              <a:stretch>
                <a:fillRect/>
              </a:stretch>
            </p:blipFill>
            <p:spPr>
              <a:xfrm>
                <a:off x="7003605" y="2103070"/>
                <a:ext cx="53640" cy="1396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6" name="Ink 65">
                <a:extLst>
                  <a:ext uri="{FF2B5EF4-FFF2-40B4-BE49-F238E27FC236}">
                    <a16:creationId xmlns:a16="http://schemas.microsoft.com/office/drawing/2014/main" id="{86D6D89A-9E8F-9FA7-F8F2-A2581FDF5FED}"/>
                  </a:ext>
                </a:extLst>
              </p14:cNvPr>
              <p14:cNvContentPartPr/>
              <p14:nvPr/>
            </p14:nvContentPartPr>
            <p14:xfrm>
              <a:off x="6955005" y="2238070"/>
              <a:ext cx="169200" cy="33120"/>
            </p14:xfrm>
          </p:contentPart>
        </mc:Choice>
        <mc:Fallback>
          <p:pic>
            <p:nvPicPr>
              <p:cNvPr id="66" name="Ink 65">
                <a:extLst>
                  <a:ext uri="{FF2B5EF4-FFF2-40B4-BE49-F238E27FC236}">
                    <a16:creationId xmlns:a16="http://schemas.microsoft.com/office/drawing/2014/main" id="{86D6D89A-9E8F-9FA7-F8F2-A2581FDF5FED}"/>
                  </a:ext>
                </a:extLst>
              </p:cNvPr>
              <p:cNvPicPr/>
              <p:nvPr/>
            </p:nvPicPr>
            <p:blipFill>
              <a:blip r:embed="rId109"/>
              <a:stretch>
                <a:fillRect/>
              </a:stretch>
            </p:blipFill>
            <p:spPr>
              <a:xfrm>
                <a:off x="6946365" y="2229430"/>
                <a:ext cx="18684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7" name="Ink 66">
                <a:extLst>
                  <a:ext uri="{FF2B5EF4-FFF2-40B4-BE49-F238E27FC236}">
                    <a16:creationId xmlns:a16="http://schemas.microsoft.com/office/drawing/2014/main" id="{B2AA4CE6-0F0E-A635-09D2-73FBA96CF55E}"/>
                  </a:ext>
                </a:extLst>
              </p14:cNvPr>
              <p14:cNvContentPartPr/>
              <p14:nvPr/>
            </p14:nvContentPartPr>
            <p14:xfrm>
              <a:off x="6964365" y="2105950"/>
              <a:ext cx="105480" cy="56160"/>
            </p14:xfrm>
          </p:contentPart>
        </mc:Choice>
        <mc:Fallback>
          <p:pic>
            <p:nvPicPr>
              <p:cNvPr id="67" name="Ink 66">
                <a:extLst>
                  <a:ext uri="{FF2B5EF4-FFF2-40B4-BE49-F238E27FC236}">
                    <a16:creationId xmlns:a16="http://schemas.microsoft.com/office/drawing/2014/main" id="{B2AA4CE6-0F0E-A635-09D2-73FBA96CF55E}"/>
                  </a:ext>
                </a:extLst>
              </p:cNvPr>
              <p:cNvPicPr/>
              <p:nvPr/>
            </p:nvPicPr>
            <p:blipFill>
              <a:blip r:embed="rId111"/>
              <a:stretch>
                <a:fillRect/>
              </a:stretch>
            </p:blipFill>
            <p:spPr>
              <a:xfrm>
                <a:off x="6955725" y="2096950"/>
                <a:ext cx="123120" cy="7380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8" name="Ink 67">
                <a:extLst>
                  <a:ext uri="{FF2B5EF4-FFF2-40B4-BE49-F238E27FC236}">
                    <a16:creationId xmlns:a16="http://schemas.microsoft.com/office/drawing/2014/main" id="{4B731D0C-652B-8509-313B-93B4F88E4CB2}"/>
                  </a:ext>
                </a:extLst>
              </p14:cNvPr>
              <p14:cNvContentPartPr/>
              <p14:nvPr/>
            </p14:nvContentPartPr>
            <p14:xfrm>
              <a:off x="7129245" y="2077510"/>
              <a:ext cx="115200" cy="158040"/>
            </p14:xfrm>
          </p:contentPart>
        </mc:Choice>
        <mc:Fallback>
          <p:pic>
            <p:nvPicPr>
              <p:cNvPr id="68" name="Ink 67">
                <a:extLst>
                  <a:ext uri="{FF2B5EF4-FFF2-40B4-BE49-F238E27FC236}">
                    <a16:creationId xmlns:a16="http://schemas.microsoft.com/office/drawing/2014/main" id="{4B731D0C-652B-8509-313B-93B4F88E4CB2}"/>
                  </a:ext>
                </a:extLst>
              </p:cNvPr>
              <p:cNvPicPr/>
              <p:nvPr/>
            </p:nvPicPr>
            <p:blipFill>
              <a:blip r:embed="rId113"/>
              <a:stretch>
                <a:fillRect/>
              </a:stretch>
            </p:blipFill>
            <p:spPr>
              <a:xfrm>
                <a:off x="7120245" y="2068870"/>
                <a:ext cx="13284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9" name="Ink 68">
                <a:extLst>
                  <a:ext uri="{FF2B5EF4-FFF2-40B4-BE49-F238E27FC236}">
                    <a16:creationId xmlns:a16="http://schemas.microsoft.com/office/drawing/2014/main" id="{407921D5-A1B4-3ED7-E904-5AA6522F9C1F}"/>
                  </a:ext>
                </a:extLst>
              </p14:cNvPr>
              <p14:cNvContentPartPr/>
              <p14:nvPr/>
            </p14:nvContentPartPr>
            <p14:xfrm>
              <a:off x="7260645" y="2068150"/>
              <a:ext cx="100800" cy="162720"/>
            </p14:xfrm>
          </p:contentPart>
        </mc:Choice>
        <mc:Fallback>
          <p:pic>
            <p:nvPicPr>
              <p:cNvPr id="69" name="Ink 68">
                <a:extLst>
                  <a:ext uri="{FF2B5EF4-FFF2-40B4-BE49-F238E27FC236}">
                    <a16:creationId xmlns:a16="http://schemas.microsoft.com/office/drawing/2014/main" id="{407921D5-A1B4-3ED7-E904-5AA6522F9C1F}"/>
                  </a:ext>
                </a:extLst>
              </p:cNvPr>
              <p:cNvPicPr/>
              <p:nvPr/>
            </p:nvPicPr>
            <p:blipFill>
              <a:blip r:embed="rId115"/>
              <a:stretch>
                <a:fillRect/>
              </a:stretch>
            </p:blipFill>
            <p:spPr>
              <a:xfrm>
                <a:off x="7251645" y="2059510"/>
                <a:ext cx="11844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0" name="Ink 69">
                <a:extLst>
                  <a:ext uri="{FF2B5EF4-FFF2-40B4-BE49-F238E27FC236}">
                    <a16:creationId xmlns:a16="http://schemas.microsoft.com/office/drawing/2014/main" id="{45C76939-1765-2887-13AB-090368AD854A}"/>
                  </a:ext>
                </a:extLst>
              </p14:cNvPr>
              <p14:cNvContentPartPr/>
              <p14:nvPr/>
            </p14:nvContentPartPr>
            <p14:xfrm>
              <a:off x="6904245" y="2107030"/>
              <a:ext cx="124920" cy="195120"/>
            </p14:xfrm>
          </p:contentPart>
        </mc:Choice>
        <mc:Fallback>
          <p:pic>
            <p:nvPicPr>
              <p:cNvPr id="70" name="Ink 69">
                <a:extLst>
                  <a:ext uri="{FF2B5EF4-FFF2-40B4-BE49-F238E27FC236}">
                    <a16:creationId xmlns:a16="http://schemas.microsoft.com/office/drawing/2014/main" id="{45C76939-1765-2887-13AB-090368AD854A}"/>
                  </a:ext>
                </a:extLst>
              </p:cNvPr>
              <p:cNvPicPr/>
              <p:nvPr/>
            </p:nvPicPr>
            <p:blipFill>
              <a:blip r:embed="rId117"/>
              <a:stretch>
                <a:fillRect/>
              </a:stretch>
            </p:blipFill>
            <p:spPr>
              <a:xfrm>
                <a:off x="6895245" y="2098390"/>
                <a:ext cx="14256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2" name="Ink 71">
                <a:extLst>
                  <a:ext uri="{FF2B5EF4-FFF2-40B4-BE49-F238E27FC236}">
                    <a16:creationId xmlns:a16="http://schemas.microsoft.com/office/drawing/2014/main" id="{39A3F59A-2878-CB7E-FD20-BEA26543413F}"/>
                  </a:ext>
                </a:extLst>
              </p14:cNvPr>
              <p14:cNvContentPartPr/>
              <p14:nvPr/>
            </p14:nvContentPartPr>
            <p14:xfrm>
              <a:off x="6628125" y="5177110"/>
              <a:ext cx="4740120" cy="844200"/>
            </p14:xfrm>
          </p:contentPart>
        </mc:Choice>
        <mc:Fallback>
          <p:pic>
            <p:nvPicPr>
              <p:cNvPr id="72" name="Ink 71">
                <a:extLst>
                  <a:ext uri="{FF2B5EF4-FFF2-40B4-BE49-F238E27FC236}">
                    <a16:creationId xmlns:a16="http://schemas.microsoft.com/office/drawing/2014/main" id="{39A3F59A-2878-CB7E-FD20-BEA26543413F}"/>
                  </a:ext>
                </a:extLst>
              </p:cNvPr>
              <p:cNvPicPr/>
              <p:nvPr/>
            </p:nvPicPr>
            <p:blipFill>
              <a:blip r:embed="rId119"/>
              <a:stretch>
                <a:fillRect/>
              </a:stretch>
            </p:blipFill>
            <p:spPr>
              <a:xfrm>
                <a:off x="6619485" y="5168470"/>
                <a:ext cx="4757760" cy="8618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3" name="Ink 72">
                <a:extLst>
                  <a:ext uri="{FF2B5EF4-FFF2-40B4-BE49-F238E27FC236}">
                    <a16:creationId xmlns:a16="http://schemas.microsoft.com/office/drawing/2014/main" id="{2C42FFE8-686B-44E5-968B-31AD4DBADC3C}"/>
                  </a:ext>
                </a:extLst>
              </p14:cNvPr>
              <p14:cNvContentPartPr/>
              <p14:nvPr/>
            </p14:nvContentPartPr>
            <p14:xfrm>
              <a:off x="8405805" y="5420110"/>
              <a:ext cx="378000" cy="346680"/>
            </p14:xfrm>
          </p:contentPart>
        </mc:Choice>
        <mc:Fallback>
          <p:pic>
            <p:nvPicPr>
              <p:cNvPr id="73" name="Ink 72">
                <a:extLst>
                  <a:ext uri="{FF2B5EF4-FFF2-40B4-BE49-F238E27FC236}">
                    <a16:creationId xmlns:a16="http://schemas.microsoft.com/office/drawing/2014/main" id="{2C42FFE8-686B-44E5-968B-31AD4DBADC3C}"/>
                  </a:ext>
                </a:extLst>
              </p:cNvPr>
              <p:cNvPicPr/>
              <p:nvPr/>
            </p:nvPicPr>
            <p:blipFill>
              <a:blip r:embed="rId121"/>
              <a:stretch>
                <a:fillRect/>
              </a:stretch>
            </p:blipFill>
            <p:spPr>
              <a:xfrm>
                <a:off x="8396805" y="5411110"/>
                <a:ext cx="395640" cy="3643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4" name="Ink 73">
                <a:extLst>
                  <a:ext uri="{FF2B5EF4-FFF2-40B4-BE49-F238E27FC236}">
                    <a16:creationId xmlns:a16="http://schemas.microsoft.com/office/drawing/2014/main" id="{9372A184-E954-28C8-01B9-05E0BEF6BC35}"/>
                  </a:ext>
                </a:extLst>
              </p14:cNvPr>
              <p14:cNvContentPartPr/>
              <p14:nvPr/>
            </p14:nvContentPartPr>
            <p14:xfrm>
              <a:off x="8863005" y="5443870"/>
              <a:ext cx="179280" cy="212040"/>
            </p14:xfrm>
          </p:contentPart>
        </mc:Choice>
        <mc:Fallback>
          <p:pic>
            <p:nvPicPr>
              <p:cNvPr id="74" name="Ink 73">
                <a:extLst>
                  <a:ext uri="{FF2B5EF4-FFF2-40B4-BE49-F238E27FC236}">
                    <a16:creationId xmlns:a16="http://schemas.microsoft.com/office/drawing/2014/main" id="{9372A184-E954-28C8-01B9-05E0BEF6BC35}"/>
                  </a:ext>
                </a:extLst>
              </p:cNvPr>
              <p:cNvPicPr/>
              <p:nvPr/>
            </p:nvPicPr>
            <p:blipFill>
              <a:blip r:embed="rId123"/>
              <a:stretch>
                <a:fillRect/>
              </a:stretch>
            </p:blipFill>
            <p:spPr>
              <a:xfrm>
                <a:off x="8854365" y="5434870"/>
                <a:ext cx="19692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5" name="Ink 74">
                <a:extLst>
                  <a:ext uri="{FF2B5EF4-FFF2-40B4-BE49-F238E27FC236}">
                    <a16:creationId xmlns:a16="http://schemas.microsoft.com/office/drawing/2014/main" id="{227DA090-668D-A1C1-0F4B-B1C0F8C143E3}"/>
                  </a:ext>
                </a:extLst>
              </p14:cNvPr>
              <p14:cNvContentPartPr/>
              <p14:nvPr/>
            </p14:nvContentPartPr>
            <p14:xfrm>
              <a:off x="9151005" y="5407150"/>
              <a:ext cx="172080" cy="263880"/>
            </p14:xfrm>
          </p:contentPart>
        </mc:Choice>
        <mc:Fallback>
          <p:pic>
            <p:nvPicPr>
              <p:cNvPr id="75" name="Ink 74">
                <a:extLst>
                  <a:ext uri="{FF2B5EF4-FFF2-40B4-BE49-F238E27FC236}">
                    <a16:creationId xmlns:a16="http://schemas.microsoft.com/office/drawing/2014/main" id="{227DA090-668D-A1C1-0F4B-B1C0F8C143E3}"/>
                  </a:ext>
                </a:extLst>
              </p:cNvPr>
              <p:cNvPicPr/>
              <p:nvPr/>
            </p:nvPicPr>
            <p:blipFill>
              <a:blip r:embed="rId125"/>
              <a:stretch>
                <a:fillRect/>
              </a:stretch>
            </p:blipFill>
            <p:spPr>
              <a:xfrm>
                <a:off x="9142005" y="5398150"/>
                <a:ext cx="189720" cy="2815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6" name="Ink 75">
                <a:extLst>
                  <a:ext uri="{FF2B5EF4-FFF2-40B4-BE49-F238E27FC236}">
                    <a16:creationId xmlns:a16="http://schemas.microsoft.com/office/drawing/2014/main" id="{6B7949BD-2904-2856-2EAD-129DB1D58C2C}"/>
                  </a:ext>
                </a:extLst>
              </p14:cNvPr>
              <p14:cNvContentPartPr/>
              <p14:nvPr/>
            </p14:nvContentPartPr>
            <p14:xfrm>
              <a:off x="7782645" y="3850510"/>
              <a:ext cx="353160" cy="617400"/>
            </p14:xfrm>
          </p:contentPart>
        </mc:Choice>
        <mc:Fallback>
          <p:pic>
            <p:nvPicPr>
              <p:cNvPr id="76" name="Ink 75">
                <a:extLst>
                  <a:ext uri="{FF2B5EF4-FFF2-40B4-BE49-F238E27FC236}">
                    <a16:creationId xmlns:a16="http://schemas.microsoft.com/office/drawing/2014/main" id="{6B7949BD-2904-2856-2EAD-129DB1D58C2C}"/>
                  </a:ext>
                </a:extLst>
              </p:cNvPr>
              <p:cNvPicPr/>
              <p:nvPr/>
            </p:nvPicPr>
            <p:blipFill>
              <a:blip r:embed="rId127"/>
              <a:stretch>
                <a:fillRect/>
              </a:stretch>
            </p:blipFill>
            <p:spPr>
              <a:xfrm>
                <a:off x="7773645" y="3841510"/>
                <a:ext cx="370800" cy="6350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7" name="Ink 76">
                <a:extLst>
                  <a:ext uri="{FF2B5EF4-FFF2-40B4-BE49-F238E27FC236}">
                    <a16:creationId xmlns:a16="http://schemas.microsoft.com/office/drawing/2014/main" id="{6F917C9C-8FF1-68DC-8F96-1A50E7AA0A13}"/>
                  </a:ext>
                </a:extLst>
              </p14:cNvPr>
              <p14:cNvContentPartPr/>
              <p14:nvPr/>
            </p14:nvContentPartPr>
            <p14:xfrm>
              <a:off x="8209965" y="4159750"/>
              <a:ext cx="213840" cy="213840"/>
            </p14:xfrm>
          </p:contentPart>
        </mc:Choice>
        <mc:Fallback>
          <p:pic>
            <p:nvPicPr>
              <p:cNvPr id="77" name="Ink 76">
                <a:extLst>
                  <a:ext uri="{FF2B5EF4-FFF2-40B4-BE49-F238E27FC236}">
                    <a16:creationId xmlns:a16="http://schemas.microsoft.com/office/drawing/2014/main" id="{6F917C9C-8FF1-68DC-8F96-1A50E7AA0A13}"/>
                  </a:ext>
                </a:extLst>
              </p:cNvPr>
              <p:cNvPicPr/>
              <p:nvPr/>
            </p:nvPicPr>
            <p:blipFill>
              <a:blip r:embed="rId129"/>
              <a:stretch>
                <a:fillRect/>
              </a:stretch>
            </p:blipFill>
            <p:spPr>
              <a:xfrm>
                <a:off x="8200965" y="4151110"/>
                <a:ext cx="23148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8" name="Ink 77">
                <a:extLst>
                  <a:ext uri="{FF2B5EF4-FFF2-40B4-BE49-F238E27FC236}">
                    <a16:creationId xmlns:a16="http://schemas.microsoft.com/office/drawing/2014/main" id="{C089CA3C-EA3E-8AB7-7DF9-1C99856BAE18}"/>
                  </a:ext>
                </a:extLst>
              </p14:cNvPr>
              <p14:cNvContentPartPr/>
              <p14:nvPr/>
            </p14:nvContentPartPr>
            <p14:xfrm>
              <a:off x="8457285" y="4165870"/>
              <a:ext cx="197280" cy="170640"/>
            </p14:xfrm>
          </p:contentPart>
        </mc:Choice>
        <mc:Fallback>
          <p:pic>
            <p:nvPicPr>
              <p:cNvPr id="78" name="Ink 77">
                <a:extLst>
                  <a:ext uri="{FF2B5EF4-FFF2-40B4-BE49-F238E27FC236}">
                    <a16:creationId xmlns:a16="http://schemas.microsoft.com/office/drawing/2014/main" id="{C089CA3C-EA3E-8AB7-7DF9-1C99856BAE18}"/>
                  </a:ext>
                </a:extLst>
              </p:cNvPr>
              <p:cNvPicPr/>
              <p:nvPr/>
            </p:nvPicPr>
            <p:blipFill>
              <a:blip r:embed="rId131"/>
              <a:stretch>
                <a:fillRect/>
              </a:stretch>
            </p:blipFill>
            <p:spPr>
              <a:xfrm>
                <a:off x="8448645" y="4157230"/>
                <a:ext cx="21492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9" name="Ink 78">
                <a:extLst>
                  <a:ext uri="{FF2B5EF4-FFF2-40B4-BE49-F238E27FC236}">
                    <a16:creationId xmlns:a16="http://schemas.microsoft.com/office/drawing/2014/main" id="{D7E03378-9090-DC00-1FFE-A26044F001F6}"/>
                  </a:ext>
                </a:extLst>
              </p14:cNvPr>
              <p14:cNvContentPartPr/>
              <p14:nvPr/>
            </p14:nvContentPartPr>
            <p14:xfrm>
              <a:off x="8804685" y="4036630"/>
              <a:ext cx="182520" cy="237600"/>
            </p14:xfrm>
          </p:contentPart>
        </mc:Choice>
        <mc:Fallback>
          <p:pic>
            <p:nvPicPr>
              <p:cNvPr id="79" name="Ink 78">
                <a:extLst>
                  <a:ext uri="{FF2B5EF4-FFF2-40B4-BE49-F238E27FC236}">
                    <a16:creationId xmlns:a16="http://schemas.microsoft.com/office/drawing/2014/main" id="{D7E03378-9090-DC00-1FFE-A26044F001F6}"/>
                  </a:ext>
                </a:extLst>
              </p:cNvPr>
              <p:cNvPicPr/>
              <p:nvPr/>
            </p:nvPicPr>
            <p:blipFill>
              <a:blip r:embed="rId133"/>
              <a:stretch>
                <a:fillRect/>
              </a:stretch>
            </p:blipFill>
            <p:spPr>
              <a:xfrm>
                <a:off x="8796045" y="4027990"/>
                <a:ext cx="20016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0" name="Ink 79">
                <a:extLst>
                  <a:ext uri="{FF2B5EF4-FFF2-40B4-BE49-F238E27FC236}">
                    <a16:creationId xmlns:a16="http://schemas.microsoft.com/office/drawing/2014/main" id="{ABE88D12-B5A1-EB79-D7AA-8C859778A1F0}"/>
                  </a:ext>
                </a:extLst>
              </p14:cNvPr>
              <p14:cNvContentPartPr/>
              <p14:nvPr/>
            </p14:nvContentPartPr>
            <p14:xfrm>
              <a:off x="8851125" y="4172710"/>
              <a:ext cx="94320" cy="78840"/>
            </p14:xfrm>
          </p:contentPart>
        </mc:Choice>
        <mc:Fallback>
          <p:pic>
            <p:nvPicPr>
              <p:cNvPr id="80" name="Ink 79">
                <a:extLst>
                  <a:ext uri="{FF2B5EF4-FFF2-40B4-BE49-F238E27FC236}">
                    <a16:creationId xmlns:a16="http://schemas.microsoft.com/office/drawing/2014/main" id="{ABE88D12-B5A1-EB79-D7AA-8C859778A1F0}"/>
                  </a:ext>
                </a:extLst>
              </p:cNvPr>
              <p:cNvPicPr/>
              <p:nvPr/>
            </p:nvPicPr>
            <p:blipFill>
              <a:blip r:embed="rId135"/>
              <a:stretch>
                <a:fillRect/>
              </a:stretch>
            </p:blipFill>
            <p:spPr>
              <a:xfrm>
                <a:off x="8842125" y="4163710"/>
                <a:ext cx="11196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1" name="Ink 80">
                <a:extLst>
                  <a:ext uri="{FF2B5EF4-FFF2-40B4-BE49-F238E27FC236}">
                    <a16:creationId xmlns:a16="http://schemas.microsoft.com/office/drawing/2014/main" id="{E1D60E97-9190-21A5-B3B5-D3D21A18257D}"/>
                  </a:ext>
                </a:extLst>
              </p14:cNvPr>
              <p14:cNvContentPartPr/>
              <p14:nvPr/>
            </p14:nvContentPartPr>
            <p14:xfrm>
              <a:off x="9096285" y="4084150"/>
              <a:ext cx="26280" cy="166680"/>
            </p14:xfrm>
          </p:contentPart>
        </mc:Choice>
        <mc:Fallback>
          <p:pic>
            <p:nvPicPr>
              <p:cNvPr id="81" name="Ink 80">
                <a:extLst>
                  <a:ext uri="{FF2B5EF4-FFF2-40B4-BE49-F238E27FC236}">
                    <a16:creationId xmlns:a16="http://schemas.microsoft.com/office/drawing/2014/main" id="{E1D60E97-9190-21A5-B3B5-D3D21A18257D}"/>
                  </a:ext>
                </a:extLst>
              </p:cNvPr>
              <p:cNvPicPr/>
              <p:nvPr/>
            </p:nvPicPr>
            <p:blipFill>
              <a:blip r:embed="rId137"/>
              <a:stretch>
                <a:fillRect/>
              </a:stretch>
            </p:blipFill>
            <p:spPr>
              <a:xfrm>
                <a:off x="9087645" y="4075510"/>
                <a:ext cx="4392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2" name="Ink 81">
                <a:extLst>
                  <a:ext uri="{FF2B5EF4-FFF2-40B4-BE49-F238E27FC236}">
                    <a16:creationId xmlns:a16="http://schemas.microsoft.com/office/drawing/2014/main" id="{E6D32551-7BAB-C60D-5901-A3E4C08B2A90}"/>
                  </a:ext>
                </a:extLst>
              </p14:cNvPr>
              <p14:cNvContentPartPr/>
              <p14:nvPr/>
            </p14:nvContentPartPr>
            <p14:xfrm>
              <a:off x="9284925" y="4105750"/>
              <a:ext cx="41040" cy="123840"/>
            </p14:xfrm>
          </p:contentPart>
        </mc:Choice>
        <mc:Fallback>
          <p:pic>
            <p:nvPicPr>
              <p:cNvPr id="82" name="Ink 81">
                <a:extLst>
                  <a:ext uri="{FF2B5EF4-FFF2-40B4-BE49-F238E27FC236}">
                    <a16:creationId xmlns:a16="http://schemas.microsoft.com/office/drawing/2014/main" id="{E6D32551-7BAB-C60D-5901-A3E4C08B2A90}"/>
                  </a:ext>
                </a:extLst>
              </p:cNvPr>
              <p:cNvPicPr/>
              <p:nvPr/>
            </p:nvPicPr>
            <p:blipFill>
              <a:blip r:embed="rId139"/>
              <a:stretch>
                <a:fillRect/>
              </a:stretch>
            </p:blipFill>
            <p:spPr>
              <a:xfrm>
                <a:off x="9275925" y="4097110"/>
                <a:ext cx="5868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3" name="Ink 82">
                <a:extLst>
                  <a:ext uri="{FF2B5EF4-FFF2-40B4-BE49-F238E27FC236}">
                    <a16:creationId xmlns:a16="http://schemas.microsoft.com/office/drawing/2014/main" id="{435FE3AC-5E01-E61E-5E2C-CBD2DBA7E98A}"/>
                  </a:ext>
                </a:extLst>
              </p14:cNvPr>
              <p14:cNvContentPartPr/>
              <p14:nvPr/>
            </p14:nvContentPartPr>
            <p14:xfrm>
              <a:off x="9283125" y="4073710"/>
              <a:ext cx="217440" cy="194040"/>
            </p14:xfrm>
          </p:contentPart>
        </mc:Choice>
        <mc:Fallback>
          <p:pic>
            <p:nvPicPr>
              <p:cNvPr id="83" name="Ink 82">
                <a:extLst>
                  <a:ext uri="{FF2B5EF4-FFF2-40B4-BE49-F238E27FC236}">
                    <a16:creationId xmlns:a16="http://schemas.microsoft.com/office/drawing/2014/main" id="{435FE3AC-5E01-E61E-5E2C-CBD2DBA7E98A}"/>
                  </a:ext>
                </a:extLst>
              </p:cNvPr>
              <p:cNvPicPr/>
              <p:nvPr/>
            </p:nvPicPr>
            <p:blipFill>
              <a:blip r:embed="rId141"/>
              <a:stretch>
                <a:fillRect/>
              </a:stretch>
            </p:blipFill>
            <p:spPr>
              <a:xfrm>
                <a:off x="9274125" y="4065070"/>
                <a:ext cx="23508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4" name="Ink 83">
                <a:extLst>
                  <a:ext uri="{FF2B5EF4-FFF2-40B4-BE49-F238E27FC236}">
                    <a16:creationId xmlns:a16="http://schemas.microsoft.com/office/drawing/2014/main" id="{24B0713A-C243-7D99-48D3-960BACE7E729}"/>
                  </a:ext>
                </a:extLst>
              </p14:cNvPr>
              <p14:cNvContentPartPr/>
              <p14:nvPr/>
            </p14:nvContentPartPr>
            <p14:xfrm>
              <a:off x="9622245" y="4065430"/>
              <a:ext cx="123480" cy="200880"/>
            </p14:xfrm>
          </p:contentPart>
        </mc:Choice>
        <mc:Fallback>
          <p:pic>
            <p:nvPicPr>
              <p:cNvPr id="84" name="Ink 83">
                <a:extLst>
                  <a:ext uri="{FF2B5EF4-FFF2-40B4-BE49-F238E27FC236}">
                    <a16:creationId xmlns:a16="http://schemas.microsoft.com/office/drawing/2014/main" id="{24B0713A-C243-7D99-48D3-960BACE7E729}"/>
                  </a:ext>
                </a:extLst>
              </p:cNvPr>
              <p:cNvPicPr/>
              <p:nvPr/>
            </p:nvPicPr>
            <p:blipFill>
              <a:blip r:embed="rId143"/>
              <a:stretch>
                <a:fillRect/>
              </a:stretch>
            </p:blipFill>
            <p:spPr>
              <a:xfrm>
                <a:off x="9613245" y="4056790"/>
                <a:ext cx="14112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5" name="Ink 84">
                <a:extLst>
                  <a:ext uri="{FF2B5EF4-FFF2-40B4-BE49-F238E27FC236}">
                    <a16:creationId xmlns:a16="http://schemas.microsoft.com/office/drawing/2014/main" id="{C9F4D35E-E0DD-CD93-DB40-9A7B821B53D0}"/>
                  </a:ext>
                </a:extLst>
              </p14:cNvPr>
              <p14:cNvContentPartPr/>
              <p14:nvPr/>
            </p14:nvContentPartPr>
            <p14:xfrm>
              <a:off x="9829965" y="4007830"/>
              <a:ext cx="253080" cy="281160"/>
            </p14:xfrm>
          </p:contentPart>
        </mc:Choice>
        <mc:Fallback>
          <p:pic>
            <p:nvPicPr>
              <p:cNvPr id="85" name="Ink 84">
                <a:extLst>
                  <a:ext uri="{FF2B5EF4-FFF2-40B4-BE49-F238E27FC236}">
                    <a16:creationId xmlns:a16="http://schemas.microsoft.com/office/drawing/2014/main" id="{C9F4D35E-E0DD-CD93-DB40-9A7B821B53D0}"/>
                  </a:ext>
                </a:extLst>
              </p:cNvPr>
              <p:cNvPicPr/>
              <p:nvPr/>
            </p:nvPicPr>
            <p:blipFill>
              <a:blip r:embed="rId145"/>
              <a:stretch>
                <a:fillRect/>
              </a:stretch>
            </p:blipFill>
            <p:spPr>
              <a:xfrm>
                <a:off x="9820965" y="3999190"/>
                <a:ext cx="27072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6" name="Ink 85">
                <a:extLst>
                  <a:ext uri="{FF2B5EF4-FFF2-40B4-BE49-F238E27FC236}">
                    <a16:creationId xmlns:a16="http://schemas.microsoft.com/office/drawing/2014/main" id="{82248523-A8D9-B846-F1C3-B7B7347E5F0C}"/>
                  </a:ext>
                </a:extLst>
              </p14:cNvPr>
              <p14:cNvContentPartPr/>
              <p14:nvPr/>
            </p14:nvContentPartPr>
            <p14:xfrm>
              <a:off x="7387365" y="3670870"/>
              <a:ext cx="3478680" cy="915480"/>
            </p14:xfrm>
          </p:contentPart>
        </mc:Choice>
        <mc:Fallback>
          <p:pic>
            <p:nvPicPr>
              <p:cNvPr id="86" name="Ink 85">
                <a:extLst>
                  <a:ext uri="{FF2B5EF4-FFF2-40B4-BE49-F238E27FC236}">
                    <a16:creationId xmlns:a16="http://schemas.microsoft.com/office/drawing/2014/main" id="{82248523-A8D9-B846-F1C3-B7B7347E5F0C}"/>
                  </a:ext>
                </a:extLst>
              </p:cNvPr>
              <p:cNvPicPr/>
              <p:nvPr/>
            </p:nvPicPr>
            <p:blipFill>
              <a:blip r:embed="rId147"/>
              <a:stretch>
                <a:fillRect/>
              </a:stretch>
            </p:blipFill>
            <p:spPr>
              <a:xfrm>
                <a:off x="7378365" y="3661870"/>
                <a:ext cx="3496320" cy="93312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9" name="Ink 88">
                <a:extLst>
                  <a:ext uri="{FF2B5EF4-FFF2-40B4-BE49-F238E27FC236}">
                    <a16:creationId xmlns:a16="http://schemas.microsoft.com/office/drawing/2014/main" id="{40BB357A-70BD-176E-1AC3-83FA4AEB03C9}"/>
                  </a:ext>
                </a:extLst>
              </p14:cNvPr>
              <p14:cNvContentPartPr/>
              <p14:nvPr/>
            </p14:nvContentPartPr>
            <p14:xfrm>
              <a:off x="8549445" y="4407070"/>
              <a:ext cx="366120" cy="341640"/>
            </p14:xfrm>
          </p:contentPart>
        </mc:Choice>
        <mc:Fallback>
          <p:pic>
            <p:nvPicPr>
              <p:cNvPr id="89" name="Ink 88">
                <a:extLst>
                  <a:ext uri="{FF2B5EF4-FFF2-40B4-BE49-F238E27FC236}">
                    <a16:creationId xmlns:a16="http://schemas.microsoft.com/office/drawing/2014/main" id="{40BB357A-70BD-176E-1AC3-83FA4AEB03C9}"/>
                  </a:ext>
                </a:extLst>
              </p:cNvPr>
              <p:cNvPicPr/>
              <p:nvPr/>
            </p:nvPicPr>
            <p:blipFill>
              <a:blip r:embed="rId149"/>
              <a:stretch>
                <a:fillRect/>
              </a:stretch>
            </p:blipFill>
            <p:spPr>
              <a:xfrm>
                <a:off x="8540445" y="4398430"/>
                <a:ext cx="383760" cy="35928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0" name="Ink 89">
                <a:extLst>
                  <a:ext uri="{FF2B5EF4-FFF2-40B4-BE49-F238E27FC236}">
                    <a16:creationId xmlns:a16="http://schemas.microsoft.com/office/drawing/2014/main" id="{10C6A043-9D89-DA0F-EDBD-32BB50F6F7D3}"/>
                  </a:ext>
                </a:extLst>
              </p14:cNvPr>
              <p14:cNvContentPartPr/>
              <p14:nvPr/>
            </p14:nvContentPartPr>
            <p14:xfrm>
              <a:off x="9449085" y="4405270"/>
              <a:ext cx="145800" cy="309240"/>
            </p14:xfrm>
          </p:contentPart>
        </mc:Choice>
        <mc:Fallback>
          <p:pic>
            <p:nvPicPr>
              <p:cNvPr id="90" name="Ink 89">
                <a:extLst>
                  <a:ext uri="{FF2B5EF4-FFF2-40B4-BE49-F238E27FC236}">
                    <a16:creationId xmlns:a16="http://schemas.microsoft.com/office/drawing/2014/main" id="{10C6A043-9D89-DA0F-EDBD-32BB50F6F7D3}"/>
                  </a:ext>
                </a:extLst>
              </p:cNvPr>
              <p:cNvPicPr/>
              <p:nvPr/>
            </p:nvPicPr>
            <p:blipFill>
              <a:blip r:embed="rId151"/>
              <a:stretch>
                <a:fillRect/>
              </a:stretch>
            </p:blipFill>
            <p:spPr>
              <a:xfrm>
                <a:off x="9440445" y="4396270"/>
                <a:ext cx="163440" cy="32688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1" name="Ink 90">
                <a:extLst>
                  <a:ext uri="{FF2B5EF4-FFF2-40B4-BE49-F238E27FC236}">
                    <a16:creationId xmlns:a16="http://schemas.microsoft.com/office/drawing/2014/main" id="{7B00CF73-50A9-95BF-D763-0BC108543543}"/>
                  </a:ext>
                </a:extLst>
              </p14:cNvPr>
              <p14:cNvContentPartPr/>
              <p14:nvPr/>
            </p14:nvContentPartPr>
            <p14:xfrm>
              <a:off x="8412285" y="4822150"/>
              <a:ext cx="156960" cy="151560"/>
            </p14:xfrm>
          </p:contentPart>
        </mc:Choice>
        <mc:Fallback>
          <p:pic>
            <p:nvPicPr>
              <p:cNvPr id="91" name="Ink 90">
                <a:extLst>
                  <a:ext uri="{FF2B5EF4-FFF2-40B4-BE49-F238E27FC236}">
                    <a16:creationId xmlns:a16="http://schemas.microsoft.com/office/drawing/2014/main" id="{7B00CF73-50A9-95BF-D763-0BC108543543}"/>
                  </a:ext>
                </a:extLst>
              </p:cNvPr>
              <p:cNvPicPr/>
              <p:nvPr/>
            </p:nvPicPr>
            <p:blipFill>
              <a:blip r:embed="rId153"/>
              <a:stretch>
                <a:fillRect/>
              </a:stretch>
            </p:blipFill>
            <p:spPr>
              <a:xfrm>
                <a:off x="8403645" y="4813150"/>
                <a:ext cx="17460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2" name="Ink 91">
                <a:extLst>
                  <a:ext uri="{FF2B5EF4-FFF2-40B4-BE49-F238E27FC236}">
                    <a16:creationId xmlns:a16="http://schemas.microsoft.com/office/drawing/2014/main" id="{66B995B3-04C0-338A-7EC0-DFF66250D9F7}"/>
                  </a:ext>
                </a:extLst>
              </p14:cNvPr>
              <p14:cNvContentPartPr/>
              <p14:nvPr/>
            </p14:nvContentPartPr>
            <p14:xfrm>
              <a:off x="8634405" y="4769590"/>
              <a:ext cx="118440" cy="199080"/>
            </p14:xfrm>
          </p:contentPart>
        </mc:Choice>
        <mc:Fallback>
          <p:pic>
            <p:nvPicPr>
              <p:cNvPr id="92" name="Ink 91">
                <a:extLst>
                  <a:ext uri="{FF2B5EF4-FFF2-40B4-BE49-F238E27FC236}">
                    <a16:creationId xmlns:a16="http://schemas.microsoft.com/office/drawing/2014/main" id="{66B995B3-04C0-338A-7EC0-DFF66250D9F7}"/>
                  </a:ext>
                </a:extLst>
              </p:cNvPr>
              <p:cNvPicPr/>
              <p:nvPr/>
            </p:nvPicPr>
            <p:blipFill>
              <a:blip r:embed="rId155"/>
              <a:stretch>
                <a:fillRect/>
              </a:stretch>
            </p:blipFill>
            <p:spPr>
              <a:xfrm>
                <a:off x="8625765" y="4760590"/>
                <a:ext cx="13608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3" name="Ink 92">
                <a:extLst>
                  <a:ext uri="{FF2B5EF4-FFF2-40B4-BE49-F238E27FC236}">
                    <a16:creationId xmlns:a16="http://schemas.microsoft.com/office/drawing/2014/main" id="{C816390B-AB37-2F88-DD26-1C65EC5C082C}"/>
                  </a:ext>
                </a:extLst>
              </p14:cNvPr>
              <p14:cNvContentPartPr/>
              <p14:nvPr/>
            </p14:nvContentPartPr>
            <p14:xfrm>
              <a:off x="8804685" y="4832230"/>
              <a:ext cx="66240" cy="126000"/>
            </p14:xfrm>
          </p:contentPart>
        </mc:Choice>
        <mc:Fallback>
          <p:pic>
            <p:nvPicPr>
              <p:cNvPr id="93" name="Ink 92">
                <a:extLst>
                  <a:ext uri="{FF2B5EF4-FFF2-40B4-BE49-F238E27FC236}">
                    <a16:creationId xmlns:a16="http://schemas.microsoft.com/office/drawing/2014/main" id="{C816390B-AB37-2F88-DD26-1C65EC5C082C}"/>
                  </a:ext>
                </a:extLst>
              </p:cNvPr>
              <p:cNvPicPr/>
              <p:nvPr/>
            </p:nvPicPr>
            <p:blipFill>
              <a:blip r:embed="rId157"/>
              <a:stretch>
                <a:fillRect/>
              </a:stretch>
            </p:blipFill>
            <p:spPr>
              <a:xfrm>
                <a:off x="8796045" y="4823590"/>
                <a:ext cx="83880" cy="14364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4" name="Ink 93">
                <a:extLst>
                  <a:ext uri="{FF2B5EF4-FFF2-40B4-BE49-F238E27FC236}">
                    <a16:creationId xmlns:a16="http://schemas.microsoft.com/office/drawing/2014/main" id="{D238419E-B918-D2E2-ED2F-0F173F272457}"/>
                  </a:ext>
                </a:extLst>
              </p14:cNvPr>
              <p14:cNvContentPartPr/>
              <p14:nvPr/>
            </p14:nvContentPartPr>
            <p14:xfrm>
              <a:off x="8806125" y="4795510"/>
              <a:ext cx="193320" cy="146160"/>
            </p14:xfrm>
          </p:contentPart>
        </mc:Choice>
        <mc:Fallback>
          <p:pic>
            <p:nvPicPr>
              <p:cNvPr id="94" name="Ink 93">
                <a:extLst>
                  <a:ext uri="{FF2B5EF4-FFF2-40B4-BE49-F238E27FC236}">
                    <a16:creationId xmlns:a16="http://schemas.microsoft.com/office/drawing/2014/main" id="{D238419E-B918-D2E2-ED2F-0F173F272457}"/>
                  </a:ext>
                </a:extLst>
              </p:cNvPr>
              <p:cNvPicPr/>
              <p:nvPr/>
            </p:nvPicPr>
            <p:blipFill>
              <a:blip r:embed="rId159"/>
              <a:stretch>
                <a:fillRect/>
              </a:stretch>
            </p:blipFill>
            <p:spPr>
              <a:xfrm>
                <a:off x="8797125" y="4786870"/>
                <a:ext cx="21096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6" name="Ink 95">
                <a:extLst>
                  <a:ext uri="{FF2B5EF4-FFF2-40B4-BE49-F238E27FC236}">
                    <a16:creationId xmlns:a16="http://schemas.microsoft.com/office/drawing/2014/main" id="{26AB5C1F-8DBE-B17A-399C-979F90AC06DC}"/>
                  </a:ext>
                </a:extLst>
              </p14:cNvPr>
              <p14:cNvContentPartPr/>
              <p14:nvPr/>
            </p14:nvContentPartPr>
            <p14:xfrm>
              <a:off x="9497325" y="4797310"/>
              <a:ext cx="713880" cy="208080"/>
            </p14:xfrm>
          </p:contentPart>
        </mc:Choice>
        <mc:Fallback>
          <p:pic>
            <p:nvPicPr>
              <p:cNvPr id="96" name="Ink 95">
                <a:extLst>
                  <a:ext uri="{FF2B5EF4-FFF2-40B4-BE49-F238E27FC236}">
                    <a16:creationId xmlns:a16="http://schemas.microsoft.com/office/drawing/2014/main" id="{26AB5C1F-8DBE-B17A-399C-979F90AC06DC}"/>
                  </a:ext>
                </a:extLst>
              </p:cNvPr>
              <p:cNvPicPr/>
              <p:nvPr/>
            </p:nvPicPr>
            <p:blipFill>
              <a:blip r:embed="rId161"/>
              <a:stretch>
                <a:fillRect/>
              </a:stretch>
            </p:blipFill>
            <p:spPr>
              <a:xfrm>
                <a:off x="9488685" y="4788310"/>
                <a:ext cx="73152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7" name="Ink 96">
                <a:extLst>
                  <a:ext uri="{FF2B5EF4-FFF2-40B4-BE49-F238E27FC236}">
                    <a16:creationId xmlns:a16="http://schemas.microsoft.com/office/drawing/2014/main" id="{07D62C92-1C2B-5C2F-F5CD-E70F6A94118A}"/>
                  </a:ext>
                </a:extLst>
              </p14:cNvPr>
              <p14:cNvContentPartPr/>
              <p14:nvPr/>
            </p14:nvContentPartPr>
            <p14:xfrm>
              <a:off x="9286005" y="4658350"/>
              <a:ext cx="988560" cy="512640"/>
            </p14:xfrm>
          </p:contentPart>
        </mc:Choice>
        <mc:Fallback>
          <p:pic>
            <p:nvPicPr>
              <p:cNvPr id="97" name="Ink 96">
                <a:extLst>
                  <a:ext uri="{FF2B5EF4-FFF2-40B4-BE49-F238E27FC236}">
                    <a16:creationId xmlns:a16="http://schemas.microsoft.com/office/drawing/2014/main" id="{07D62C92-1C2B-5C2F-F5CD-E70F6A94118A}"/>
                  </a:ext>
                </a:extLst>
              </p:cNvPr>
              <p:cNvPicPr/>
              <p:nvPr/>
            </p:nvPicPr>
            <p:blipFill>
              <a:blip r:embed="rId163"/>
              <a:stretch>
                <a:fillRect/>
              </a:stretch>
            </p:blipFill>
            <p:spPr>
              <a:xfrm>
                <a:off x="9277365" y="4649350"/>
                <a:ext cx="1006200" cy="5302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8" name="Ink 97">
                <a:extLst>
                  <a:ext uri="{FF2B5EF4-FFF2-40B4-BE49-F238E27FC236}">
                    <a16:creationId xmlns:a16="http://schemas.microsoft.com/office/drawing/2014/main" id="{5C8C97F1-443C-EBE1-31D3-B881A85CE670}"/>
                  </a:ext>
                </a:extLst>
              </p14:cNvPr>
              <p14:cNvContentPartPr/>
              <p14:nvPr/>
            </p14:nvContentPartPr>
            <p14:xfrm>
              <a:off x="10287525" y="4888030"/>
              <a:ext cx="1160280" cy="42120"/>
            </p14:xfrm>
          </p:contentPart>
        </mc:Choice>
        <mc:Fallback>
          <p:pic>
            <p:nvPicPr>
              <p:cNvPr id="98" name="Ink 97">
                <a:extLst>
                  <a:ext uri="{FF2B5EF4-FFF2-40B4-BE49-F238E27FC236}">
                    <a16:creationId xmlns:a16="http://schemas.microsoft.com/office/drawing/2014/main" id="{5C8C97F1-443C-EBE1-31D3-B881A85CE670}"/>
                  </a:ext>
                </a:extLst>
              </p:cNvPr>
              <p:cNvPicPr/>
              <p:nvPr/>
            </p:nvPicPr>
            <p:blipFill>
              <a:blip r:embed="rId165"/>
              <a:stretch>
                <a:fillRect/>
              </a:stretch>
            </p:blipFill>
            <p:spPr>
              <a:xfrm>
                <a:off x="10278885" y="4879030"/>
                <a:ext cx="117792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9" name="Ink 98">
                <a:extLst>
                  <a:ext uri="{FF2B5EF4-FFF2-40B4-BE49-F238E27FC236}">
                    <a16:creationId xmlns:a16="http://schemas.microsoft.com/office/drawing/2014/main" id="{B226D5CC-51E7-9CD3-A902-12EEE6FDBDFB}"/>
                  </a:ext>
                </a:extLst>
              </p14:cNvPr>
              <p14:cNvContentPartPr/>
              <p14:nvPr/>
            </p14:nvContentPartPr>
            <p14:xfrm>
              <a:off x="11399925" y="4814950"/>
              <a:ext cx="91440" cy="140400"/>
            </p14:xfrm>
          </p:contentPart>
        </mc:Choice>
        <mc:Fallback>
          <p:pic>
            <p:nvPicPr>
              <p:cNvPr id="99" name="Ink 98">
                <a:extLst>
                  <a:ext uri="{FF2B5EF4-FFF2-40B4-BE49-F238E27FC236}">
                    <a16:creationId xmlns:a16="http://schemas.microsoft.com/office/drawing/2014/main" id="{B226D5CC-51E7-9CD3-A902-12EEE6FDBDFB}"/>
                  </a:ext>
                </a:extLst>
              </p:cNvPr>
              <p:cNvPicPr/>
              <p:nvPr/>
            </p:nvPicPr>
            <p:blipFill>
              <a:blip r:embed="rId167"/>
              <a:stretch>
                <a:fillRect/>
              </a:stretch>
            </p:blipFill>
            <p:spPr>
              <a:xfrm>
                <a:off x="11390925" y="4806310"/>
                <a:ext cx="10908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1" name="Ink 100">
                <a:extLst>
                  <a:ext uri="{FF2B5EF4-FFF2-40B4-BE49-F238E27FC236}">
                    <a16:creationId xmlns:a16="http://schemas.microsoft.com/office/drawing/2014/main" id="{1C0CF0D4-0114-7BA0-6D68-B36AAC063518}"/>
                  </a:ext>
                </a:extLst>
              </p14:cNvPr>
              <p14:cNvContentPartPr/>
              <p14:nvPr/>
            </p14:nvContentPartPr>
            <p14:xfrm>
              <a:off x="11656965" y="4810270"/>
              <a:ext cx="119880" cy="218520"/>
            </p14:xfrm>
          </p:contentPart>
        </mc:Choice>
        <mc:Fallback>
          <p:pic>
            <p:nvPicPr>
              <p:cNvPr id="101" name="Ink 100">
                <a:extLst>
                  <a:ext uri="{FF2B5EF4-FFF2-40B4-BE49-F238E27FC236}">
                    <a16:creationId xmlns:a16="http://schemas.microsoft.com/office/drawing/2014/main" id="{1C0CF0D4-0114-7BA0-6D68-B36AAC063518}"/>
                  </a:ext>
                </a:extLst>
              </p:cNvPr>
              <p:cNvPicPr/>
              <p:nvPr/>
            </p:nvPicPr>
            <p:blipFill>
              <a:blip r:embed="rId169"/>
              <a:stretch>
                <a:fillRect/>
              </a:stretch>
            </p:blipFill>
            <p:spPr>
              <a:xfrm>
                <a:off x="11647965" y="4801630"/>
                <a:ext cx="13752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2" name="Ink 101">
                <a:extLst>
                  <a:ext uri="{FF2B5EF4-FFF2-40B4-BE49-F238E27FC236}">
                    <a16:creationId xmlns:a16="http://schemas.microsoft.com/office/drawing/2014/main" id="{D14696C7-28D2-3FFE-3CE7-F35B218706B3}"/>
                  </a:ext>
                </a:extLst>
              </p14:cNvPr>
              <p14:cNvContentPartPr/>
              <p14:nvPr/>
            </p14:nvContentPartPr>
            <p14:xfrm>
              <a:off x="11810685" y="4887310"/>
              <a:ext cx="80280" cy="134280"/>
            </p14:xfrm>
          </p:contentPart>
        </mc:Choice>
        <mc:Fallback>
          <p:pic>
            <p:nvPicPr>
              <p:cNvPr id="102" name="Ink 101">
                <a:extLst>
                  <a:ext uri="{FF2B5EF4-FFF2-40B4-BE49-F238E27FC236}">
                    <a16:creationId xmlns:a16="http://schemas.microsoft.com/office/drawing/2014/main" id="{D14696C7-28D2-3FFE-3CE7-F35B218706B3}"/>
                  </a:ext>
                </a:extLst>
              </p:cNvPr>
              <p:cNvPicPr/>
              <p:nvPr/>
            </p:nvPicPr>
            <p:blipFill>
              <a:blip r:embed="rId171"/>
              <a:stretch>
                <a:fillRect/>
              </a:stretch>
            </p:blipFill>
            <p:spPr>
              <a:xfrm>
                <a:off x="11801685" y="4878310"/>
                <a:ext cx="97920" cy="1519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3" name="Ink 102">
                <a:extLst>
                  <a:ext uri="{FF2B5EF4-FFF2-40B4-BE49-F238E27FC236}">
                    <a16:creationId xmlns:a16="http://schemas.microsoft.com/office/drawing/2014/main" id="{6551D14D-8AA9-88C5-FBC9-88DE572F19CF}"/>
                  </a:ext>
                </a:extLst>
              </p14:cNvPr>
              <p14:cNvContentPartPr/>
              <p14:nvPr/>
            </p14:nvContentPartPr>
            <p14:xfrm>
              <a:off x="11937765" y="4850950"/>
              <a:ext cx="199080" cy="148320"/>
            </p14:xfrm>
          </p:contentPart>
        </mc:Choice>
        <mc:Fallback>
          <p:pic>
            <p:nvPicPr>
              <p:cNvPr id="103" name="Ink 102">
                <a:extLst>
                  <a:ext uri="{FF2B5EF4-FFF2-40B4-BE49-F238E27FC236}">
                    <a16:creationId xmlns:a16="http://schemas.microsoft.com/office/drawing/2014/main" id="{6551D14D-8AA9-88C5-FBC9-88DE572F19CF}"/>
                  </a:ext>
                </a:extLst>
              </p:cNvPr>
              <p:cNvPicPr/>
              <p:nvPr/>
            </p:nvPicPr>
            <p:blipFill>
              <a:blip r:embed="rId173"/>
              <a:stretch>
                <a:fillRect/>
              </a:stretch>
            </p:blipFill>
            <p:spPr>
              <a:xfrm>
                <a:off x="11928765" y="4842310"/>
                <a:ext cx="21672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4" name="Ink 103">
                <a:extLst>
                  <a:ext uri="{FF2B5EF4-FFF2-40B4-BE49-F238E27FC236}">
                    <a16:creationId xmlns:a16="http://schemas.microsoft.com/office/drawing/2014/main" id="{282E54C8-C126-48DE-47DF-5C8F61D46806}"/>
                  </a:ext>
                </a:extLst>
              </p14:cNvPr>
              <p14:cNvContentPartPr/>
              <p14:nvPr/>
            </p14:nvContentPartPr>
            <p14:xfrm>
              <a:off x="11482005" y="4636030"/>
              <a:ext cx="873360" cy="590400"/>
            </p14:xfrm>
          </p:contentPart>
        </mc:Choice>
        <mc:Fallback>
          <p:pic>
            <p:nvPicPr>
              <p:cNvPr id="104" name="Ink 103">
                <a:extLst>
                  <a:ext uri="{FF2B5EF4-FFF2-40B4-BE49-F238E27FC236}">
                    <a16:creationId xmlns:a16="http://schemas.microsoft.com/office/drawing/2014/main" id="{282E54C8-C126-48DE-47DF-5C8F61D46806}"/>
                  </a:ext>
                </a:extLst>
              </p:cNvPr>
              <p:cNvPicPr/>
              <p:nvPr/>
            </p:nvPicPr>
            <p:blipFill>
              <a:blip r:embed="rId175"/>
              <a:stretch>
                <a:fillRect/>
              </a:stretch>
            </p:blipFill>
            <p:spPr>
              <a:xfrm>
                <a:off x="11473005" y="4627390"/>
                <a:ext cx="891000" cy="60804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10" name="Ink 109">
                <a:extLst>
                  <a:ext uri="{FF2B5EF4-FFF2-40B4-BE49-F238E27FC236}">
                    <a16:creationId xmlns:a16="http://schemas.microsoft.com/office/drawing/2014/main" id="{2C917412-4EC1-38A6-06A8-B3EE05DB9CD8}"/>
                  </a:ext>
                </a:extLst>
              </p14:cNvPr>
              <p14:cNvContentPartPr/>
              <p14:nvPr/>
            </p14:nvContentPartPr>
            <p14:xfrm>
              <a:off x="11287605" y="3592750"/>
              <a:ext cx="249120" cy="327600"/>
            </p14:xfrm>
          </p:contentPart>
        </mc:Choice>
        <mc:Fallback>
          <p:pic>
            <p:nvPicPr>
              <p:cNvPr id="110" name="Ink 109">
                <a:extLst>
                  <a:ext uri="{FF2B5EF4-FFF2-40B4-BE49-F238E27FC236}">
                    <a16:creationId xmlns:a16="http://schemas.microsoft.com/office/drawing/2014/main" id="{2C917412-4EC1-38A6-06A8-B3EE05DB9CD8}"/>
                  </a:ext>
                </a:extLst>
              </p:cNvPr>
              <p:cNvPicPr/>
              <p:nvPr/>
            </p:nvPicPr>
            <p:blipFill>
              <a:blip r:embed="rId177"/>
              <a:stretch>
                <a:fillRect/>
              </a:stretch>
            </p:blipFill>
            <p:spPr>
              <a:xfrm>
                <a:off x="11278965" y="3584110"/>
                <a:ext cx="266760" cy="34524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11" name="Ink 110">
                <a:extLst>
                  <a:ext uri="{FF2B5EF4-FFF2-40B4-BE49-F238E27FC236}">
                    <a16:creationId xmlns:a16="http://schemas.microsoft.com/office/drawing/2014/main" id="{6CF43D37-2DA8-4A68-C1BE-D1DC091CE797}"/>
                  </a:ext>
                </a:extLst>
              </p14:cNvPr>
              <p14:cNvContentPartPr/>
              <p14:nvPr/>
            </p14:nvContentPartPr>
            <p14:xfrm>
              <a:off x="11586405" y="3737110"/>
              <a:ext cx="216360" cy="124560"/>
            </p14:xfrm>
          </p:contentPart>
        </mc:Choice>
        <mc:Fallback>
          <p:pic>
            <p:nvPicPr>
              <p:cNvPr id="111" name="Ink 110">
                <a:extLst>
                  <a:ext uri="{FF2B5EF4-FFF2-40B4-BE49-F238E27FC236}">
                    <a16:creationId xmlns:a16="http://schemas.microsoft.com/office/drawing/2014/main" id="{6CF43D37-2DA8-4A68-C1BE-D1DC091CE797}"/>
                  </a:ext>
                </a:extLst>
              </p:cNvPr>
              <p:cNvPicPr/>
              <p:nvPr/>
            </p:nvPicPr>
            <p:blipFill>
              <a:blip r:embed="rId179"/>
              <a:stretch>
                <a:fillRect/>
              </a:stretch>
            </p:blipFill>
            <p:spPr>
              <a:xfrm>
                <a:off x="11577405" y="3728110"/>
                <a:ext cx="234000" cy="14220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12" name="Ink 111">
                <a:extLst>
                  <a:ext uri="{FF2B5EF4-FFF2-40B4-BE49-F238E27FC236}">
                    <a16:creationId xmlns:a16="http://schemas.microsoft.com/office/drawing/2014/main" id="{D34F086A-DABB-7832-F3F1-1A3926C5A30D}"/>
                  </a:ext>
                </a:extLst>
              </p14:cNvPr>
              <p14:cNvContentPartPr/>
              <p14:nvPr/>
            </p14:nvContentPartPr>
            <p14:xfrm>
              <a:off x="11855325" y="3736390"/>
              <a:ext cx="163440" cy="127800"/>
            </p14:xfrm>
          </p:contentPart>
        </mc:Choice>
        <mc:Fallback>
          <p:pic>
            <p:nvPicPr>
              <p:cNvPr id="112" name="Ink 111">
                <a:extLst>
                  <a:ext uri="{FF2B5EF4-FFF2-40B4-BE49-F238E27FC236}">
                    <a16:creationId xmlns:a16="http://schemas.microsoft.com/office/drawing/2014/main" id="{D34F086A-DABB-7832-F3F1-1A3926C5A30D}"/>
                  </a:ext>
                </a:extLst>
              </p:cNvPr>
              <p:cNvPicPr/>
              <p:nvPr/>
            </p:nvPicPr>
            <p:blipFill>
              <a:blip r:embed="rId181"/>
              <a:stretch>
                <a:fillRect/>
              </a:stretch>
            </p:blipFill>
            <p:spPr>
              <a:xfrm>
                <a:off x="11846325" y="3727750"/>
                <a:ext cx="181080" cy="1454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6" name="Ink 105">
                <a:extLst>
                  <a:ext uri="{FF2B5EF4-FFF2-40B4-BE49-F238E27FC236}">
                    <a16:creationId xmlns:a16="http://schemas.microsoft.com/office/drawing/2014/main" id="{D854079C-92DE-4C76-1B30-A88543D66F49}"/>
                  </a:ext>
                </a:extLst>
              </p14:cNvPr>
              <p14:cNvContentPartPr/>
              <p14:nvPr/>
            </p14:nvContentPartPr>
            <p14:xfrm>
              <a:off x="11148285" y="4181350"/>
              <a:ext cx="163080" cy="276120"/>
            </p14:xfrm>
          </p:contentPart>
        </mc:Choice>
        <mc:Fallback>
          <p:pic>
            <p:nvPicPr>
              <p:cNvPr id="106" name="Ink 105">
                <a:extLst>
                  <a:ext uri="{FF2B5EF4-FFF2-40B4-BE49-F238E27FC236}">
                    <a16:creationId xmlns:a16="http://schemas.microsoft.com/office/drawing/2014/main" id="{D854079C-92DE-4C76-1B30-A88543D66F49}"/>
                  </a:ext>
                </a:extLst>
              </p:cNvPr>
              <p:cNvPicPr/>
              <p:nvPr/>
            </p:nvPicPr>
            <p:blipFill>
              <a:blip r:embed="rId183"/>
              <a:stretch>
                <a:fillRect/>
              </a:stretch>
            </p:blipFill>
            <p:spPr>
              <a:xfrm>
                <a:off x="11139645" y="4172710"/>
                <a:ext cx="180720" cy="29376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07" name="Ink 106">
                <a:extLst>
                  <a:ext uri="{FF2B5EF4-FFF2-40B4-BE49-F238E27FC236}">
                    <a16:creationId xmlns:a16="http://schemas.microsoft.com/office/drawing/2014/main" id="{51BCA40F-E7FF-0590-E350-73949BFFF0F8}"/>
                  </a:ext>
                </a:extLst>
              </p14:cNvPr>
              <p14:cNvContentPartPr/>
              <p14:nvPr/>
            </p14:nvContentPartPr>
            <p14:xfrm>
              <a:off x="11371845" y="4183510"/>
              <a:ext cx="91800" cy="209880"/>
            </p14:xfrm>
          </p:contentPart>
        </mc:Choice>
        <mc:Fallback>
          <p:pic>
            <p:nvPicPr>
              <p:cNvPr id="107" name="Ink 106">
                <a:extLst>
                  <a:ext uri="{FF2B5EF4-FFF2-40B4-BE49-F238E27FC236}">
                    <a16:creationId xmlns:a16="http://schemas.microsoft.com/office/drawing/2014/main" id="{51BCA40F-E7FF-0590-E350-73949BFFF0F8}"/>
                  </a:ext>
                </a:extLst>
              </p:cNvPr>
              <p:cNvPicPr/>
              <p:nvPr/>
            </p:nvPicPr>
            <p:blipFill>
              <a:blip r:embed="rId185"/>
              <a:stretch>
                <a:fillRect/>
              </a:stretch>
            </p:blipFill>
            <p:spPr>
              <a:xfrm>
                <a:off x="11362845" y="4174510"/>
                <a:ext cx="10944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08" name="Ink 107">
                <a:extLst>
                  <a:ext uri="{FF2B5EF4-FFF2-40B4-BE49-F238E27FC236}">
                    <a16:creationId xmlns:a16="http://schemas.microsoft.com/office/drawing/2014/main" id="{7744650E-DF6A-7F80-A14E-F3EC67C19582}"/>
                  </a:ext>
                </a:extLst>
              </p14:cNvPr>
              <p14:cNvContentPartPr/>
              <p14:nvPr/>
            </p14:nvContentPartPr>
            <p14:xfrm>
              <a:off x="11462925" y="4153990"/>
              <a:ext cx="160200" cy="174960"/>
            </p14:xfrm>
          </p:contentPart>
        </mc:Choice>
        <mc:Fallback>
          <p:pic>
            <p:nvPicPr>
              <p:cNvPr id="108" name="Ink 107">
                <a:extLst>
                  <a:ext uri="{FF2B5EF4-FFF2-40B4-BE49-F238E27FC236}">
                    <a16:creationId xmlns:a16="http://schemas.microsoft.com/office/drawing/2014/main" id="{7744650E-DF6A-7F80-A14E-F3EC67C19582}"/>
                  </a:ext>
                </a:extLst>
              </p:cNvPr>
              <p:cNvPicPr/>
              <p:nvPr/>
            </p:nvPicPr>
            <p:blipFill>
              <a:blip r:embed="rId187"/>
              <a:stretch>
                <a:fillRect/>
              </a:stretch>
            </p:blipFill>
            <p:spPr>
              <a:xfrm>
                <a:off x="11454285" y="4145350"/>
                <a:ext cx="17784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09" name="Ink 108">
                <a:extLst>
                  <a:ext uri="{FF2B5EF4-FFF2-40B4-BE49-F238E27FC236}">
                    <a16:creationId xmlns:a16="http://schemas.microsoft.com/office/drawing/2014/main" id="{413EBDC4-C83C-DFA6-D6C2-A6B4F081CCF7}"/>
                  </a:ext>
                </a:extLst>
              </p14:cNvPr>
              <p14:cNvContentPartPr/>
              <p14:nvPr/>
            </p14:nvContentPartPr>
            <p14:xfrm>
              <a:off x="11568045" y="4213390"/>
              <a:ext cx="46080" cy="13680"/>
            </p14:xfrm>
          </p:contentPart>
        </mc:Choice>
        <mc:Fallback>
          <p:pic>
            <p:nvPicPr>
              <p:cNvPr id="109" name="Ink 108">
                <a:extLst>
                  <a:ext uri="{FF2B5EF4-FFF2-40B4-BE49-F238E27FC236}">
                    <a16:creationId xmlns:a16="http://schemas.microsoft.com/office/drawing/2014/main" id="{413EBDC4-C83C-DFA6-D6C2-A6B4F081CCF7}"/>
                  </a:ext>
                </a:extLst>
              </p:cNvPr>
              <p:cNvPicPr/>
              <p:nvPr/>
            </p:nvPicPr>
            <p:blipFill>
              <a:blip r:embed="rId189"/>
              <a:stretch>
                <a:fillRect/>
              </a:stretch>
            </p:blipFill>
            <p:spPr>
              <a:xfrm>
                <a:off x="11559405" y="4204390"/>
                <a:ext cx="6372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3" name="Ink 112">
                <a:extLst>
                  <a:ext uri="{FF2B5EF4-FFF2-40B4-BE49-F238E27FC236}">
                    <a16:creationId xmlns:a16="http://schemas.microsoft.com/office/drawing/2014/main" id="{EDBC27AD-EBEC-96E4-92A8-00B8006818EE}"/>
                  </a:ext>
                </a:extLst>
              </p14:cNvPr>
              <p14:cNvContentPartPr/>
              <p14:nvPr/>
            </p14:nvContentPartPr>
            <p14:xfrm>
              <a:off x="11759925" y="4056430"/>
              <a:ext cx="72720" cy="363960"/>
            </p14:xfrm>
          </p:contentPart>
        </mc:Choice>
        <mc:Fallback>
          <p:pic>
            <p:nvPicPr>
              <p:cNvPr id="113" name="Ink 112">
                <a:extLst>
                  <a:ext uri="{FF2B5EF4-FFF2-40B4-BE49-F238E27FC236}">
                    <a16:creationId xmlns:a16="http://schemas.microsoft.com/office/drawing/2014/main" id="{EDBC27AD-EBEC-96E4-92A8-00B8006818EE}"/>
                  </a:ext>
                </a:extLst>
              </p:cNvPr>
              <p:cNvPicPr/>
              <p:nvPr/>
            </p:nvPicPr>
            <p:blipFill>
              <a:blip r:embed="rId191"/>
              <a:stretch>
                <a:fillRect/>
              </a:stretch>
            </p:blipFill>
            <p:spPr>
              <a:xfrm>
                <a:off x="11750925" y="4047790"/>
                <a:ext cx="90360" cy="3816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4" name="Ink 113">
                <a:extLst>
                  <a:ext uri="{FF2B5EF4-FFF2-40B4-BE49-F238E27FC236}">
                    <a16:creationId xmlns:a16="http://schemas.microsoft.com/office/drawing/2014/main" id="{A8A7DED4-878A-461E-6F82-052AC0650630}"/>
                  </a:ext>
                </a:extLst>
              </p14:cNvPr>
              <p14:cNvContentPartPr/>
              <p14:nvPr/>
            </p14:nvContentPartPr>
            <p14:xfrm>
              <a:off x="11888805" y="4120150"/>
              <a:ext cx="265680" cy="138960"/>
            </p14:xfrm>
          </p:contentPart>
        </mc:Choice>
        <mc:Fallback>
          <p:pic>
            <p:nvPicPr>
              <p:cNvPr id="114" name="Ink 113">
                <a:extLst>
                  <a:ext uri="{FF2B5EF4-FFF2-40B4-BE49-F238E27FC236}">
                    <a16:creationId xmlns:a16="http://schemas.microsoft.com/office/drawing/2014/main" id="{A8A7DED4-878A-461E-6F82-052AC0650630}"/>
                  </a:ext>
                </a:extLst>
              </p:cNvPr>
              <p:cNvPicPr/>
              <p:nvPr/>
            </p:nvPicPr>
            <p:blipFill>
              <a:blip r:embed="rId193"/>
              <a:stretch>
                <a:fillRect/>
              </a:stretch>
            </p:blipFill>
            <p:spPr>
              <a:xfrm>
                <a:off x="11880165" y="4111150"/>
                <a:ext cx="28332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7" name="Ink 116">
                <a:extLst>
                  <a:ext uri="{FF2B5EF4-FFF2-40B4-BE49-F238E27FC236}">
                    <a16:creationId xmlns:a16="http://schemas.microsoft.com/office/drawing/2014/main" id="{9B2560FF-AA72-FE80-1A8C-6E95B685AE1B}"/>
                  </a:ext>
                </a:extLst>
              </p14:cNvPr>
              <p14:cNvContentPartPr/>
              <p14:nvPr/>
            </p14:nvContentPartPr>
            <p14:xfrm>
              <a:off x="11069805" y="4529110"/>
              <a:ext cx="125280" cy="231480"/>
            </p14:xfrm>
          </p:contentPart>
        </mc:Choice>
        <mc:Fallback>
          <p:pic>
            <p:nvPicPr>
              <p:cNvPr id="117" name="Ink 116">
                <a:extLst>
                  <a:ext uri="{FF2B5EF4-FFF2-40B4-BE49-F238E27FC236}">
                    <a16:creationId xmlns:a16="http://schemas.microsoft.com/office/drawing/2014/main" id="{9B2560FF-AA72-FE80-1A8C-6E95B685AE1B}"/>
                  </a:ext>
                </a:extLst>
              </p:cNvPr>
              <p:cNvPicPr/>
              <p:nvPr/>
            </p:nvPicPr>
            <p:blipFill>
              <a:blip r:embed="rId195"/>
              <a:stretch>
                <a:fillRect/>
              </a:stretch>
            </p:blipFill>
            <p:spPr>
              <a:xfrm>
                <a:off x="11060805" y="4520110"/>
                <a:ext cx="14292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8" name="Ink 117">
                <a:extLst>
                  <a:ext uri="{FF2B5EF4-FFF2-40B4-BE49-F238E27FC236}">
                    <a16:creationId xmlns:a16="http://schemas.microsoft.com/office/drawing/2014/main" id="{F0300224-23ED-F8C4-1699-4BDEE7FC9BB1}"/>
                  </a:ext>
                </a:extLst>
              </p14:cNvPr>
              <p14:cNvContentPartPr/>
              <p14:nvPr/>
            </p14:nvContentPartPr>
            <p14:xfrm>
              <a:off x="11196525" y="4618750"/>
              <a:ext cx="267120" cy="131760"/>
            </p14:xfrm>
          </p:contentPart>
        </mc:Choice>
        <mc:Fallback>
          <p:pic>
            <p:nvPicPr>
              <p:cNvPr id="118" name="Ink 117">
                <a:extLst>
                  <a:ext uri="{FF2B5EF4-FFF2-40B4-BE49-F238E27FC236}">
                    <a16:creationId xmlns:a16="http://schemas.microsoft.com/office/drawing/2014/main" id="{F0300224-23ED-F8C4-1699-4BDEE7FC9BB1}"/>
                  </a:ext>
                </a:extLst>
              </p:cNvPr>
              <p:cNvPicPr/>
              <p:nvPr/>
            </p:nvPicPr>
            <p:blipFill>
              <a:blip r:embed="rId197"/>
              <a:stretch>
                <a:fillRect/>
              </a:stretch>
            </p:blipFill>
            <p:spPr>
              <a:xfrm>
                <a:off x="11187885" y="4609750"/>
                <a:ext cx="28476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9" name="Ink 118">
                <a:extLst>
                  <a:ext uri="{FF2B5EF4-FFF2-40B4-BE49-F238E27FC236}">
                    <a16:creationId xmlns:a16="http://schemas.microsoft.com/office/drawing/2014/main" id="{03ED1D21-7005-3529-C538-94F045D25E47}"/>
                  </a:ext>
                </a:extLst>
              </p14:cNvPr>
              <p14:cNvContentPartPr/>
              <p14:nvPr/>
            </p14:nvContentPartPr>
            <p14:xfrm>
              <a:off x="11486685" y="4611550"/>
              <a:ext cx="102600" cy="102960"/>
            </p14:xfrm>
          </p:contentPart>
        </mc:Choice>
        <mc:Fallback>
          <p:pic>
            <p:nvPicPr>
              <p:cNvPr id="119" name="Ink 118">
                <a:extLst>
                  <a:ext uri="{FF2B5EF4-FFF2-40B4-BE49-F238E27FC236}">
                    <a16:creationId xmlns:a16="http://schemas.microsoft.com/office/drawing/2014/main" id="{03ED1D21-7005-3529-C538-94F045D25E47}"/>
                  </a:ext>
                </a:extLst>
              </p:cNvPr>
              <p:cNvPicPr/>
              <p:nvPr/>
            </p:nvPicPr>
            <p:blipFill>
              <a:blip r:embed="rId199"/>
              <a:stretch>
                <a:fillRect/>
              </a:stretch>
            </p:blipFill>
            <p:spPr>
              <a:xfrm>
                <a:off x="11478045" y="4602910"/>
                <a:ext cx="12024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20" name="Ink 119">
                <a:extLst>
                  <a:ext uri="{FF2B5EF4-FFF2-40B4-BE49-F238E27FC236}">
                    <a16:creationId xmlns:a16="http://schemas.microsoft.com/office/drawing/2014/main" id="{EBA41BAE-AF3A-DB84-C674-DAE633AD765E}"/>
                  </a:ext>
                </a:extLst>
              </p14:cNvPr>
              <p14:cNvContentPartPr/>
              <p14:nvPr/>
            </p14:nvContentPartPr>
            <p14:xfrm>
              <a:off x="11603685" y="4463230"/>
              <a:ext cx="232920" cy="225360"/>
            </p14:xfrm>
          </p:contentPart>
        </mc:Choice>
        <mc:Fallback>
          <p:pic>
            <p:nvPicPr>
              <p:cNvPr id="120" name="Ink 119">
                <a:extLst>
                  <a:ext uri="{FF2B5EF4-FFF2-40B4-BE49-F238E27FC236}">
                    <a16:creationId xmlns:a16="http://schemas.microsoft.com/office/drawing/2014/main" id="{EBA41BAE-AF3A-DB84-C674-DAE633AD765E}"/>
                  </a:ext>
                </a:extLst>
              </p:cNvPr>
              <p:cNvPicPr/>
              <p:nvPr/>
            </p:nvPicPr>
            <p:blipFill>
              <a:blip r:embed="rId201"/>
              <a:stretch>
                <a:fillRect/>
              </a:stretch>
            </p:blipFill>
            <p:spPr>
              <a:xfrm>
                <a:off x="11595045" y="4454590"/>
                <a:ext cx="25056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22" name="Ink 121">
                <a:extLst>
                  <a:ext uri="{FF2B5EF4-FFF2-40B4-BE49-F238E27FC236}">
                    <a16:creationId xmlns:a16="http://schemas.microsoft.com/office/drawing/2014/main" id="{C609FF05-8955-4A9C-C926-5D24BCE54E58}"/>
                  </a:ext>
                </a:extLst>
              </p14:cNvPr>
              <p14:cNvContentPartPr/>
              <p14:nvPr/>
            </p14:nvContentPartPr>
            <p14:xfrm>
              <a:off x="11743005" y="4621630"/>
              <a:ext cx="101520" cy="47520"/>
            </p14:xfrm>
          </p:contentPart>
        </mc:Choice>
        <mc:Fallback>
          <p:pic>
            <p:nvPicPr>
              <p:cNvPr id="122" name="Ink 121">
                <a:extLst>
                  <a:ext uri="{FF2B5EF4-FFF2-40B4-BE49-F238E27FC236}">
                    <a16:creationId xmlns:a16="http://schemas.microsoft.com/office/drawing/2014/main" id="{C609FF05-8955-4A9C-C926-5D24BCE54E58}"/>
                  </a:ext>
                </a:extLst>
              </p:cNvPr>
              <p:cNvPicPr/>
              <p:nvPr/>
            </p:nvPicPr>
            <p:blipFill>
              <a:blip r:embed="rId203"/>
              <a:stretch>
                <a:fillRect/>
              </a:stretch>
            </p:blipFill>
            <p:spPr>
              <a:xfrm>
                <a:off x="11734365" y="4612630"/>
                <a:ext cx="11916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24" name="Ink 123">
                <a:extLst>
                  <a:ext uri="{FF2B5EF4-FFF2-40B4-BE49-F238E27FC236}">
                    <a16:creationId xmlns:a16="http://schemas.microsoft.com/office/drawing/2014/main" id="{E4D0CC5A-7EA7-8528-9B2B-7982D3C182C2}"/>
                  </a:ext>
                </a:extLst>
              </p14:cNvPr>
              <p14:cNvContentPartPr/>
              <p14:nvPr/>
            </p14:nvContentPartPr>
            <p14:xfrm>
              <a:off x="11553285" y="5287270"/>
              <a:ext cx="13320" cy="153360"/>
            </p14:xfrm>
          </p:contentPart>
        </mc:Choice>
        <mc:Fallback>
          <p:pic>
            <p:nvPicPr>
              <p:cNvPr id="124" name="Ink 123">
                <a:extLst>
                  <a:ext uri="{FF2B5EF4-FFF2-40B4-BE49-F238E27FC236}">
                    <a16:creationId xmlns:a16="http://schemas.microsoft.com/office/drawing/2014/main" id="{E4D0CC5A-7EA7-8528-9B2B-7982D3C182C2}"/>
                  </a:ext>
                </a:extLst>
              </p:cNvPr>
              <p:cNvPicPr/>
              <p:nvPr/>
            </p:nvPicPr>
            <p:blipFill>
              <a:blip r:embed="rId205"/>
              <a:stretch>
                <a:fillRect/>
              </a:stretch>
            </p:blipFill>
            <p:spPr>
              <a:xfrm>
                <a:off x="11544645" y="5278630"/>
                <a:ext cx="3096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5" name="Ink 124">
                <a:extLst>
                  <a:ext uri="{FF2B5EF4-FFF2-40B4-BE49-F238E27FC236}">
                    <a16:creationId xmlns:a16="http://schemas.microsoft.com/office/drawing/2014/main" id="{EA934C32-8ABC-96D6-CC31-4296D48F898F}"/>
                  </a:ext>
                </a:extLst>
              </p14:cNvPr>
              <p14:cNvContentPartPr/>
              <p14:nvPr/>
            </p14:nvContentPartPr>
            <p14:xfrm>
              <a:off x="11548965" y="5271430"/>
              <a:ext cx="143280" cy="147240"/>
            </p14:xfrm>
          </p:contentPart>
        </mc:Choice>
        <mc:Fallback>
          <p:pic>
            <p:nvPicPr>
              <p:cNvPr id="125" name="Ink 124">
                <a:extLst>
                  <a:ext uri="{FF2B5EF4-FFF2-40B4-BE49-F238E27FC236}">
                    <a16:creationId xmlns:a16="http://schemas.microsoft.com/office/drawing/2014/main" id="{EA934C32-8ABC-96D6-CC31-4296D48F898F}"/>
                  </a:ext>
                </a:extLst>
              </p:cNvPr>
              <p:cNvPicPr/>
              <p:nvPr/>
            </p:nvPicPr>
            <p:blipFill>
              <a:blip r:embed="rId207"/>
              <a:stretch>
                <a:fillRect/>
              </a:stretch>
            </p:blipFill>
            <p:spPr>
              <a:xfrm>
                <a:off x="11539965" y="5262430"/>
                <a:ext cx="16092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6" name="Ink 125">
                <a:extLst>
                  <a:ext uri="{FF2B5EF4-FFF2-40B4-BE49-F238E27FC236}">
                    <a16:creationId xmlns:a16="http://schemas.microsoft.com/office/drawing/2014/main" id="{4E154737-C11E-FDDE-D806-3632196B49DA}"/>
                  </a:ext>
                </a:extLst>
              </p14:cNvPr>
              <p14:cNvContentPartPr/>
              <p14:nvPr/>
            </p14:nvContentPartPr>
            <p14:xfrm>
              <a:off x="11741205" y="5333350"/>
              <a:ext cx="6840" cy="47880"/>
            </p14:xfrm>
          </p:contentPart>
        </mc:Choice>
        <mc:Fallback>
          <p:pic>
            <p:nvPicPr>
              <p:cNvPr id="126" name="Ink 125">
                <a:extLst>
                  <a:ext uri="{FF2B5EF4-FFF2-40B4-BE49-F238E27FC236}">
                    <a16:creationId xmlns:a16="http://schemas.microsoft.com/office/drawing/2014/main" id="{4E154737-C11E-FDDE-D806-3632196B49DA}"/>
                  </a:ext>
                </a:extLst>
              </p:cNvPr>
              <p:cNvPicPr/>
              <p:nvPr/>
            </p:nvPicPr>
            <p:blipFill>
              <a:blip r:embed="rId209"/>
              <a:stretch>
                <a:fillRect/>
              </a:stretch>
            </p:blipFill>
            <p:spPr>
              <a:xfrm>
                <a:off x="11732565" y="5324710"/>
                <a:ext cx="24480" cy="6552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7" name="Ink 126">
                <a:extLst>
                  <a:ext uri="{FF2B5EF4-FFF2-40B4-BE49-F238E27FC236}">
                    <a16:creationId xmlns:a16="http://schemas.microsoft.com/office/drawing/2014/main" id="{12C7539D-6457-FF00-0ACB-AB05EBBC8479}"/>
                  </a:ext>
                </a:extLst>
              </p14:cNvPr>
              <p14:cNvContentPartPr/>
              <p14:nvPr/>
            </p14:nvContentPartPr>
            <p14:xfrm>
              <a:off x="11721405" y="5229310"/>
              <a:ext cx="32760" cy="51480"/>
            </p14:xfrm>
          </p:contentPart>
        </mc:Choice>
        <mc:Fallback>
          <p:pic>
            <p:nvPicPr>
              <p:cNvPr id="127" name="Ink 126">
                <a:extLst>
                  <a:ext uri="{FF2B5EF4-FFF2-40B4-BE49-F238E27FC236}">
                    <a16:creationId xmlns:a16="http://schemas.microsoft.com/office/drawing/2014/main" id="{12C7539D-6457-FF00-0ACB-AB05EBBC8479}"/>
                  </a:ext>
                </a:extLst>
              </p:cNvPr>
              <p:cNvPicPr/>
              <p:nvPr/>
            </p:nvPicPr>
            <p:blipFill>
              <a:blip r:embed="rId211"/>
              <a:stretch>
                <a:fillRect/>
              </a:stretch>
            </p:blipFill>
            <p:spPr>
              <a:xfrm>
                <a:off x="11712405" y="5220670"/>
                <a:ext cx="5040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8" name="Ink 127">
                <a:extLst>
                  <a:ext uri="{FF2B5EF4-FFF2-40B4-BE49-F238E27FC236}">
                    <a16:creationId xmlns:a16="http://schemas.microsoft.com/office/drawing/2014/main" id="{415AA32C-74B1-94E2-881F-9FA7773D8580}"/>
                  </a:ext>
                </a:extLst>
              </p14:cNvPr>
              <p14:cNvContentPartPr/>
              <p14:nvPr/>
            </p14:nvContentPartPr>
            <p14:xfrm>
              <a:off x="11772165" y="5280070"/>
              <a:ext cx="146160" cy="131040"/>
            </p14:xfrm>
          </p:contentPart>
        </mc:Choice>
        <mc:Fallback>
          <p:pic>
            <p:nvPicPr>
              <p:cNvPr id="128" name="Ink 127">
                <a:extLst>
                  <a:ext uri="{FF2B5EF4-FFF2-40B4-BE49-F238E27FC236}">
                    <a16:creationId xmlns:a16="http://schemas.microsoft.com/office/drawing/2014/main" id="{415AA32C-74B1-94E2-881F-9FA7773D8580}"/>
                  </a:ext>
                </a:extLst>
              </p:cNvPr>
              <p:cNvPicPr/>
              <p:nvPr/>
            </p:nvPicPr>
            <p:blipFill>
              <a:blip r:embed="rId213"/>
              <a:stretch>
                <a:fillRect/>
              </a:stretch>
            </p:blipFill>
            <p:spPr>
              <a:xfrm>
                <a:off x="11763165" y="5271070"/>
                <a:ext cx="16380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9" name="Ink 128">
                <a:extLst>
                  <a:ext uri="{FF2B5EF4-FFF2-40B4-BE49-F238E27FC236}">
                    <a16:creationId xmlns:a16="http://schemas.microsoft.com/office/drawing/2014/main" id="{E9FD826A-00B4-B05D-F7E7-1794B56E12AF}"/>
                  </a:ext>
                </a:extLst>
              </p14:cNvPr>
              <p14:cNvContentPartPr/>
              <p14:nvPr/>
            </p14:nvContentPartPr>
            <p14:xfrm>
              <a:off x="11946765" y="5317510"/>
              <a:ext cx="115560" cy="82800"/>
            </p14:xfrm>
          </p:contentPart>
        </mc:Choice>
        <mc:Fallback>
          <p:pic>
            <p:nvPicPr>
              <p:cNvPr id="129" name="Ink 128">
                <a:extLst>
                  <a:ext uri="{FF2B5EF4-FFF2-40B4-BE49-F238E27FC236}">
                    <a16:creationId xmlns:a16="http://schemas.microsoft.com/office/drawing/2014/main" id="{E9FD826A-00B4-B05D-F7E7-1794B56E12AF}"/>
                  </a:ext>
                </a:extLst>
              </p:cNvPr>
              <p:cNvPicPr/>
              <p:nvPr/>
            </p:nvPicPr>
            <p:blipFill>
              <a:blip r:embed="rId215"/>
              <a:stretch>
                <a:fillRect/>
              </a:stretch>
            </p:blipFill>
            <p:spPr>
              <a:xfrm>
                <a:off x="11938125" y="5308870"/>
                <a:ext cx="133200" cy="10044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31" name="Ink 130">
                <a:extLst>
                  <a:ext uri="{FF2B5EF4-FFF2-40B4-BE49-F238E27FC236}">
                    <a16:creationId xmlns:a16="http://schemas.microsoft.com/office/drawing/2014/main" id="{266751FC-D0D1-C72C-3570-336313D45FD4}"/>
                  </a:ext>
                </a:extLst>
              </p14:cNvPr>
              <p14:cNvContentPartPr/>
              <p14:nvPr/>
            </p14:nvContentPartPr>
            <p14:xfrm>
              <a:off x="8883525" y="3608950"/>
              <a:ext cx="69480" cy="142200"/>
            </p14:xfrm>
          </p:contentPart>
        </mc:Choice>
        <mc:Fallback>
          <p:pic>
            <p:nvPicPr>
              <p:cNvPr id="131" name="Ink 130">
                <a:extLst>
                  <a:ext uri="{FF2B5EF4-FFF2-40B4-BE49-F238E27FC236}">
                    <a16:creationId xmlns:a16="http://schemas.microsoft.com/office/drawing/2014/main" id="{266751FC-D0D1-C72C-3570-336313D45FD4}"/>
                  </a:ext>
                </a:extLst>
              </p:cNvPr>
              <p:cNvPicPr/>
              <p:nvPr/>
            </p:nvPicPr>
            <p:blipFill>
              <a:blip r:embed="rId217"/>
              <a:stretch>
                <a:fillRect/>
              </a:stretch>
            </p:blipFill>
            <p:spPr>
              <a:xfrm>
                <a:off x="8874525" y="3599950"/>
                <a:ext cx="87120" cy="15984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32" name="Ink 131">
                <a:extLst>
                  <a:ext uri="{FF2B5EF4-FFF2-40B4-BE49-F238E27FC236}">
                    <a16:creationId xmlns:a16="http://schemas.microsoft.com/office/drawing/2014/main" id="{0B836A37-C631-1723-7852-981D982DEE64}"/>
                  </a:ext>
                </a:extLst>
              </p14:cNvPr>
              <p14:cNvContentPartPr/>
              <p14:nvPr/>
            </p14:nvContentPartPr>
            <p14:xfrm>
              <a:off x="8506245" y="3039790"/>
              <a:ext cx="348480" cy="419760"/>
            </p14:xfrm>
          </p:contentPart>
        </mc:Choice>
        <mc:Fallback>
          <p:pic>
            <p:nvPicPr>
              <p:cNvPr id="132" name="Ink 131">
                <a:extLst>
                  <a:ext uri="{FF2B5EF4-FFF2-40B4-BE49-F238E27FC236}">
                    <a16:creationId xmlns:a16="http://schemas.microsoft.com/office/drawing/2014/main" id="{0B836A37-C631-1723-7852-981D982DEE64}"/>
                  </a:ext>
                </a:extLst>
              </p:cNvPr>
              <p:cNvPicPr/>
              <p:nvPr/>
            </p:nvPicPr>
            <p:blipFill>
              <a:blip r:embed="rId219"/>
              <a:stretch>
                <a:fillRect/>
              </a:stretch>
            </p:blipFill>
            <p:spPr>
              <a:xfrm>
                <a:off x="8497605" y="3031150"/>
                <a:ext cx="366120" cy="43740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33" name="Ink 132">
                <a:extLst>
                  <a:ext uri="{FF2B5EF4-FFF2-40B4-BE49-F238E27FC236}">
                    <a16:creationId xmlns:a16="http://schemas.microsoft.com/office/drawing/2014/main" id="{ED8B89A6-23EB-DBEC-E62A-085931BBC055}"/>
                  </a:ext>
                </a:extLst>
              </p14:cNvPr>
              <p14:cNvContentPartPr/>
              <p14:nvPr/>
            </p14:nvContentPartPr>
            <p14:xfrm>
              <a:off x="8930685" y="3106750"/>
              <a:ext cx="437040" cy="304560"/>
            </p14:xfrm>
          </p:contentPart>
        </mc:Choice>
        <mc:Fallback>
          <p:pic>
            <p:nvPicPr>
              <p:cNvPr id="133" name="Ink 132">
                <a:extLst>
                  <a:ext uri="{FF2B5EF4-FFF2-40B4-BE49-F238E27FC236}">
                    <a16:creationId xmlns:a16="http://schemas.microsoft.com/office/drawing/2014/main" id="{ED8B89A6-23EB-DBEC-E62A-085931BBC055}"/>
                  </a:ext>
                </a:extLst>
              </p:cNvPr>
              <p:cNvPicPr/>
              <p:nvPr/>
            </p:nvPicPr>
            <p:blipFill>
              <a:blip r:embed="rId221"/>
              <a:stretch>
                <a:fillRect/>
              </a:stretch>
            </p:blipFill>
            <p:spPr>
              <a:xfrm>
                <a:off x="8922045" y="3097750"/>
                <a:ext cx="454680" cy="32220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4" name="Ink 133">
                <a:extLst>
                  <a:ext uri="{FF2B5EF4-FFF2-40B4-BE49-F238E27FC236}">
                    <a16:creationId xmlns:a16="http://schemas.microsoft.com/office/drawing/2014/main" id="{C971EFCB-E8F5-91C5-1D97-1EA877B0C48C}"/>
                  </a:ext>
                </a:extLst>
              </p14:cNvPr>
              <p14:cNvContentPartPr/>
              <p14:nvPr/>
            </p14:nvContentPartPr>
            <p14:xfrm>
              <a:off x="9452685" y="3197110"/>
              <a:ext cx="105480" cy="186840"/>
            </p14:xfrm>
          </p:contentPart>
        </mc:Choice>
        <mc:Fallback>
          <p:pic>
            <p:nvPicPr>
              <p:cNvPr id="134" name="Ink 133">
                <a:extLst>
                  <a:ext uri="{FF2B5EF4-FFF2-40B4-BE49-F238E27FC236}">
                    <a16:creationId xmlns:a16="http://schemas.microsoft.com/office/drawing/2014/main" id="{C971EFCB-E8F5-91C5-1D97-1EA877B0C48C}"/>
                  </a:ext>
                </a:extLst>
              </p:cNvPr>
              <p:cNvPicPr/>
              <p:nvPr/>
            </p:nvPicPr>
            <p:blipFill>
              <a:blip r:embed="rId223"/>
              <a:stretch>
                <a:fillRect/>
              </a:stretch>
            </p:blipFill>
            <p:spPr>
              <a:xfrm>
                <a:off x="9443685" y="3188470"/>
                <a:ext cx="12312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5" name="Ink 134">
                <a:extLst>
                  <a:ext uri="{FF2B5EF4-FFF2-40B4-BE49-F238E27FC236}">
                    <a16:creationId xmlns:a16="http://schemas.microsoft.com/office/drawing/2014/main" id="{04C5AB0B-9CDD-FA80-084D-C57BC3D12858}"/>
                  </a:ext>
                </a:extLst>
              </p14:cNvPr>
              <p14:cNvContentPartPr/>
              <p14:nvPr/>
            </p14:nvContentPartPr>
            <p14:xfrm>
              <a:off x="9661125" y="3045550"/>
              <a:ext cx="90000" cy="411480"/>
            </p14:xfrm>
          </p:contentPart>
        </mc:Choice>
        <mc:Fallback>
          <p:pic>
            <p:nvPicPr>
              <p:cNvPr id="135" name="Ink 134">
                <a:extLst>
                  <a:ext uri="{FF2B5EF4-FFF2-40B4-BE49-F238E27FC236}">
                    <a16:creationId xmlns:a16="http://schemas.microsoft.com/office/drawing/2014/main" id="{04C5AB0B-9CDD-FA80-084D-C57BC3D12858}"/>
                  </a:ext>
                </a:extLst>
              </p:cNvPr>
              <p:cNvPicPr/>
              <p:nvPr/>
            </p:nvPicPr>
            <p:blipFill>
              <a:blip r:embed="rId225"/>
              <a:stretch>
                <a:fillRect/>
              </a:stretch>
            </p:blipFill>
            <p:spPr>
              <a:xfrm>
                <a:off x="9652125" y="3036550"/>
                <a:ext cx="107640" cy="42912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6" name="Ink 135">
                <a:extLst>
                  <a:ext uri="{FF2B5EF4-FFF2-40B4-BE49-F238E27FC236}">
                    <a16:creationId xmlns:a16="http://schemas.microsoft.com/office/drawing/2014/main" id="{FBE7DBB1-85AD-8B37-CFC0-5ECD4F92E9F0}"/>
                  </a:ext>
                </a:extLst>
              </p14:cNvPr>
              <p14:cNvContentPartPr/>
              <p14:nvPr/>
            </p14:nvContentPartPr>
            <p14:xfrm>
              <a:off x="8373765" y="3063910"/>
              <a:ext cx="222120" cy="488520"/>
            </p14:xfrm>
          </p:contentPart>
        </mc:Choice>
        <mc:Fallback>
          <p:pic>
            <p:nvPicPr>
              <p:cNvPr id="136" name="Ink 135">
                <a:extLst>
                  <a:ext uri="{FF2B5EF4-FFF2-40B4-BE49-F238E27FC236}">
                    <a16:creationId xmlns:a16="http://schemas.microsoft.com/office/drawing/2014/main" id="{FBE7DBB1-85AD-8B37-CFC0-5ECD4F92E9F0}"/>
                  </a:ext>
                </a:extLst>
              </p:cNvPr>
              <p:cNvPicPr/>
              <p:nvPr/>
            </p:nvPicPr>
            <p:blipFill>
              <a:blip r:embed="rId227"/>
              <a:stretch>
                <a:fillRect/>
              </a:stretch>
            </p:blipFill>
            <p:spPr>
              <a:xfrm>
                <a:off x="8364765" y="3054910"/>
                <a:ext cx="239760" cy="50616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8" name="Ink 137">
                <a:extLst>
                  <a:ext uri="{FF2B5EF4-FFF2-40B4-BE49-F238E27FC236}">
                    <a16:creationId xmlns:a16="http://schemas.microsoft.com/office/drawing/2014/main" id="{793F9458-D859-0F99-9E2E-F2A794416647}"/>
                  </a:ext>
                </a:extLst>
              </p14:cNvPr>
              <p14:cNvContentPartPr/>
              <p14:nvPr/>
            </p14:nvContentPartPr>
            <p14:xfrm>
              <a:off x="3366525" y="3251830"/>
              <a:ext cx="4959720" cy="407160"/>
            </p14:xfrm>
          </p:contentPart>
        </mc:Choice>
        <mc:Fallback>
          <p:pic>
            <p:nvPicPr>
              <p:cNvPr id="138" name="Ink 137">
                <a:extLst>
                  <a:ext uri="{FF2B5EF4-FFF2-40B4-BE49-F238E27FC236}">
                    <a16:creationId xmlns:a16="http://schemas.microsoft.com/office/drawing/2014/main" id="{793F9458-D859-0F99-9E2E-F2A794416647}"/>
                  </a:ext>
                </a:extLst>
              </p:cNvPr>
              <p:cNvPicPr/>
              <p:nvPr/>
            </p:nvPicPr>
            <p:blipFill>
              <a:blip r:embed="rId229"/>
              <a:stretch>
                <a:fillRect/>
              </a:stretch>
            </p:blipFill>
            <p:spPr>
              <a:xfrm>
                <a:off x="3357885" y="3242830"/>
                <a:ext cx="4977360" cy="42480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9" name="Ink 138">
                <a:extLst>
                  <a:ext uri="{FF2B5EF4-FFF2-40B4-BE49-F238E27FC236}">
                    <a16:creationId xmlns:a16="http://schemas.microsoft.com/office/drawing/2014/main" id="{57FFC0AC-4915-BC06-0451-9821204BC262}"/>
                  </a:ext>
                </a:extLst>
              </p14:cNvPr>
              <p14:cNvContentPartPr/>
              <p14:nvPr/>
            </p14:nvContentPartPr>
            <p14:xfrm>
              <a:off x="3438885" y="3464230"/>
              <a:ext cx="207000" cy="238680"/>
            </p14:xfrm>
          </p:contentPart>
        </mc:Choice>
        <mc:Fallback>
          <p:pic>
            <p:nvPicPr>
              <p:cNvPr id="139" name="Ink 138">
                <a:extLst>
                  <a:ext uri="{FF2B5EF4-FFF2-40B4-BE49-F238E27FC236}">
                    <a16:creationId xmlns:a16="http://schemas.microsoft.com/office/drawing/2014/main" id="{57FFC0AC-4915-BC06-0451-9821204BC262}"/>
                  </a:ext>
                </a:extLst>
              </p:cNvPr>
              <p:cNvPicPr/>
              <p:nvPr/>
            </p:nvPicPr>
            <p:blipFill>
              <a:blip r:embed="rId231"/>
              <a:stretch>
                <a:fillRect/>
              </a:stretch>
            </p:blipFill>
            <p:spPr>
              <a:xfrm>
                <a:off x="3429885" y="3455590"/>
                <a:ext cx="224640" cy="25632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40" name="Ink 139">
                <a:extLst>
                  <a:ext uri="{FF2B5EF4-FFF2-40B4-BE49-F238E27FC236}">
                    <a16:creationId xmlns:a16="http://schemas.microsoft.com/office/drawing/2014/main" id="{02C2B760-4CA6-A34A-52A7-DAEDE8061C08}"/>
                  </a:ext>
                </a:extLst>
              </p14:cNvPr>
              <p14:cNvContentPartPr/>
              <p14:nvPr/>
            </p14:nvContentPartPr>
            <p14:xfrm>
              <a:off x="3779805" y="3538390"/>
              <a:ext cx="1956240" cy="665640"/>
            </p14:xfrm>
          </p:contentPart>
        </mc:Choice>
        <mc:Fallback>
          <p:pic>
            <p:nvPicPr>
              <p:cNvPr id="140" name="Ink 139">
                <a:extLst>
                  <a:ext uri="{FF2B5EF4-FFF2-40B4-BE49-F238E27FC236}">
                    <a16:creationId xmlns:a16="http://schemas.microsoft.com/office/drawing/2014/main" id="{02C2B760-4CA6-A34A-52A7-DAEDE8061C08}"/>
                  </a:ext>
                </a:extLst>
              </p:cNvPr>
              <p:cNvPicPr/>
              <p:nvPr/>
            </p:nvPicPr>
            <p:blipFill>
              <a:blip r:embed="rId233"/>
              <a:stretch>
                <a:fillRect/>
              </a:stretch>
            </p:blipFill>
            <p:spPr>
              <a:xfrm>
                <a:off x="3770805" y="3529750"/>
                <a:ext cx="1973880" cy="68328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41" name="Ink 140">
                <a:extLst>
                  <a:ext uri="{FF2B5EF4-FFF2-40B4-BE49-F238E27FC236}">
                    <a16:creationId xmlns:a16="http://schemas.microsoft.com/office/drawing/2014/main" id="{D39F1417-72E3-9C39-50F6-4CF42A6266D1}"/>
                  </a:ext>
                </a:extLst>
              </p14:cNvPr>
              <p14:cNvContentPartPr/>
              <p14:nvPr/>
            </p14:nvContentPartPr>
            <p14:xfrm>
              <a:off x="3706365" y="4097110"/>
              <a:ext cx="197640" cy="225720"/>
            </p14:xfrm>
          </p:contentPart>
        </mc:Choice>
        <mc:Fallback>
          <p:pic>
            <p:nvPicPr>
              <p:cNvPr id="141" name="Ink 140">
                <a:extLst>
                  <a:ext uri="{FF2B5EF4-FFF2-40B4-BE49-F238E27FC236}">
                    <a16:creationId xmlns:a16="http://schemas.microsoft.com/office/drawing/2014/main" id="{D39F1417-72E3-9C39-50F6-4CF42A6266D1}"/>
                  </a:ext>
                </a:extLst>
              </p:cNvPr>
              <p:cNvPicPr/>
              <p:nvPr/>
            </p:nvPicPr>
            <p:blipFill>
              <a:blip r:embed="rId235"/>
              <a:stretch>
                <a:fillRect/>
              </a:stretch>
            </p:blipFill>
            <p:spPr>
              <a:xfrm>
                <a:off x="3697365" y="4088110"/>
                <a:ext cx="21528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43" name="Ink 142">
                <a:extLst>
                  <a:ext uri="{FF2B5EF4-FFF2-40B4-BE49-F238E27FC236}">
                    <a16:creationId xmlns:a16="http://schemas.microsoft.com/office/drawing/2014/main" id="{C255C50F-E5E6-B75D-B560-FC4D56F41F1D}"/>
                  </a:ext>
                </a:extLst>
              </p14:cNvPr>
              <p14:cNvContentPartPr/>
              <p14:nvPr/>
            </p14:nvContentPartPr>
            <p14:xfrm>
              <a:off x="2377605" y="3335350"/>
              <a:ext cx="317520" cy="350640"/>
            </p14:xfrm>
          </p:contentPart>
        </mc:Choice>
        <mc:Fallback>
          <p:pic>
            <p:nvPicPr>
              <p:cNvPr id="143" name="Ink 142">
                <a:extLst>
                  <a:ext uri="{FF2B5EF4-FFF2-40B4-BE49-F238E27FC236}">
                    <a16:creationId xmlns:a16="http://schemas.microsoft.com/office/drawing/2014/main" id="{C255C50F-E5E6-B75D-B560-FC4D56F41F1D}"/>
                  </a:ext>
                </a:extLst>
              </p:cNvPr>
              <p:cNvPicPr/>
              <p:nvPr/>
            </p:nvPicPr>
            <p:blipFill>
              <a:blip r:embed="rId237"/>
              <a:stretch>
                <a:fillRect/>
              </a:stretch>
            </p:blipFill>
            <p:spPr>
              <a:xfrm>
                <a:off x="2368605" y="3326710"/>
                <a:ext cx="335160" cy="36828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4" name="Ink 143">
                <a:extLst>
                  <a:ext uri="{FF2B5EF4-FFF2-40B4-BE49-F238E27FC236}">
                    <a16:creationId xmlns:a16="http://schemas.microsoft.com/office/drawing/2014/main" id="{AFDF7E20-BC77-1688-DE96-91AC4409A988}"/>
                  </a:ext>
                </a:extLst>
              </p14:cNvPr>
              <p14:cNvContentPartPr/>
              <p14:nvPr/>
            </p14:nvContentPartPr>
            <p14:xfrm>
              <a:off x="2718885" y="3458110"/>
              <a:ext cx="188640" cy="158400"/>
            </p14:xfrm>
          </p:contentPart>
        </mc:Choice>
        <mc:Fallback>
          <p:pic>
            <p:nvPicPr>
              <p:cNvPr id="144" name="Ink 143">
                <a:extLst>
                  <a:ext uri="{FF2B5EF4-FFF2-40B4-BE49-F238E27FC236}">
                    <a16:creationId xmlns:a16="http://schemas.microsoft.com/office/drawing/2014/main" id="{AFDF7E20-BC77-1688-DE96-91AC4409A988}"/>
                  </a:ext>
                </a:extLst>
              </p:cNvPr>
              <p:cNvPicPr/>
              <p:nvPr/>
            </p:nvPicPr>
            <p:blipFill>
              <a:blip r:embed="rId239"/>
              <a:stretch>
                <a:fillRect/>
              </a:stretch>
            </p:blipFill>
            <p:spPr>
              <a:xfrm>
                <a:off x="2709885" y="3449110"/>
                <a:ext cx="20628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5" name="Ink 144">
                <a:extLst>
                  <a:ext uri="{FF2B5EF4-FFF2-40B4-BE49-F238E27FC236}">
                    <a16:creationId xmlns:a16="http://schemas.microsoft.com/office/drawing/2014/main" id="{A4A6EDF1-A4F9-238E-6722-2AFEE6C32432}"/>
                  </a:ext>
                </a:extLst>
              </p14:cNvPr>
              <p14:cNvContentPartPr/>
              <p14:nvPr/>
            </p14:nvContentPartPr>
            <p14:xfrm>
              <a:off x="2974485" y="3397270"/>
              <a:ext cx="156960" cy="176760"/>
            </p14:xfrm>
          </p:contentPart>
        </mc:Choice>
        <mc:Fallback>
          <p:pic>
            <p:nvPicPr>
              <p:cNvPr id="145" name="Ink 144">
                <a:extLst>
                  <a:ext uri="{FF2B5EF4-FFF2-40B4-BE49-F238E27FC236}">
                    <a16:creationId xmlns:a16="http://schemas.microsoft.com/office/drawing/2014/main" id="{A4A6EDF1-A4F9-238E-6722-2AFEE6C32432}"/>
                  </a:ext>
                </a:extLst>
              </p:cNvPr>
              <p:cNvPicPr/>
              <p:nvPr/>
            </p:nvPicPr>
            <p:blipFill>
              <a:blip r:embed="rId241"/>
              <a:stretch>
                <a:fillRect/>
              </a:stretch>
            </p:blipFill>
            <p:spPr>
              <a:xfrm>
                <a:off x="2965485" y="3388270"/>
                <a:ext cx="17460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6" name="Ink 145">
                <a:extLst>
                  <a:ext uri="{FF2B5EF4-FFF2-40B4-BE49-F238E27FC236}">
                    <a16:creationId xmlns:a16="http://schemas.microsoft.com/office/drawing/2014/main" id="{3955F8C7-483B-B646-CCBA-3501A4584457}"/>
                  </a:ext>
                </a:extLst>
              </p14:cNvPr>
              <p14:cNvContentPartPr/>
              <p14:nvPr/>
            </p14:nvContentPartPr>
            <p14:xfrm>
              <a:off x="2413245" y="3998110"/>
              <a:ext cx="325080" cy="337680"/>
            </p14:xfrm>
          </p:contentPart>
        </mc:Choice>
        <mc:Fallback>
          <p:pic>
            <p:nvPicPr>
              <p:cNvPr id="146" name="Ink 145">
                <a:extLst>
                  <a:ext uri="{FF2B5EF4-FFF2-40B4-BE49-F238E27FC236}">
                    <a16:creationId xmlns:a16="http://schemas.microsoft.com/office/drawing/2014/main" id="{3955F8C7-483B-B646-CCBA-3501A4584457}"/>
                  </a:ext>
                </a:extLst>
              </p:cNvPr>
              <p:cNvPicPr/>
              <p:nvPr/>
            </p:nvPicPr>
            <p:blipFill>
              <a:blip r:embed="rId243"/>
              <a:stretch>
                <a:fillRect/>
              </a:stretch>
            </p:blipFill>
            <p:spPr>
              <a:xfrm>
                <a:off x="2404605" y="3989110"/>
                <a:ext cx="342720" cy="35532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7" name="Ink 146">
                <a:extLst>
                  <a:ext uri="{FF2B5EF4-FFF2-40B4-BE49-F238E27FC236}">
                    <a16:creationId xmlns:a16="http://schemas.microsoft.com/office/drawing/2014/main" id="{BD6615E3-767D-2983-3B10-715891647AF5}"/>
                  </a:ext>
                </a:extLst>
              </p14:cNvPr>
              <p14:cNvContentPartPr/>
              <p14:nvPr/>
            </p14:nvContentPartPr>
            <p14:xfrm>
              <a:off x="2907885" y="4017550"/>
              <a:ext cx="183600" cy="240120"/>
            </p14:xfrm>
          </p:contentPart>
        </mc:Choice>
        <mc:Fallback>
          <p:pic>
            <p:nvPicPr>
              <p:cNvPr id="147" name="Ink 146">
                <a:extLst>
                  <a:ext uri="{FF2B5EF4-FFF2-40B4-BE49-F238E27FC236}">
                    <a16:creationId xmlns:a16="http://schemas.microsoft.com/office/drawing/2014/main" id="{BD6615E3-767D-2983-3B10-715891647AF5}"/>
                  </a:ext>
                </a:extLst>
              </p:cNvPr>
              <p:cNvPicPr/>
              <p:nvPr/>
            </p:nvPicPr>
            <p:blipFill>
              <a:blip r:embed="rId245"/>
              <a:stretch>
                <a:fillRect/>
              </a:stretch>
            </p:blipFill>
            <p:spPr>
              <a:xfrm>
                <a:off x="2899245" y="4008910"/>
                <a:ext cx="201240" cy="2577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50" name="Ink 149">
                <a:extLst>
                  <a:ext uri="{FF2B5EF4-FFF2-40B4-BE49-F238E27FC236}">
                    <a16:creationId xmlns:a16="http://schemas.microsoft.com/office/drawing/2014/main" id="{3C4E5B41-7625-96E6-19DE-70D4E73B0358}"/>
                  </a:ext>
                </a:extLst>
              </p14:cNvPr>
              <p14:cNvContentPartPr/>
              <p14:nvPr/>
            </p14:nvContentPartPr>
            <p14:xfrm>
              <a:off x="3626085" y="3860950"/>
              <a:ext cx="2180880" cy="946080"/>
            </p14:xfrm>
          </p:contentPart>
        </mc:Choice>
        <mc:Fallback>
          <p:pic>
            <p:nvPicPr>
              <p:cNvPr id="150" name="Ink 149">
                <a:extLst>
                  <a:ext uri="{FF2B5EF4-FFF2-40B4-BE49-F238E27FC236}">
                    <a16:creationId xmlns:a16="http://schemas.microsoft.com/office/drawing/2014/main" id="{3C4E5B41-7625-96E6-19DE-70D4E73B0358}"/>
                  </a:ext>
                </a:extLst>
              </p:cNvPr>
              <p:cNvPicPr/>
              <p:nvPr/>
            </p:nvPicPr>
            <p:blipFill>
              <a:blip r:embed="rId247"/>
              <a:stretch>
                <a:fillRect/>
              </a:stretch>
            </p:blipFill>
            <p:spPr>
              <a:xfrm>
                <a:off x="3617445" y="3852310"/>
                <a:ext cx="2198520" cy="963720"/>
              </a:xfrm>
              <a:prstGeom prst="rect">
                <a:avLst/>
              </a:prstGeom>
            </p:spPr>
          </p:pic>
        </mc:Fallback>
      </mc:AlternateContent>
      <p:grpSp>
        <p:nvGrpSpPr>
          <p:cNvPr id="169" name="Group 168">
            <a:extLst>
              <a:ext uri="{FF2B5EF4-FFF2-40B4-BE49-F238E27FC236}">
                <a16:creationId xmlns:a16="http://schemas.microsoft.com/office/drawing/2014/main" id="{21DC32C5-06F0-3EBA-A1DD-55B267E9E0C8}"/>
              </a:ext>
            </a:extLst>
          </p:cNvPr>
          <p:cNvGrpSpPr/>
          <p:nvPr/>
        </p:nvGrpSpPr>
        <p:grpSpPr>
          <a:xfrm>
            <a:off x="484365" y="4726750"/>
            <a:ext cx="2806200" cy="1037880"/>
            <a:chOff x="484365" y="4726750"/>
            <a:chExt cx="2806200" cy="1037880"/>
          </a:xfrm>
        </p:grpSpPr>
        <mc:AlternateContent xmlns:mc="http://schemas.openxmlformats.org/markup-compatibility/2006">
          <mc:Choice xmlns:p14="http://schemas.microsoft.com/office/powerpoint/2010/main" Requires="p14">
            <p:contentPart p14:bwMode="auto" r:id="rId248">
              <p14:nvContentPartPr>
                <p14:cNvPr id="151" name="Ink 150">
                  <a:extLst>
                    <a:ext uri="{FF2B5EF4-FFF2-40B4-BE49-F238E27FC236}">
                      <a16:creationId xmlns:a16="http://schemas.microsoft.com/office/drawing/2014/main" id="{70A3E52D-465A-9DF0-D907-79A80B252923}"/>
                    </a:ext>
                  </a:extLst>
                </p14:cNvPr>
                <p14:cNvContentPartPr/>
                <p14:nvPr/>
              </p14:nvContentPartPr>
              <p14:xfrm>
                <a:off x="2710965" y="4726750"/>
                <a:ext cx="269280" cy="278640"/>
              </p14:xfrm>
            </p:contentPart>
          </mc:Choice>
          <mc:Fallback>
            <p:pic>
              <p:nvPicPr>
                <p:cNvPr id="151" name="Ink 150">
                  <a:extLst>
                    <a:ext uri="{FF2B5EF4-FFF2-40B4-BE49-F238E27FC236}">
                      <a16:creationId xmlns:a16="http://schemas.microsoft.com/office/drawing/2014/main" id="{70A3E52D-465A-9DF0-D907-79A80B252923}"/>
                    </a:ext>
                  </a:extLst>
                </p:cNvPr>
                <p:cNvPicPr/>
                <p:nvPr/>
              </p:nvPicPr>
              <p:blipFill>
                <a:blip r:embed="rId249"/>
                <a:stretch>
                  <a:fillRect/>
                </a:stretch>
              </p:blipFill>
              <p:spPr>
                <a:xfrm>
                  <a:off x="2701965" y="4718110"/>
                  <a:ext cx="286920" cy="29628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52" name="Ink 151">
                  <a:extLst>
                    <a:ext uri="{FF2B5EF4-FFF2-40B4-BE49-F238E27FC236}">
                      <a16:creationId xmlns:a16="http://schemas.microsoft.com/office/drawing/2014/main" id="{115406A5-0DE4-FFE3-8C5A-E402F416B9E7}"/>
                    </a:ext>
                  </a:extLst>
                </p14:cNvPr>
                <p14:cNvContentPartPr/>
                <p14:nvPr/>
              </p14:nvContentPartPr>
              <p14:xfrm>
                <a:off x="3076365" y="4776070"/>
                <a:ext cx="59040" cy="168840"/>
              </p14:xfrm>
            </p:contentPart>
          </mc:Choice>
          <mc:Fallback>
            <p:pic>
              <p:nvPicPr>
                <p:cNvPr id="152" name="Ink 151">
                  <a:extLst>
                    <a:ext uri="{FF2B5EF4-FFF2-40B4-BE49-F238E27FC236}">
                      <a16:creationId xmlns:a16="http://schemas.microsoft.com/office/drawing/2014/main" id="{115406A5-0DE4-FFE3-8C5A-E402F416B9E7}"/>
                    </a:ext>
                  </a:extLst>
                </p:cNvPr>
                <p:cNvPicPr/>
                <p:nvPr/>
              </p:nvPicPr>
              <p:blipFill>
                <a:blip r:embed="rId251"/>
                <a:stretch>
                  <a:fillRect/>
                </a:stretch>
              </p:blipFill>
              <p:spPr>
                <a:xfrm>
                  <a:off x="3067365" y="4767430"/>
                  <a:ext cx="7668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53" name="Ink 152">
                  <a:extLst>
                    <a:ext uri="{FF2B5EF4-FFF2-40B4-BE49-F238E27FC236}">
                      <a16:creationId xmlns:a16="http://schemas.microsoft.com/office/drawing/2014/main" id="{71BA1E53-37B2-A432-090D-13C32151B699}"/>
                    </a:ext>
                  </a:extLst>
                </p14:cNvPr>
                <p14:cNvContentPartPr/>
                <p14:nvPr/>
              </p14:nvContentPartPr>
              <p14:xfrm>
                <a:off x="3063765" y="4740430"/>
                <a:ext cx="226800" cy="205920"/>
              </p14:xfrm>
            </p:contentPart>
          </mc:Choice>
          <mc:Fallback>
            <p:pic>
              <p:nvPicPr>
                <p:cNvPr id="153" name="Ink 152">
                  <a:extLst>
                    <a:ext uri="{FF2B5EF4-FFF2-40B4-BE49-F238E27FC236}">
                      <a16:creationId xmlns:a16="http://schemas.microsoft.com/office/drawing/2014/main" id="{71BA1E53-37B2-A432-090D-13C32151B699}"/>
                    </a:ext>
                  </a:extLst>
                </p:cNvPr>
                <p:cNvPicPr/>
                <p:nvPr/>
              </p:nvPicPr>
              <p:blipFill>
                <a:blip r:embed="rId253"/>
                <a:stretch>
                  <a:fillRect/>
                </a:stretch>
              </p:blipFill>
              <p:spPr>
                <a:xfrm>
                  <a:off x="3055125" y="4731430"/>
                  <a:ext cx="24444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5" name="Ink 154">
                  <a:extLst>
                    <a:ext uri="{FF2B5EF4-FFF2-40B4-BE49-F238E27FC236}">
                      <a16:creationId xmlns:a16="http://schemas.microsoft.com/office/drawing/2014/main" id="{6519C602-A566-175B-0675-4FB507AE5B9D}"/>
                    </a:ext>
                  </a:extLst>
                </p14:cNvPr>
                <p14:cNvContentPartPr/>
                <p14:nvPr/>
              </p14:nvContentPartPr>
              <p14:xfrm>
                <a:off x="1652925" y="4942390"/>
                <a:ext cx="1023840" cy="137520"/>
              </p14:xfrm>
            </p:contentPart>
          </mc:Choice>
          <mc:Fallback>
            <p:pic>
              <p:nvPicPr>
                <p:cNvPr id="155" name="Ink 154">
                  <a:extLst>
                    <a:ext uri="{FF2B5EF4-FFF2-40B4-BE49-F238E27FC236}">
                      <a16:creationId xmlns:a16="http://schemas.microsoft.com/office/drawing/2014/main" id="{6519C602-A566-175B-0675-4FB507AE5B9D}"/>
                    </a:ext>
                  </a:extLst>
                </p:cNvPr>
                <p:cNvPicPr/>
                <p:nvPr/>
              </p:nvPicPr>
              <p:blipFill>
                <a:blip r:embed="rId255"/>
                <a:stretch>
                  <a:fillRect/>
                </a:stretch>
              </p:blipFill>
              <p:spPr>
                <a:xfrm>
                  <a:off x="1643925" y="4933750"/>
                  <a:ext cx="104148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6" name="Ink 155">
                  <a:extLst>
                    <a:ext uri="{FF2B5EF4-FFF2-40B4-BE49-F238E27FC236}">
                      <a16:creationId xmlns:a16="http://schemas.microsoft.com/office/drawing/2014/main" id="{73791379-BAB9-2C54-F3C4-C4E6D96AFCE8}"/>
                    </a:ext>
                  </a:extLst>
                </p14:cNvPr>
                <p14:cNvContentPartPr/>
                <p14:nvPr/>
              </p14:nvContentPartPr>
              <p14:xfrm>
                <a:off x="1181685" y="4830790"/>
                <a:ext cx="573120" cy="637200"/>
              </p14:xfrm>
            </p:contentPart>
          </mc:Choice>
          <mc:Fallback>
            <p:pic>
              <p:nvPicPr>
                <p:cNvPr id="156" name="Ink 155">
                  <a:extLst>
                    <a:ext uri="{FF2B5EF4-FFF2-40B4-BE49-F238E27FC236}">
                      <a16:creationId xmlns:a16="http://schemas.microsoft.com/office/drawing/2014/main" id="{73791379-BAB9-2C54-F3C4-C4E6D96AFCE8}"/>
                    </a:ext>
                  </a:extLst>
                </p:cNvPr>
                <p:cNvPicPr/>
                <p:nvPr/>
              </p:nvPicPr>
              <p:blipFill>
                <a:blip r:embed="rId257"/>
                <a:stretch>
                  <a:fillRect/>
                </a:stretch>
              </p:blipFill>
              <p:spPr>
                <a:xfrm>
                  <a:off x="1172685" y="4822150"/>
                  <a:ext cx="590760" cy="65484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7" name="Ink 156">
                  <a:extLst>
                    <a:ext uri="{FF2B5EF4-FFF2-40B4-BE49-F238E27FC236}">
                      <a16:creationId xmlns:a16="http://schemas.microsoft.com/office/drawing/2014/main" id="{5792B3F5-CA84-F4A9-C53C-9A6FB46C159C}"/>
                    </a:ext>
                  </a:extLst>
                </p14:cNvPr>
                <p14:cNvContentPartPr/>
                <p14:nvPr/>
              </p14:nvContentPartPr>
              <p14:xfrm>
                <a:off x="1169085" y="5068390"/>
                <a:ext cx="466200" cy="125280"/>
              </p14:xfrm>
            </p:contentPart>
          </mc:Choice>
          <mc:Fallback>
            <p:pic>
              <p:nvPicPr>
                <p:cNvPr id="157" name="Ink 156">
                  <a:extLst>
                    <a:ext uri="{FF2B5EF4-FFF2-40B4-BE49-F238E27FC236}">
                      <a16:creationId xmlns:a16="http://schemas.microsoft.com/office/drawing/2014/main" id="{5792B3F5-CA84-F4A9-C53C-9A6FB46C159C}"/>
                    </a:ext>
                  </a:extLst>
                </p:cNvPr>
                <p:cNvPicPr/>
                <p:nvPr/>
              </p:nvPicPr>
              <p:blipFill>
                <a:blip r:embed="rId259"/>
                <a:stretch>
                  <a:fillRect/>
                </a:stretch>
              </p:blipFill>
              <p:spPr>
                <a:xfrm>
                  <a:off x="1160445" y="5059750"/>
                  <a:ext cx="48384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58" name="Ink 157">
                  <a:extLst>
                    <a:ext uri="{FF2B5EF4-FFF2-40B4-BE49-F238E27FC236}">
                      <a16:creationId xmlns:a16="http://schemas.microsoft.com/office/drawing/2014/main" id="{CDC6619F-6A0C-2D21-5C2C-391376B7E883}"/>
                    </a:ext>
                  </a:extLst>
                </p14:cNvPr>
                <p14:cNvContentPartPr/>
                <p14:nvPr/>
              </p14:nvContentPartPr>
              <p14:xfrm>
                <a:off x="1101765" y="4806670"/>
                <a:ext cx="490320" cy="60840"/>
              </p14:xfrm>
            </p:contentPart>
          </mc:Choice>
          <mc:Fallback>
            <p:pic>
              <p:nvPicPr>
                <p:cNvPr id="158" name="Ink 157">
                  <a:extLst>
                    <a:ext uri="{FF2B5EF4-FFF2-40B4-BE49-F238E27FC236}">
                      <a16:creationId xmlns:a16="http://schemas.microsoft.com/office/drawing/2014/main" id="{CDC6619F-6A0C-2D21-5C2C-391376B7E883}"/>
                    </a:ext>
                  </a:extLst>
                </p:cNvPr>
                <p:cNvPicPr/>
                <p:nvPr/>
              </p:nvPicPr>
              <p:blipFill>
                <a:blip r:embed="rId261"/>
                <a:stretch>
                  <a:fillRect/>
                </a:stretch>
              </p:blipFill>
              <p:spPr>
                <a:xfrm>
                  <a:off x="1092765" y="4797670"/>
                  <a:ext cx="50796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59" name="Ink 158">
                  <a:extLst>
                    <a:ext uri="{FF2B5EF4-FFF2-40B4-BE49-F238E27FC236}">
                      <a16:creationId xmlns:a16="http://schemas.microsoft.com/office/drawing/2014/main" id="{88BA9B0F-33D6-7D6D-3795-AC019052FCF5}"/>
                    </a:ext>
                  </a:extLst>
                </p14:cNvPr>
                <p14:cNvContentPartPr/>
                <p14:nvPr/>
              </p14:nvContentPartPr>
              <p14:xfrm>
                <a:off x="484365" y="4742230"/>
                <a:ext cx="471240" cy="224280"/>
              </p14:xfrm>
            </p:contentPart>
          </mc:Choice>
          <mc:Fallback>
            <p:pic>
              <p:nvPicPr>
                <p:cNvPr id="159" name="Ink 158">
                  <a:extLst>
                    <a:ext uri="{FF2B5EF4-FFF2-40B4-BE49-F238E27FC236}">
                      <a16:creationId xmlns:a16="http://schemas.microsoft.com/office/drawing/2014/main" id="{88BA9B0F-33D6-7D6D-3795-AC019052FCF5}"/>
                    </a:ext>
                  </a:extLst>
                </p:cNvPr>
                <p:cNvPicPr/>
                <p:nvPr/>
              </p:nvPicPr>
              <p:blipFill>
                <a:blip r:embed="rId263"/>
                <a:stretch>
                  <a:fillRect/>
                </a:stretch>
              </p:blipFill>
              <p:spPr>
                <a:xfrm>
                  <a:off x="475725" y="4733230"/>
                  <a:ext cx="48888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61" name="Ink 160">
                  <a:extLst>
                    <a:ext uri="{FF2B5EF4-FFF2-40B4-BE49-F238E27FC236}">
                      <a16:creationId xmlns:a16="http://schemas.microsoft.com/office/drawing/2014/main" id="{1A93A113-904F-9924-E352-BEBB44805596}"/>
                    </a:ext>
                  </a:extLst>
                </p14:cNvPr>
                <p14:cNvContentPartPr/>
                <p14:nvPr/>
              </p14:nvContentPartPr>
              <p14:xfrm>
                <a:off x="609285" y="5163070"/>
                <a:ext cx="140040" cy="196560"/>
              </p14:xfrm>
            </p:contentPart>
          </mc:Choice>
          <mc:Fallback>
            <p:pic>
              <p:nvPicPr>
                <p:cNvPr id="161" name="Ink 160">
                  <a:extLst>
                    <a:ext uri="{FF2B5EF4-FFF2-40B4-BE49-F238E27FC236}">
                      <a16:creationId xmlns:a16="http://schemas.microsoft.com/office/drawing/2014/main" id="{1A93A113-904F-9924-E352-BEBB44805596}"/>
                    </a:ext>
                  </a:extLst>
                </p:cNvPr>
                <p:cNvPicPr/>
                <p:nvPr/>
              </p:nvPicPr>
              <p:blipFill>
                <a:blip r:embed="rId265"/>
                <a:stretch>
                  <a:fillRect/>
                </a:stretch>
              </p:blipFill>
              <p:spPr>
                <a:xfrm>
                  <a:off x="600285" y="5154430"/>
                  <a:ext cx="15768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62" name="Ink 161">
                  <a:extLst>
                    <a:ext uri="{FF2B5EF4-FFF2-40B4-BE49-F238E27FC236}">
                      <a16:creationId xmlns:a16="http://schemas.microsoft.com/office/drawing/2014/main" id="{21F7D286-46CA-5EC3-10D8-1C103A2575DF}"/>
                    </a:ext>
                  </a:extLst>
                </p14:cNvPr>
                <p14:cNvContentPartPr/>
                <p14:nvPr/>
              </p14:nvContentPartPr>
              <p14:xfrm>
                <a:off x="649245" y="5091070"/>
                <a:ext cx="191880" cy="288360"/>
              </p14:xfrm>
            </p:contentPart>
          </mc:Choice>
          <mc:Fallback>
            <p:pic>
              <p:nvPicPr>
                <p:cNvPr id="162" name="Ink 161">
                  <a:extLst>
                    <a:ext uri="{FF2B5EF4-FFF2-40B4-BE49-F238E27FC236}">
                      <a16:creationId xmlns:a16="http://schemas.microsoft.com/office/drawing/2014/main" id="{21F7D286-46CA-5EC3-10D8-1C103A2575DF}"/>
                    </a:ext>
                  </a:extLst>
                </p:cNvPr>
                <p:cNvPicPr/>
                <p:nvPr/>
              </p:nvPicPr>
              <p:blipFill>
                <a:blip r:embed="rId267"/>
                <a:stretch>
                  <a:fillRect/>
                </a:stretch>
              </p:blipFill>
              <p:spPr>
                <a:xfrm>
                  <a:off x="640605" y="5082430"/>
                  <a:ext cx="20952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63" name="Ink 162">
                  <a:extLst>
                    <a:ext uri="{FF2B5EF4-FFF2-40B4-BE49-F238E27FC236}">
                      <a16:creationId xmlns:a16="http://schemas.microsoft.com/office/drawing/2014/main" id="{4FE8F8BC-517F-1A2D-80D9-923B76121030}"/>
                    </a:ext>
                  </a:extLst>
                </p14:cNvPr>
                <p14:cNvContentPartPr/>
                <p14:nvPr/>
              </p14:nvContentPartPr>
              <p14:xfrm>
                <a:off x="811245" y="5144710"/>
                <a:ext cx="181080" cy="185760"/>
              </p14:xfrm>
            </p:contentPart>
          </mc:Choice>
          <mc:Fallback>
            <p:pic>
              <p:nvPicPr>
                <p:cNvPr id="163" name="Ink 162">
                  <a:extLst>
                    <a:ext uri="{FF2B5EF4-FFF2-40B4-BE49-F238E27FC236}">
                      <a16:creationId xmlns:a16="http://schemas.microsoft.com/office/drawing/2014/main" id="{4FE8F8BC-517F-1A2D-80D9-923B76121030}"/>
                    </a:ext>
                  </a:extLst>
                </p:cNvPr>
                <p:cNvPicPr/>
                <p:nvPr/>
              </p:nvPicPr>
              <p:blipFill>
                <a:blip r:embed="rId269"/>
                <a:stretch>
                  <a:fillRect/>
                </a:stretch>
              </p:blipFill>
              <p:spPr>
                <a:xfrm>
                  <a:off x="802605" y="5135710"/>
                  <a:ext cx="198720" cy="20340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64" name="Ink 163">
                  <a:extLst>
                    <a:ext uri="{FF2B5EF4-FFF2-40B4-BE49-F238E27FC236}">
                      <a16:creationId xmlns:a16="http://schemas.microsoft.com/office/drawing/2014/main" id="{B5F333F2-3498-B9CA-6C38-2B592A9683FC}"/>
                    </a:ext>
                  </a:extLst>
                </p14:cNvPr>
                <p14:cNvContentPartPr/>
                <p14:nvPr/>
              </p14:nvContentPartPr>
              <p14:xfrm>
                <a:off x="854445" y="5074510"/>
                <a:ext cx="297360" cy="258120"/>
              </p14:xfrm>
            </p:contentPart>
          </mc:Choice>
          <mc:Fallback>
            <p:pic>
              <p:nvPicPr>
                <p:cNvPr id="164" name="Ink 163">
                  <a:extLst>
                    <a:ext uri="{FF2B5EF4-FFF2-40B4-BE49-F238E27FC236}">
                      <a16:creationId xmlns:a16="http://schemas.microsoft.com/office/drawing/2014/main" id="{B5F333F2-3498-B9CA-6C38-2B592A9683FC}"/>
                    </a:ext>
                  </a:extLst>
                </p:cNvPr>
                <p:cNvPicPr/>
                <p:nvPr/>
              </p:nvPicPr>
              <p:blipFill>
                <a:blip r:embed="rId271"/>
                <a:stretch>
                  <a:fillRect/>
                </a:stretch>
              </p:blipFill>
              <p:spPr>
                <a:xfrm>
                  <a:off x="845445" y="5065870"/>
                  <a:ext cx="315000" cy="27576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66" name="Ink 165">
                  <a:extLst>
                    <a:ext uri="{FF2B5EF4-FFF2-40B4-BE49-F238E27FC236}">
                      <a16:creationId xmlns:a16="http://schemas.microsoft.com/office/drawing/2014/main" id="{57EE1E55-49BF-A26E-9407-10ADF67E2D62}"/>
                    </a:ext>
                  </a:extLst>
                </p14:cNvPr>
                <p14:cNvContentPartPr/>
                <p14:nvPr/>
              </p14:nvContentPartPr>
              <p14:xfrm>
                <a:off x="763005" y="5489950"/>
                <a:ext cx="415800" cy="274680"/>
              </p14:xfrm>
            </p:contentPart>
          </mc:Choice>
          <mc:Fallback>
            <p:pic>
              <p:nvPicPr>
                <p:cNvPr id="166" name="Ink 165">
                  <a:extLst>
                    <a:ext uri="{FF2B5EF4-FFF2-40B4-BE49-F238E27FC236}">
                      <a16:creationId xmlns:a16="http://schemas.microsoft.com/office/drawing/2014/main" id="{57EE1E55-49BF-A26E-9407-10ADF67E2D62}"/>
                    </a:ext>
                  </a:extLst>
                </p:cNvPr>
                <p:cNvPicPr/>
                <p:nvPr/>
              </p:nvPicPr>
              <p:blipFill>
                <a:blip r:embed="rId273"/>
                <a:stretch>
                  <a:fillRect/>
                </a:stretch>
              </p:blipFill>
              <p:spPr>
                <a:xfrm>
                  <a:off x="754365" y="5480950"/>
                  <a:ext cx="43344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67" name="Ink 166">
                  <a:extLst>
                    <a:ext uri="{FF2B5EF4-FFF2-40B4-BE49-F238E27FC236}">
                      <a16:creationId xmlns:a16="http://schemas.microsoft.com/office/drawing/2014/main" id="{CC02DB58-B9DD-A2C0-BF31-3DD39F587293}"/>
                    </a:ext>
                  </a:extLst>
                </p14:cNvPr>
                <p14:cNvContentPartPr/>
                <p14:nvPr/>
              </p14:nvContentPartPr>
              <p14:xfrm>
                <a:off x="1066485" y="5464030"/>
                <a:ext cx="35640" cy="41040"/>
              </p14:xfrm>
            </p:contentPart>
          </mc:Choice>
          <mc:Fallback>
            <p:pic>
              <p:nvPicPr>
                <p:cNvPr id="167" name="Ink 166">
                  <a:extLst>
                    <a:ext uri="{FF2B5EF4-FFF2-40B4-BE49-F238E27FC236}">
                      <a16:creationId xmlns:a16="http://schemas.microsoft.com/office/drawing/2014/main" id="{CC02DB58-B9DD-A2C0-BF31-3DD39F587293}"/>
                    </a:ext>
                  </a:extLst>
                </p:cNvPr>
                <p:cNvPicPr/>
                <p:nvPr/>
              </p:nvPicPr>
              <p:blipFill>
                <a:blip r:embed="rId275"/>
                <a:stretch>
                  <a:fillRect/>
                </a:stretch>
              </p:blipFill>
              <p:spPr>
                <a:xfrm>
                  <a:off x="1057845" y="5455030"/>
                  <a:ext cx="53280" cy="5868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8" name="Ink 167">
                  <a:extLst>
                    <a:ext uri="{FF2B5EF4-FFF2-40B4-BE49-F238E27FC236}">
                      <a16:creationId xmlns:a16="http://schemas.microsoft.com/office/drawing/2014/main" id="{D1F8A50E-F8E6-75CC-2058-BD0DDFD90EAF}"/>
                    </a:ext>
                  </a:extLst>
                </p14:cNvPr>
                <p14:cNvContentPartPr/>
                <p14:nvPr/>
              </p14:nvContentPartPr>
              <p14:xfrm>
                <a:off x="1169805" y="5416510"/>
                <a:ext cx="92520" cy="178920"/>
              </p14:xfrm>
            </p:contentPart>
          </mc:Choice>
          <mc:Fallback>
            <p:pic>
              <p:nvPicPr>
                <p:cNvPr id="168" name="Ink 167">
                  <a:extLst>
                    <a:ext uri="{FF2B5EF4-FFF2-40B4-BE49-F238E27FC236}">
                      <a16:creationId xmlns:a16="http://schemas.microsoft.com/office/drawing/2014/main" id="{D1F8A50E-F8E6-75CC-2058-BD0DDFD90EAF}"/>
                    </a:ext>
                  </a:extLst>
                </p:cNvPr>
                <p:cNvPicPr/>
                <p:nvPr/>
              </p:nvPicPr>
              <p:blipFill>
                <a:blip r:embed="rId277"/>
                <a:stretch>
                  <a:fillRect/>
                </a:stretch>
              </p:blipFill>
              <p:spPr>
                <a:xfrm>
                  <a:off x="1160805" y="5407870"/>
                  <a:ext cx="110160" cy="196560"/>
                </a:xfrm>
                <a:prstGeom prst="rect">
                  <a:avLst/>
                </a:prstGeom>
              </p:spPr>
            </p:pic>
          </mc:Fallback>
        </mc:AlternateContent>
      </p:grpSp>
      <p:grpSp>
        <p:nvGrpSpPr>
          <p:cNvPr id="172" name="Group 171">
            <a:extLst>
              <a:ext uri="{FF2B5EF4-FFF2-40B4-BE49-F238E27FC236}">
                <a16:creationId xmlns:a16="http://schemas.microsoft.com/office/drawing/2014/main" id="{B8624AC6-12ED-D71F-98FC-3F2529D3CD11}"/>
              </a:ext>
            </a:extLst>
          </p:cNvPr>
          <p:cNvGrpSpPr/>
          <p:nvPr/>
        </p:nvGrpSpPr>
        <p:grpSpPr>
          <a:xfrm>
            <a:off x="7315005" y="4436590"/>
            <a:ext cx="408600" cy="407160"/>
            <a:chOff x="7315005" y="4436590"/>
            <a:chExt cx="408600" cy="407160"/>
          </a:xfrm>
        </p:grpSpPr>
        <mc:AlternateContent xmlns:mc="http://schemas.openxmlformats.org/markup-compatibility/2006">
          <mc:Choice xmlns:p14="http://schemas.microsoft.com/office/powerpoint/2010/main" Requires="p14">
            <p:contentPart p14:bwMode="auto" r:id="rId278">
              <p14:nvContentPartPr>
                <p14:cNvPr id="170" name="Ink 169">
                  <a:extLst>
                    <a:ext uri="{FF2B5EF4-FFF2-40B4-BE49-F238E27FC236}">
                      <a16:creationId xmlns:a16="http://schemas.microsoft.com/office/drawing/2014/main" id="{78129843-FB18-DBA6-2EEE-93DAE04E3F0F}"/>
                    </a:ext>
                  </a:extLst>
                </p14:cNvPr>
                <p14:cNvContentPartPr/>
                <p14:nvPr/>
              </p14:nvContentPartPr>
              <p14:xfrm>
                <a:off x="7315005" y="4496710"/>
                <a:ext cx="402120" cy="319680"/>
              </p14:xfrm>
            </p:contentPart>
          </mc:Choice>
          <mc:Fallback>
            <p:pic>
              <p:nvPicPr>
                <p:cNvPr id="170" name="Ink 169">
                  <a:extLst>
                    <a:ext uri="{FF2B5EF4-FFF2-40B4-BE49-F238E27FC236}">
                      <a16:creationId xmlns:a16="http://schemas.microsoft.com/office/drawing/2014/main" id="{78129843-FB18-DBA6-2EEE-93DAE04E3F0F}"/>
                    </a:ext>
                  </a:extLst>
                </p:cNvPr>
                <p:cNvPicPr/>
                <p:nvPr/>
              </p:nvPicPr>
              <p:blipFill>
                <a:blip r:embed="rId279"/>
                <a:stretch>
                  <a:fillRect/>
                </a:stretch>
              </p:blipFill>
              <p:spPr>
                <a:xfrm>
                  <a:off x="7306365" y="4488070"/>
                  <a:ext cx="419760" cy="33732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71" name="Ink 170">
                  <a:extLst>
                    <a:ext uri="{FF2B5EF4-FFF2-40B4-BE49-F238E27FC236}">
                      <a16:creationId xmlns:a16="http://schemas.microsoft.com/office/drawing/2014/main" id="{842E6A35-6E6B-6ACD-58A3-AA8843E09AC2}"/>
                    </a:ext>
                  </a:extLst>
                </p14:cNvPr>
                <p14:cNvContentPartPr/>
                <p14:nvPr/>
              </p14:nvContentPartPr>
              <p14:xfrm>
                <a:off x="7496085" y="4436590"/>
                <a:ext cx="227520" cy="407160"/>
              </p14:xfrm>
            </p:contentPart>
          </mc:Choice>
          <mc:Fallback>
            <p:pic>
              <p:nvPicPr>
                <p:cNvPr id="171" name="Ink 170">
                  <a:extLst>
                    <a:ext uri="{FF2B5EF4-FFF2-40B4-BE49-F238E27FC236}">
                      <a16:creationId xmlns:a16="http://schemas.microsoft.com/office/drawing/2014/main" id="{842E6A35-6E6B-6ACD-58A3-AA8843E09AC2}"/>
                    </a:ext>
                  </a:extLst>
                </p:cNvPr>
                <p:cNvPicPr/>
                <p:nvPr/>
              </p:nvPicPr>
              <p:blipFill>
                <a:blip r:embed="rId281"/>
                <a:stretch>
                  <a:fillRect/>
                </a:stretch>
              </p:blipFill>
              <p:spPr>
                <a:xfrm>
                  <a:off x="7487445" y="4427590"/>
                  <a:ext cx="245160" cy="424800"/>
                </a:xfrm>
                <a:prstGeom prst="rect">
                  <a:avLst/>
                </a:prstGeom>
              </p:spPr>
            </p:pic>
          </mc:Fallback>
        </mc:AlternateContent>
      </p:grpSp>
    </p:spTree>
    <p:extLst>
      <p:ext uri="{BB962C8B-B14F-4D97-AF65-F5344CB8AC3E}">
        <p14:creationId xmlns:p14="http://schemas.microsoft.com/office/powerpoint/2010/main" val="37040131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FFADE-BD88-2CC7-85F7-D1ED223AF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7E1E7-C267-6CD8-3336-E660E309F322}"/>
              </a:ext>
            </a:extLst>
          </p:cNvPr>
          <p:cNvSpPr>
            <a:spLocks noGrp="1"/>
          </p:cNvSpPr>
          <p:nvPr>
            <p:ph type="title"/>
          </p:nvPr>
        </p:nvSpPr>
        <p:spPr/>
        <p:txBody>
          <a:bodyPr/>
          <a:lstStyle/>
          <a:p>
            <a:endParaRPr lang="en-IN"/>
          </a:p>
        </p:txBody>
      </p:sp>
      <p:sp>
        <p:nvSpPr>
          <p:cNvPr id="3" name="TextBox 2">
            <a:extLst>
              <a:ext uri="{FF2B5EF4-FFF2-40B4-BE49-F238E27FC236}">
                <a16:creationId xmlns:a16="http://schemas.microsoft.com/office/drawing/2014/main" id="{ABF0B87C-A88B-CC6C-8484-59F3A74F2866}"/>
              </a:ext>
            </a:extLst>
          </p:cNvPr>
          <p:cNvSpPr txBox="1"/>
          <p:nvPr/>
        </p:nvSpPr>
        <p:spPr>
          <a:xfrm>
            <a:off x="333772" y="1052736"/>
            <a:ext cx="10297144" cy="4154984"/>
          </a:xfrm>
          <a:prstGeom prst="rect">
            <a:avLst/>
          </a:prstGeom>
          <a:noFill/>
        </p:spPr>
        <p:txBody>
          <a:bodyPr wrap="square" rtlCol="0">
            <a:spAutoFit/>
          </a:bodyPr>
          <a:lstStyle/>
          <a:p>
            <a:pPr marL="342900" indent="-342900">
              <a:buFont typeface="Arial" panose="020B0604020202020204" pitchFamily="34" charset="0"/>
              <a:buChar char="•"/>
            </a:pPr>
            <a:r>
              <a:rPr lang="en-IN" dirty="0">
                <a:solidFill>
                  <a:schemeClr val="bg1"/>
                </a:solidFill>
              </a:rPr>
              <a:t>Service discovery centre</a:t>
            </a:r>
          </a:p>
          <a:p>
            <a:pPr marL="342900" indent="-342900">
              <a:buFont typeface="Arial" panose="020B0604020202020204" pitchFamily="34" charset="0"/>
              <a:buChar char="•"/>
            </a:pPr>
            <a:r>
              <a:rPr lang="en-IN" dirty="0">
                <a:solidFill>
                  <a:schemeClr val="bg1"/>
                </a:solidFill>
              </a:rPr>
              <a:t>BTP Subs models – BTPEA, CPEA, Pay-as-you-go, Subs.</a:t>
            </a:r>
          </a:p>
          <a:p>
            <a:pPr marL="342900" indent="-342900">
              <a:buFont typeface="Arial" panose="020B0604020202020204" pitchFamily="34" charset="0"/>
              <a:buChar char="•"/>
            </a:pPr>
            <a:r>
              <a:rPr lang="en-IN" dirty="0">
                <a:solidFill>
                  <a:schemeClr val="bg1"/>
                </a:solidFill>
              </a:rPr>
              <a:t>Sample </a:t>
            </a:r>
            <a:r>
              <a:rPr lang="en-IN" dirty="0" err="1">
                <a:solidFill>
                  <a:schemeClr val="bg1"/>
                </a:solidFill>
              </a:rPr>
              <a:t>helloworld</a:t>
            </a:r>
            <a:r>
              <a:rPr lang="en-IN" dirty="0">
                <a:solidFill>
                  <a:schemeClr val="bg1"/>
                </a:solidFill>
              </a:rPr>
              <a:t> app, </a:t>
            </a:r>
            <a:r>
              <a:rPr lang="en-IN" dirty="0" err="1">
                <a:solidFill>
                  <a:schemeClr val="bg1"/>
                </a:solidFill>
              </a:rPr>
              <a:t>cf</a:t>
            </a:r>
            <a:r>
              <a:rPr lang="en-IN" dirty="0">
                <a:solidFill>
                  <a:schemeClr val="bg1"/>
                </a:solidFill>
              </a:rPr>
              <a:t> cli to connect</a:t>
            </a:r>
          </a:p>
          <a:p>
            <a:pPr marL="342900" indent="-342900">
              <a:buFont typeface="Arial" panose="020B0604020202020204" pitchFamily="34" charset="0"/>
              <a:buChar char="•"/>
            </a:pPr>
            <a:r>
              <a:rPr lang="en-IN" dirty="0">
                <a:solidFill>
                  <a:schemeClr val="bg1"/>
                </a:solidFill>
              </a:rPr>
              <a:t>Deploy the app manifest.yml</a:t>
            </a:r>
          </a:p>
          <a:p>
            <a:pPr marL="342900" indent="-342900">
              <a:buFont typeface="Arial" panose="020B0604020202020204" pitchFamily="34" charset="0"/>
              <a:buChar char="•"/>
            </a:pPr>
            <a:r>
              <a:rPr lang="en-IN" dirty="0">
                <a:solidFill>
                  <a:schemeClr val="bg1"/>
                </a:solidFill>
              </a:rPr>
              <a:t>Cf push, </a:t>
            </a:r>
            <a:r>
              <a:rPr lang="en-IN" dirty="0" err="1">
                <a:solidFill>
                  <a:schemeClr val="bg1"/>
                </a:solidFill>
              </a:rPr>
              <a:t>cf</a:t>
            </a:r>
            <a:r>
              <a:rPr lang="en-IN" dirty="0">
                <a:solidFill>
                  <a:schemeClr val="bg1"/>
                </a:solidFill>
              </a:rPr>
              <a:t> login, </a:t>
            </a:r>
            <a:r>
              <a:rPr lang="en-IN" dirty="0" err="1">
                <a:solidFill>
                  <a:schemeClr val="bg1"/>
                </a:solidFill>
              </a:rPr>
              <a:t>cf</a:t>
            </a:r>
            <a:r>
              <a:rPr lang="en-IN" dirty="0">
                <a:solidFill>
                  <a:schemeClr val="bg1"/>
                </a:solidFill>
              </a:rPr>
              <a:t> apps, </a:t>
            </a:r>
            <a:r>
              <a:rPr lang="en-IN" dirty="0" err="1">
                <a:solidFill>
                  <a:schemeClr val="bg1"/>
                </a:solidFill>
              </a:rPr>
              <a:t>cf</a:t>
            </a:r>
            <a:r>
              <a:rPr lang="en-IN" dirty="0">
                <a:solidFill>
                  <a:schemeClr val="bg1"/>
                </a:solidFill>
              </a:rPr>
              <a:t> </a:t>
            </a:r>
            <a:r>
              <a:rPr lang="en-IN" dirty="0" err="1">
                <a:solidFill>
                  <a:schemeClr val="bg1"/>
                </a:solidFill>
              </a:rPr>
              <a:t>buildpacks</a:t>
            </a:r>
            <a:r>
              <a:rPr lang="en-IN" dirty="0">
                <a:solidFill>
                  <a:schemeClr val="bg1"/>
                </a:solidFill>
              </a:rPr>
              <a:t>, </a:t>
            </a:r>
            <a:r>
              <a:rPr lang="en-IN" dirty="0" err="1">
                <a:solidFill>
                  <a:schemeClr val="bg1"/>
                </a:solidFill>
              </a:rPr>
              <a:t>cf</a:t>
            </a:r>
            <a:r>
              <a:rPr lang="en-IN" dirty="0">
                <a:solidFill>
                  <a:schemeClr val="bg1"/>
                </a:solidFill>
              </a:rPr>
              <a:t> scale</a:t>
            </a:r>
          </a:p>
          <a:p>
            <a:pPr marL="342900" indent="-342900">
              <a:buFont typeface="Arial" panose="020B0604020202020204" pitchFamily="34" charset="0"/>
              <a:buChar char="•"/>
            </a:pPr>
            <a:r>
              <a:rPr lang="en-IN" dirty="0">
                <a:solidFill>
                  <a:schemeClr val="bg1"/>
                </a:solidFill>
              </a:rPr>
              <a:t>Microservice architecture – uber</a:t>
            </a:r>
          </a:p>
          <a:p>
            <a:pPr marL="342900" indent="-342900">
              <a:buFont typeface="Arial" panose="020B0604020202020204" pitchFamily="34" charset="0"/>
              <a:buChar char="•"/>
            </a:pPr>
            <a:r>
              <a:rPr lang="en-IN" dirty="0">
                <a:solidFill>
                  <a:schemeClr val="bg1"/>
                </a:solidFill>
              </a:rPr>
              <a:t>Use cases of sap </a:t>
            </a:r>
            <a:r>
              <a:rPr lang="en-IN" dirty="0" err="1">
                <a:solidFill>
                  <a:schemeClr val="bg1"/>
                </a:solidFill>
              </a:rPr>
              <a:t>btp</a:t>
            </a:r>
            <a:r>
              <a:rPr lang="en-IN" dirty="0">
                <a:solidFill>
                  <a:schemeClr val="bg1"/>
                </a:solidFill>
              </a:rPr>
              <a:t> – </a:t>
            </a:r>
          </a:p>
          <a:p>
            <a:pPr marL="952393" lvl="1" indent="-342900">
              <a:buFont typeface="Arial" panose="020B0604020202020204" pitchFamily="34" charset="0"/>
              <a:buChar char="•"/>
            </a:pPr>
            <a:r>
              <a:rPr lang="en-IN" dirty="0">
                <a:solidFill>
                  <a:schemeClr val="bg1"/>
                </a:solidFill>
              </a:rPr>
              <a:t>Full stack dev</a:t>
            </a:r>
          </a:p>
          <a:p>
            <a:pPr marL="952393" lvl="1" indent="-342900">
              <a:buFont typeface="Arial" panose="020B0604020202020204" pitchFamily="34" charset="0"/>
              <a:buChar char="•"/>
            </a:pPr>
            <a:r>
              <a:rPr lang="en-IN" dirty="0">
                <a:solidFill>
                  <a:schemeClr val="bg1"/>
                </a:solidFill>
              </a:rPr>
              <a:t>Side by side ext. (clean core)</a:t>
            </a:r>
          </a:p>
          <a:p>
            <a:pPr marL="952393" lvl="1" indent="-342900">
              <a:buFont typeface="Arial" panose="020B0604020202020204" pitchFamily="34" charset="0"/>
              <a:buChar char="•"/>
            </a:pPr>
            <a:r>
              <a:rPr lang="en-IN" dirty="0">
                <a:solidFill>
                  <a:schemeClr val="bg1"/>
                </a:solidFill>
              </a:rPr>
              <a:t>Sap solutions</a:t>
            </a:r>
          </a:p>
          <a:p>
            <a:pPr marL="952393" lvl="1" indent="-342900">
              <a:buFont typeface="Arial" panose="020B0604020202020204" pitchFamily="34" charset="0"/>
              <a:buChar char="•"/>
            </a:pPr>
            <a:r>
              <a:rPr lang="en-IN" dirty="0">
                <a:solidFill>
                  <a:schemeClr val="bg1"/>
                </a:solidFill>
              </a:rPr>
              <a:t>Advance technology with integration</a:t>
            </a:r>
          </a:p>
        </p:txBody>
      </p:sp>
    </p:spTree>
    <p:extLst>
      <p:ext uri="{BB962C8B-B14F-4D97-AF65-F5344CB8AC3E}">
        <p14:creationId xmlns:p14="http://schemas.microsoft.com/office/powerpoint/2010/main" val="42184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DCD62-24A2-87EB-6701-3FF539B6593C}"/>
              </a:ext>
            </a:extLst>
          </p:cNvPr>
          <p:cNvSpPr>
            <a:spLocks noGrp="1"/>
          </p:cNvSpPr>
          <p:nvPr>
            <p:ph type="title"/>
          </p:nvPr>
        </p:nvSpPr>
        <p:spPr/>
        <p:txBody>
          <a:bodyPr/>
          <a:lstStyle/>
          <a:p>
            <a:r>
              <a:rPr lang="en-US" dirty="0"/>
              <a:t>What is Node JS</a:t>
            </a:r>
          </a:p>
        </p:txBody>
      </p:sp>
      <p:sp>
        <p:nvSpPr>
          <p:cNvPr id="3" name="TextBox 2">
            <a:extLst>
              <a:ext uri="{FF2B5EF4-FFF2-40B4-BE49-F238E27FC236}">
                <a16:creationId xmlns:a16="http://schemas.microsoft.com/office/drawing/2014/main" id="{288C8D8E-8A81-3154-D2B6-08A6D238AF5F}"/>
              </a:ext>
            </a:extLst>
          </p:cNvPr>
          <p:cNvSpPr txBox="1"/>
          <p:nvPr/>
        </p:nvSpPr>
        <p:spPr>
          <a:xfrm>
            <a:off x="184163" y="784925"/>
            <a:ext cx="11809312" cy="1323439"/>
          </a:xfrm>
          <a:prstGeom prst="rect">
            <a:avLst/>
          </a:prstGeom>
          <a:noFill/>
        </p:spPr>
        <p:txBody>
          <a:bodyPr wrap="square" rtlCol="0">
            <a:spAutoFit/>
          </a:bodyPr>
          <a:lstStyle/>
          <a:p>
            <a:r>
              <a:rPr lang="en-US" sz="2000" dirty="0">
                <a:solidFill>
                  <a:schemeClr val="bg1"/>
                </a:solidFill>
              </a:rPr>
              <a:t>Node JS is an open source, cross platform, java script runtime environment and used for executing java script code outside the web browser. Java and JavaScript are different by their nature, design and use cases. Java Script was dominantly used as a web programming language. All the browser’s directly understand java script.</a:t>
            </a:r>
            <a:endParaRPr lang="en-IN" sz="2000" dirty="0">
              <a:solidFill>
                <a:schemeClr val="bg1"/>
              </a:solidFill>
            </a:endParaRPr>
          </a:p>
        </p:txBody>
      </p:sp>
      <p:sp>
        <p:nvSpPr>
          <p:cNvPr id="4" name="Rectangle 3">
            <a:extLst>
              <a:ext uri="{FF2B5EF4-FFF2-40B4-BE49-F238E27FC236}">
                <a16:creationId xmlns:a16="http://schemas.microsoft.com/office/drawing/2014/main" id="{353855E1-A3F8-D260-84DC-05B1AA59992E}"/>
              </a:ext>
            </a:extLst>
          </p:cNvPr>
          <p:cNvSpPr/>
          <p:nvPr/>
        </p:nvSpPr>
        <p:spPr>
          <a:xfrm>
            <a:off x="997153" y="3078010"/>
            <a:ext cx="1851305" cy="86409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Client</a:t>
            </a:r>
          </a:p>
          <a:p>
            <a:pPr algn="ctr"/>
            <a:r>
              <a:rPr lang="en-US" dirty="0">
                <a:solidFill>
                  <a:schemeClr val="bg1"/>
                </a:solidFill>
              </a:rPr>
              <a:t>Browser</a:t>
            </a:r>
          </a:p>
        </p:txBody>
      </p:sp>
      <p:sp>
        <p:nvSpPr>
          <p:cNvPr id="5" name="Rectangle 4">
            <a:extLst>
              <a:ext uri="{FF2B5EF4-FFF2-40B4-BE49-F238E27FC236}">
                <a16:creationId xmlns:a16="http://schemas.microsoft.com/office/drawing/2014/main" id="{10ED48F1-346E-46DB-BD1C-52CFDA1176E5}"/>
              </a:ext>
            </a:extLst>
          </p:cNvPr>
          <p:cNvSpPr/>
          <p:nvPr/>
        </p:nvSpPr>
        <p:spPr>
          <a:xfrm>
            <a:off x="8753114" y="2773207"/>
            <a:ext cx="1851305" cy="165618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Server</a:t>
            </a:r>
          </a:p>
        </p:txBody>
      </p:sp>
      <p:cxnSp>
        <p:nvCxnSpPr>
          <p:cNvPr id="6" name="Straight Arrow Connector 5">
            <a:extLst>
              <a:ext uri="{FF2B5EF4-FFF2-40B4-BE49-F238E27FC236}">
                <a16:creationId xmlns:a16="http://schemas.microsoft.com/office/drawing/2014/main" id="{0FA95269-180B-B318-BCA4-E9FE3667C93E}"/>
              </a:ext>
            </a:extLst>
          </p:cNvPr>
          <p:cNvCxnSpPr/>
          <p:nvPr/>
        </p:nvCxnSpPr>
        <p:spPr>
          <a:xfrm>
            <a:off x="2848458" y="3222026"/>
            <a:ext cx="590465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B4634BA-A5D6-557F-A36C-C6D265132562}"/>
              </a:ext>
            </a:extLst>
          </p:cNvPr>
          <p:cNvSpPr txBox="1"/>
          <p:nvPr/>
        </p:nvSpPr>
        <p:spPr>
          <a:xfrm>
            <a:off x="4864682" y="2933994"/>
            <a:ext cx="1851305" cy="338554"/>
          </a:xfrm>
          <a:prstGeom prst="rect">
            <a:avLst/>
          </a:prstGeom>
          <a:noFill/>
        </p:spPr>
        <p:txBody>
          <a:bodyPr wrap="square" rtlCol="0">
            <a:spAutoFit/>
          </a:bodyPr>
          <a:lstStyle/>
          <a:p>
            <a:r>
              <a:rPr lang="en-US" sz="1600" b="1" dirty="0">
                <a:solidFill>
                  <a:schemeClr val="bg1"/>
                </a:solidFill>
              </a:rPr>
              <a:t>request</a:t>
            </a:r>
          </a:p>
        </p:txBody>
      </p:sp>
      <p:sp>
        <p:nvSpPr>
          <p:cNvPr id="8" name="Rectangle: Rounded Corners 7">
            <a:extLst>
              <a:ext uri="{FF2B5EF4-FFF2-40B4-BE49-F238E27FC236}">
                <a16:creationId xmlns:a16="http://schemas.microsoft.com/office/drawing/2014/main" id="{1B0F89F6-0104-2F97-D7CD-2134BBAEB4AF}"/>
              </a:ext>
            </a:extLst>
          </p:cNvPr>
          <p:cNvSpPr/>
          <p:nvPr/>
        </p:nvSpPr>
        <p:spPr>
          <a:xfrm>
            <a:off x="8647727" y="3078010"/>
            <a:ext cx="1080120" cy="28802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solidFill>
                  <a:schemeClr val="bg1"/>
                </a:solidFill>
              </a:rPr>
              <a:t>port</a:t>
            </a:r>
          </a:p>
        </p:txBody>
      </p:sp>
      <p:sp>
        <p:nvSpPr>
          <p:cNvPr id="9" name="Arrow: Curved Down 8">
            <a:extLst>
              <a:ext uri="{FF2B5EF4-FFF2-40B4-BE49-F238E27FC236}">
                <a16:creationId xmlns:a16="http://schemas.microsoft.com/office/drawing/2014/main" id="{051411B0-5836-ED37-0E38-E0CFE898C72C}"/>
              </a:ext>
            </a:extLst>
          </p:cNvPr>
          <p:cNvSpPr/>
          <p:nvPr/>
        </p:nvSpPr>
        <p:spPr>
          <a:xfrm>
            <a:off x="10841346" y="3726082"/>
            <a:ext cx="504056" cy="360040"/>
          </a:xfrm>
          <a:prstGeom prst="curved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Arrow: Curved Down 9">
            <a:extLst>
              <a:ext uri="{FF2B5EF4-FFF2-40B4-BE49-F238E27FC236}">
                <a16:creationId xmlns:a16="http://schemas.microsoft.com/office/drawing/2014/main" id="{3508886E-3CBD-D8A6-7272-0F222CDA7CD3}"/>
              </a:ext>
            </a:extLst>
          </p:cNvPr>
          <p:cNvSpPr/>
          <p:nvPr/>
        </p:nvSpPr>
        <p:spPr>
          <a:xfrm rot="11262216">
            <a:off x="10774898" y="4210902"/>
            <a:ext cx="504056" cy="360040"/>
          </a:xfrm>
          <a:prstGeom prst="curved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Flowchart: Magnetic Disk 10">
            <a:extLst>
              <a:ext uri="{FF2B5EF4-FFF2-40B4-BE49-F238E27FC236}">
                <a16:creationId xmlns:a16="http://schemas.microsoft.com/office/drawing/2014/main" id="{709C22C8-7673-20D8-7478-FF290F494A59}"/>
              </a:ext>
            </a:extLst>
          </p:cNvPr>
          <p:cNvSpPr/>
          <p:nvPr/>
        </p:nvSpPr>
        <p:spPr>
          <a:xfrm>
            <a:off x="11469050" y="3784368"/>
            <a:ext cx="547770" cy="664847"/>
          </a:xfrm>
          <a:prstGeom prst="flowChartMagneticDisk">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solidFill>
                <a:schemeClr val="bg1"/>
              </a:solidFill>
            </a:endParaRPr>
          </a:p>
        </p:txBody>
      </p:sp>
      <p:cxnSp>
        <p:nvCxnSpPr>
          <p:cNvPr id="12" name="Straight Arrow Connector 11">
            <a:extLst>
              <a:ext uri="{FF2B5EF4-FFF2-40B4-BE49-F238E27FC236}">
                <a16:creationId xmlns:a16="http://schemas.microsoft.com/office/drawing/2014/main" id="{166C5EB8-00F2-17AC-C5CC-2B2427FA2A75}"/>
              </a:ext>
            </a:extLst>
          </p:cNvPr>
          <p:cNvCxnSpPr>
            <a:stCxn id="5" idx="1"/>
          </p:cNvCxnSpPr>
          <p:nvPr/>
        </p:nvCxnSpPr>
        <p:spPr>
          <a:xfrm flipH="1">
            <a:off x="2848458" y="3601299"/>
            <a:ext cx="590465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9AA94F-66E0-070E-9EB3-6E0B2413EBAE}"/>
              </a:ext>
            </a:extLst>
          </p:cNvPr>
          <p:cNvSpPr txBox="1"/>
          <p:nvPr/>
        </p:nvSpPr>
        <p:spPr>
          <a:xfrm>
            <a:off x="4982160" y="3567548"/>
            <a:ext cx="1851305" cy="338554"/>
          </a:xfrm>
          <a:prstGeom prst="rect">
            <a:avLst/>
          </a:prstGeom>
          <a:noFill/>
        </p:spPr>
        <p:txBody>
          <a:bodyPr wrap="square" rtlCol="0">
            <a:spAutoFit/>
          </a:bodyPr>
          <a:lstStyle/>
          <a:p>
            <a:r>
              <a:rPr lang="en-US" sz="1600" b="1" dirty="0">
                <a:solidFill>
                  <a:schemeClr val="bg1"/>
                </a:solidFill>
              </a:rPr>
              <a:t>response</a:t>
            </a:r>
          </a:p>
        </p:txBody>
      </p:sp>
      <p:sp>
        <p:nvSpPr>
          <p:cNvPr id="14" name="TextBox 13">
            <a:extLst>
              <a:ext uri="{FF2B5EF4-FFF2-40B4-BE49-F238E27FC236}">
                <a16:creationId xmlns:a16="http://schemas.microsoft.com/office/drawing/2014/main" id="{489B97B1-5AEB-44C2-DAFE-6A45900D4FC7}"/>
              </a:ext>
            </a:extLst>
          </p:cNvPr>
          <p:cNvSpPr txBox="1"/>
          <p:nvPr/>
        </p:nvSpPr>
        <p:spPr>
          <a:xfrm>
            <a:off x="997153" y="2514318"/>
            <a:ext cx="2355361" cy="461665"/>
          </a:xfrm>
          <a:prstGeom prst="rect">
            <a:avLst/>
          </a:prstGeom>
          <a:noFill/>
        </p:spPr>
        <p:txBody>
          <a:bodyPr wrap="square" rtlCol="0">
            <a:spAutoFit/>
          </a:bodyPr>
          <a:lstStyle/>
          <a:p>
            <a:r>
              <a:rPr lang="en-US" b="1" dirty="0">
                <a:solidFill>
                  <a:schemeClr val="bg1"/>
                </a:solidFill>
              </a:rPr>
              <a:t>Java Script</a:t>
            </a:r>
          </a:p>
        </p:txBody>
      </p:sp>
      <p:sp>
        <p:nvSpPr>
          <p:cNvPr id="15" name="TextBox 14">
            <a:extLst>
              <a:ext uri="{FF2B5EF4-FFF2-40B4-BE49-F238E27FC236}">
                <a16:creationId xmlns:a16="http://schemas.microsoft.com/office/drawing/2014/main" id="{4CAE354E-96E3-BAA9-991E-CB8ED59A5557}"/>
              </a:ext>
            </a:extLst>
          </p:cNvPr>
          <p:cNvSpPr txBox="1"/>
          <p:nvPr/>
        </p:nvSpPr>
        <p:spPr>
          <a:xfrm>
            <a:off x="10753041" y="2437374"/>
            <a:ext cx="1240433" cy="1077218"/>
          </a:xfrm>
          <a:prstGeom prst="rect">
            <a:avLst/>
          </a:prstGeom>
          <a:noFill/>
        </p:spPr>
        <p:txBody>
          <a:bodyPr wrap="square" rtlCol="0">
            <a:spAutoFit/>
          </a:bodyPr>
          <a:lstStyle/>
          <a:p>
            <a:r>
              <a:rPr lang="en-US" sz="1600" b="1" dirty="0">
                <a:solidFill>
                  <a:schemeClr val="bg1"/>
                </a:solidFill>
              </a:rPr>
              <a:t>Java</a:t>
            </a:r>
          </a:p>
          <a:p>
            <a:r>
              <a:rPr lang="en-US" sz="1600" b="1" dirty="0">
                <a:solidFill>
                  <a:schemeClr val="bg1"/>
                </a:solidFill>
              </a:rPr>
              <a:t>ABAP</a:t>
            </a:r>
          </a:p>
          <a:p>
            <a:r>
              <a:rPr lang="en-US" sz="1600" b="1" dirty="0">
                <a:solidFill>
                  <a:schemeClr val="bg1"/>
                </a:solidFill>
              </a:rPr>
              <a:t>Python</a:t>
            </a:r>
          </a:p>
          <a:p>
            <a:r>
              <a:rPr lang="en-US" sz="1600" b="1" dirty="0">
                <a:solidFill>
                  <a:schemeClr val="bg1"/>
                </a:solidFill>
              </a:rPr>
              <a:t>C#</a:t>
            </a:r>
          </a:p>
        </p:txBody>
      </p:sp>
      <p:sp>
        <p:nvSpPr>
          <p:cNvPr id="16" name="Smiley Face 15">
            <a:extLst>
              <a:ext uri="{FF2B5EF4-FFF2-40B4-BE49-F238E27FC236}">
                <a16:creationId xmlns:a16="http://schemas.microsoft.com/office/drawing/2014/main" id="{14FE8CA4-4AE9-1CB8-C35E-A5A05246E8A7}"/>
              </a:ext>
            </a:extLst>
          </p:cNvPr>
          <p:cNvSpPr/>
          <p:nvPr/>
        </p:nvSpPr>
        <p:spPr>
          <a:xfrm>
            <a:off x="5440746" y="1997890"/>
            <a:ext cx="648072" cy="607353"/>
          </a:xfrm>
          <a:prstGeom prst="smileyFac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solidFill>
                <a:schemeClr val="bg1"/>
              </a:solidFill>
            </a:endParaRPr>
          </a:p>
        </p:txBody>
      </p:sp>
      <p:sp>
        <p:nvSpPr>
          <p:cNvPr id="17" name="TextBox 16">
            <a:extLst>
              <a:ext uri="{FF2B5EF4-FFF2-40B4-BE49-F238E27FC236}">
                <a16:creationId xmlns:a16="http://schemas.microsoft.com/office/drawing/2014/main" id="{8F9638D7-D6A4-590A-AF98-3A39BB96657A}"/>
              </a:ext>
            </a:extLst>
          </p:cNvPr>
          <p:cNvSpPr txBox="1"/>
          <p:nvPr/>
        </p:nvSpPr>
        <p:spPr>
          <a:xfrm>
            <a:off x="184162" y="4086122"/>
            <a:ext cx="2880320" cy="461665"/>
          </a:xfrm>
          <a:prstGeom prst="rect">
            <a:avLst/>
          </a:prstGeom>
          <a:noFill/>
        </p:spPr>
        <p:txBody>
          <a:bodyPr wrap="square" rtlCol="0">
            <a:spAutoFit/>
          </a:bodyPr>
          <a:lstStyle/>
          <a:p>
            <a:r>
              <a:rPr lang="en-US" b="1" dirty="0">
                <a:solidFill>
                  <a:schemeClr val="bg1"/>
                </a:solidFill>
              </a:rPr>
              <a:t>Ryan </a:t>
            </a:r>
            <a:r>
              <a:rPr lang="en-US" b="1" dirty="0" err="1">
                <a:solidFill>
                  <a:schemeClr val="bg1"/>
                </a:solidFill>
              </a:rPr>
              <a:t>Dyal</a:t>
            </a:r>
            <a:endParaRPr lang="en-US" b="1" dirty="0">
              <a:solidFill>
                <a:schemeClr val="bg1"/>
              </a:solidFill>
            </a:endParaRPr>
          </a:p>
        </p:txBody>
      </p:sp>
      <p:sp>
        <p:nvSpPr>
          <p:cNvPr id="18" name="Isosceles Triangle 17">
            <a:extLst>
              <a:ext uri="{FF2B5EF4-FFF2-40B4-BE49-F238E27FC236}">
                <a16:creationId xmlns:a16="http://schemas.microsoft.com/office/drawing/2014/main" id="{6CF3C11A-FF3A-8AAF-4E63-1A1823DB2C52}"/>
              </a:ext>
            </a:extLst>
          </p:cNvPr>
          <p:cNvSpPr/>
          <p:nvPr/>
        </p:nvSpPr>
        <p:spPr>
          <a:xfrm>
            <a:off x="6405531" y="2203133"/>
            <a:ext cx="647246" cy="586850"/>
          </a:xfrm>
          <a:prstGeom prst="triangl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solidFill>
                <a:schemeClr val="bg1"/>
              </a:solidFill>
            </a:endParaRPr>
          </a:p>
        </p:txBody>
      </p:sp>
      <p:sp>
        <p:nvSpPr>
          <p:cNvPr id="19" name="Rectangle: Rounded Corners 18">
            <a:extLst>
              <a:ext uri="{FF2B5EF4-FFF2-40B4-BE49-F238E27FC236}">
                <a16:creationId xmlns:a16="http://schemas.microsoft.com/office/drawing/2014/main" id="{86D29E3B-B157-D778-DD05-FF3B75F17DA9}"/>
              </a:ext>
            </a:extLst>
          </p:cNvPr>
          <p:cNvSpPr/>
          <p:nvPr/>
        </p:nvSpPr>
        <p:spPr>
          <a:xfrm>
            <a:off x="6715987" y="2487636"/>
            <a:ext cx="648072" cy="38886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 name="Isosceles Triangle 19">
            <a:extLst>
              <a:ext uri="{FF2B5EF4-FFF2-40B4-BE49-F238E27FC236}">
                <a16:creationId xmlns:a16="http://schemas.microsoft.com/office/drawing/2014/main" id="{675CA06F-0A17-8B48-491A-070AEE866006}"/>
              </a:ext>
            </a:extLst>
          </p:cNvPr>
          <p:cNvSpPr/>
          <p:nvPr/>
        </p:nvSpPr>
        <p:spPr>
          <a:xfrm>
            <a:off x="9483231" y="2249157"/>
            <a:ext cx="647246" cy="586850"/>
          </a:xfrm>
          <a:prstGeom prst="triangl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solidFill>
                <a:schemeClr val="bg1"/>
              </a:solidFill>
            </a:endParaRPr>
          </a:p>
        </p:txBody>
      </p:sp>
      <p:sp>
        <p:nvSpPr>
          <p:cNvPr id="21" name="Rectangle: Rounded Corners 20">
            <a:extLst>
              <a:ext uri="{FF2B5EF4-FFF2-40B4-BE49-F238E27FC236}">
                <a16:creationId xmlns:a16="http://schemas.microsoft.com/office/drawing/2014/main" id="{A9626A74-77EC-EF8D-7966-DB7F5403244C}"/>
              </a:ext>
            </a:extLst>
          </p:cNvPr>
          <p:cNvSpPr/>
          <p:nvPr/>
        </p:nvSpPr>
        <p:spPr>
          <a:xfrm>
            <a:off x="9793687" y="2533660"/>
            <a:ext cx="648072" cy="38886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TextBox 21">
            <a:extLst>
              <a:ext uri="{FF2B5EF4-FFF2-40B4-BE49-F238E27FC236}">
                <a16:creationId xmlns:a16="http://schemas.microsoft.com/office/drawing/2014/main" id="{80859276-5271-0F1A-7628-4FB2D3A45C83}"/>
              </a:ext>
            </a:extLst>
          </p:cNvPr>
          <p:cNvSpPr txBox="1"/>
          <p:nvPr/>
        </p:nvSpPr>
        <p:spPr>
          <a:xfrm>
            <a:off x="9278073" y="1881824"/>
            <a:ext cx="2355361" cy="461665"/>
          </a:xfrm>
          <a:prstGeom prst="rect">
            <a:avLst/>
          </a:prstGeom>
          <a:noFill/>
        </p:spPr>
        <p:txBody>
          <a:bodyPr wrap="square" rtlCol="0">
            <a:spAutoFit/>
          </a:bodyPr>
          <a:lstStyle/>
          <a:p>
            <a:r>
              <a:rPr lang="en-US" b="1" dirty="0">
                <a:solidFill>
                  <a:schemeClr val="bg1"/>
                </a:solidFill>
              </a:rPr>
              <a:t>Java Script</a:t>
            </a:r>
          </a:p>
        </p:txBody>
      </p:sp>
      <p:sp>
        <p:nvSpPr>
          <p:cNvPr id="23" name="TextBox 22">
            <a:extLst>
              <a:ext uri="{FF2B5EF4-FFF2-40B4-BE49-F238E27FC236}">
                <a16:creationId xmlns:a16="http://schemas.microsoft.com/office/drawing/2014/main" id="{C62784A2-CDA0-FB54-F765-38D8D47BFB96}"/>
              </a:ext>
            </a:extLst>
          </p:cNvPr>
          <p:cNvSpPr txBox="1"/>
          <p:nvPr/>
        </p:nvSpPr>
        <p:spPr>
          <a:xfrm>
            <a:off x="400186" y="4603102"/>
            <a:ext cx="11616634" cy="1754326"/>
          </a:xfrm>
          <a:prstGeom prst="rect">
            <a:avLst/>
          </a:prstGeom>
          <a:noFill/>
        </p:spPr>
        <p:txBody>
          <a:bodyPr wrap="square" rtlCol="0">
            <a:spAutoFit/>
          </a:bodyPr>
          <a:lstStyle/>
          <a:p>
            <a:r>
              <a:rPr lang="en-US" sz="1800" dirty="0">
                <a:solidFill>
                  <a:schemeClr val="bg1"/>
                </a:solidFill>
              </a:rPr>
              <a:t>Node JS is also a great web framework for beginners because it works great with data-intensive applications like streaming, real-time apps. It is free and easy to learn node </a:t>
            </a:r>
            <a:r>
              <a:rPr lang="en-US" sz="1800" dirty="0" err="1">
                <a:solidFill>
                  <a:schemeClr val="bg1"/>
                </a:solidFill>
              </a:rPr>
              <a:t>js</a:t>
            </a:r>
            <a:r>
              <a:rPr lang="en-US" sz="1800" dirty="0">
                <a:solidFill>
                  <a:schemeClr val="bg1"/>
                </a:solidFill>
              </a:rPr>
              <a:t>.</a:t>
            </a:r>
          </a:p>
          <a:p>
            <a:endParaRPr lang="en-US" sz="1800" dirty="0">
              <a:solidFill>
                <a:schemeClr val="bg1"/>
              </a:solidFill>
            </a:endParaRPr>
          </a:p>
          <a:p>
            <a:r>
              <a:rPr lang="en-US" sz="1800" dirty="0">
                <a:solidFill>
                  <a:schemeClr val="bg1"/>
                </a:solidFill>
              </a:rPr>
              <a:t>Applications of node </a:t>
            </a:r>
            <a:r>
              <a:rPr lang="en-US" sz="1800" dirty="0" err="1">
                <a:solidFill>
                  <a:schemeClr val="bg1"/>
                </a:solidFill>
              </a:rPr>
              <a:t>js</a:t>
            </a:r>
            <a:r>
              <a:rPr lang="en-US" sz="1800" dirty="0">
                <a:solidFill>
                  <a:schemeClr val="bg1"/>
                </a:solidFill>
              </a:rPr>
              <a:t>?</a:t>
            </a:r>
          </a:p>
          <a:p>
            <a:r>
              <a:rPr lang="en-US" sz="1800" dirty="0">
                <a:solidFill>
                  <a:schemeClr val="bg1"/>
                </a:solidFill>
              </a:rPr>
              <a:t>Build business logic on server side, DB lookups, Send Emails, write validations, create microservices, add automations, show output, build servers, host web apps, make excel/pdf more…</a:t>
            </a:r>
          </a:p>
        </p:txBody>
      </p:sp>
    </p:spTree>
    <p:extLst>
      <p:ext uri="{BB962C8B-B14F-4D97-AF65-F5344CB8AC3E}">
        <p14:creationId xmlns:p14="http://schemas.microsoft.com/office/powerpoint/2010/main" val="366504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1000"/>
                                        <p:tgtEl>
                                          <p:spTgt spid="13"/>
                                        </p:tgtEl>
                                      </p:cBhvr>
                                    </p:animEffect>
                                    <p:anim calcmode="lin" valueType="num">
                                      <p:cBhvr>
                                        <p:cTn id="60" dur="1000" fill="hold"/>
                                        <p:tgtEl>
                                          <p:spTgt spid="13"/>
                                        </p:tgtEl>
                                        <p:attrNameLst>
                                          <p:attrName>ppt_x</p:attrName>
                                        </p:attrNameLst>
                                      </p:cBhvr>
                                      <p:tavLst>
                                        <p:tav tm="0">
                                          <p:val>
                                            <p:strVal val="#ppt_x"/>
                                          </p:val>
                                        </p:tav>
                                        <p:tav tm="100000">
                                          <p:val>
                                            <p:strVal val="#ppt_x"/>
                                          </p:val>
                                        </p:tav>
                                      </p:tavLst>
                                    </p:anim>
                                    <p:anim calcmode="lin" valueType="num">
                                      <p:cBhvr>
                                        <p:cTn id="61" dur="1000" fill="hold"/>
                                        <p:tgtEl>
                                          <p:spTgt spid="13"/>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1000"/>
                                        <p:tgtEl>
                                          <p:spTgt spid="14"/>
                                        </p:tgtEl>
                                      </p:cBhvr>
                                    </p:animEffect>
                                    <p:anim calcmode="lin" valueType="num">
                                      <p:cBhvr>
                                        <p:cTn id="65" dur="1000" fill="hold"/>
                                        <p:tgtEl>
                                          <p:spTgt spid="14"/>
                                        </p:tgtEl>
                                        <p:attrNameLst>
                                          <p:attrName>ppt_x</p:attrName>
                                        </p:attrNameLst>
                                      </p:cBhvr>
                                      <p:tavLst>
                                        <p:tav tm="0">
                                          <p:val>
                                            <p:strVal val="#ppt_x"/>
                                          </p:val>
                                        </p:tav>
                                        <p:tav tm="100000">
                                          <p:val>
                                            <p:strVal val="#ppt_x"/>
                                          </p:val>
                                        </p:tav>
                                      </p:tavLst>
                                    </p:anim>
                                    <p:anim calcmode="lin" valueType="num">
                                      <p:cBhvr>
                                        <p:cTn id="66" dur="1000" fill="hold"/>
                                        <p:tgtEl>
                                          <p:spTgt spid="14"/>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1000"/>
                                        <p:tgtEl>
                                          <p:spTgt spid="15"/>
                                        </p:tgtEl>
                                      </p:cBhvr>
                                    </p:animEffect>
                                    <p:anim calcmode="lin" valueType="num">
                                      <p:cBhvr>
                                        <p:cTn id="70" dur="1000" fill="hold"/>
                                        <p:tgtEl>
                                          <p:spTgt spid="15"/>
                                        </p:tgtEl>
                                        <p:attrNameLst>
                                          <p:attrName>ppt_x</p:attrName>
                                        </p:attrNameLst>
                                      </p:cBhvr>
                                      <p:tavLst>
                                        <p:tav tm="0">
                                          <p:val>
                                            <p:strVal val="#ppt_x"/>
                                          </p:val>
                                        </p:tav>
                                        <p:tav tm="100000">
                                          <p:val>
                                            <p:strVal val="#ppt_x"/>
                                          </p:val>
                                        </p:tav>
                                      </p:tavLst>
                                    </p:anim>
                                    <p:anim calcmode="lin" valueType="num">
                                      <p:cBhvr>
                                        <p:cTn id="71" dur="1000" fill="hold"/>
                                        <p:tgtEl>
                                          <p:spTgt spid="15"/>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1000"/>
                                        <p:tgtEl>
                                          <p:spTgt spid="16"/>
                                        </p:tgtEl>
                                      </p:cBhvr>
                                    </p:animEffect>
                                    <p:anim calcmode="lin" valueType="num">
                                      <p:cBhvr>
                                        <p:cTn id="75" dur="1000" fill="hold"/>
                                        <p:tgtEl>
                                          <p:spTgt spid="16"/>
                                        </p:tgtEl>
                                        <p:attrNameLst>
                                          <p:attrName>ppt_x</p:attrName>
                                        </p:attrNameLst>
                                      </p:cBhvr>
                                      <p:tavLst>
                                        <p:tav tm="0">
                                          <p:val>
                                            <p:strVal val="#ppt_x"/>
                                          </p:val>
                                        </p:tav>
                                        <p:tav tm="100000">
                                          <p:val>
                                            <p:strVal val="#ppt_x"/>
                                          </p:val>
                                        </p:tav>
                                      </p:tavLst>
                                    </p:anim>
                                    <p:anim calcmode="lin" valueType="num">
                                      <p:cBhvr>
                                        <p:cTn id="76" dur="1000" fill="hold"/>
                                        <p:tgtEl>
                                          <p:spTgt spid="16"/>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1000"/>
                                        <p:tgtEl>
                                          <p:spTgt spid="18"/>
                                        </p:tgtEl>
                                      </p:cBhvr>
                                    </p:animEffect>
                                    <p:anim calcmode="lin" valueType="num">
                                      <p:cBhvr>
                                        <p:cTn id="80" dur="1000" fill="hold"/>
                                        <p:tgtEl>
                                          <p:spTgt spid="18"/>
                                        </p:tgtEl>
                                        <p:attrNameLst>
                                          <p:attrName>ppt_x</p:attrName>
                                        </p:attrNameLst>
                                      </p:cBhvr>
                                      <p:tavLst>
                                        <p:tav tm="0">
                                          <p:val>
                                            <p:strVal val="#ppt_x"/>
                                          </p:val>
                                        </p:tav>
                                        <p:tav tm="100000">
                                          <p:val>
                                            <p:strVal val="#ppt_x"/>
                                          </p:val>
                                        </p:tav>
                                      </p:tavLst>
                                    </p:anim>
                                    <p:anim calcmode="lin" valueType="num">
                                      <p:cBhvr>
                                        <p:cTn id="81" dur="1000" fill="hold"/>
                                        <p:tgtEl>
                                          <p:spTgt spid="18"/>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1000"/>
                                        <p:tgtEl>
                                          <p:spTgt spid="19"/>
                                        </p:tgtEl>
                                      </p:cBhvr>
                                    </p:animEffect>
                                    <p:anim calcmode="lin" valueType="num">
                                      <p:cBhvr>
                                        <p:cTn id="85" dur="1000" fill="hold"/>
                                        <p:tgtEl>
                                          <p:spTgt spid="19"/>
                                        </p:tgtEl>
                                        <p:attrNameLst>
                                          <p:attrName>ppt_x</p:attrName>
                                        </p:attrNameLst>
                                      </p:cBhvr>
                                      <p:tavLst>
                                        <p:tav tm="0">
                                          <p:val>
                                            <p:strVal val="#ppt_x"/>
                                          </p:val>
                                        </p:tav>
                                        <p:tav tm="100000">
                                          <p:val>
                                            <p:strVal val="#ppt_x"/>
                                          </p:val>
                                        </p:tav>
                                      </p:tavLst>
                                    </p:anim>
                                    <p:anim calcmode="lin" valueType="num">
                                      <p:cBhvr>
                                        <p:cTn id="86" dur="1000" fill="hold"/>
                                        <p:tgtEl>
                                          <p:spTgt spid="1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1000"/>
                                        <p:tgtEl>
                                          <p:spTgt spid="20"/>
                                        </p:tgtEl>
                                      </p:cBhvr>
                                    </p:animEffect>
                                    <p:anim calcmode="lin" valueType="num">
                                      <p:cBhvr>
                                        <p:cTn id="90" dur="1000" fill="hold"/>
                                        <p:tgtEl>
                                          <p:spTgt spid="20"/>
                                        </p:tgtEl>
                                        <p:attrNameLst>
                                          <p:attrName>ppt_x</p:attrName>
                                        </p:attrNameLst>
                                      </p:cBhvr>
                                      <p:tavLst>
                                        <p:tav tm="0">
                                          <p:val>
                                            <p:strVal val="#ppt_x"/>
                                          </p:val>
                                        </p:tav>
                                        <p:tav tm="100000">
                                          <p:val>
                                            <p:strVal val="#ppt_x"/>
                                          </p:val>
                                        </p:tav>
                                      </p:tavLst>
                                    </p:anim>
                                    <p:anim calcmode="lin" valueType="num">
                                      <p:cBhvr>
                                        <p:cTn id="91" dur="1000" fill="hold"/>
                                        <p:tgtEl>
                                          <p:spTgt spid="2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1000"/>
                                        <p:tgtEl>
                                          <p:spTgt spid="21"/>
                                        </p:tgtEl>
                                      </p:cBhvr>
                                    </p:animEffect>
                                    <p:anim calcmode="lin" valueType="num">
                                      <p:cBhvr>
                                        <p:cTn id="95" dur="1000" fill="hold"/>
                                        <p:tgtEl>
                                          <p:spTgt spid="21"/>
                                        </p:tgtEl>
                                        <p:attrNameLst>
                                          <p:attrName>ppt_x</p:attrName>
                                        </p:attrNameLst>
                                      </p:cBhvr>
                                      <p:tavLst>
                                        <p:tav tm="0">
                                          <p:val>
                                            <p:strVal val="#ppt_x"/>
                                          </p:val>
                                        </p:tav>
                                        <p:tav tm="100000">
                                          <p:val>
                                            <p:strVal val="#ppt_x"/>
                                          </p:val>
                                        </p:tav>
                                      </p:tavLst>
                                    </p:anim>
                                    <p:anim calcmode="lin" valueType="num">
                                      <p:cBhvr>
                                        <p:cTn id="96" dur="1000" fill="hold"/>
                                        <p:tgtEl>
                                          <p:spTgt spid="21"/>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1000"/>
                                        <p:tgtEl>
                                          <p:spTgt spid="22"/>
                                        </p:tgtEl>
                                      </p:cBhvr>
                                    </p:animEffect>
                                    <p:anim calcmode="lin" valueType="num">
                                      <p:cBhvr>
                                        <p:cTn id="100" dur="1000" fill="hold"/>
                                        <p:tgtEl>
                                          <p:spTgt spid="22"/>
                                        </p:tgtEl>
                                        <p:attrNameLst>
                                          <p:attrName>ppt_x</p:attrName>
                                        </p:attrNameLst>
                                      </p:cBhvr>
                                      <p:tavLst>
                                        <p:tav tm="0">
                                          <p:val>
                                            <p:strVal val="#ppt_x"/>
                                          </p:val>
                                        </p:tav>
                                        <p:tav tm="100000">
                                          <p:val>
                                            <p:strVal val="#ppt_x"/>
                                          </p:val>
                                        </p:tav>
                                      </p:tavLst>
                                    </p:anim>
                                    <p:anim calcmode="lin" valueType="num">
                                      <p:cBhvr>
                                        <p:cTn id="10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17"/>
                                        </p:tgtEl>
                                        <p:attrNameLst>
                                          <p:attrName>style.visibility</p:attrName>
                                        </p:attrNameLst>
                                      </p:cBhvr>
                                      <p:to>
                                        <p:strVal val="visible"/>
                                      </p:to>
                                    </p:set>
                                    <p:animEffect transition="in" filter="fade">
                                      <p:cBhvr>
                                        <p:cTn id="106" dur="1000"/>
                                        <p:tgtEl>
                                          <p:spTgt spid="17"/>
                                        </p:tgtEl>
                                      </p:cBhvr>
                                    </p:animEffect>
                                    <p:anim calcmode="lin" valueType="num">
                                      <p:cBhvr>
                                        <p:cTn id="107" dur="1000" fill="hold"/>
                                        <p:tgtEl>
                                          <p:spTgt spid="17"/>
                                        </p:tgtEl>
                                        <p:attrNameLst>
                                          <p:attrName>ppt_x</p:attrName>
                                        </p:attrNameLst>
                                      </p:cBhvr>
                                      <p:tavLst>
                                        <p:tav tm="0">
                                          <p:val>
                                            <p:strVal val="#ppt_x"/>
                                          </p:val>
                                        </p:tav>
                                        <p:tav tm="100000">
                                          <p:val>
                                            <p:strVal val="#ppt_x"/>
                                          </p:val>
                                        </p:tav>
                                      </p:tavLst>
                                    </p:anim>
                                    <p:anim calcmode="lin" valueType="num">
                                      <p:cBhvr>
                                        <p:cTn id="10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23"/>
                                        </p:tgtEl>
                                        <p:attrNameLst>
                                          <p:attrName>style.visibility</p:attrName>
                                        </p:attrNameLst>
                                      </p:cBhvr>
                                      <p:to>
                                        <p:strVal val="visible"/>
                                      </p:to>
                                    </p:set>
                                    <p:animEffect transition="in" filter="fade">
                                      <p:cBhvr>
                                        <p:cTn id="113" dur="1000"/>
                                        <p:tgtEl>
                                          <p:spTgt spid="23"/>
                                        </p:tgtEl>
                                      </p:cBhvr>
                                    </p:animEffect>
                                    <p:anim calcmode="lin" valueType="num">
                                      <p:cBhvr>
                                        <p:cTn id="114" dur="1000" fill="hold"/>
                                        <p:tgtEl>
                                          <p:spTgt spid="23"/>
                                        </p:tgtEl>
                                        <p:attrNameLst>
                                          <p:attrName>ppt_x</p:attrName>
                                        </p:attrNameLst>
                                      </p:cBhvr>
                                      <p:tavLst>
                                        <p:tav tm="0">
                                          <p:val>
                                            <p:strVal val="#ppt_x"/>
                                          </p:val>
                                        </p:tav>
                                        <p:tav tm="100000">
                                          <p:val>
                                            <p:strVal val="#ppt_x"/>
                                          </p:val>
                                        </p:tav>
                                      </p:tavLst>
                                    </p:anim>
                                    <p:anim calcmode="lin" valueType="num">
                                      <p:cBhvr>
                                        <p:cTn id="11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7" grpId="0"/>
      <p:bldP spid="8" grpId="0" animBg="1"/>
      <p:bldP spid="9" grpId="0" animBg="1"/>
      <p:bldP spid="10" grpId="0" animBg="1"/>
      <p:bldP spid="11" grpId="0" animBg="1"/>
      <p:bldP spid="13" grpId="0"/>
      <p:bldP spid="14" grpId="0"/>
      <p:bldP spid="15" grpId="0"/>
      <p:bldP spid="16" grpId="0" animBg="1"/>
      <p:bldP spid="17" grpId="0"/>
      <p:bldP spid="18" grpId="0" animBg="1"/>
      <p:bldP spid="19" grpId="0" animBg="1"/>
      <p:bldP spid="20" grpId="0" animBg="1"/>
      <p:bldP spid="21" grpId="0" animBg="1"/>
      <p:bldP spid="22" grpId="0"/>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34D36-31BF-2ECB-EB78-9799DB170824}"/>
              </a:ext>
            </a:extLst>
          </p:cNvPr>
          <p:cNvSpPr>
            <a:spLocks noGrp="1"/>
          </p:cNvSpPr>
          <p:nvPr>
            <p:ph type="title"/>
          </p:nvPr>
        </p:nvSpPr>
        <p:spPr/>
        <p:txBody>
          <a:bodyPr/>
          <a:lstStyle/>
          <a:p>
            <a:r>
              <a:rPr lang="en-IN" dirty="0"/>
              <a:t>Java Script</a:t>
            </a:r>
          </a:p>
        </p:txBody>
      </p:sp>
      <p:sp>
        <p:nvSpPr>
          <p:cNvPr id="3" name="TextBox 2">
            <a:extLst>
              <a:ext uri="{FF2B5EF4-FFF2-40B4-BE49-F238E27FC236}">
                <a16:creationId xmlns:a16="http://schemas.microsoft.com/office/drawing/2014/main" id="{151B8ED7-4997-1A78-1CA8-8F53F8E527C5}"/>
              </a:ext>
            </a:extLst>
          </p:cNvPr>
          <p:cNvSpPr txBox="1"/>
          <p:nvPr/>
        </p:nvSpPr>
        <p:spPr>
          <a:xfrm>
            <a:off x="189756" y="784925"/>
            <a:ext cx="11809313" cy="3477875"/>
          </a:xfrm>
          <a:prstGeom prst="rect">
            <a:avLst/>
          </a:prstGeom>
          <a:noFill/>
        </p:spPr>
        <p:txBody>
          <a:bodyPr wrap="square" rtlCol="0">
            <a:spAutoFit/>
          </a:bodyPr>
          <a:lstStyle/>
          <a:p>
            <a:pPr marL="342900" indent="-342900">
              <a:buFont typeface="Arial" panose="020B0604020202020204" pitchFamily="34" charset="0"/>
              <a:buChar char="•"/>
            </a:pPr>
            <a:r>
              <a:rPr lang="en-IN" sz="2000" dirty="0">
                <a:solidFill>
                  <a:srgbClr val="FFFF00"/>
                </a:solidFill>
              </a:rPr>
              <a:t>JS is a case-sensitive programming language e.g. </a:t>
            </a:r>
            <a:r>
              <a:rPr lang="en-IN" sz="2000" dirty="0" err="1">
                <a:solidFill>
                  <a:srgbClr val="FFFF00"/>
                </a:solidFill>
              </a:rPr>
              <a:t>iloveindia</a:t>
            </a:r>
            <a:r>
              <a:rPr lang="en-IN" sz="2000" dirty="0">
                <a:solidFill>
                  <a:srgbClr val="FFFF00"/>
                </a:solidFill>
              </a:rPr>
              <a:t> is different from </a:t>
            </a:r>
            <a:r>
              <a:rPr lang="en-IN" sz="2000" dirty="0" err="1">
                <a:solidFill>
                  <a:srgbClr val="FFFF00"/>
                </a:solidFill>
              </a:rPr>
              <a:t>iLoveIndia</a:t>
            </a:r>
            <a:endParaRPr lang="en-IN" sz="2000" dirty="0">
              <a:solidFill>
                <a:srgbClr val="FFFF00"/>
              </a:solidFill>
            </a:endParaRPr>
          </a:p>
          <a:p>
            <a:pPr marL="342900" indent="-342900">
              <a:buFont typeface="Arial" panose="020B0604020202020204" pitchFamily="34" charset="0"/>
              <a:buChar char="•"/>
            </a:pPr>
            <a:r>
              <a:rPr lang="en-IN" sz="2000" dirty="0">
                <a:solidFill>
                  <a:srgbClr val="FFFF00"/>
                </a:solidFill>
              </a:rPr>
              <a:t>Every statement in JS ends with Semi-colon</a:t>
            </a:r>
          </a:p>
          <a:p>
            <a:pPr marL="342900" indent="-342900">
              <a:buFont typeface="Arial" panose="020B0604020202020204" pitchFamily="34" charset="0"/>
              <a:buChar char="•"/>
            </a:pPr>
            <a:r>
              <a:rPr lang="en-IN" sz="2000" dirty="0">
                <a:solidFill>
                  <a:srgbClr val="FFFF00"/>
                </a:solidFill>
              </a:rPr>
              <a:t>When we create a variable or function, we follow camel-case naming convention.</a:t>
            </a:r>
          </a:p>
          <a:p>
            <a:r>
              <a:rPr lang="en-IN" sz="2000" dirty="0" err="1">
                <a:solidFill>
                  <a:srgbClr val="FFFF00"/>
                </a:solidFill>
              </a:rPr>
              <a:t>Iloveindia</a:t>
            </a:r>
            <a:r>
              <a:rPr lang="en-IN" sz="2000" dirty="0">
                <a:solidFill>
                  <a:srgbClr val="FFFF00"/>
                </a:solidFill>
              </a:rPr>
              <a:t> </a:t>
            </a:r>
            <a:r>
              <a:rPr lang="en-IN" sz="2000" dirty="0">
                <a:solidFill>
                  <a:srgbClr val="FFFF00"/>
                </a:solidFill>
                <a:sym typeface="Wingdings" panose="05000000000000000000" pitchFamily="2" charset="2"/>
              </a:rPr>
              <a:t> </a:t>
            </a:r>
            <a:r>
              <a:rPr lang="en-IN" sz="2000" dirty="0" err="1">
                <a:solidFill>
                  <a:srgbClr val="FFFF00"/>
                </a:solidFill>
                <a:sym typeface="Wingdings" panose="05000000000000000000" pitchFamily="2" charset="2"/>
              </a:rPr>
              <a:t>iLoveIndia</a:t>
            </a:r>
            <a:r>
              <a:rPr lang="en-IN" sz="2000" dirty="0">
                <a:solidFill>
                  <a:srgbClr val="FFFF00"/>
                </a:solidFill>
                <a:sym typeface="Wingdings" panose="05000000000000000000" pitchFamily="2" charset="2"/>
              </a:rPr>
              <a:t>	</a:t>
            </a:r>
            <a:r>
              <a:rPr lang="en-IN" sz="2000" dirty="0" err="1">
                <a:solidFill>
                  <a:srgbClr val="FFFF00"/>
                </a:solidFill>
                <a:sym typeface="Wingdings" panose="05000000000000000000" pitchFamily="2" charset="2"/>
              </a:rPr>
              <a:t>wearelearningJS</a:t>
            </a:r>
            <a:r>
              <a:rPr lang="en-IN" sz="2000" dirty="0">
                <a:solidFill>
                  <a:srgbClr val="FFFF00"/>
                </a:solidFill>
                <a:sym typeface="Wingdings" panose="05000000000000000000" pitchFamily="2" charset="2"/>
              </a:rPr>
              <a:t>  </a:t>
            </a:r>
            <a:r>
              <a:rPr lang="en-IN" sz="2000" dirty="0" err="1">
                <a:solidFill>
                  <a:srgbClr val="FFFF00"/>
                </a:solidFill>
                <a:sym typeface="Wingdings" panose="05000000000000000000" pitchFamily="2" charset="2"/>
              </a:rPr>
              <a:t>weAreLearningJS</a:t>
            </a:r>
            <a:endParaRPr lang="en-IN" sz="2000" dirty="0">
              <a:solidFill>
                <a:srgbClr val="FFFF00"/>
              </a:solidFill>
              <a:sym typeface="Wingdings" panose="05000000000000000000" pitchFamily="2" charset="2"/>
            </a:endParaRPr>
          </a:p>
          <a:p>
            <a:pPr marL="342900" indent="-342900">
              <a:buFont typeface="Arial" panose="020B0604020202020204" pitchFamily="34" charset="0"/>
              <a:buChar char="•"/>
            </a:pPr>
            <a:r>
              <a:rPr lang="en-IN" sz="2000" dirty="0">
                <a:solidFill>
                  <a:srgbClr val="FFFF00"/>
                </a:solidFill>
                <a:sym typeface="Wingdings" panose="05000000000000000000" pitchFamily="2" charset="2"/>
              </a:rPr>
              <a:t>If you create a variable and do not assign a value to it, it becomes NULL, any operation with NULL becomes NULL</a:t>
            </a:r>
          </a:p>
          <a:p>
            <a:pPr marL="342900" indent="-342900">
              <a:buFont typeface="Arial" panose="020B0604020202020204" pitchFamily="34" charset="0"/>
              <a:buChar char="•"/>
            </a:pPr>
            <a:r>
              <a:rPr lang="en-IN" sz="2000" dirty="0">
                <a:solidFill>
                  <a:srgbClr val="FFFF00"/>
                </a:solidFill>
                <a:sym typeface="Wingdings" panose="05000000000000000000" pitchFamily="2" charset="2"/>
              </a:rPr>
              <a:t>When we create variables, we don’t need to assign data types, based on the value, the data type will be assigned automatically.</a:t>
            </a:r>
          </a:p>
          <a:p>
            <a:pPr marL="342900" indent="-342900">
              <a:buFont typeface="Arial" panose="020B0604020202020204" pitchFamily="34" charset="0"/>
              <a:buChar char="•"/>
            </a:pPr>
            <a:r>
              <a:rPr lang="en-IN" sz="2000" dirty="0">
                <a:solidFill>
                  <a:srgbClr val="FFFF00"/>
                </a:solidFill>
                <a:sym typeface="Wingdings" panose="05000000000000000000" pitchFamily="2" charset="2"/>
              </a:rPr>
              <a:t>The = is an assignment operator and ==, === are comparison operator  IF(a===b)</a:t>
            </a:r>
          </a:p>
          <a:p>
            <a:pPr marL="342900" indent="-342900">
              <a:buFont typeface="Arial" panose="020B0604020202020204" pitchFamily="34" charset="0"/>
              <a:buChar char="•"/>
            </a:pPr>
            <a:r>
              <a:rPr lang="en-IN" sz="2000" dirty="0">
                <a:solidFill>
                  <a:srgbClr val="FFFF00"/>
                </a:solidFill>
                <a:sym typeface="Wingdings" panose="05000000000000000000" pitchFamily="2" charset="2"/>
              </a:rPr>
              <a:t>Java Script is a </a:t>
            </a:r>
            <a:r>
              <a:rPr lang="en-IN" sz="2000" u="sng" dirty="0">
                <a:solidFill>
                  <a:srgbClr val="FFFF00"/>
                </a:solidFill>
                <a:sym typeface="Wingdings" panose="05000000000000000000" pitchFamily="2" charset="2"/>
              </a:rPr>
              <a:t>Asynchronous Non Blocking IO </a:t>
            </a:r>
            <a:r>
              <a:rPr lang="en-IN" sz="2000" dirty="0">
                <a:solidFill>
                  <a:srgbClr val="FFFF00"/>
                </a:solidFill>
                <a:sym typeface="Wingdings" panose="05000000000000000000" pitchFamily="2" charset="2"/>
              </a:rPr>
              <a:t>programming language</a:t>
            </a:r>
          </a:p>
          <a:p>
            <a:pPr marL="342900" indent="-342900">
              <a:buFont typeface="Arial" panose="020B0604020202020204" pitchFamily="34" charset="0"/>
              <a:buChar char="•"/>
            </a:pPr>
            <a:endParaRPr lang="en-IN" sz="2000" dirty="0">
              <a:solidFill>
                <a:srgbClr val="FFFF00"/>
              </a:solidFill>
            </a:endParaRPr>
          </a:p>
        </p:txBody>
      </p:sp>
    </p:spTree>
    <p:extLst>
      <p:ext uri="{BB962C8B-B14F-4D97-AF65-F5344CB8AC3E}">
        <p14:creationId xmlns:p14="http://schemas.microsoft.com/office/powerpoint/2010/main" val="419470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256EF-8058-9348-D163-F9CF8D8E55B6}"/>
              </a:ext>
            </a:extLst>
          </p:cNvPr>
          <p:cNvSpPr>
            <a:spLocks noGrp="1"/>
          </p:cNvSpPr>
          <p:nvPr>
            <p:ph type="title"/>
          </p:nvPr>
        </p:nvSpPr>
        <p:spPr/>
        <p:txBody>
          <a:bodyPr/>
          <a:lstStyle/>
          <a:p>
            <a:r>
              <a:rPr lang="en-US" dirty="0"/>
              <a:t>Variables</a:t>
            </a:r>
          </a:p>
        </p:txBody>
      </p:sp>
      <p:sp>
        <p:nvSpPr>
          <p:cNvPr id="3" name="Rectangle 2">
            <a:extLst>
              <a:ext uri="{FF2B5EF4-FFF2-40B4-BE49-F238E27FC236}">
                <a16:creationId xmlns:a16="http://schemas.microsoft.com/office/drawing/2014/main" id="{1F25AA40-EABB-2E21-9646-99394B3CFEA6}"/>
              </a:ext>
            </a:extLst>
          </p:cNvPr>
          <p:cNvSpPr/>
          <p:nvPr/>
        </p:nvSpPr>
        <p:spPr>
          <a:xfrm>
            <a:off x="765820" y="1124744"/>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Scalar Variables</a:t>
            </a:r>
          </a:p>
        </p:txBody>
      </p:sp>
      <p:sp>
        <p:nvSpPr>
          <p:cNvPr id="4" name="Rectangle 3">
            <a:extLst>
              <a:ext uri="{FF2B5EF4-FFF2-40B4-BE49-F238E27FC236}">
                <a16:creationId xmlns:a16="http://schemas.microsoft.com/office/drawing/2014/main" id="{E0867525-E43F-E549-F2C3-4B70A9760A10}"/>
              </a:ext>
            </a:extLst>
          </p:cNvPr>
          <p:cNvSpPr/>
          <p:nvPr/>
        </p:nvSpPr>
        <p:spPr>
          <a:xfrm>
            <a:off x="4942284" y="1124743"/>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Array</a:t>
            </a:r>
          </a:p>
        </p:txBody>
      </p:sp>
      <p:sp>
        <p:nvSpPr>
          <p:cNvPr id="5" name="Rectangle 4">
            <a:extLst>
              <a:ext uri="{FF2B5EF4-FFF2-40B4-BE49-F238E27FC236}">
                <a16:creationId xmlns:a16="http://schemas.microsoft.com/office/drawing/2014/main" id="{B028E0A2-58FF-DF31-76A3-A64FD7942A7F}"/>
              </a:ext>
            </a:extLst>
          </p:cNvPr>
          <p:cNvSpPr/>
          <p:nvPr/>
        </p:nvSpPr>
        <p:spPr>
          <a:xfrm>
            <a:off x="8902724" y="1124743"/>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Objects</a:t>
            </a:r>
          </a:p>
        </p:txBody>
      </p:sp>
      <mc:AlternateContent xmlns:mc="http://schemas.openxmlformats.org/markup-compatibility/2006" xmlns:p14="http://schemas.microsoft.com/office/powerpoint/2010/main">
        <mc:Choice Requires="p14">
          <p:contentPart p14:bwMode="auto" r:id="rId2">
            <p14:nvContentPartPr>
              <p14:cNvPr id="234" name="Ink 233">
                <a:extLst>
                  <a:ext uri="{FF2B5EF4-FFF2-40B4-BE49-F238E27FC236}">
                    <a16:creationId xmlns:a16="http://schemas.microsoft.com/office/drawing/2014/main" id="{A55BC179-4D92-3BBA-CC6E-C96054380151}"/>
                  </a:ext>
                </a:extLst>
              </p14:cNvPr>
              <p14:cNvContentPartPr/>
              <p14:nvPr/>
            </p14:nvContentPartPr>
            <p14:xfrm>
              <a:off x="4529325" y="992830"/>
              <a:ext cx="360" cy="360"/>
            </p14:xfrm>
          </p:contentPart>
        </mc:Choice>
        <mc:Fallback xmlns="">
          <p:pic>
            <p:nvPicPr>
              <p:cNvPr id="234" name="Ink 233">
                <a:extLst>
                  <a:ext uri="{FF2B5EF4-FFF2-40B4-BE49-F238E27FC236}">
                    <a16:creationId xmlns:a16="http://schemas.microsoft.com/office/drawing/2014/main" id="{A55BC179-4D92-3BBA-CC6E-C96054380151}"/>
                  </a:ext>
                </a:extLst>
              </p:cNvPr>
              <p:cNvPicPr/>
              <p:nvPr/>
            </p:nvPicPr>
            <p:blipFill>
              <a:blip r:embed="rId3"/>
              <a:stretch>
                <a:fillRect/>
              </a:stretch>
            </p:blipFill>
            <p:spPr>
              <a:xfrm>
                <a:off x="4520685" y="984190"/>
                <a:ext cx="18000" cy="18000"/>
              </a:xfrm>
              <a:prstGeom prst="rect">
                <a:avLst/>
              </a:prstGeom>
            </p:spPr>
          </p:pic>
        </mc:Fallback>
      </mc:AlternateContent>
    </p:spTree>
    <p:extLst>
      <p:ext uri="{BB962C8B-B14F-4D97-AF65-F5344CB8AC3E}">
        <p14:creationId xmlns:p14="http://schemas.microsoft.com/office/powerpoint/2010/main" val="1246819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366E-EB3F-A6ED-792A-9A77BDCDC404}"/>
              </a:ext>
            </a:extLst>
          </p:cNvPr>
          <p:cNvSpPr>
            <a:spLocks noGrp="1"/>
          </p:cNvSpPr>
          <p:nvPr>
            <p:ph type="title"/>
          </p:nvPr>
        </p:nvSpPr>
        <p:spPr/>
        <p:txBody>
          <a:bodyPr/>
          <a:lstStyle/>
          <a:p>
            <a:r>
              <a:rPr lang="en-US" dirty="0"/>
              <a:t>NPM – Node Package manager</a:t>
            </a:r>
          </a:p>
        </p:txBody>
      </p:sp>
      <p:sp>
        <p:nvSpPr>
          <p:cNvPr id="3" name="TextBox 2">
            <a:extLst>
              <a:ext uri="{FF2B5EF4-FFF2-40B4-BE49-F238E27FC236}">
                <a16:creationId xmlns:a16="http://schemas.microsoft.com/office/drawing/2014/main" id="{E435ECC9-0490-02A0-6C38-35F57A1469E1}"/>
              </a:ext>
            </a:extLst>
          </p:cNvPr>
          <p:cNvSpPr txBox="1"/>
          <p:nvPr/>
        </p:nvSpPr>
        <p:spPr>
          <a:xfrm>
            <a:off x="156593" y="908720"/>
            <a:ext cx="11809312" cy="5632311"/>
          </a:xfrm>
          <a:prstGeom prst="rect">
            <a:avLst/>
          </a:prstGeom>
          <a:noFill/>
        </p:spPr>
        <p:txBody>
          <a:bodyPr wrap="square" rtlCol="0">
            <a:spAutoFit/>
          </a:bodyPr>
          <a:lstStyle/>
          <a:p>
            <a:r>
              <a:rPr lang="en-US" sz="2000" dirty="0">
                <a:solidFill>
                  <a:schemeClr val="bg1"/>
                </a:solidFill>
              </a:rPr>
              <a:t>It is a dependency manager tool which gets installed along with node </a:t>
            </a:r>
            <a:r>
              <a:rPr lang="en-US" sz="2000" dirty="0" err="1">
                <a:solidFill>
                  <a:schemeClr val="bg1"/>
                </a:solidFill>
              </a:rPr>
              <a:t>js</a:t>
            </a:r>
            <a:r>
              <a:rPr lang="en-US" sz="2000" dirty="0">
                <a:solidFill>
                  <a:schemeClr val="bg1"/>
                </a:solidFill>
              </a:rPr>
              <a:t> in our system.</a:t>
            </a:r>
            <a:r>
              <a:rPr lang="en-IN" sz="2000" dirty="0">
                <a:solidFill>
                  <a:schemeClr val="bg1"/>
                </a:solidFill>
              </a:rPr>
              <a:t> Just like for java we had maven, we have </a:t>
            </a:r>
            <a:r>
              <a:rPr lang="en-IN" sz="2000" dirty="0" err="1">
                <a:solidFill>
                  <a:schemeClr val="bg1"/>
                </a:solidFill>
              </a:rPr>
              <a:t>npm</a:t>
            </a:r>
            <a:r>
              <a:rPr lang="en-IN" sz="2000" dirty="0">
                <a:solidFill>
                  <a:schemeClr val="bg1"/>
                </a:solidFill>
              </a:rPr>
              <a:t> for node </a:t>
            </a:r>
            <a:r>
              <a:rPr lang="en-IN" sz="2000" dirty="0" err="1">
                <a:solidFill>
                  <a:schemeClr val="bg1"/>
                </a:solidFill>
              </a:rPr>
              <a:t>js</a:t>
            </a:r>
            <a:r>
              <a:rPr lang="en-IN" sz="2000" dirty="0">
                <a:solidFill>
                  <a:schemeClr val="bg1"/>
                </a:solidFill>
              </a:rPr>
              <a:t>.</a:t>
            </a:r>
          </a:p>
          <a:p>
            <a:endParaRPr lang="en-IN" sz="2000" dirty="0">
              <a:solidFill>
                <a:schemeClr val="bg1"/>
              </a:solidFill>
            </a:endParaRPr>
          </a:p>
          <a:p>
            <a:r>
              <a:rPr lang="en-IN" sz="2000" dirty="0">
                <a:solidFill>
                  <a:schemeClr val="bg1"/>
                </a:solidFill>
              </a:rPr>
              <a:t>We can find millions of reusable node modules free on internet, which helps us avoid rebuilding everything/reinvent the wheel.</a:t>
            </a:r>
          </a:p>
          <a:p>
            <a:endParaRPr lang="en-IN" sz="2000" dirty="0">
              <a:solidFill>
                <a:schemeClr val="bg1"/>
              </a:solidFill>
            </a:endParaRPr>
          </a:p>
          <a:p>
            <a:r>
              <a:rPr lang="en-IN" sz="2000" dirty="0">
                <a:solidFill>
                  <a:schemeClr val="bg1"/>
                </a:solidFill>
              </a:rPr>
              <a:t>We can see world’s largest reusable code repository on </a:t>
            </a:r>
            <a:r>
              <a:rPr lang="en-IN" sz="2000" dirty="0">
                <a:solidFill>
                  <a:schemeClr val="bg1"/>
                </a:solidFill>
                <a:hlinkClick r:id="rId2">
                  <a:extLst>
                    <a:ext uri="{A12FA001-AC4F-418D-AE19-62706E023703}">
                      <ahyp:hlinkClr xmlns:ahyp="http://schemas.microsoft.com/office/drawing/2018/hyperlinkcolor" val="tx"/>
                    </a:ext>
                  </a:extLst>
                </a:hlinkClick>
              </a:rPr>
              <a:t>https://npmjs.com</a:t>
            </a:r>
            <a:endParaRPr lang="en-IN" sz="2000" dirty="0">
              <a:solidFill>
                <a:schemeClr val="bg1"/>
              </a:solidFill>
            </a:endParaRPr>
          </a:p>
          <a:p>
            <a:endParaRPr lang="en-IN" sz="2000" dirty="0">
              <a:solidFill>
                <a:schemeClr val="bg1"/>
              </a:solidFill>
            </a:endParaRPr>
          </a:p>
          <a:p>
            <a:r>
              <a:rPr lang="en-IN" sz="2000" dirty="0">
                <a:solidFill>
                  <a:schemeClr val="bg1"/>
                </a:solidFill>
              </a:rPr>
              <a:t>If we want to install any node module</a:t>
            </a:r>
          </a:p>
          <a:p>
            <a:endParaRPr lang="en-IN" sz="2000" dirty="0">
              <a:solidFill>
                <a:schemeClr val="bg1"/>
              </a:solidFill>
            </a:endParaRPr>
          </a:p>
          <a:p>
            <a:pPr marL="457200" indent="-457200">
              <a:buAutoNum type="arabicPeriod"/>
            </a:pPr>
            <a:r>
              <a:rPr lang="en-IN" sz="2000" dirty="0">
                <a:solidFill>
                  <a:schemeClr val="bg1"/>
                </a:solidFill>
              </a:rPr>
              <a:t>Globally - @computer level, all projects can reuse, option used to install CLI. </a:t>
            </a:r>
          </a:p>
          <a:p>
            <a:r>
              <a:rPr lang="en-IN" sz="2000" b="1" dirty="0" err="1">
                <a:solidFill>
                  <a:schemeClr val="bg1"/>
                </a:solidFill>
              </a:rPr>
              <a:t>npm</a:t>
            </a:r>
            <a:r>
              <a:rPr lang="en-IN" sz="2000" b="1" dirty="0">
                <a:solidFill>
                  <a:schemeClr val="bg1"/>
                </a:solidFill>
              </a:rPr>
              <a:t> install -g module</a:t>
            </a:r>
            <a:endParaRPr lang="en-IN" sz="2000" dirty="0">
              <a:solidFill>
                <a:schemeClr val="bg1"/>
              </a:solidFill>
            </a:endParaRPr>
          </a:p>
          <a:p>
            <a:pPr marL="457200" indent="-457200">
              <a:buAutoNum type="arabicPeriod"/>
            </a:pPr>
            <a:r>
              <a:rPr lang="en-IN" sz="2000" dirty="0">
                <a:solidFill>
                  <a:schemeClr val="bg1"/>
                </a:solidFill>
              </a:rPr>
              <a:t>With in the project  - @localproject level, only single project can use</a:t>
            </a:r>
          </a:p>
          <a:p>
            <a:r>
              <a:rPr lang="en-IN" sz="2000" b="1" dirty="0" err="1">
                <a:solidFill>
                  <a:schemeClr val="bg1"/>
                </a:solidFill>
              </a:rPr>
              <a:t>npm</a:t>
            </a:r>
            <a:r>
              <a:rPr lang="en-IN" sz="2000" b="1" dirty="0">
                <a:solidFill>
                  <a:schemeClr val="bg1"/>
                </a:solidFill>
              </a:rPr>
              <a:t> install module</a:t>
            </a:r>
          </a:p>
          <a:p>
            <a:endParaRPr lang="en-IN" sz="2000" b="1" dirty="0">
              <a:solidFill>
                <a:schemeClr val="bg1"/>
              </a:solidFill>
            </a:endParaRPr>
          </a:p>
          <a:p>
            <a:r>
              <a:rPr lang="en-IN" sz="2000" dirty="0">
                <a:solidFill>
                  <a:schemeClr val="bg1"/>
                </a:solidFill>
              </a:rPr>
              <a:t>When we build java project, we saw a pom.xml which contains dependencies. We have the </a:t>
            </a:r>
            <a:r>
              <a:rPr lang="en-IN" sz="2000" b="1" dirty="0" err="1">
                <a:solidFill>
                  <a:schemeClr val="bg1"/>
                </a:solidFill>
              </a:rPr>
              <a:t>package.json</a:t>
            </a:r>
            <a:r>
              <a:rPr lang="en-IN" sz="2000" b="1" dirty="0">
                <a:solidFill>
                  <a:schemeClr val="bg1"/>
                </a:solidFill>
              </a:rPr>
              <a:t> </a:t>
            </a:r>
            <a:r>
              <a:rPr lang="en-IN" sz="2000" dirty="0">
                <a:solidFill>
                  <a:schemeClr val="bg1"/>
                </a:solidFill>
              </a:rPr>
              <a:t>file in node project which contains details about our entire project and its dependencies. To create this we use </a:t>
            </a:r>
            <a:r>
              <a:rPr lang="en-IN" sz="2000" b="1" dirty="0" err="1">
                <a:solidFill>
                  <a:schemeClr val="bg1"/>
                </a:solidFill>
              </a:rPr>
              <a:t>npm</a:t>
            </a:r>
            <a:r>
              <a:rPr lang="en-IN" sz="2000" b="1" dirty="0">
                <a:solidFill>
                  <a:schemeClr val="bg1"/>
                </a:solidFill>
              </a:rPr>
              <a:t> </a:t>
            </a:r>
            <a:r>
              <a:rPr lang="en-IN" sz="2000" b="1" dirty="0" err="1">
                <a:solidFill>
                  <a:schemeClr val="bg1"/>
                </a:solidFill>
              </a:rPr>
              <a:t>init</a:t>
            </a:r>
            <a:r>
              <a:rPr lang="en-IN" sz="2000" b="1" dirty="0">
                <a:solidFill>
                  <a:schemeClr val="bg1"/>
                </a:solidFill>
              </a:rPr>
              <a:t> </a:t>
            </a:r>
            <a:r>
              <a:rPr lang="en-IN" sz="2000" dirty="0">
                <a:solidFill>
                  <a:schemeClr val="bg1"/>
                </a:solidFill>
              </a:rPr>
              <a:t>command.</a:t>
            </a:r>
          </a:p>
        </p:txBody>
      </p:sp>
    </p:spTree>
    <p:extLst>
      <p:ext uri="{BB962C8B-B14F-4D97-AF65-F5344CB8AC3E}">
        <p14:creationId xmlns:p14="http://schemas.microsoft.com/office/powerpoint/2010/main" val="178252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1000"/>
                                        <p:tgtEl>
                                          <p:spTgt spid="3">
                                            <p:txEl>
                                              <p:pRg st="9" end="9"/>
                                            </p:txEl>
                                          </p:spTgt>
                                        </p:tgtEl>
                                      </p:cBhvr>
                                    </p:animEffect>
                                    <p:anim calcmode="lin" valueType="num">
                                      <p:cBhvr>
                                        <p:cTn id="4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1000"/>
                                        <p:tgtEl>
                                          <p:spTgt spid="3">
                                            <p:txEl>
                                              <p:pRg st="10" end="10"/>
                                            </p:txEl>
                                          </p:spTgt>
                                        </p:tgtEl>
                                      </p:cBhvr>
                                    </p:animEffect>
                                    <p:anim calcmode="lin" valueType="num">
                                      <p:cBhvr>
                                        <p:cTn id="4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1000"/>
                                        <p:tgtEl>
                                          <p:spTgt spid="3">
                                            <p:txEl>
                                              <p:pRg st="11" end="11"/>
                                            </p:txEl>
                                          </p:spTgt>
                                        </p:tgtEl>
                                      </p:cBhvr>
                                    </p:animEffect>
                                    <p:anim calcmode="lin" valueType="num">
                                      <p:cBhvr>
                                        <p:cTn id="51"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animEffect transition="in" filter="fade">
                                      <p:cBhvr>
                                        <p:cTn id="57" dur="1000"/>
                                        <p:tgtEl>
                                          <p:spTgt spid="3">
                                            <p:txEl>
                                              <p:pRg st="13" end="13"/>
                                            </p:txEl>
                                          </p:spTgt>
                                        </p:tgtEl>
                                      </p:cBhvr>
                                    </p:animEffect>
                                    <p:anim calcmode="lin" valueType="num">
                                      <p:cBhvr>
                                        <p:cTn id="58"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845FE-E470-0E03-4F29-7271AACA672B}"/>
              </a:ext>
            </a:extLst>
          </p:cNvPr>
          <p:cNvSpPr>
            <a:spLocks noGrp="1"/>
          </p:cNvSpPr>
          <p:nvPr>
            <p:ph type="title"/>
          </p:nvPr>
        </p:nvSpPr>
        <p:spPr/>
        <p:txBody>
          <a:bodyPr/>
          <a:lstStyle/>
          <a:p>
            <a:r>
              <a:rPr lang="en-US" dirty="0"/>
              <a:t>Hands on: Node JS</a:t>
            </a:r>
          </a:p>
        </p:txBody>
      </p:sp>
      <p:sp>
        <p:nvSpPr>
          <p:cNvPr id="3" name="TextBox 2">
            <a:extLst>
              <a:ext uri="{FF2B5EF4-FFF2-40B4-BE49-F238E27FC236}">
                <a16:creationId xmlns:a16="http://schemas.microsoft.com/office/drawing/2014/main" id="{15CEA730-A4E9-FF73-F878-8FE032C7DC28}"/>
              </a:ext>
            </a:extLst>
          </p:cNvPr>
          <p:cNvSpPr txBox="1"/>
          <p:nvPr/>
        </p:nvSpPr>
        <p:spPr>
          <a:xfrm>
            <a:off x="189756" y="1052736"/>
            <a:ext cx="11593288" cy="2677656"/>
          </a:xfrm>
          <a:prstGeom prst="rect">
            <a:avLst/>
          </a:prstGeom>
          <a:noFill/>
        </p:spPr>
        <p:txBody>
          <a:bodyPr wrap="square" rtlCol="0">
            <a:spAutoFit/>
          </a:bodyPr>
          <a:lstStyle/>
          <a:p>
            <a:r>
              <a:rPr lang="en-US" b="1" dirty="0">
                <a:solidFill>
                  <a:schemeClr val="bg1"/>
                </a:solidFill>
              </a:rPr>
              <a:t>Solution:</a:t>
            </a:r>
          </a:p>
          <a:p>
            <a:r>
              <a:rPr lang="en-US" dirty="0">
                <a:hlinkClick r:id="rId2"/>
              </a:rPr>
              <a:t>https://github.com/soyuztechnologies/BTP_Architect_Training/blob/master/Day%203/02basicnode.zip</a:t>
            </a:r>
            <a:endParaRPr lang="en-US" dirty="0"/>
          </a:p>
          <a:p>
            <a:endParaRPr lang="en-US" dirty="0"/>
          </a:p>
          <a:p>
            <a:r>
              <a:rPr lang="en-US" b="1" dirty="0">
                <a:solidFill>
                  <a:schemeClr val="bg1"/>
                </a:solidFill>
              </a:rPr>
              <a:t>Node Microservice Solution:</a:t>
            </a:r>
          </a:p>
          <a:p>
            <a:r>
              <a:rPr lang="en-US" dirty="0">
                <a:hlinkClick r:id="rId3"/>
              </a:rPr>
              <a:t>https://github.com/soyuztechnologies/BTP_Architect_Training/blob/master/Day%203/03Nodemicroservice.zip</a:t>
            </a:r>
            <a:r>
              <a:rPr lang="en-US" dirty="0"/>
              <a:t> </a:t>
            </a:r>
          </a:p>
        </p:txBody>
      </p:sp>
      <p:pic>
        <p:nvPicPr>
          <p:cNvPr id="2052" name="Picture 4" descr="Node.js - Wikipedia">
            <a:extLst>
              <a:ext uri="{FF2B5EF4-FFF2-40B4-BE49-F238E27FC236}">
                <a16:creationId xmlns:a16="http://schemas.microsoft.com/office/drawing/2014/main" id="{70CE5CA1-BBAA-EDD7-6748-2F2AFDF924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7868" y="3998203"/>
            <a:ext cx="3840310" cy="234888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croservices in Java? Never.. There has been an ever growing number… | by  Elliot Forbes | codeburst">
            <a:extLst>
              <a:ext uri="{FF2B5EF4-FFF2-40B4-BE49-F238E27FC236}">
                <a16:creationId xmlns:a16="http://schemas.microsoft.com/office/drawing/2014/main" id="{D4A1178E-F45B-050D-39A4-B6A645AFCB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564" y="3510257"/>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24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Variables in JS</a:t>
            </a:r>
          </a:p>
        </p:txBody>
      </p:sp>
    </p:spTree>
    <p:extLst>
      <p:ext uri="{BB962C8B-B14F-4D97-AF65-F5344CB8AC3E}">
        <p14:creationId xmlns:p14="http://schemas.microsoft.com/office/powerpoint/2010/main" val="376049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Asynchronous Non Blocking IO</a:t>
            </a:r>
          </a:p>
        </p:txBody>
      </p:sp>
      <p:sp>
        <p:nvSpPr>
          <p:cNvPr id="3" name="Smiley Face 2">
            <a:extLst>
              <a:ext uri="{FF2B5EF4-FFF2-40B4-BE49-F238E27FC236}">
                <a16:creationId xmlns:a16="http://schemas.microsoft.com/office/drawing/2014/main" id="{68909CCB-D595-F250-FFCB-73343D3CE699}"/>
              </a:ext>
            </a:extLst>
          </p:cNvPr>
          <p:cNvSpPr/>
          <p:nvPr/>
        </p:nvSpPr>
        <p:spPr>
          <a:xfrm>
            <a:off x="405780" y="784925"/>
            <a:ext cx="623346" cy="555843"/>
          </a:xfrm>
          <a:prstGeom prst="smileyFace">
            <a:avLst/>
          </a:prstGeom>
          <a:ln>
            <a:solidFill>
              <a:schemeClr val="accent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Connector 4">
            <a:extLst>
              <a:ext uri="{FF2B5EF4-FFF2-40B4-BE49-F238E27FC236}">
                <a16:creationId xmlns:a16="http://schemas.microsoft.com/office/drawing/2014/main" id="{C8E6AF6E-8EEC-19FE-9F6E-3E5A360A77F3}"/>
              </a:ext>
            </a:extLst>
          </p:cNvPr>
          <p:cNvCxnSpPr>
            <a:cxnSpLocks/>
          </p:cNvCxnSpPr>
          <p:nvPr/>
        </p:nvCxnSpPr>
        <p:spPr>
          <a:xfrm>
            <a:off x="693812" y="1340768"/>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A73876A9-6908-F014-32E8-950485E36DCB}"/>
              </a:ext>
            </a:extLst>
          </p:cNvPr>
          <p:cNvSpPr/>
          <p:nvPr/>
        </p:nvSpPr>
        <p:spPr>
          <a:xfrm>
            <a:off x="1753782" y="888499"/>
            <a:ext cx="1872207" cy="5558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Application</a:t>
            </a:r>
          </a:p>
        </p:txBody>
      </p:sp>
      <p:sp>
        <p:nvSpPr>
          <p:cNvPr id="11" name="Rectangle 10">
            <a:extLst>
              <a:ext uri="{FF2B5EF4-FFF2-40B4-BE49-F238E27FC236}">
                <a16:creationId xmlns:a16="http://schemas.microsoft.com/office/drawing/2014/main" id="{3EAF7125-C750-C31D-1BF7-3AD95555CB11}"/>
              </a:ext>
            </a:extLst>
          </p:cNvPr>
          <p:cNvSpPr/>
          <p:nvPr/>
        </p:nvSpPr>
        <p:spPr>
          <a:xfrm>
            <a:off x="5302324" y="892750"/>
            <a:ext cx="1872207" cy="5558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Server</a:t>
            </a:r>
          </a:p>
        </p:txBody>
      </p:sp>
      <p:cxnSp>
        <p:nvCxnSpPr>
          <p:cNvPr id="4" name="Straight Connector 3">
            <a:extLst>
              <a:ext uri="{FF2B5EF4-FFF2-40B4-BE49-F238E27FC236}">
                <a16:creationId xmlns:a16="http://schemas.microsoft.com/office/drawing/2014/main" id="{1A008E8E-D386-FA5B-B09A-8646E4E17034}"/>
              </a:ext>
            </a:extLst>
          </p:cNvPr>
          <p:cNvCxnSpPr>
            <a:cxnSpLocks/>
          </p:cNvCxnSpPr>
          <p:nvPr/>
        </p:nvCxnSpPr>
        <p:spPr>
          <a:xfrm>
            <a:off x="2710036" y="1444342"/>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cxnSp>
        <p:nvCxnSpPr>
          <p:cNvPr id="6" name="Straight Connector 5">
            <a:extLst>
              <a:ext uri="{FF2B5EF4-FFF2-40B4-BE49-F238E27FC236}">
                <a16:creationId xmlns:a16="http://schemas.microsoft.com/office/drawing/2014/main" id="{97763F75-A921-F417-7914-0091A0036819}"/>
              </a:ext>
            </a:extLst>
          </p:cNvPr>
          <p:cNvCxnSpPr>
            <a:cxnSpLocks/>
          </p:cNvCxnSpPr>
          <p:nvPr/>
        </p:nvCxnSpPr>
        <p:spPr>
          <a:xfrm>
            <a:off x="6238428" y="1340768"/>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76666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2</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30,000+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7187</TotalTime>
  <Words>1353</Words>
  <Application>Microsoft Office PowerPoint</Application>
  <PresentationFormat>Custom</PresentationFormat>
  <Paragraphs>163</Paragraphs>
  <Slides>29</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29</vt:i4>
      </vt:variant>
    </vt:vector>
  </HeadingPairs>
  <TitlesOfParts>
    <vt:vector size="41" baseType="lpstr">
      <vt:lpstr>72</vt:lpstr>
      <vt:lpstr>72-Regular</vt:lpstr>
      <vt:lpstr>Amasis MT Pro Black</vt:lpstr>
      <vt:lpstr>Arial</vt:lpstr>
      <vt:lpstr>Arial Black</vt:lpstr>
      <vt:lpstr>Arial-ItalicMT</vt:lpstr>
      <vt:lpstr>Calibri</vt:lpstr>
      <vt:lpstr>Cooper Black</vt:lpstr>
      <vt:lpstr>Segoe UI</vt:lpstr>
      <vt:lpstr>Segoe UI Light</vt:lpstr>
      <vt:lpstr>Wingdings</vt:lpstr>
      <vt:lpstr>Office Theme</vt:lpstr>
      <vt:lpstr>SAP BTP Extension Suite Training</vt:lpstr>
      <vt:lpstr>PowerPoint Presentation</vt:lpstr>
      <vt:lpstr>PowerPoint Presentation</vt:lpstr>
      <vt:lpstr>Agenda</vt:lpstr>
      <vt:lpstr>Service Catalog &amp; Entitlements</vt:lpstr>
      <vt:lpstr>BTP Subscription Models</vt:lpstr>
      <vt:lpstr>Tools to Setup</vt:lpstr>
      <vt:lpstr>Create First Hello World App and Deploy</vt:lpstr>
      <vt:lpstr>PowerPoint Presentation</vt:lpstr>
      <vt:lpstr>Under the hood</vt:lpstr>
      <vt:lpstr>Micro Service Architecture</vt:lpstr>
      <vt:lpstr>Advantage of Microservices</vt:lpstr>
      <vt:lpstr>Uber</vt:lpstr>
      <vt:lpstr>Scaling</vt:lpstr>
      <vt:lpstr>Application Development</vt:lpstr>
      <vt:lpstr>Side by Side Extension</vt:lpstr>
      <vt:lpstr>SAP Cloud service offering</vt:lpstr>
      <vt:lpstr>Advance technologies and inte.</vt:lpstr>
      <vt:lpstr>PowerPoint Presentation</vt:lpstr>
      <vt:lpstr>What is Node JS</vt:lpstr>
      <vt:lpstr>Java Script</vt:lpstr>
      <vt:lpstr>Variables</vt:lpstr>
      <vt:lpstr>NPM – Node Package manager</vt:lpstr>
      <vt:lpstr>Hands on: Node JS</vt:lpstr>
      <vt:lpstr>Variables in JS</vt:lpstr>
      <vt:lpstr>Asynchronous Non Blocking IO</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169</cp:revision>
  <dcterms:created xsi:type="dcterms:W3CDTF">2013-09-12T13:05:01Z</dcterms:created>
  <dcterms:modified xsi:type="dcterms:W3CDTF">2026-06-16T09:57:20Z</dcterms:modified>
</cp:coreProperties>
</file>
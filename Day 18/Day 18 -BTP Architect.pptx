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theme/theme3.xml" ContentType="application/vnd.openxmlformats-officedocument.theme+xml"/>
  <Override PartName="/ppt/theme/themeOverride1.xml" ContentType="application/vnd.openxmlformats-officedocument.themeOverride+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73" r:id="rId2"/>
    <p:sldMasterId id="2147483687" r:id="rId3"/>
    <p:sldMasterId id="2147483701" r:id="rId4"/>
  </p:sldMasterIdLst>
  <p:notesMasterIdLst>
    <p:notesMasterId r:id="rId33"/>
  </p:notesMasterIdLst>
  <p:sldIdLst>
    <p:sldId id="276" r:id="rId5"/>
    <p:sldId id="4122" r:id="rId6"/>
    <p:sldId id="277" r:id="rId7"/>
    <p:sldId id="4799" r:id="rId8"/>
    <p:sldId id="852" r:id="rId9"/>
    <p:sldId id="4765" r:id="rId10"/>
    <p:sldId id="4804" r:id="rId11"/>
    <p:sldId id="4770" r:id="rId12"/>
    <p:sldId id="293" r:id="rId13"/>
    <p:sldId id="324" r:id="rId14"/>
    <p:sldId id="497" r:id="rId15"/>
    <p:sldId id="499" r:id="rId16"/>
    <p:sldId id="4775" r:id="rId17"/>
    <p:sldId id="4792" r:id="rId18"/>
    <p:sldId id="4797" r:id="rId19"/>
    <p:sldId id="4796" r:id="rId20"/>
    <p:sldId id="4795" r:id="rId21"/>
    <p:sldId id="4794" r:id="rId22"/>
    <p:sldId id="4793" r:id="rId23"/>
    <p:sldId id="4801" r:id="rId24"/>
    <p:sldId id="4800" r:id="rId25"/>
    <p:sldId id="4825" r:id="rId26"/>
    <p:sldId id="4798" r:id="rId27"/>
    <p:sldId id="4803" r:id="rId28"/>
    <p:sldId id="4824" r:id="rId29"/>
    <p:sldId id="282" r:id="rId30"/>
    <p:sldId id="280" r:id="rId31"/>
    <p:sldId id="4711" r:id="rId32"/>
  </p:sldIdLst>
  <p:sldSz cx="12188825" cy="6858000"/>
  <p:notesSz cx="6858000" cy="9144000"/>
  <p:defaultText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8E8E8"/>
    <a:srgbClr val="074D92"/>
    <a:srgbClr val="E0E0E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0240" autoAdjust="0"/>
    <p:restoredTop sz="95033" autoAdjust="0"/>
  </p:normalViewPr>
  <p:slideViewPr>
    <p:cSldViewPr>
      <p:cViewPr varScale="1">
        <p:scale>
          <a:sx n="110" d="100"/>
          <a:sy n="110" d="100"/>
        </p:scale>
        <p:origin x="320" y="92"/>
      </p:cViewPr>
      <p:guideLst>
        <p:guide orient="horz" pos="2160"/>
        <p:guide pos="383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viewProps" Target="viewProps.xml"/><Relationship Id="rId8" Type="http://schemas.openxmlformats.org/officeDocument/2006/relationships/slide" Target="slides/slide4.xml"/><Relationship Id="rId3" Type="http://schemas.openxmlformats.org/officeDocument/2006/relationships/slideMaster" Target="slideMasters/slideMaster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AB488F7-1FAC-40D2-BB7E-BA3CE28D8950}" type="datetimeFigureOut">
              <a:rPr lang="en-US" smtClean="0"/>
              <a:pPr/>
              <a:t>8/10/2026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CA2D21D1-52E2-420B-B491-CFF6D7BB79FB}" type="slidenum">
              <a:rPr lang="en-US" smtClean="0"/>
              <a:pPr/>
              <a:t>‹#›</a:t>
            </a:fld>
            <a:endParaRPr lang="en-US"/>
          </a:p>
        </p:txBody>
      </p:sp>
    </p:spTree>
    <p:extLst>
      <p:ext uri="{BB962C8B-B14F-4D97-AF65-F5344CB8AC3E}">
        <p14:creationId xmlns:p14="http://schemas.microsoft.com/office/powerpoint/2010/main" val="2239478695"/>
      </p:ext>
    </p:extLst>
  </p:cSld>
  <p:clrMap bg1="lt1" tx1="dk1" bg2="lt2" tx2="dk2" accent1="accent1" accent2="accent2" accent3="accent3" accent4="accent4" accent5="accent5" accent6="accent6" hlink="hlink" folHlink="folHlink"/>
  <p:notesStyle>
    <a:lvl1pPr marL="0" algn="l" defTabSz="1218987" rtl="0" eaLnBrk="1" latinLnBrk="0" hangingPunct="1">
      <a:defRPr sz="1600" kern="1200">
        <a:solidFill>
          <a:schemeClr val="tx1"/>
        </a:solidFill>
        <a:latin typeface="+mn-lt"/>
        <a:ea typeface="+mn-ea"/>
        <a:cs typeface="+mn-cs"/>
      </a:defRPr>
    </a:lvl1pPr>
    <a:lvl2pPr marL="609493" algn="l" defTabSz="1218987" rtl="0" eaLnBrk="1" latinLnBrk="0" hangingPunct="1">
      <a:defRPr sz="1600" kern="1200">
        <a:solidFill>
          <a:schemeClr val="tx1"/>
        </a:solidFill>
        <a:latin typeface="+mn-lt"/>
        <a:ea typeface="+mn-ea"/>
        <a:cs typeface="+mn-cs"/>
      </a:defRPr>
    </a:lvl2pPr>
    <a:lvl3pPr marL="1218987" algn="l" defTabSz="1218987" rtl="0" eaLnBrk="1" latinLnBrk="0" hangingPunct="1">
      <a:defRPr sz="1600" kern="1200">
        <a:solidFill>
          <a:schemeClr val="tx1"/>
        </a:solidFill>
        <a:latin typeface="+mn-lt"/>
        <a:ea typeface="+mn-ea"/>
        <a:cs typeface="+mn-cs"/>
      </a:defRPr>
    </a:lvl3pPr>
    <a:lvl4pPr marL="1828480" algn="l" defTabSz="1218987" rtl="0" eaLnBrk="1" latinLnBrk="0" hangingPunct="1">
      <a:defRPr sz="1600" kern="1200">
        <a:solidFill>
          <a:schemeClr val="tx1"/>
        </a:solidFill>
        <a:latin typeface="+mn-lt"/>
        <a:ea typeface="+mn-ea"/>
        <a:cs typeface="+mn-cs"/>
      </a:defRPr>
    </a:lvl4pPr>
    <a:lvl5pPr marL="2437973" algn="l" defTabSz="1218987" rtl="0" eaLnBrk="1" latinLnBrk="0" hangingPunct="1">
      <a:defRPr sz="1600" kern="1200">
        <a:solidFill>
          <a:schemeClr val="tx1"/>
        </a:solidFill>
        <a:latin typeface="+mn-lt"/>
        <a:ea typeface="+mn-ea"/>
        <a:cs typeface="+mn-cs"/>
      </a:defRPr>
    </a:lvl5pPr>
    <a:lvl6pPr marL="3047467" algn="l" defTabSz="1218987" rtl="0" eaLnBrk="1" latinLnBrk="0" hangingPunct="1">
      <a:defRPr sz="1600" kern="1200">
        <a:solidFill>
          <a:schemeClr val="tx1"/>
        </a:solidFill>
        <a:latin typeface="+mn-lt"/>
        <a:ea typeface="+mn-ea"/>
        <a:cs typeface="+mn-cs"/>
      </a:defRPr>
    </a:lvl6pPr>
    <a:lvl7pPr marL="3656960" algn="l" defTabSz="1218987" rtl="0" eaLnBrk="1" latinLnBrk="0" hangingPunct="1">
      <a:defRPr sz="1600" kern="1200">
        <a:solidFill>
          <a:schemeClr val="tx1"/>
        </a:solidFill>
        <a:latin typeface="+mn-lt"/>
        <a:ea typeface="+mn-ea"/>
        <a:cs typeface="+mn-cs"/>
      </a:defRPr>
    </a:lvl7pPr>
    <a:lvl8pPr marL="4266453" algn="l" defTabSz="1218987" rtl="0" eaLnBrk="1" latinLnBrk="0" hangingPunct="1">
      <a:defRPr sz="1600" kern="1200">
        <a:solidFill>
          <a:schemeClr val="tx1"/>
        </a:solidFill>
        <a:latin typeface="+mn-lt"/>
        <a:ea typeface="+mn-ea"/>
        <a:cs typeface="+mn-cs"/>
      </a:defRPr>
    </a:lvl8pPr>
    <a:lvl9pPr marL="4875947" algn="l" defTabSz="1218987"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64EFDC-91CC-47CE-97E2-CDF9535312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274345-6F5C-14B7-A1D2-602046151DB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8299F3-1606-4D0B-6FD9-8F8A58BBC36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D9D1847-03B4-9ED7-7098-50638015A8D6}"/>
              </a:ext>
            </a:extLst>
          </p:cNvPr>
          <p:cNvSpPr>
            <a:spLocks noGrp="1"/>
          </p:cNvSpPr>
          <p:nvPr>
            <p:ph type="sldNum" sz="quarter" idx="5"/>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CA2D21D1-52E2-420B-B491-CFF6D7BB79FB}"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8417827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F3435-5112-E639-AFF5-24A2659FC8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1B0171-BAE3-CAB1-AE26-92C60C4FFB19}"/>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13CE262A-8BF7-8B71-A599-A9E56B76A88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72F2C3-95B6-0476-E1D6-9682FDB1D85C}"/>
              </a:ext>
            </a:extLst>
          </p:cNvPr>
          <p:cNvSpPr>
            <a:spLocks noGrp="1"/>
          </p:cNvSpPr>
          <p:nvPr>
            <p:ph type="sldNum" sz="quarter" idx="5"/>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CA2D21D1-52E2-420B-B491-CFF6D7BB79FB}"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8375241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68F16C-22A0-5813-51A9-80149BC3BA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FD56CF-66EB-4D1F-2653-D3896AC3882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9C3F9835-055C-97B1-C006-028CAF4D169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759727-95A4-3C6E-6A0B-6762C7439BB9}"/>
              </a:ext>
            </a:extLst>
          </p:cNvPr>
          <p:cNvSpPr>
            <a:spLocks noGrp="1"/>
          </p:cNvSpPr>
          <p:nvPr>
            <p:ph type="sldNum" sz="quarter" idx="5"/>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CA2D21D1-52E2-420B-B491-CFF6D7BB79FB}"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7430909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38ABE-9C9C-29A2-5364-8D8A873F65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45B02E-A148-EF1C-ECD0-54FE7743BC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E80411C-8553-E0CC-708C-81E9122626C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1868699-EA56-E2F4-C9C3-DA235AF330F1}"/>
              </a:ext>
            </a:extLst>
          </p:cNvPr>
          <p:cNvSpPr>
            <a:spLocks noGrp="1"/>
          </p:cNvSpPr>
          <p:nvPr>
            <p:ph type="sldNum" sz="quarter" idx="5"/>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CA2D21D1-52E2-420B-B491-CFF6D7BB79FB}"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3272382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29F45E-D159-5C6D-5493-6AD89CFE2B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6B4D26-2364-170A-AADA-ACEB0155F199}"/>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0C7296D-779E-E304-DB36-EA6929FF19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678D30D-CDD3-2C8F-DF14-0DFA85B75220}"/>
              </a:ext>
            </a:extLst>
          </p:cNvPr>
          <p:cNvSpPr>
            <a:spLocks noGrp="1"/>
          </p:cNvSpPr>
          <p:nvPr>
            <p:ph type="sldNum" sz="quarter" idx="5"/>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CA2D21D1-52E2-420B-B491-CFF6D7BB79FB}"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6718086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D71EA3-45BE-2612-C0F5-B76F794475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227A52-D68A-6309-2553-938A5A30B097}"/>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616B33CF-6362-F807-CACA-A23C6AB3974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06312EB-A368-050B-FEA8-BE59DCA8C510}"/>
              </a:ext>
            </a:extLst>
          </p:cNvPr>
          <p:cNvSpPr>
            <a:spLocks noGrp="1"/>
          </p:cNvSpPr>
          <p:nvPr>
            <p:ph type="sldNum" sz="quarter" idx="5"/>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CA2D21D1-52E2-420B-B491-CFF6D7BB79FB}"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0535032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2B915-DE23-6A13-28EC-3483E06595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D48F4F-751F-223E-FE96-348E8D073B29}"/>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F8EE284F-DA17-94EA-9040-8CE318CF70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A7130B5-EB7D-C339-B42C-8B7C65F13AD7}"/>
              </a:ext>
            </a:extLst>
          </p:cNvPr>
          <p:cNvSpPr>
            <a:spLocks noGrp="1"/>
          </p:cNvSpPr>
          <p:nvPr>
            <p:ph type="sldNum" sz="quarter" idx="5"/>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CA2D21D1-52E2-420B-B491-CFF6D7BB79FB}"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3891785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868F8-B0D6-348D-BF11-D63ADEEB27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B142CF-DBC3-0F38-CE1C-950833FEBA59}"/>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2223019-7B9F-8753-C739-FDB88A111F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DD5443B-1000-ADA5-1F65-10A5C96741ED}"/>
              </a:ext>
            </a:extLst>
          </p:cNvPr>
          <p:cNvSpPr>
            <a:spLocks noGrp="1"/>
          </p:cNvSpPr>
          <p:nvPr>
            <p:ph type="sldNum" sz="quarter" idx="5"/>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CA2D21D1-52E2-420B-B491-CFF6D7BB79FB}"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8021950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15D4C1-C206-9885-4C68-B63D1D6584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AAC44E-5759-8EE0-281B-58F44FB61DD9}"/>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8C6C9AE-6ABE-EBB8-3E8E-5AD19A5130F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96F340E-CD29-CAD4-C06C-C649DFEE49E9}"/>
              </a:ext>
            </a:extLst>
          </p:cNvPr>
          <p:cNvSpPr>
            <a:spLocks noGrp="1"/>
          </p:cNvSpPr>
          <p:nvPr>
            <p:ph type="sldNum" sz="quarter" idx="5"/>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CA2D21D1-52E2-420B-B491-CFF6D7BB79FB}"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5989580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94F75E-08D1-EBCB-F7A4-59CDC79115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E407CD-142E-2E64-A076-446F333C84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71A583C-603E-3D44-64B4-359F8CF4E5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2C04BD-FF53-7CB4-0952-0F6AB09355FC}"/>
              </a:ext>
            </a:extLst>
          </p:cNvPr>
          <p:cNvSpPr>
            <a:spLocks noGrp="1"/>
          </p:cNvSpPr>
          <p:nvPr>
            <p:ph type="sldNum" sz="quarter" idx="5"/>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CA2D21D1-52E2-420B-B491-CFF6D7BB79FB}"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7237806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F7747-A743-FF8D-4D47-1B81D1678C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155B06-065F-951D-02F2-43CF1FEC3A9A}"/>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F8172AB-A18E-C448-4135-7E58C6A6391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BFE938-5666-11B1-314D-5794F1B55A93}"/>
              </a:ext>
            </a:extLst>
          </p:cNvPr>
          <p:cNvSpPr>
            <a:spLocks noGrp="1"/>
          </p:cNvSpPr>
          <p:nvPr>
            <p:ph type="sldNum" sz="quarter" idx="5"/>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CA2D21D1-52E2-420B-B491-CFF6D7BB79FB}"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3070456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71396-899F-5D59-DE43-962EA80688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FD3D80-5402-0C2B-6A2A-D3174CC97854}"/>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264E61-7F34-5D1A-2CD3-C6A1EAE11AF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3342ED-7B21-6AD0-B1E7-66C14D748D57}"/>
              </a:ext>
            </a:extLst>
          </p:cNvPr>
          <p:cNvSpPr>
            <a:spLocks noGrp="1"/>
          </p:cNvSpPr>
          <p:nvPr>
            <p:ph type="sldNum" sz="quarter" idx="5"/>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CA2D21D1-52E2-420B-B491-CFF6D7BB79FB}"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35986907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958D90-8703-7F5B-1F2D-19E45F2FF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1305C5-C660-CFB0-D73B-55BC7B4E3964}"/>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A992910A-5BBC-A91E-3491-EFF277D3739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1BDA740-1B7A-2DB8-EBED-E5E8BC12BBA4}"/>
              </a:ext>
            </a:extLst>
          </p:cNvPr>
          <p:cNvSpPr>
            <a:spLocks noGrp="1"/>
          </p:cNvSpPr>
          <p:nvPr>
            <p:ph type="sldNum" sz="quarter" idx="5"/>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CA2D21D1-52E2-420B-B491-CFF6D7BB79FB}"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84460629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9295D-C332-5793-512D-6F0DC841A4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6CBF5D-E7C3-7E39-1B36-8EF14EE6B54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B32BB7C-9FE6-FDF3-12C0-1EED4D8641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1C1C52-6FD9-7EE6-19F5-1F1C415F4869}"/>
              </a:ext>
            </a:extLst>
          </p:cNvPr>
          <p:cNvSpPr>
            <a:spLocks noGrp="1"/>
          </p:cNvSpPr>
          <p:nvPr>
            <p:ph type="sldNum" sz="quarter" idx="5"/>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CA2D21D1-52E2-420B-B491-CFF6D7BB79FB}"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531475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9DA44-25CE-C96B-9E71-CAF78A65C1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B2B14C-877C-3F20-E766-44E9390CEC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A501D994-D972-9A0C-26AF-C5703C290D4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0B092B-FCB5-DABF-5E43-8E6034C589D0}"/>
              </a:ext>
            </a:extLst>
          </p:cNvPr>
          <p:cNvSpPr>
            <a:spLocks noGrp="1"/>
          </p:cNvSpPr>
          <p:nvPr>
            <p:ph type="sldNum" sz="quarter" idx="5"/>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CA2D21D1-52E2-420B-B491-CFF6D7BB79FB}"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6071527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F76EA-A9B7-0DDA-8F03-A2A2F6BD2F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402E9E-BAC7-AB10-178F-E92E0A952F6C}"/>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A942628-8A43-77A0-A9F8-9F81125632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BD9D412-267B-B38D-DCFB-E42EE884CDFA}"/>
              </a:ext>
            </a:extLst>
          </p:cNvPr>
          <p:cNvSpPr>
            <a:spLocks noGrp="1"/>
          </p:cNvSpPr>
          <p:nvPr>
            <p:ph type="sldNum" sz="quarter" idx="5"/>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CA2D21D1-52E2-420B-B491-CFF6D7BB79FB}"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1422203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66B8D726-D0BC-B240-A677-46F99704B744}" type="slidenum">
              <a:rPr lang="en-US" smtClean="0"/>
              <a:pPr/>
              <a:t>28</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slideMaster" Target="../slideMasters/slideMaster3.xml"/><Relationship Id="rId1" Type="http://schemas.openxmlformats.org/officeDocument/2006/relationships/themeOverride" Target="../theme/themeOverride1.xml"/><Relationship Id="rId4" Type="http://schemas.openxmlformats.org/officeDocument/2006/relationships/image" Target="../media/image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1541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8/10/2026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19003832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8/10/2026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63090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8/10/2026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531430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8/10/2026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13924982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8/10/2026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17143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8/10/2026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10423616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8/10/2026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8652853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8/10/2026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1002194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44841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3644077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650466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8/10/2026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325551995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8/10/2026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86383766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8/10/2026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150655245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8/10/2026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262918576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8/10/2026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199729140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8/10/2026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386623978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8/10/2026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375571354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8/10/2026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253940293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424090150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644802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a:xfrm>
            <a:off x="609441" y="6356351"/>
            <a:ext cx="2844059" cy="365125"/>
          </a:xfrm>
        </p:spPr>
        <p:txBody>
          <a:bodyPr/>
          <a:lstStyle>
            <a:lvl1pPr algn="l">
              <a:defRPr/>
            </a:lvl1pPr>
          </a:lstStyle>
          <a:p>
            <a:fld id="{B6F15528-21DE-4FAA-801E-634DDDAF4B2B}" type="slidenum">
              <a:rPr lang="en-US" smtClean="0"/>
              <a:pPr/>
              <a:t>‹#›</a:t>
            </a:fld>
            <a:endParaRPr lang="en-US"/>
          </a:p>
        </p:txBody>
      </p:sp>
      <p:sp>
        <p:nvSpPr>
          <p:cNvPr id="8" name="Title 1"/>
          <p:cNvSpPr>
            <a:spLocks noGrp="1"/>
          </p:cNvSpPr>
          <p:nvPr>
            <p:ph type="title" hasCustomPrompt="1"/>
          </p:nvPr>
        </p:nvSpPr>
        <p:spPr>
          <a:xfrm>
            <a:off x="609441" y="584201"/>
            <a:ext cx="10969943" cy="711201"/>
          </a:xfrm>
          <a:prstGeom prst="rect">
            <a:avLst/>
          </a:prstGeom>
        </p:spPr>
        <p:txBody>
          <a:bodyPr/>
          <a:lstStyle>
            <a:lvl1pPr>
              <a:defRPr sz="3732">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BE9035D6-1EB0-67FD-788E-258B941A5BB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376238" y="177800"/>
            <a:ext cx="731437" cy="722632"/>
          </a:xfrm>
          <a:prstGeom prst="rect">
            <a:avLst/>
          </a:prstGeom>
        </p:spPr>
      </p:pic>
    </p:spTree>
    <p:extLst>
      <p:ext uri="{BB962C8B-B14F-4D97-AF65-F5344CB8AC3E}">
        <p14:creationId xmlns:p14="http://schemas.microsoft.com/office/powerpoint/2010/main" val="137695942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Timeline">
    <p:spTree>
      <p:nvGrpSpPr>
        <p:cNvPr id="1" name=""/>
        <p:cNvGrpSpPr/>
        <p:nvPr/>
      </p:nvGrpSpPr>
      <p:grpSpPr>
        <a:xfrm>
          <a:off x="0" y="0"/>
          <a:ext cx="0" cy="0"/>
          <a:chOff x="0" y="0"/>
          <a:chExt cx="0" cy="0"/>
        </a:xfrm>
      </p:grpSpPr>
      <p:sp>
        <p:nvSpPr>
          <p:cNvPr id="2" name="Title 1"/>
          <p:cNvSpPr>
            <a:spLocks noGrp="1"/>
          </p:cNvSpPr>
          <p:nvPr>
            <p:ph type="title"/>
          </p:nvPr>
        </p:nvSpPr>
        <p:spPr>
          <a:xfrm>
            <a:off x="190128" y="0"/>
            <a:ext cx="9733444" cy="711081"/>
          </a:xfrm>
          <a:prstGeom prst="rect">
            <a:avLst/>
          </a:prstGeom>
        </p:spPr>
        <p:txBody>
          <a:bodyPr>
            <a:noAutofit/>
          </a:bodyPr>
          <a:lstStyle>
            <a:lvl1pPr>
              <a:defRPr sz="3600" b="0">
                <a:solidFill>
                  <a:schemeClr val="accent6"/>
                </a:solidFill>
                <a:latin typeface="Cooper Black" panose="0208090404030B020404" pitchFamily="18" charset="0"/>
              </a:defRPr>
            </a:lvl1pPr>
          </a:lstStyle>
          <a:p>
            <a:r>
              <a:rPr lang="en-US" dirty="0"/>
              <a:t>Click to edit Master title style</a:t>
            </a:r>
          </a:p>
        </p:txBody>
      </p:sp>
      <p:sp>
        <p:nvSpPr>
          <p:cNvPr id="5" name="TextBox 4">
            <a:extLst>
              <a:ext uri="{FF2B5EF4-FFF2-40B4-BE49-F238E27FC236}">
                <a16:creationId xmlns:a16="http://schemas.microsoft.com/office/drawing/2014/main" id="{A5C5638B-B677-974A-A667-0478687C5541}"/>
              </a:ext>
            </a:extLst>
          </p:cNvPr>
          <p:cNvSpPr txBox="1"/>
          <p:nvPr userDrawn="1"/>
        </p:nvSpPr>
        <p:spPr>
          <a:xfrm>
            <a:off x="8974732" y="6381328"/>
            <a:ext cx="3096344" cy="338554"/>
          </a:xfrm>
          <a:prstGeom prst="rect">
            <a:avLst/>
          </a:prstGeom>
          <a:noFill/>
        </p:spPr>
        <p:txBody>
          <a:bodyPr wrap="square" rtlCol="0">
            <a:spAutoFit/>
          </a:bodyPr>
          <a:lstStyle/>
          <a:p>
            <a:r>
              <a:rPr lang="en-US" sz="1600" b="1" dirty="0">
                <a:solidFill>
                  <a:schemeClr val="accent5">
                    <a:lumMod val="75000"/>
                  </a:schemeClr>
                </a:solidFill>
              </a:rPr>
              <a:t>www.anubhavtrainings.com</a:t>
            </a:r>
          </a:p>
        </p:txBody>
      </p:sp>
      <p:pic>
        <p:nvPicPr>
          <p:cNvPr id="14" name="Picture 13">
            <a:extLst>
              <a:ext uri="{FF2B5EF4-FFF2-40B4-BE49-F238E27FC236}">
                <a16:creationId xmlns:a16="http://schemas.microsoft.com/office/drawing/2014/main" id="{4B91050B-06DD-6B9B-5D4B-52C80C09106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089108" y="40947"/>
            <a:ext cx="801948" cy="792088"/>
          </a:xfrm>
          <a:prstGeom prst="rect">
            <a:avLst/>
          </a:prstGeom>
          <a:effectLst>
            <a:reflection endPos="0" dist="50800" dir="5400000" sy="-100000" algn="bl" rotWithShape="0"/>
          </a:effectLst>
        </p:spPr>
      </p:pic>
      <p:sp>
        <p:nvSpPr>
          <p:cNvPr id="15" name="Text Placeholder 3">
            <a:extLst>
              <a:ext uri="{FF2B5EF4-FFF2-40B4-BE49-F238E27FC236}">
                <a16:creationId xmlns:a16="http://schemas.microsoft.com/office/drawing/2014/main" id="{863B6F30-DCC2-D394-EDCF-46E8F95750EC}"/>
              </a:ext>
            </a:extLst>
          </p:cNvPr>
          <p:cNvSpPr>
            <a:spLocks noGrp="1"/>
          </p:cNvSpPr>
          <p:nvPr>
            <p:ph type="body" sz="quarter" idx="10"/>
          </p:nvPr>
        </p:nvSpPr>
        <p:spPr>
          <a:xfrm>
            <a:off x="368762" y="836712"/>
            <a:ext cx="11342274" cy="5616624"/>
          </a:xfrm>
        </p:spPr>
        <p:txBody>
          <a:bodyPr>
            <a:normAutofit/>
          </a:bodyPr>
          <a:lstStyle>
            <a:lvl1pPr marL="0" indent="0">
              <a:buNone/>
              <a:defRPr sz="2000">
                <a:solidFill>
                  <a:schemeClr val="tx1"/>
                </a:solidFill>
                <a:latin typeface="Amasis MT Pro" panose="02040504050005020304" pitchFamily="18" charset="0"/>
              </a:defRPr>
            </a:lvl1pPr>
          </a:lstStyle>
          <a:p>
            <a:endParaRPr lang="en-US" dirty="0"/>
          </a:p>
        </p:txBody>
      </p:sp>
    </p:spTree>
    <p:extLst>
      <p:ext uri="{BB962C8B-B14F-4D97-AF65-F5344CB8AC3E}">
        <p14:creationId xmlns:p14="http://schemas.microsoft.com/office/powerpoint/2010/main" val="183549273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 preserve="1">
  <p:cSld name="2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4367662" y="1498600"/>
            <a:ext cx="7008574" cy="711200"/>
          </a:xfrm>
          <a:prstGeom prst="rect">
            <a:avLst/>
          </a:prstGeom>
        </p:spPr>
        <p:txBody>
          <a:bodyPr vert="horz" lIns="91440" tIns="45720" rIns="91440" bIns="45720" rtlCol="0" anchor="ctr">
            <a:noAutofit/>
          </a:bodyPr>
          <a:lstStyle>
            <a:lvl1pPr algn="r">
              <a:defRPr lang="en-US" sz="4799" dirty="0"/>
            </a:lvl1pPr>
          </a:lstStyle>
          <a:p>
            <a:pPr lvl="0"/>
            <a:r>
              <a:rPr lang="en-US" dirty="0"/>
              <a:t>Click to edit title</a:t>
            </a:r>
          </a:p>
        </p:txBody>
      </p:sp>
      <p:sp>
        <p:nvSpPr>
          <p:cNvPr id="3" name="Subtitle 2"/>
          <p:cNvSpPr>
            <a:spLocks noGrp="1"/>
          </p:cNvSpPr>
          <p:nvPr>
            <p:ph type="subTitle" idx="1"/>
          </p:nvPr>
        </p:nvSpPr>
        <p:spPr>
          <a:xfrm>
            <a:off x="4367662" y="2209800"/>
            <a:ext cx="7008574" cy="1219200"/>
          </a:xfrm>
        </p:spPr>
        <p:txBody>
          <a:bodyPr/>
          <a:lstStyle>
            <a:lvl1pPr marL="0" indent="0" algn="r">
              <a:buNone/>
              <a:defRPr>
                <a:solidFill>
                  <a:schemeClr val="bg1">
                    <a:lumMod val="50000"/>
                  </a:schemeClr>
                </a:solidFill>
                <a:effectLst/>
              </a:defRPr>
            </a:lvl1pPr>
            <a:lvl2pPr marL="609448" indent="0" algn="ctr">
              <a:buNone/>
              <a:defRPr>
                <a:solidFill>
                  <a:schemeClr val="tx1">
                    <a:tint val="75000"/>
                  </a:schemeClr>
                </a:solidFill>
              </a:defRPr>
            </a:lvl2pPr>
            <a:lvl3pPr marL="1218895" indent="0" algn="ctr">
              <a:buNone/>
              <a:defRPr>
                <a:solidFill>
                  <a:schemeClr val="tx1">
                    <a:tint val="75000"/>
                  </a:schemeClr>
                </a:solidFill>
              </a:defRPr>
            </a:lvl3pPr>
            <a:lvl4pPr marL="1828343" indent="0" algn="ctr">
              <a:buNone/>
              <a:defRPr>
                <a:solidFill>
                  <a:schemeClr val="tx1">
                    <a:tint val="75000"/>
                  </a:schemeClr>
                </a:solidFill>
              </a:defRPr>
            </a:lvl4pPr>
            <a:lvl5pPr marL="2437790" indent="0" algn="ctr">
              <a:buNone/>
              <a:defRPr>
                <a:solidFill>
                  <a:schemeClr val="tx1">
                    <a:tint val="75000"/>
                  </a:schemeClr>
                </a:solidFill>
              </a:defRPr>
            </a:lvl5pPr>
            <a:lvl6pPr marL="3047238" indent="0" algn="ctr">
              <a:buNone/>
              <a:defRPr>
                <a:solidFill>
                  <a:schemeClr val="tx1">
                    <a:tint val="75000"/>
                  </a:schemeClr>
                </a:solidFill>
              </a:defRPr>
            </a:lvl6pPr>
            <a:lvl7pPr marL="3656686" indent="0" algn="ctr">
              <a:buNone/>
              <a:defRPr>
                <a:solidFill>
                  <a:schemeClr val="tx1">
                    <a:tint val="75000"/>
                  </a:schemeClr>
                </a:solidFill>
              </a:defRPr>
            </a:lvl7pPr>
            <a:lvl8pPr marL="4266133" indent="0" algn="ctr">
              <a:buNone/>
              <a:defRPr>
                <a:solidFill>
                  <a:schemeClr val="tx1">
                    <a:tint val="75000"/>
                  </a:schemeClr>
                </a:solidFill>
              </a:defRPr>
            </a:lvl8pPr>
            <a:lvl9pPr marL="4875581"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BA5CE939-B381-3A45-13A6-F58CC000B48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1376238" y="177800"/>
            <a:ext cx="731437" cy="722632"/>
          </a:xfrm>
          <a:prstGeom prst="rect">
            <a:avLst/>
          </a:prstGeom>
        </p:spPr>
      </p:pic>
    </p:spTree>
    <p:extLst>
      <p:ext uri="{BB962C8B-B14F-4D97-AF65-F5344CB8AC3E}">
        <p14:creationId xmlns:p14="http://schemas.microsoft.com/office/powerpoint/2010/main" val="20172846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a:xfrm>
            <a:off x="609441" y="6356351"/>
            <a:ext cx="2844059" cy="365125"/>
          </a:xfrm>
        </p:spPr>
        <p:txBody>
          <a:bodyPr/>
          <a:lstStyle>
            <a:lvl1pPr algn="l">
              <a:defRPr/>
            </a:lvl1pPr>
          </a:lstStyle>
          <a:p>
            <a:fld id="{B6F15528-21DE-4FAA-801E-634DDDAF4B2B}" type="slidenum">
              <a:rPr lang="en-US" smtClean="0"/>
              <a:pPr/>
              <a:t>‹#›</a:t>
            </a:fld>
            <a:endParaRPr lang="en-US"/>
          </a:p>
        </p:txBody>
      </p:sp>
      <p:sp>
        <p:nvSpPr>
          <p:cNvPr id="8" name="Title 1"/>
          <p:cNvSpPr>
            <a:spLocks noGrp="1"/>
          </p:cNvSpPr>
          <p:nvPr>
            <p:ph type="title" hasCustomPrompt="1"/>
          </p:nvPr>
        </p:nvSpPr>
        <p:spPr>
          <a:xfrm>
            <a:off x="609441" y="584201"/>
            <a:ext cx="10969943" cy="711201"/>
          </a:xfrm>
          <a:prstGeom prst="rect">
            <a:avLst/>
          </a:prstGeom>
        </p:spPr>
        <p:txBody>
          <a:bodyPr/>
          <a:lstStyle>
            <a:lvl1pPr>
              <a:defRPr sz="3732">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BE9035D6-1EB0-67FD-788E-258B941A5BB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376238" y="177800"/>
            <a:ext cx="731437" cy="722632"/>
          </a:xfrm>
          <a:prstGeom prst="rect">
            <a:avLst/>
          </a:prstGeom>
        </p:spPr>
      </p:pic>
    </p:spTree>
    <p:extLst>
      <p:ext uri="{BB962C8B-B14F-4D97-AF65-F5344CB8AC3E}">
        <p14:creationId xmlns:p14="http://schemas.microsoft.com/office/powerpoint/2010/main" val="381096798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62833" y="4406901"/>
            <a:ext cx="10360501" cy="1362075"/>
          </a:xfrm>
          <a:prstGeom prst="rect">
            <a:avLst/>
          </a:prstGeom>
        </p:spPr>
        <p:txBody>
          <a:bodyPr anchor="t"/>
          <a:lstStyle>
            <a:lvl1pPr algn="l">
              <a:defRPr sz="4266" b="1" cap="none"/>
            </a:lvl1pPr>
          </a:lstStyle>
          <a:p>
            <a:r>
              <a:rPr lang="en-US"/>
              <a:t>Click to edit title style</a:t>
            </a:r>
            <a:endParaRPr lang="en-US" dirty="0"/>
          </a:p>
        </p:txBody>
      </p:sp>
      <p:sp>
        <p:nvSpPr>
          <p:cNvPr id="3" name="Text Placeholder 2"/>
          <p:cNvSpPr>
            <a:spLocks noGrp="1"/>
          </p:cNvSpPr>
          <p:nvPr>
            <p:ph type="body" idx="1"/>
          </p:nvPr>
        </p:nvSpPr>
        <p:spPr>
          <a:xfrm>
            <a:off x="962833" y="2906713"/>
            <a:ext cx="10360501" cy="1500187"/>
          </a:xfrm>
        </p:spPr>
        <p:txBody>
          <a:bodyPr anchor="b"/>
          <a:lstStyle>
            <a:lvl1pPr marL="0" indent="0">
              <a:buNone/>
              <a:defRPr sz="2666">
                <a:solidFill>
                  <a:schemeClr val="tx1">
                    <a:tint val="75000"/>
                  </a:schemeClr>
                </a:solidFill>
              </a:defRPr>
            </a:lvl1pPr>
            <a:lvl2pPr marL="609448" indent="0">
              <a:buNone/>
              <a:defRPr sz="2399">
                <a:solidFill>
                  <a:schemeClr val="tx1">
                    <a:tint val="75000"/>
                  </a:schemeClr>
                </a:solidFill>
              </a:defRPr>
            </a:lvl2pPr>
            <a:lvl3pPr marL="1218895" indent="0">
              <a:buNone/>
              <a:defRPr sz="2133">
                <a:solidFill>
                  <a:schemeClr val="tx1">
                    <a:tint val="75000"/>
                  </a:schemeClr>
                </a:solidFill>
              </a:defRPr>
            </a:lvl3pPr>
            <a:lvl4pPr marL="1828343" indent="0">
              <a:buNone/>
              <a:defRPr sz="1866">
                <a:solidFill>
                  <a:schemeClr val="tx1">
                    <a:tint val="75000"/>
                  </a:schemeClr>
                </a:solidFill>
              </a:defRPr>
            </a:lvl4pPr>
            <a:lvl5pPr marL="2437790" indent="0">
              <a:buNone/>
              <a:defRPr sz="1866">
                <a:solidFill>
                  <a:schemeClr val="tx1">
                    <a:tint val="75000"/>
                  </a:schemeClr>
                </a:solidFill>
              </a:defRPr>
            </a:lvl5pPr>
            <a:lvl6pPr marL="3047238" indent="0">
              <a:buNone/>
              <a:defRPr sz="1866">
                <a:solidFill>
                  <a:schemeClr val="tx1">
                    <a:tint val="75000"/>
                  </a:schemeClr>
                </a:solidFill>
              </a:defRPr>
            </a:lvl6pPr>
            <a:lvl7pPr marL="3656686" indent="0">
              <a:buNone/>
              <a:defRPr sz="1866">
                <a:solidFill>
                  <a:schemeClr val="tx1">
                    <a:tint val="75000"/>
                  </a:schemeClr>
                </a:solidFill>
              </a:defRPr>
            </a:lvl7pPr>
            <a:lvl8pPr marL="4266133" indent="0">
              <a:buNone/>
              <a:defRPr sz="1866">
                <a:solidFill>
                  <a:schemeClr val="tx1">
                    <a:tint val="75000"/>
                  </a:schemeClr>
                </a:solidFill>
              </a:defRPr>
            </a:lvl8pPr>
            <a:lvl9pPr marL="4875581" indent="0">
              <a:buNone/>
              <a:defRPr sz="1866">
                <a:solidFill>
                  <a:schemeClr val="tx1">
                    <a:tint val="75000"/>
                  </a:schemeClr>
                </a:solidFill>
              </a:defRPr>
            </a:lvl9pPr>
          </a:lstStyle>
          <a:p>
            <a:pPr lvl="0"/>
            <a:r>
              <a:rPr lang="en-US"/>
              <a:t>Click to edit Master text styles</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a:xfrm>
            <a:off x="304721" y="6356351"/>
            <a:ext cx="2844059" cy="365125"/>
          </a:xfrm>
        </p:spPr>
        <p:txBody>
          <a:bodyPr/>
          <a:lstStyle>
            <a:lvl1pPr algn="l">
              <a:defRPr/>
            </a:lvl1p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19859E39-C1F4-F452-A609-81C93B9864E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376238" y="177800"/>
            <a:ext cx="731437" cy="722632"/>
          </a:xfrm>
          <a:prstGeom prst="rect">
            <a:avLst/>
          </a:prstGeom>
        </p:spPr>
      </p:pic>
    </p:spTree>
    <p:extLst>
      <p:ext uri="{BB962C8B-B14F-4D97-AF65-F5344CB8AC3E}">
        <p14:creationId xmlns:p14="http://schemas.microsoft.com/office/powerpoint/2010/main" val="59437930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09441" y="76201"/>
            <a:ext cx="10969943" cy="812801"/>
          </a:xfrm>
          <a:prstGeom prst="rect">
            <a:avLst/>
          </a:prstGeom>
        </p:spPr>
        <p:txBody>
          <a:bodyPr/>
          <a:lstStyle/>
          <a:p>
            <a:r>
              <a:rPr lang="en-US" dirty="0"/>
              <a:t>Click to edit title style</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609441" y="1295400"/>
            <a:ext cx="5383398" cy="4876800"/>
          </a:xfrm>
        </p:spPr>
        <p:txBody>
          <a:bodyPr>
            <a:normAutofit/>
          </a:bodyPr>
          <a:lstStyle>
            <a:lvl1pPr marL="0" indent="0">
              <a:buFont typeface="Arial" pitchFamily="34" charset="0"/>
              <a:buNone/>
              <a:defRPr sz="1866"/>
            </a:lvl1pPr>
            <a:lvl2pPr>
              <a:defRPr sz="1600"/>
            </a:lvl2pPr>
            <a:lvl3pPr>
              <a:defRPr sz="1466"/>
            </a:lvl3pPr>
            <a:lvl4pPr>
              <a:defRPr sz="1466"/>
            </a:lvl4pPr>
            <a:lvl5pPr>
              <a:defRPr sz="1466"/>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8"/>
          <p:cNvSpPr>
            <a:spLocks noGrp="1"/>
          </p:cNvSpPr>
          <p:nvPr>
            <p:ph sz="quarter" idx="14"/>
          </p:nvPr>
        </p:nvSpPr>
        <p:spPr>
          <a:xfrm>
            <a:off x="6195986" y="1295400"/>
            <a:ext cx="5383398" cy="4876800"/>
          </a:xfrm>
        </p:spPr>
        <p:txBody>
          <a:bodyPr>
            <a:normAutofit/>
          </a:bodyPr>
          <a:lstStyle>
            <a:lvl1pPr marL="0" indent="0">
              <a:buNone/>
              <a:defRPr sz="1866"/>
            </a:lvl1pPr>
            <a:lvl2pPr>
              <a:defRPr sz="1600"/>
            </a:lvl2pPr>
            <a:lvl3pPr>
              <a:defRPr sz="1466"/>
            </a:lvl3pPr>
            <a:lvl4pPr>
              <a:defRPr sz="1466"/>
            </a:lvl4pPr>
            <a:lvl5pPr>
              <a:defRPr sz="1466"/>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Picture 2" descr="A yellow circle with black letters and a black background&#10;&#10;Description automatically generated">
            <a:extLst>
              <a:ext uri="{FF2B5EF4-FFF2-40B4-BE49-F238E27FC236}">
                <a16:creationId xmlns:a16="http://schemas.microsoft.com/office/drawing/2014/main" id="{361F23F3-4276-7AC6-FA37-CDC6351B9F7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376238" y="177800"/>
            <a:ext cx="731437" cy="722632"/>
          </a:xfrm>
          <a:prstGeom prst="rect">
            <a:avLst/>
          </a:prstGeom>
        </p:spPr>
      </p:pic>
    </p:spTree>
    <p:extLst>
      <p:ext uri="{BB962C8B-B14F-4D97-AF65-F5344CB8AC3E}">
        <p14:creationId xmlns:p14="http://schemas.microsoft.com/office/powerpoint/2010/main" val="129155074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4_Two Content">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609441" y="1295400"/>
            <a:ext cx="3555074" cy="4876800"/>
          </a:xfrm>
        </p:spPr>
        <p:txBody>
          <a:bodyPr>
            <a:normAutofit/>
          </a:bodyPr>
          <a:lstStyle>
            <a:lvl1pPr marL="0" indent="0">
              <a:buFont typeface="Arial" pitchFamily="34" charset="0"/>
              <a:buNone/>
              <a:defRPr sz="1866"/>
            </a:lvl1pPr>
            <a:lvl2pPr>
              <a:defRPr sz="1600"/>
            </a:lvl2pPr>
            <a:lvl3pPr>
              <a:defRPr sz="1466"/>
            </a:lvl3pPr>
            <a:lvl4pPr>
              <a:defRPr sz="1466"/>
            </a:lvl4pPr>
            <a:lvl5pPr>
              <a:defRPr sz="1466"/>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p:cNvSpPr>
            <a:spLocks noGrp="1"/>
          </p:cNvSpPr>
          <p:nvPr>
            <p:ph sz="quarter" idx="14"/>
          </p:nvPr>
        </p:nvSpPr>
        <p:spPr>
          <a:xfrm>
            <a:off x="4316876" y="1295400"/>
            <a:ext cx="3555074" cy="4876800"/>
          </a:xfrm>
        </p:spPr>
        <p:txBody>
          <a:bodyPr>
            <a:normAutofit/>
          </a:bodyPr>
          <a:lstStyle>
            <a:lvl1pPr marL="0" indent="0">
              <a:buFont typeface="Arial" pitchFamily="34" charset="0"/>
              <a:buNone/>
              <a:defRPr sz="1866"/>
            </a:lvl1pPr>
            <a:lvl2pPr>
              <a:defRPr sz="1600"/>
            </a:lvl2pPr>
            <a:lvl3pPr>
              <a:defRPr sz="1466"/>
            </a:lvl3pPr>
            <a:lvl4pPr>
              <a:defRPr sz="1466"/>
            </a:lvl4pPr>
            <a:lvl5pPr>
              <a:defRPr sz="1466"/>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8"/>
          <p:cNvSpPr>
            <a:spLocks noGrp="1"/>
          </p:cNvSpPr>
          <p:nvPr>
            <p:ph sz="quarter" idx="15"/>
          </p:nvPr>
        </p:nvSpPr>
        <p:spPr>
          <a:xfrm>
            <a:off x="8024310" y="1295400"/>
            <a:ext cx="3555074" cy="4876800"/>
          </a:xfrm>
        </p:spPr>
        <p:txBody>
          <a:bodyPr>
            <a:normAutofit/>
          </a:bodyPr>
          <a:lstStyle>
            <a:lvl1pPr marL="0" indent="0">
              <a:buFont typeface="Arial" pitchFamily="34" charset="0"/>
              <a:buNone/>
              <a:defRPr sz="1866"/>
            </a:lvl1pPr>
            <a:lvl2pPr>
              <a:defRPr sz="1600"/>
            </a:lvl2pPr>
            <a:lvl3pPr>
              <a:defRPr sz="1466"/>
            </a:lvl3pPr>
            <a:lvl4pPr>
              <a:defRPr sz="1466"/>
            </a:lvl4pPr>
            <a:lvl5pPr>
              <a:defRPr sz="1466"/>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1"/>
          <p:cNvSpPr>
            <a:spLocks noGrp="1"/>
          </p:cNvSpPr>
          <p:nvPr>
            <p:ph type="title" hasCustomPrompt="1"/>
          </p:nvPr>
        </p:nvSpPr>
        <p:spPr>
          <a:xfrm>
            <a:off x="609441" y="584201"/>
            <a:ext cx="10969943" cy="711201"/>
          </a:xfrm>
          <a:prstGeom prst="rect">
            <a:avLst/>
          </a:prstGeom>
        </p:spPr>
        <p:txBody>
          <a:bodyPr/>
          <a:lstStyle>
            <a:lvl1pPr>
              <a:defRPr sz="3732">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5FDBF0D3-6CF9-4440-94E9-AA4A7421695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376238" y="177800"/>
            <a:ext cx="731437" cy="722632"/>
          </a:xfrm>
          <a:prstGeom prst="rect">
            <a:avLst/>
          </a:prstGeom>
        </p:spPr>
      </p:pic>
    </p:spTree>
    <p:extLst>
      <p:ext uri="{BB962C8B-B14F-4D97-AF65-F5344CB8AC3E}">
        <p14:creationId xmlns:p14="http://schemas.microsoft.com/office/powerpoint/2010/main" val="263485787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5_Two Content">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609441" y="1295400"/>
            <a:ext cx="3555074" cy="4876800"/>
          </a:xfrm>
        </p:spPr>
        <p:txBody>
          <a:bodyPr>
            <a:normAutofit/>
          </a:bodyPr>
          <a:lstStyle>
            <a:lvl1pPr marL="0" indent="0">
              <a:buFont typeface="Arial" pitchFamily="34" charset="0"/>
              <a:buNone/>
              <a:defRPr sz="1866"/>
            </a:lvl1pPr>
            <a:lvl2pPr>
              <a:defRPr sz="1600"/>
            </a:lvl2pPr>
            <a:lvl3pPr>
              <a:defRPr sz="1466"/>
            </a:lvl3pPr>
            <a:lvl4pPr>
              <a:defRPr sz="1466"/>
            </a:lvl4pPr>
            <a:lvl5pPr>
              <a:defRPr sz="1466"/>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p:cNvSpPr>
            <a:spLocks noGrp="1"/>
          </p:cNvSpPr>
          <p:nvPr>
            <p:ph sz="quarter" idx="14"/>
          </p:nvPr>
        </p:nvSpPr>
        <p:spPr>
          <a:xfrm>
            <a:off x="4316876" y="1295400"/>
            <a:ext cx="3555074" cy="4876800"/>
          </a:xfrm>
        </p:spPr>
        <p:txBody>
          <a:bodyPr>
            <a:normAutofit/>
          </a:bodyPr>
          <a:lstStyle>
            <a:lvl1pPr marL="0" indent="0">
              <a:buFont typeface="Arial" pitchFamily="34" charset="0"/>
              <a:buNone/>
              <a:defRPr sz="1866"/>
            </a:lvl1pPr>
            <a:lvl2pPr>
              <a:defRPr sz="1600"/>
            </a:lvl2pPr>
            <a:lvl3pPr>
              <a:defRPr sz="1466"/>
            </a:lvl3pPr>
            <a:lvl4pPr>
              <a:defRPr sz="1466"/>
            </a:lvl4pPr>
            <a:lvl5pPr>
              <a:defRPr sz="1466"/>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1"/>
          <p:cNvSpPr>
            <a:spLocks noGrp="1"/>
          </p:cNvSpPr>
          <p:nvPr>
            <p:ph type="title" hasCustomPrompt="1"/>
          </p:nvPr>
        </p:nvSpPr>
        <p:spPr>
          <a:xfrm>
            <a:off x="609441" y="584201"/>
            <a:ext cx="10969943" cy="711201"/>
          </a:xfrm>
          <a:prstGeom prst="rect">
            <a:avLst/>
          </a:prstGeom>
        </p:spPr>
        <p:txBody>
          <a:bodyPr/>
          <a:lstStyle>
            <a:lvl1pPr>
              <a:defRPr sz="3732">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CB3935A3-C998-9B3D-079E-B7BC7E8C2A3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376238" y="177800"/>
            <a:ext cx="731437" cy="722632"/>
          </a:xfrm>
          <a:prstGeom prst="rect">
            <a:avLst/>
          </a:prstGeom>
        </p:spPr>
      </p:pic>
    </p:spTree>
    <p:extLst>
      <p:ext uri="{BB962C8B-B14F-4D97-AF65-F5344CB8AC3E}">
        <p14:creationId xmlns:p14="http://schemas.microsoft.com/office/powerpoint/2010/main" val="8842224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p>
            <a:r>
              <a:rPr lang="en-US" dirty="0"/>
              <a:t>www.anubhavtrainings.com</a:t>
            </a:r>
          </a:p>
        </p:txBody>
      </p:sp>
      <p:sp>
        <p:nvSpPr>
          <p:cNvPr id="5" name="Slide Number Placeholder 4"/>
          <p:cNvSpPr>
            <a:spLocks noGrp="1"/>
          </p:cNvSpPr>
          <p:nvPr>
            <p:ph type="sldNum" sz="quarter" idx="12"/>
          </p:nvPr>
        </p:nvSpPr>
        <p:spPr>
          <a:xfrm>
            <a:off x="203147" y="6375400"/>
            <a:ext cx="2844059" cy="365125"/>
          </a:xfrm>
        </p:spPr>
        <p:txBody>
          <a:bodyPr/>
          <a:lstStyle>
            <a:lvl1pPr algn="l">
              <a:defRPr/>
            </a:lvl1pPr>
          </a:lstStyle>
          <a:p>
            <a:fld id="{B6F15528-21DE-4FAA-801E-634DDDAF4B2B}" type="slidenum">
              <a:rPr lang="en-US" smtClean="0"/>
              <a:pPr/>
              <a:t>‹#›</a:t>
            </a:fld>
            <a:endParaRPr lang="en-US"/>
          </a:p>
        </p:txBody>
      </p:sp>
      <p:sp>
        <p:nvSpPr>
          <p:cNvPr id="6" name="Title 1"/>
          <p:cNvSpPr>
            <a:spLocks noGrp="1"/>
          </p:cNvSpPr>
          <p:nvPr>
            <p:ph type="title" hasCustomPrompt="1"/>
          </p:nvPr>
        </p:nvSpPr>
        <p:spPr>
          <a:xfrm>
            <a:off x="222045" y="279401"/>
            <a:ext cx="10969943" cy="711201"/>
          </a:xfrm>
          <a:prstGeom prst="rect">
            <a:avLst/>
          </a:prstGeom>
        </p:spPr>
        <p:txBody>
          <a:bodyPr/>
          <a:lstStyle>
            <a:lvl1pPr>
              <a:defRPr sz="3466">
                <a:gradFill>
                  <a:gsLst>
                    <a:gs pos="0">
                      <a:srgbClr val="002060"/>
                    </a:gs>
                    <a:gs pos="100000">
                      <a:srgbClr val="0070C0"/>
                    </a:gs>
                  </a:gsLst>
                  <a:lin ang="5400000" scaled="0"/>
                </a:gradFill>
                <a:latin typeface="Cooper Black" panose="0208090404030B020404" pitchFamily="18" charset="0"/>
              </a:defRPr>
            </a:lvl1pPr>
          </a:lstStyle>
          <a:p>
            <a:r>
              <a:rPr lang="en-US" dirty="0"/>
              <a:t>Click to edit title style</a:t>
            </a:r>
          </a:p>
        </p:txBody>
      </p:sp>
      <p:pic>
        <p:nvPicPr>
          <p:cNvPr id="8" name="Picture 7" descr="A yellow circle with black letters and a black background&#10;&#10;Description automatically generated">
            <a:extLst>
              <a:ext uri="{FF2B5EF4-FFF2-40B4-BE49-F238E27FC236}">
                <a16:creationId xmlns:a16="http://schemas.microsoft.com/office/drawing/2014/main" id="{547D5447-D822-E114-D105-30608DBB5E2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477810" y="76201"/>
            <a:ext cx="658210" cy="650287"/>
          </a:xfrm>
          <a:prstGeom prst="rect">
            <a:avLst/>
          </a:prstGeom>
        </p:spPr>
      </p:pic>
    </p:spTree>
    <p:extLst>
      <p:ext uri="{BB962C8B-B14F-4D97-AF65-F5344CB8AC3E}">
        <p14:creationId xmlns:p14="http://schemas.microsoft.com/office/powerpoint/2010/main" val="322921069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www.anubhavtrainings.com</a:t>
            </a:r>
          </a:p>
        </p:txBody>
      </p:sp>
      <p:sp>
        <p:nvSpPr>
          <p:cNvPr id="4" name="Slide Number Placeholder 3"/>
          <p:cNvSpPr>
            <a:spLocks noGrp="1"/>
          </p:cNvSpPr>
          <p:nvPr>
            <p:ph type="sldNum" sz="quarter" idx="12"/>
          </p:nvPr>
        </p:nvSpPr>
        <p:spPr>
          <a:xfrm>
            <a:off x="203147" y="6356351"/>
            <a:ext cx="2844059" cy="365125"/>
          </a:xfrm>
        </p:spPr>
        <p:txBody>
          <a:bodyPr/>
          <a:lstStyle>
            <a:lvl1pPr algn="l">
              <a:defRPr/>
            </a:lvl1pPr>
          </a:lstStyle>
          <a:p>
            <a:fld id="{B6F15528-21DE-4FAA-801E-634DDDAF4B2B}" type="slidenum">
              <a:rPr lang="en-US" smtClean="0"/>
              <a:pPr/>
              <a:t>‹#›</a:t>
            </a:fld>
            <a:endParaRPr lang="en-US"/>
          </a:p>
        </p:txBody>
      </p:sp>
      <p:pic>
        <p:nvPicPr>
          <p:cNvPr id="5" name="Picture 4" descr="A yellow circle with black letters and a black background&#10;&#10;Description automatically generated">
            <a:extLst>
              <a:ext uri="{FF2B5EF4-FFF2-40B4-BE49-F238E27FC236}">
                <a16:creationId xmlns:a16="http://schemas.microsoft.com/office/drawing/2014/main" id="{BFC459EA-C247-C5E7-6491-AEF2B5F94E2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376238" y="177800"/>
            <a:ext cx="731437" cy="722632"/>
          </a:xfrm>
          <a:prstGeom prst="rect">
            <a:avLst/>
          </a:prstGeom>
        </p:spPr>
      </p:pic>
    </p:spTree>
    <p:extLst>
      <p:ext uri="{BB962C8B-B14F-4D97-AF65-F5344CB8AC3E}">
        <p14:creationId xmlns:p14="http://schemas.microsoft.com/office/powerpoint/2010/main" val="306564357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443" y="1092200"/>
            <a:ext cx="4010039" cy="1162051"/>
          </a:xfrm>
          <a:prstGeom prst="rect">
            <a:avLst/>
          </a:prstGeom>
        </p:spPr>
        <p:txBody>
          <a:bodyPr anchor="b"/>
          <a:lstStyle>
            <a:lvl1pPr algn="l">
              <a:defRPr sz="2666" b="1"/>
            </a:lvl1pPr>
          </a:lstStyle>
          <a:p>
            <a:r>
              <a:rPr lang="en-US"/>
              <a:t>Click to edit Master title style</a:t>
            </a:r>
          </a:p>
        </p:txBody>
      </p:sp>
      <p:sp>
        <p:nvSpPr>
          <p:cNvPr id="3" name="Content Placeholder 2"/>
          <p:cNvSpPr>
            <a:spLocks noGrp="1"/>
          </p:cNvSpPr>
          <p:nvPr>
            <p:ph idx="1"/>
          </p:nvPr>
        </p:nvSpPr>
        <p:spPr>
          <a:xfrm>
            <a:off x="4765492" y="1092201"/>
            <a:ext cx="6813892" cy="5033964"/>
          </a:xfrm>
        </p:spPr>
        <p:txBody>
          <a:bodyPr>
            <a:normAutofit/>
          </a:bodyPr>
          <a:lstStyle>
            <a:lvl1pPr>
              <a:defRPr sz="3199"/>
            </a:lvl1pPr>
            <a:lvl2pPr>
              <a:defRPr sz="2666"/>
            </a:lvl2pPr>
            <a:lvl3pPr>
              <a:defRPr sz="2399"/>
            </a:lvl3pPr>
            <a:lvl4pPr>
              <a:defRPr sz="2133"/>
            </a:lvl4pPr>
            <a:lvl5pPr>
              <a:defRPr sz="2133"/>
            </a:lvl5pPr>
            <a:lvl6pPr>
              <a:defRPr sz="2666"/>
            </a:lvl6pPr>
            <a:lvl7pPr>
              <a:defRPr sz="2666"/>
            </a:lvl7pPr>
            <a:lvl8pPr>
              <a:defRPr sz="2666"/>
            </a:lvl8pPr>
            <a:lvl9pPr>
              <a:defRPr sz="2666"/>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609443" y="2311401"/>
            <a:ext cx="4010039" cy="3814764"/>
          </a:xfrm>
        </p:spPr>
        <p:txBody>
          <a:bodyPr/>
          <a:lstStyle>
            <a:lvl1pPr marL="0" indent="0">
              <a:buNone/>
              <a:defRPr sz="1866"/>
            </a:lvl1pPr>
            <a:lvl2pPr marL="609448" indent="0">
              <a:buNone/>
              <a:defRPr sz="1600"/>
            </a:lvl2pPr>
            <a:lvl3pPr marL="1218895" indent="0">
              <a:buNone/>
              <a:defRPr sz="1333"/>
            </a:lvl3pPr>
            <a:lvl4pPr marL="1828343" indent="0">
              <a:buNone/>
              <a:defRPr sz="1200"/>
            </a:lvl4pPr>
            <a:lvl5pPr marL="2437790" indent="0">
              <a:buNone/>
              <a:defRPr sz="1200"/>
            </a:lvl5pPr>
            <a:lvl6pPr marL="3047238" indent="0">
              <a:buNone/>
              <a:defRPr sz="1200"/>
            </a:lvl6pPr>
            <a:lvl7pPr marL="3656686" indent="0">
              <a:buNone/>
              <a:defRPr sz="1200"/>
            </a:lvl7pPr>
            <a:lvl8pPr marL="4266133" indent="0">
              <a:buNone/>
              <a:defRPr sz="1200"/>
            </a:lvl8pPr>
            <a:lvl9pPr marL="4875581" indent="0">
              <a:buNone/>
              <a:defRPr sz="12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pic>
        <p:nvPicPr>
          <p:cNvPr id="8" name="Picture 7" descr="A yellow circle with black letters and a black background&#10;&#10;Description automatically generated">
            <a:extLst>
              <a:ext uri="{FF2B5EF4-FFF2-40B4-BE49-F238E27FC236}">
                <a16:creationId xmlns:a16="http://schemas.microsoft.com/office/drawing/2014/main" id="{40C7AE83-204E-A484-7237-A7EA3EBC4DA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376238" y="177800"/>
            <a:ext cx="731437" cy="722632"/>
          </a:xfrm>
          <a:prstGeom prst="rect">
            <a:avLst/>
          </a:prstGeom>
        </p:spPr>
      </p:pic>
    </p:spTree>
    <p:extLst>
      <p:ext uri="{BB962C8B-B14F-4D97-AF65-F5344CB8AC3E}">
        <p14:creationId xmlns:p14="http://schemas.microsoft.com/office/powerpoint/2010/main" val="19073880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095" y="4800600"/>
            <a:ext cx="7313295" cy="566739"/>
          </a:xfrm>
          <a:prstGeom prst="rect">
            <a:avLst/>
          </a:prstGeom>
        </p:spPr>
        <p:txBody>
          <a:bodyPr anchor="b"/>
          <a:lstStyle>
            <a:lvl1pPr algn="l">
              <a:defRPr sz="2666" b="1"/>
            </a:lvl1pPr>
          </a:lstStyle>
          <a:p>
            <a:r>
              <a:rPr lang="en-US"/>
              <a:t>Click to edit Master title style</a:t>
            </a:r>
          </a:p>
        </p:txBody>
      </p:sp>
      <p:sp>
        <p:nvSpPr>
          <p:cNvPr id="3" name="Picture Placeholder 2"/>
          <p:cNvSpPr>
            <a:spLocks noGrp="1"/>
          </p:cNvSpPr>
          <p:nvPr>
            <p:ph type="pic" idx="1"/>
          </p:nvPr>
        </p:nvSpPr>
        <p:spPr>
          <a:xfrm>
            <a:off x="2389095" y="1193799"/>
            <a:ext cx="7313295" cy="3533775"/>
          </a:xfrm>
        </p:spPr>
        <p:txBody>
          <a:bodyPr/>
          <a:lstStyle>
            <a:lvl1pPr marL="0" indent="0">
              <a:buNone/>
              <a:defRPr sz="4266"/>
            </a:lvl1pPr>
            <a:lvl2pPr marL="609448" indent="0">
              <a:buNone/>
              <a:defRPr sz="3732"/>
            </a:lvl2pPr>
            <a:lvl3pPr marL="1218895" indent="0">
              <a:buNone/>
              <a:defRPr sz="3199"/>
            </a:lvl3pPr>
            <a:lvl4pPr marL="1828343" indent="0">
              <a:buNone/>
              <a:defRPr sz="2666"/>
            </a:lvl4pPr>
            <a:lvl5pPr marL="2437790" indent="0">
              <a:buNone/>
              <a:defRPr sz="2666"/>
            </a:lvl5pPr>
            <a:lvl6pPr marL="3047238" indent="0">
              <a:buNone/>
              <a:defRPr sz="2666"/>
            </a:lvl6pPr>
            <a:lvl7pPr marL="3656686" indent="0">
              <a:buNone/>
              <a:defRPr sz="2666"/>
            </a:lvl7pPr>
            <a:lvl8pPr marL="4266133" indent="0">
              <a:buNone/>
              <a:defRPr sz="2666"/>
            </a:lvl8pPr>
            <a:lvl9pPr marL="4875581" indent="0">
              <a:buNone/>
              <a:defRPr sz="2666"/>
            </a:lvl9pPr>
          </a:lstStyle>
          <a:p>
            <a:endParaRPr lang="en-US"/>
          </a:p>
        </p:txBody>
      </p:sp>
      <p:sp>
        <p:nvSpPr>
          <p:cNvPr id="4" name="Text Placeholder 3"/>
          <p:cNvSpPr>
            <a:spLocks noGrp="1"/>
          </p:cNvSpPr>
          <p:nvPr>
            <p:ph type="body" sz="half" idx="2"/>
          </p:nvPr>
        </p:nvSpPr>
        <p:spPr>
          <a:xfrm>
            <a:off x="2389095" y="5367338"/>
            <a:ext cx="7313295" cy="804863"/>
          </a:xfrm>
        </p:spPr>
        <p:txBody>
          <a:bodyPr/>
          <a:lstStyle>
            <a:lvl1pPr marL="0" indent="0">
              <a:buNone/>
              <a:defRPr sz="1866"/>
            </a:lvl1pPr>
            <a:lvl2pPr marL="609448" indent="0">
              <a:buNone/>
              <a:defRPr sz="1600"/>
            </a:lvl2pPr>
            <a:lvl3pPr marL="1218895" indent="0">
              <a:buNone/>
              <a:defRPr sz="1333"/>
            </a:lvl3pPr>
            <a:lvl4pPr marL="1828343" indent="0">
              <a:buNone/>
              <a:defRPr sz="1200"/>
            </a:lvl4pPr>
            <a:lvl5pPr marL="2437790" indent="0">
              <a:buNone/>
              <a:defRPr sz="1200"/>
            </a:lvl5pPr>
            <a:lvl6pPr marL="3047238" indent="0">
              <a:buNone/>
              <a:defRPr sz="1200"/>
            </a:lvl6pPr>
            <a:lvl7pPr marL="3656686" indent="0">
              <a:buNone/>
              <a:defRPr sz="1200"/>
            </a:lvl7pPr>
            <a:lvl8pPr marL="4266133" indent="0">
              <a:buNone/>
              <a:defRPr sz="1200"/>
            </a:lvl8pPr>
            <a:lvl9pPr marL="4875581" indent="0">
              <a:buNone/>
              <a:defRPr sz="12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pic>
        <p:nvPicPr>
          <p:cNvPr id="8" name="Picture 7" descr="A yellow circle with black letters and a black background&#10;&#10;Description automatically generated">
            <a:extLst>
              <a:ext uri="{FF2B5EF4-FFF2-40B4-BE49-F238E27FC236}">
                <a16:creationId xmlns:a16="http://schemas.microsoft.com/office/drawing/2014/main" id="{23DAEE89-C03B-1705-0782-CE3B90349AF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376238" y="177800"/>
            <a:ext cx="731437" cy="722632"/>
          </a:xfrm>
          <a:prstGeom prst="rect">
            <a:avLst/>
          </a:prstGeom>
        </p:spPr>
      </p:pic>
    </p:spTree>
    <p:extLst>
      <p:ext uri="{BB962C8B-B14F-4D97-AF65-F5344CB8AC3E}">
        <p14:creationId xmlns:p14="http://schemas.microsoft.com/office/powerpoint/2010/main" val="343541661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
        <p:nvSpPr>
          <p:cNvPr id="7" name="Title 1"/>
          <p:cNvSpPr>
            <a:spLocks noGrp="1"/>
          </p:cNvSpPr>
          <p:nvPr>
            <p:ph type="title" hasCustomPrompt="1"/>
          </p:nvPr>
        </p:nvSpPr>
        <p:spPr>
          <a:xfrm>
            <a:off x="609441" y="584201"/>
            <a:ext cx="10969943" cy="711201"/>
          </a:xfrm>
          <a:prstGeom prst="rect">
            <a:avLst/>
          </a:prstGeom>
        </p:spPr>
        <p:txBody>
          <a:bodyPr/>
          <a:lstStyle>
            <a:lvl1pPr>
              <a:defRPr sz="3732">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FDBE062A-C013-A203-17DC-F9C61DBF2E3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376238" y="177800"/>
            <a:ext cx="731437" cy="722632"/>
          </a:xfrm>
          <a:prstGeom prst="rect">
            <a:avLst/>
          </a:prstGeom>
        </p:spPr>
      </p:pic>
    </p:spTree>
    <p:extLst>
      <p:ext uri="{BB962C8B-B14F-4D97-AF65-F5344CB8AC3E}">
        <p14:creationId xmlns:p14="http://schemas.microsoft.com/office/powerpoint/2010/main" val="267143698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hasCustomPrompt="1"/>
          </p:nvPr>
        </p:nvSpPr>
        <p:spPr>
          <a:xfrm>
            <a:off x="8836898" y="1396999"/>
            <a:ext cx="2742486" cy="4729164"/>
          </a:xfrm>
          <a:prstGeom prst="rect">
            <a:avLst/>
          </a:prstGeom>
        </p:spPr>
        <p:txBody>
          <a:bodyPr vert="eaVert"/>
          <a:lstStyle/>
          <a:p>
            <a:r>
              <a:rPr lang="en-US" dirty="0"/>
              <a:t>Click to edit title style</a:t>
            </a:r>
          </a:p>
        </p:txBody>
      </p:sp>
      <p:sp>
        <p:nvSpPr>
          <p:cNvPr id="3" name="Vertical Text Placeholder 2"/>
          <p:cNvSpPr>
            <a:spLocks noGrp="1"/>
          </p:cNvSpPr>
          <p:nvPr>
            <p:ph type="body" orient="vert" idx="1"/>
          </p:nvPr>
        </p:nvSpPr>
        <p:spPr>
          <a:xfrm>
            <a:off x="609441" y="1396999"/>
            <a:ext cx="8024310" cy="472916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CA6DBE16-F08A-6A41-329C-56621EE5368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376238" y="177800"/>
            <a:ext cx="731437" cy="722632"/>
          </a:xfrm>
          <a:prstGeom prst="rect">
            <a:avLst/>
          </a:prstGeom>
        </p:spPr>
      </p:pic>
    </p:spTree>
    <p:extLst>
      <p:ext uri="{BB962C8B-B14F-4D97-AF65-F5344CB8AC3E}">
        <p14:creationId xmlns:p14="http://schemas.microsoft.com/office/powerpoint/2010/main" val="149123325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3">
            <a:lum/>
          </a:blip>
          <a:srcRect/>
          <a:stretch>
            <a:fillRect b="-20000"/>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09441" y="1803400"/>
            <a:ext cx="10969943" cy="1727200"/>
          </a:xfrm>
          <a:prstGeom prst="rect">
            <a:avLst/>
          </a:prstGeom>
        </p:spPr>
        <p:txBody>
          <a:bodyPr/>
          <a:lstStyle>
            <a:lvl1pPr algn="l">
              <a:defRPr sz="7998" b="1">
                <a:gradFill flip="none" rotWithShape="1">
                  <a:gsLst>
                    <a:gs pos="0">
                      <a:srgbClr val="0070C0"/>
                    </a:gs>
                    <a:gs pos="100000">
                      <a:srgbClr val="00B0F0"/>
                    </a:gs>
                  </a:gsLst>
                  <a:lin ang="16200000" scaled="1"/>
                  <a:tileRect/>
                </a:gradFill>
                <a:effectLst/>
              </a:defRPr>
            </a:lvl1pPr>
          </a:lstStyle>
          <a:p>
            <a:r>
              <a:rPr lang="en-US"/>
              <a:t>Thank You</a:t>
            </a:r>
            <a:endParaRPr lang="en-US" dirty="0"/>
          </a:p>
        </p:txBody>
      </p:sp>
      <p:sp>
        <p:nvSpPr>
          <p:cNvPr id="3" name="Subtitle 2"/>
          <p:cNvSpPr>
            <a:spLocks noGrp="1"/>
          </p:cNvSpPr>
          <p:nvPr>
            <p:ph type="subTitle" idx="1" hasCustomPrompt="1"/>
          </p:nvPr>
        </p:nvSpPr>
        <p:spPr>
          <a:xfrm>
            <a:off x="609441" y="3530600"/>
            <a:ext cx="10969943" cy="1219200"/>
          </a:xfrm>
        </p:spPr>
        <p:txBody>
          <a:bodyPr/>
          <a:lstStyle>
            <a:lvl1pPr marL="0" indent="0" algn="l">
              <a:buNone/>
              <a:defRPr>
                <a:solidFill>
                  <a:schemeClr val="tx1">
                    <a:lumMod val="85000"/>
                    <a:lumOff val="15000"/>
                  </a:schemeClr>
                </a:solidFill>
                <a:effectLst/>
              </a:defRPr>
            </a:lvl1pPr>
            <a:lvl2pPr marL="609448" indent="0" algn="ctr">
              <a:buNone/>
              <a:defRPr>
                <a:solidFill>
                  <a:schemeClr val="tx1">
                    <a:tint val="75000"/>
                  </a:schemeClr>
                </a:solidFill>
              </a:defRPr>
            </a:lvl2pPr>
            <a:lvl3pPr marL="1218895" indent="0" algn="ctr">
              <a:buNone/>
              <a:defRPr>
                <a:solidFill>
                  <a:schemeClr val="tx1">
                    <a:tint val="75000"/>
                  </a:schemeClr>
                </a:solidFill>
              </a:defRPr>
            </a:lvl3pPr>
            <a:lvl4pPr marL="1828343" indent="0" algn="ctr">
              <a:buNone/>
              <a:defRPr>
                <a:solidFill>
                  <a:schemeClr val="tx1">
                    <a:tint val="75000"/>
                  </a:schemeClr>
                </a:solidFill>
              </a:defRPr>
            </a:lvl4pPr>
            <a:lvl5pPr marL="2437790" indent="0" algn="ctr">
              <a:buNone/>
              <a:defRPr>
                <a:solidFill>
                  <a:schemeClr val="tx1">
                    <a:tint val="75000"/>
                  </a:schemeClr>
                </a:solidFill>
              </a:defRPr>
            </a:lvl5pPr>
            <a:lvl6pPr marL="3047238" indent="0" algn="ctr">
              <a:buNone/>
              <a:defRPr>
                <a:solidFill>
                  <a:schemeClr val="tx1">
                    <a:tint val="75000"/>
                  </a:schemeClr>
                </a:solidFill>
              </a:defRPr>
            </a:lvl6pPr>
            <a:lvl7pPr marL="3656686" indent="0" algn="ctr">
              <a:buNone/>
              <a:defRPr>
                <a:solidFill>
                  <a:schemeClr val="tx1">
                    <a:tint val="75000"/>
                  </a:schemeClr>
                </a:solidFill>
              </a:defRPr>
            </a:lvl7pPr>
            <a:lvl8pPr marL="4266133" indent="0" algn="ctr">
              <a:buNone/>
              <a:defRPr>
                <a:solidFill>
                  <a:schemeClr val="tx1">
                    <a:tint val="75000"/>
                  </a:schemeClr>
                </a:solidFill>
              </a:defRPr>
            </a:lvl8pPr>
            <a:lvl9pPr marL="4875581" indent="0" algn="ctr">
              <a:buNone/>
              <a:defRPr>
                <a:solidFill>
                  <a:schemeClr val="tx1">
                    <a:tint val="75000"/>
                  </a:schemeClr>
                </a:solidFill>
              </a:defRPr>
            </a:lvl9pPr>
          </a:lstStyle>
          <a:p>
            <a:r>
              <a:rPr lang="en-US"/>
              <a:t>Contact Information</a:t>
            </a:r>
            <a:endParaRPr lang="en-US" dirty="0"/>
          </a:p>
        </p:txBody>
      </p:sp>
      <p:pic>
        <p:nvPicPr>
          <p:cNvPr id="4" name="Picture 3" descr="A yellow circle with black letters and a black background&#10;&#10;Description automatically generated">
            <a:extLst>
              <a:ext uri="{FF2B5EF4-FFF2-40B4-BE49-F238E27FC236}">
                <a16:creationId xmlns:a16="http://schemas.microsoft.com/office/drawing/2014/main" id="{624E307F-BC23-D6AD-3DDE-45757A637AC3}"/>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1376238" y="177800"/>
            <a:ext cx="731437" cy="722632"/>
          </a:xfrm>
          <a:prstGeom prst="rect">
            <a:avLst/>
          </a:prstGeom>
        </p:spPr>
      </p:pic>
    </p:spTree>
    <p:extLst>
      <p:ext uri="{BB962C8B-B14F-4D97-AF65-F5344CB8AC3E}">
        <p14:creationId xmlns:p14="http://schemas.microsoft.com/office/powerpoint/2010/main" val="2619883553"/>
      </p:ext>
    </p:extLst>
  </p:cSld>
  <p:clrMapOvr>
    <a:overrideClrMapping bg1="lt1" tx1="dk1" bg2="lt2" tx2="dk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9578D6DB-6798-42D2-B9AD-FC6F1C72FC30}" type="datetimeFigureOut">
              <a:rPr lang="en-US" smtClean="0"/>
              <a:pPr/>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5EDE275-BE14-4364-AEA2-5F5667C0FD49}" type="slidenum">
              <a:rPr lang="en-US" smtClean="0"/>
              <a:pPr/>
              <a:t>‹#›</a:t>
            </a:fld>
            <a:endParaRPr lang="en-US"/>
          </a:p>
        </p:txBody>
      </p:sp>
      <p:sp>
        <p:nvSpPr>
          <p:cNvPr id="12" name="Title 1"/>
          <p:cNvSpPr>
            <a:spLocks noGrp="1"/>
          </p:cNvSpPr>
          <p:nvPr>
            <p:ph type="ctrTitle"/>
          </p:nvPr>
        </p:nvSpPr>
        <p:spPr>
          <a:xfrm>
            <a:off x="765821" y="4172482"/>
            <a:ext cx="5256584" cy="1560774"/>
          </a:xfrm>
        </p:spPr>
        <p:txBody>
          <a:bodyPr anchor="t">
            <a:noAutofit/>
          </a:bodyPr>
          <a:lstStyle>
            <a:lvl1pPr algn="l">
              <a:defRPr lang="en-US" sz="4800" kern="1200" smtClean="0">
                <a:solidFill>
                  <a:schemeClr val="tx1">
                    <a:lumMod val="95000"/>
                    <a:lumOff val="5000"/>
                  </a:schemeClr>
                </a:solidFill>
                <a:latin typeface="Segoe UI Black" panose="020B0A02040204020203" pitchFamily="34" charset="0"/>
                <a:ea typeface="Segoe UI Black" panose="020B0A02040204020203" pitchFamily="34" charset="0"/>
                <a:cs typeface="+mj-cs"/>
              </a:defRPr>
            </a:lvl1pPr>
          </a:lstStyle>
          <a:p>
            <a:r>
              <a:rPr lang="en-US" dirty="0"/>
              <a:t>Click to edit Master title style</a:t>
            </a:r>
          </a:p>
        </p:txBody>
      </p:sp>
    </p:spTree>
    <p:extLst>
      <p:ext uri="{BB962C8B-B14F-4D97-AF65-F5344CB8AC3E}">
        <p14:creationId xmlns:p14="http://schemas.microsoft.com/office/powerpoint/2010/main" val="278116646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5404F2-BE9A-4460-8815-8F645183555F}" type="datetimeFigureOut">
              <a:rPr lang="en-US" smtClean="0"/>
              <a:pPr/>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E69268-9C8B-4EBF-A9EE-DC5DC2D48DC3}" type="slidenum">
              <a:rPr lang="en-US" smtClean="0"/>
              <a:pPr/>
              <a:t>‹#›</a:t>
            </a:fld>
            <a:endParaRPr lang="en-US"/>
          </a:p>
        </p:txBody>
      </p:sp>
    </p:spTree>
    <p:extLst>
      <p:ext uri="{BB962C8B-B14F-4D97-AF65-F5344CB8AC3E}">
        <p14:creationId xmlns:p14="http://schemas.microsoft.com/office/powerpoint/2010/main" val="70891147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defRPr sz="3600">
                <a:latin typeface="Cooper Black" panose="0208090404030B020404" pitchFamily="18" charset="0"/>
              </a:defRPr>
            </a:lvl1pPr>
          </a:lstStyle>
          <a:p>
            <a:r>
              <a:rPr lang="en-US" dirty="0"/>
              <a:t>Click to edit Master title style</a:t>
            </a:r>
          </a:p>
        </p:txBody>
      </p:sp>
      <p:sp>
        <p:nvSpPr>
          <p:cNvPr id="3" name="Date Placeholder 2"/>
          <p:cNvSpPr>
            <a:spLocks noGrp="1"/>
          </p:cNvSpPr>
          <p:nvPr>
            <p:ph type="dt" sz="half" idx="10"/>
          </p:nvPr>
        </p:nvSpPr>
        <p:spPr/>
        <p:txBody>
          <a:bodyPr/>
          <a:lstStyle/>
          <a:p>
            <a:fld id="{425404F2-BE9A-4460-8815-8F645183555F}" type="datetimeFigureOut">
              <a:rPr lang="en-US" smtClean="0"/>
              <a:pPr/>
              <a:t>8/10/2026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6E69268-9C8B-4EBF-A9EE-DC5DC2D48DC3}" type="slidenum">
              <a:rPr lang="en-US" smtClean="0"/>
              <a:pPr/>
              <a:t>‹#›</a:t>
            </a:fld>
            <a:endParaRPr lang="en-US"/>
          </a:p>
        </p:txBody>
      </p:sp>
    </p:spTree>
    <p:extLst>
      <p:ext uri="{BB962C8B-B14F-4D97-AF65-F5344CB8AC3E}">
        <p14:creationId xmlns:p14="http://schemas.microsoft.com/office/powerpoint/2010/main" val="227012930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8/10/2026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Tree>
    <p:extLst>
      <p:ext uri="{BB962C8B-B14F-4D97-AF65-F5344CB8AC3E}">
        <p14:creationId xmlns:p14="http://schemas.microsoft.com/office/powerpoint/2010/main" val="116177279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userDrawn="1">
  <p:cSld name="Timeline">
    <p:spTree>
      <p:nvGrpSpPr>
        <p:cNvPr id="1" name=""/>
        <p:cNvGrpSpPr/>
        <p:nvPr/>
      </p:nvGrpSpPr>
      <p:grpSpPr>
        <a:xfrm>
          <a:off x="0" y="0"/>
          <a:ext cx="0" cy="0"/>
          <a:chOff x="0" y="0"/>
          <a:chExt cx="0" cy="0"/>
        </a:xfrm>
      </p:grpSpPr>
      <p:sp>
        <p:nvSpPr>
          <p:cNvPr id="2" name="Title 1"/>
          <p:cNvSpPr>
            <a:spLocks noGrp="1"/>
          </p:cNvSpPr>
          <p:nvPr>
            <p:ph type="title"/>
          </p:nvPr>
        </p:nvSpPr>
        <p:spPr>
          <a:xfrm>
            <a:off x="190128" y="0"/>
            <a:ext cx="9733444" cy="711081"/>
          </a:xfrm>
          <a:prstGeom prst="rect">
            <a:avLst/>
          </a:prstGeom>
        </p:spPr>
        <p:txBody>
          <a:bodyPr>
            <a:noAutofit/>
          </a:bodyPr>
          <a:lstStyle>
            <a:lvl1pPr>
              <a:defRPr sz="3600" b="0">
                <a:solidFill>
                  <a:schemeClr val="accent6"/>
                </a:solidFill>
                <a:latin typeface="Cooper Black" panose="0208090404030B020404" pitchFamily="18" charset="0"/>
              </a:defRPr>
            </a:lvl1pPr>
          </a:lstStyle>
          <a:p>
            <a:r>
              <a:rPr lang="en-US" dirty="0"/>
              <a:t>Click to edit Master title style</a:t>
            </a:r>
          </a:p>
        </p:txBody>
      </p:sp>
      <p:sp>
        <p:nvSpPr>
          <p:cNvPr id="5" name="TextBox 4">
            <a:extLst>
              <a:ext uri="{FF2B5EF4-FFF2-40B4-BE49-F238E27FC236}">
                <a16:creationId xmlns:a16="http://schemas.microsoft.com/office/drawing/2014/main" id="{A5C5638B-B677-974A-A667-0478687C5541}"/>
              </a:ext>
            </a:extLst>
          </p:cNvPr>
          <p:cNvSpPr txBox="1"/>
          <p:nvPr userDrawn="1"/>
        </p:nvSpPr>
        <p:spPr>
          <a:xfrm>
            <a:off x="8974732" y="6381328"/>
            <a:ext cx="3096344" cy="338554"/>
          </a:xfrm>
          <a:prstGeom prst="rect">
            <a:avLst/>
          </a:prstGeom>
          <a:noFill/>
        </p:spPr>
        <p:txBody>
          <a:bodyPr wrap="square" rtlCol="0">
            <a:spAutoFit/>
          </a:bodyPr>
          <a:lstStyle/>
          <a:p>
            <a:r>
              <a:rPr lang="en-US" sz="1600" b="1" dirty="0">
                <a:solidFill>
                  <a:schemeClr val="accent5">
                    <a:lumMod val="75000"/>
                  </a:schemeClr>
                </a:solidFill>
              </a:rPr>
              <a:t>www.anubhavtrainings.com</a:t>
            </a:r>
          </a:p>
        </p:txBody>
      </p:sp>
      <p:pic>
        <p:nvPicPr>
          <p:cNvPr id="14" name="Picture 13">
            <a:extLst>
              <a:ext uri="{FF2B5EF4-FFF2-40B4-BE49-F238E27FC236}">
                <a16:creationId xmlns:a16="http://schemas.microsoft.com/office/drawing/2014/main" id="{4B91050B-06DD-6B9B-5D4B-52C80C09106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089108" y="40947"/>
            <a:ext cx="801948" cy="792088"/>
          </a:xfrm>
          <a:prstGeom prst="rect">
            <a:avLst/>
          </a:prstGeom>
          <a:effectLst>
            <a:reflection endPos="0" dist="50800" dir="5400000" sy="-100000" algn="bl" rotWithShape="0"/>
          </a:effectLst>
        </p:spPr>
      </p:pic>
      <p:sp>
        <p:nvSpPr>
          <p:cNvPr id="15" name="Text Placeholder 3">
            <a:extLst>
              <a:ext uri="{FF2B5EF4-FFF2-40B4-BE49-F238E27FC236}">
                <a16:creationId xmlns:a16="http://schemas.microsoft.com/office/drawing/2014/main" id="{863B6F30-DCC2-D394-EDCF-46E8F95750EC}"/>
              </a:ext>
            </a:extLst>
          </p:cNvPr>
          <p:cNvSpPr>
            <a:spLocks noGrp="1"/>
          </p:cNvSpPr>
          <p:nvPr>
            <p:ph type="body" sz="quarter" idx="10"/>
          </p:nvPr>
        </p:nvSpPr>
        <p:spPr>
          <a:xfrm>
            <a:off x="368762" y="836712"/>
            <a:ext cx="11342274" cy="5616624"/>
          </a:xfrm>
        </p:spPr>
        <p:txBody>
          <a:bodyPr>
            <a:normAutofit/>
          </a:bodyPr>
          <a:lstStyle>
            <a:lvl1pPr marL="0" indent="0">
              <a:buNone/>
              <a:defRPr sz="2000">
                <a:solidFill>
                  <a:schemeClr val="tx1"/>
                </a:solidFill>
                <a:latin typeface="Amasis MT Pro" panose="02040504050005020304" pitchFamily="18" charset="0"/>
              </a:defRPr>
            </a:lvl1pPr>
          </a:lstStyle>
          <a:p>
            <a:endParaRPr lang="en-US" dirty="0"/>
          </a:p>
        </p:txBody>
      </p:sp>
    </p:spTree>
    <p:extLst>
      <p:ext uri="{BB962C8B-B14F-4D97-AF65-F5344CB8AC3E}">
        <p14:creationId xmlns:p14="http://schemas.microsoft.com/office/powerpoint/2010/main" val="17224870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Section Header">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13E3D308-5757-C0AB-DF1B-BAAA1120B8A8}"/>
              </a:ext>
            </a:extLst>
          </p:cNvPr>
          <p:cNvSpPr>
            <a:spLocks noGrp="1"/>
          </p:cNvSpPr>
          <p:nvPr>
            <p:ph type="pic" sz="quarter" idx="10"/>
          </p:nvPr>
        </p:nvSpPr>
        <p:spPr>
          <a:xfrm>
            <a:off x="1583825" y="1922288"/>
            <a:ext cx="3303993" cy="3304854"/>
          </a:xfrm>
          <a:custGeom>
            <a:avLst/>
            <a:gdLst>
              <a:gd name="connsiteX0" fmla="*/ 2110615 w 4221230"/>
              <a:gd name="connsiteY0" fmla="*/ 0 h 4062856"/>
              <a:gd name="connsiteX1" fmla="*/ 4221230 w 4221230"/>
              <a:gd name="connsiteY1" fmla="*/ 2031428 h 4062856"/>
              <a:gd name="connsiteX2" fmla="*/ 2110615 w 4221230"/>
              <a:gd name="connsiteY2" fmla="*/ 4062856 h 4062856"/>
              <a:gd name="connsiteX3" fmla="*/ 0 w 4221230"/>
              <a:gd name="connsiteY3" fmla="*/ 2031428 h 4062856"/>
              <a:gd name="connsiteX4" fmla="*/ 2110615 w 4221230"/>
              <a:gd name="connsiteY4" fmla="*/ 0 h 4062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21230" h="4062856">
                <a:moveTo>
                  <a:pt x="2110615" y="0"/>
                </a:moveTo>
                <a:cubicBezTo>
                  <a:pt x="3276275" y="0"/>
                  <a:pt x="4221230" y="909501"/>
                  <a:pt x="4221230" y="2031428"/>
                </a:cubicBezTo>
                <a:cubicBezTo>
                  <a:pt x="4221230" y="3153355"/>
                  <a:pt x="3276275" y="4062856"/>
                  <a:pt x="2110615" y="4062856"/>
                </a:cubicBezTo>
                <a:cubicBezTo>
                  <a:pt x="944955" y="4062856"/>
                  <a:pt x="0" y="3153355"/>
                  <a:pt x="0" y="2031428"/>
                </a:cubicBezTo>
                <a:cubicBezTo>
                  <a:pt x="0" y="909501"/>
                  <a:pt x="944955" y="0"/>
                  <a:pt x="2110615" y="0"/>
                </a:cubicBezTo>
                <a:close/>
              </a:path>
            </a:pathLst>
          </a:custGeom>
        </p:spPr>
        <p:txBody>
          <a:bodyPr wrap="square">
            <a:noAutofit/>
          </a:bodyPr>
          <a:lstStyle/>
          <a:p>
            <a:endParaRPr lang="en-US"/>
          </a:p>
        </p:txBody>
      </p:sp>
    </p:spTree>
    <p:extLst>
      <p:ext uri="{BB962C8B-B14F-4D97-AF65-F5344CB8AC3E}">
        <p14:creationId xmlns:p14="http://schemas.microsoft.com/office/powerpoint/2010/main" val="95848850"/>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userDrawn="1">
  <p:cSld name="Two Content">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2399925A-B7E0-BC1F-AE78-65034C6C65DB}"/>
              </a:ext>
            </a:extLst>
          </p:cNvPr>
          <p:cNvSpPr>
            <a:spLocks noGrp="1"/>
          </p:cNvSpPr>
          <p:nvPr>
            <p:ph type="pic" sz="quarter" idx="10"/>
          </p:nvPr>
        </p:nvSpPr>
        <p:spPr>
          <a:xfrm>
            <a:off x="6334518" y="1721219"/>
            <a:ext cx="3706027" cy="3706992"/>
          </a:xfrm>
          <a:custGeom>
            <a:avLst/>
            <a:gdLst>
              <a:gd name="connsiteX0" fmla="*/ 2110615 w 4221230"/>
              <a:gd name="connsiteY0" fmla="*/ 0 h 4062856"/>
              <a:gd name="connsiteX1" fmla="*/ 4221230 w 4221230"/>
              <a:gd name="connsiteY1" fmla="*/ 2031428 h 4062856"/>
              <a:gd name="connsiteX2" fmla="*/ 2110615 w 4221230"/>
              <a:gd name="connsiteY2" fmla="*/ 4062856 h 4062856"/>
              <a:gd name="connsiteX3" fmla="*/ 0 w 4221230"/>
              <a:gd name="connsiteY3" fmla="*/ 2031428 h 4062856"/>
              <a:gd name="connsiteX4" fmla="*/ 2110615 w 4221230"/>
              <a:gd name="connsiteY4" fmla="*/ 0 h 4062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21230" h="4062856">
                <a:moveTo>
                  <a:pt x="2110615" y="0"/>
                </a:moveTo>
                <a:cubicBezTo>
                  <a:pt x="3276275" y="0"/>
                  <a:pt x="4221230" y="909501"/>
                  <a:pt x="4221230" y="2031428"/>
                </a:cubicBezTo>
                <a:cubicBezTo>
                  <a:pt x="4221230" y="3153355"/>
                  <a:pt x="3276275" y="4062856"/>
                  <a:pt x="2110615" y="4062856"/>
                </a:cubicBezTo>
                <a:cubicBezTo>
                  <a:pt x="944955" y="4062856"/>
                  <a:pt x="0" y="3153355"/>
                  <a:pt x="0" y="2031428"/>
                </a:cubicBezTo>
                <a:cubicBezTo>
                  <a:pt x="0" y="909501"/>
                  <a:pt x="944955" y="0"/>
                  <a:pt x="2110615" y="0"/>
                </a:cubicBezTo>
                <a:close/>
              </a:path>
            </a:pathLst>
          </a:custGeom>
        </p:spPr>
        <p:txBody>
          <a:bodyPr wrap="square">
            <a:noAutofit/>
          </a:bodyPr>
          <a:lstStyle/>
          <a:p>
            <a:endParaRPr lang="en-US"/>
          </a:p>
        </p:txBody>
      </p:sp>
    </p:spTree>
    <p:extLst>
      <p:ext uri="{BB962C8B-B14F-4D97-AF65-F5344CB8AC3E}">
        <p14:creationId xmlns:p14="http://schemas.microsoft.com/office/powerpoint/2010/main" val="224972440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Content with Caption">
    <p:spTree>
      <p:nvGrpSpPr>
        <p:cNvPr id="1" name=""/>
        <p:cNvGrpSpPr/>
        <p:nvPr/>
      </p:nvGrpSpPr>
      <p:grpSpPr>
        <a:xfrm>
          <a:off x="0" y="0"/>
          <a:ext cx="0" cy="0"/>
          <a:chOff x="0" y="0"/>
          <a:chExt cx="0" cy="0"/>
        </a:xfrm>
      </p:grpSpPr>
      <p:sp>
        <p:nvSpPr>
          <p:cNvPr id="15" name="Picture Placeholder 14">
            <a:extLst>
              <a:ext uri="{FF2B5EF4-FFF2-40B4-BE49-F238E27FC236}">
                <a16:creationId xmlns:a16="http://schemas.microsoft.com/office/drawing/2014/main" id="{63D206DC-21C0-5B91-F039-7C7253B5257F}"/>
              </a:ext>
            </a:extLst>
          </p:cNvPr>
          <p:cNvSpPr>
            <a:spLocks noGrp="1"/>
          </p:cNvSpPr>
          <p:nvPr>
            <p:ph type="pic" sz="quarter" idx="10"/>
          </p:nvPr>
        </p:nvSpPr>
        <p:spPr>
          <a:xfrm>
            <a:off x="7803737" y="1748799"/>
            <a:ext cx="3247160" cy="3248006"/>
          </a:xfrm>
          <a:custGeom>
            <a:avLst/>
            <a:gdLst>
              <a:gd name="connsiteX0" fmla="*/ 2110615 w 4221230"/>
              <a:gd name="connsiteY0" fmla="*/ 0 h 4062856"/>
              <a:gd name="connsiteX1" fmla="*/ 4221230 w 4221230"/>
              <a:gd name="connsiteY1" fmla="*/ 2031428 h 4062856"/>
              <a:gd name="connsiteX2" fmla="*/ 2110615 w 4221230"/>
              <a:gd name="connsiteY2" fmla="*/ 4062856 h 4062856"/>
              <a:gd name="connsiteX3" fmla="*/ 0 w 4221230"/>
              <a:gd name="connsiteY3" fmla="*/ 2031428 h 4062856"/>
              <a:gd name="connsiteX4" fmla="*/ 2110615 w 4221230"/>
              <a:gd name="connsiteY4" fmla="*/ 0 h 4062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21230" h="4062856">
                <a:moveTo>
                  <a:pt x="2110615" y="0"/>
                </a:moveTo>
                <a:cubicBezTo>
                  <a:pt x="3276275" y="0"/>
                  <a:pt x="4221230" y="909501"/>
                  <a:pt x="4221230" y="2031428"/>
                </a:cubicBezTo>
                <a:cubicBezTo>
                  <a:pt x="4221230" y="3153355"/>
                  <a:pt x="3276275" y="4062856"/>
                  <a:pt x="2110615" y="4062856"/>
                </a:cubicBezTo>
                <a:cubicBezTo>
                  <a:pt x="944955" y="4062856"/>
                  <a:pt x="0" y="3153355"/>
                  <a:pt x="0" y="2031428"/>
                </a:cubicBezTo>
                <a:cubicBezTo>
                  <a:pt x="0" y="909501"/>
                  <a:pt x="944955" y="0"/>
                  <a:pt x="2110615" y="0"/>
                </a:cubicBezTo>
                <a:close/>
              </a:path>
            </a:pathLst>
          </a:custGeom>
        </p:spPr>
        <p:txBody>
          <a:bodyPr wrap="square">
            <a:noAutofit/>
          </a:bodyPr>
          <a:lstStyle/>
          <a:p>
            <a:endParaRPr lang="en-US"/>
          </a:p>
        </p:txBody>
      </p:sp>
    </p:spTree>
    <p:extLst>
      <p:ext uri="{BB962C8B-B14F-4D97-AF65-F5344CB8AC3E}">
        <p14:creationId xmlns:p14="http://schemas.microsoft.com/office/powerpoint/2010/main" val="76805386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1_Blank">
    <p:spTree>
      <p:nvGrpSpPr>
        <p:cNvPr id="1" name=""/>
        <p:cNvGrpSpPr/>
        <p:nvPr/>
      </p:nvGrpSpPr>
      <p:grpSpPr>
        <a:xfrm>
          <a:off x="0" y="0"/>
          <a:ext cx="0" cy="0"/>
          <a:chOff x="0" y="0"/>
          <a:chExt cx="0" cy="0"/>
        </a:xfrm>
      </p:grpSpPr>
      <p:sp>
        <p:nvSpPr>
          <p:cNvPr id="5" name="Picture Placeholder 6">
            <a:extLst>
              <a:ext uri="{FF2B5EF4-FFF2-40B4-BE49-F238E27FC236}">
                <a16:creationId xmlns:a16="http://schemas.microsoft.com/office/drawing/2014/main" id="{1683E417-1443-7CC4-BB89-9C4377324DF6}"/>
              </a:ext>
            </a:extLst>
          </p:cNvPr>
          <p:cNvSpPr>
            <a:spLocks noGrp="1"/>
          </p:cNvSpPr>
          <p:nvPr>
            <p:ph type="pic" sz="quarter" idx="13"/>
          </p:nvPr>
        </p:nvSpPr>
        <p:spPr>
          <a:xfrm>
            <a:off x="7027592" y="3020745"/>
            <a:ext cx="4715880" cy="2944148"/>
          </a:xfrm>
          <a:pattFill prst="pct10">
            <a:fgClr>
              <a:schemeClr val="accent1"/>
            </a:fgClr>
            <a:bgClr>
              <a:schemeClr val="bg1"/>
            </a:bgClr>
          </a:pattFill>
        </p:spPr>
        <p:txBody>
          <a:bodyPr>
            <a:normAutofit/>
          </a:bodyPr>
          <a:lstStyle>
            <a:lvl1pPr>
              <a:defRPr sz="1200"/>
            </a:lvl1pPr>
          </a:lstStyle>
          <a:p>
            <a:endParaRPr lang="en-US"/>
          </a:p>
        </p:txBody>
      </p:sp>
    </p:spTree>
    <p:extLst>
      <p:ext uri="{BB962C8B-B14F-4D97-AF65-F5344CB8AC3E}">
        <p14:creationId xmlns:p14="http://schemas.microsoft.com/office/powerpoint/2010/main" val="160329225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C12FA1C9-6FC3-FE26-77FF-BF6E982FDFC1}"/>
              </a:ext>
            </a:extLst>
          </p:cNvPr>
          <p:cNvSpPr>
            <a:spLocks noGrp="1"/>
          </p:cNvSpPr>
          <p:nvPr>
            <p:ph type="pic" sz="quarter" idx="10"/>
          </p:nvPr>
        </p:nvSpPr>
        <p:spPr>
          <a:xfrm>
            <a:off x="8794487" y="-644779"/>
            <a:ext cx="4505509" cy="4506683"/>
          </a:xfrm>
          <a:custGeom>
            <a:avLst/>
            <a:gdLst>
              <a:gd name="connsiteX0" fmla="*/ 2110615 w 4221230"/>
              <a:gd name="connsiteY0" fmla="*/ 0 h 4062856"/>
              <a:gd name="connsiteX1" fmla="*/ 4221230 w 4221230"/>
              <a:gd name="connsiteY1" fmla="*/ 2031428 h 4062856"/>
              <a:gd name="connsiteX2" fmla="*/ 2110615 w 4221230"/>
              <a:gd name="connsiteY2" fmla="*/ 4062856 h 4062856"/>
              <a:gd name="connsiteX3" fmla="*/ 0 w 4221230"/>
              <a:gd name="connsiteY3" fmla="*/ 2031428 h 4062856"/>
              <a:gd name="connsiteX4" fmla="*/ 2110615 w 4221230"/>
              <a:gd name="connsiteY4" fmla="*/ 0 h 40628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21230" h="4062856">
                <a:moveTo>
                  <a:pt x="2110615" y="0"/>
                </a:moveTo>
                <a:cubicBezTo>
                  <a:pt x="3276275" y="0"/>
                  <a:pt x="4221230" y="909501"/>
                  <a:pt x="4221230" y="2031428"/>
                </a:cubicBezTo>
                <a:cubicBezTo>
                  <a:pt x="4221230" y="3153355"/>
                  <a:pt x="3276275" y="4062856"/>
                  <a:pt x="2110615" y="4062856"/>
                </a:cubicBezTo>
                <a:cubicBezTo>
                  <a:pt x="944955" y="4062856"/>
                  <a:pt x="0" y="3153355"/>
                  <a:pt x="0" y="2031428"/>
                </a:cubicBezTo>
                <a:cubicBezTo>
                  <a:pt x="0" y="909501"/>
                  <a:pt x="944955" y="0"/>
                  <a:pt x="2110615" y="0"/>
                </a:cubicBezTo>
                <a:close/>
              </a:path>
            </a:pathLst>
          </a:custGeom>
        </p:spPr>
        <p:txBody>
          <a:bodyPr wrap="square">
            <a:noAutofit/>
          </a:bodyPr>
          <a:lstStyle/>
          <a:p>
            <a:endParaRPr lang="en-US"/>
          </a:p>
        </p:txBody>
      </p:sp>
    </p:spTree>
    <p:extLst>
      <p:ext uri="{BB962C8B-B14F-4D97-AF65-F5344CB8AC3E}">
        <p14:creationId xmlns:p14="http://schemas.microsoft.com/office/powerpoint/2010/main" val="170128679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userDrawn="1">
  <p:cSld name="Thank you">
    <p:spTree>
      <p:nvGrpSpPr>
        <p:cNvPr id="1" name=""/>
        <p:cNvGrpSpPr/>
        <p:nvPr/>
      </p:nvGrpSpPr>
      <p:grpSpPr>
        <a:xfrm>
          <a:off x="0" y="0"/>
          <a:ext cx="0" cy="0"/>
          <a:chOff x="0" y="0"/>
          <a:chExt cx="0" cy="0"/>
        </a:xfrm>
      </p:grpSpPr>
      <p:sp>
        <p:nvSpPr>
          <p:cNvPr id="5" name="Picture Placeholder 8">
            <a:extLst>
              <a:ext uri="{FF2B5EF4-FFF2-40B4-BE49-F238E27FC236}">
                <a16:creationId xmlns:a16="http://schemas.microsoft.com/office/drawing/2014/main" id="{BA84E635-75CE-490A-A880-EFFBD03694EC}"/>
              </a:ext>
            </a:extLst>
          </p:cNvPr>
          <p:cNvSpPr>
            <a:spLocks noGrp="1"/>
          </p:cNvSpPr>
          <p:nvPr>
            <p:ph type="pic" sz="quarter" idx="13"/>
          </p:nvPr>
        </p:nvSpPr>
        <p:spPr>
          <a:xfrm>
            <a:off x="1343" y="0"/>
            <a:ext cx="12186138" cy="6858000"/>
          </a:xfrm>
        </p:spPr>
        <p:txBody>
          <a:bodyPr anchor="t"/>
          <a:lstStyle>
            <a:lvl1pPr marL="0" indent="0" algn="ctr">
              <a:buFontTx/>
              <a:buNone/>
              <a:defRPr/>
            </a:lvl1pPr>
          </a:lstStyle>
          <a:p>
            <a:endParaRPr lang="en-IN" dirty="0"/>
          </a:p>
        </p:txBody>
      </p:sp>
    </p:spTree>
    <p:extLst>
      <p:ext uri="{BB962C8B-B14F-4D97-AF65-F5344CB8AC3E}">
        <p14:creationId xmlns:p14="http://schemas.microsoft.com/office/powerpoint/2010/main" val="33188350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image" Target="../media/image1.png"/><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slideLayout" Target="../slideLayouts/slideLayout37.xml"/><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slideLayout" Target="../slideLayouts/slideLayout36.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5" Type="http://schemas.openxmlformats.org/officeDocument/2006/relationships/image" Target="../media/image4.jpg"/><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 Id="rId14"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5.xml"/><Relationship Id="rId3" Type="http://schemas.openxmlformats.org/officeDocument/2006/relationships/slideLayout" Target="../slideLayouts/slideLayout40.xml"/><Relationship Id="rId7" Type="http://schemas.openxmlformats.org/officeDocument/2006/relationships/slideLayout" Target="../slideLayouts/slideLayout44.xml"/><Relationship Id="rId12" Type="http://schemas.openxmlformats.org/officeDocument/2006/relationships/theme" Target="../theme/theme4.xml"/><Relationship Id="rId2" Type="http://schemas.openxmlformats.org/officeDocument/2006/relationships/slideLayout" Target="../slideLayouts/slideLayout39.xml"/><Relationship Id="rId1" Type="http://schemas.openxmlformats.org/officeDocument/2006/relationships/slideLayout" Target="../slideLayouts/slideLayout38.xml"/><Relationship Id="rId6" Type="http://schemas.openxmlformats.org/officeDocument/2006/relationships/slideLayout" Target="../slideLayouts/slideLayout43.xml"/><Relationship Id="rId11" Type="http://schemas.openxmlformats.org/officeDocument/2006/relationships/slideLayout" Target="../slideLayouts/slideLayout48.xml"/><Relationship Id="rId5" Type="http://schemas.openxmlformats.org/officeDocument/2006/relationships/slideLayout" Target="../slideLayouts/slideLayout42.xml"/><Relationship Id="rId10" Type="http://schemas.openxmlformats.org/officeDocument/2006/relationships/slideLayout" Target="../slideLayouts/slideLayout47.xml"/><Relationship Id="rId4" Type="http://schemas.openxmlformats.org/officeDocument/2006/relationships/slideLayout" Target="../slideLayouts/slideLayout41.xml"/><Relationship Id="rId9" Type="http://schemas.openxmlformats.org/officeDocument/2006/relationships/slideLayout" Target="../slideLayouts/slideLayout4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8/10/2026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4508044"/>
      </p:ext>
    </p:extLst>
  </p:cSld>
  <p:clrMap bg1="lt1" tx1="dk1" bg2="lt2" tx2="dk2" accent1="accent1" accent2="accent2" accent3="accent3" accent4="accent4" accent5="accent5" accent6="accent6" hlink="hlink" folHlink="folHlink"/>
  <p:sldLayoutIdLst>
    <p:sldLayoutId id="2147483661" r:id="rId1"/>
    <p:sldLayoutId id="2147483664" r:id="rId2"/>
    <p:sldLayoutId id="2147483663" r:id="rId3"/>
    <p:sldLayoutId id="2147483666" r:id="rId4"/>
    <p:sldLayoutId id="2147483668" r:id="rId5"/>
    <p:sldLayoutId id="2147483669" r:id="rId6"/>
    <p:sldLayoutId id="2147483667" r:id="rId7"/>
    <p:sldLayoutId id="2147483670" r:id="rId8"/>
    <p:sldLayoutId id="2147483665" r:id="rId9"/>
    <p:sldLayoutId id="2147483671" r:id="rId10"/>
    <p:sldLayoutId id="2147483672"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8/10/2026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57416146"/>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blipFill dpi="0" rotWithShape="1">
          <a:blip r:embed="rId15">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09441" y="1295401"/>
            <a:ext cx="10969943" cy="4830764"/>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91440" tIns="45720" rIns="91440" bIns="45720" rtlCol="0" anchor="ctr"/>
          <a:lstStyle>
            <a:lvl1pPr algn="l">
              <a:defRPr sz="1600">
                <a:solidFill>
                  <a:schemeClr val="tx1">
                    <a:tint val="75000"/>
                  </a:schemeClr>
                </a:solidFill>
              </a:defRPr>
            </a:lvl1pPr>
          </a:lstStyle>
          <a:p>
            <a:fld id="{940CB006-912F-44E1-9560-9CBFEBE946EF}" type="datetime4">
              <a:rPr lang="en-US" smtClean="0"/>
              <a:t>August 10, 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91440" tIns="45720" rIns="91440" bIns="45720" rtlCol="0" anchor="ctr"/>
          <a:lstStyle>
            <a:lvl1pPr algn="ctr">
              <a:defRPr sz="1600">
                <a:solidFill>
                  <a:schemeClr val="tx1">
                    <a:tint val="75000"/>
                  </a:schemeClr>
                </a:solidFill>
              </a:defRPr>
            </a:lvl1pPr>
          </a:lstStyle>
          <a:p>
            <a:r>
              <a:rPr lang="en-US"/>
              <a:t>slidemodel.com</a:t>
            </a:r>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91440" tIns="45720" rIns="91440" bIns="45720" rtlCol="0" anchor="ctr"/>
          <a:lstStyle>
            <a:lvl1pPr algn="r">
              <a:defRPr sz="1600">
                <a:solidFill>
                  <a:schemeClr val="tx1">
                    <a:tint val="75000"/>
                  </a:schemeClr>
                </a:solidFill>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984667062"/>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690" r:id="rId3"/>
    <p:sldLayoutId id="2147483691" r:id="rId4"/>
    <p:sldLayoutId id="2147483692" r:id="rId5"/>
    <p:sldLayoutId id="2147483693" r:id="rId6"/>
    <p:sldLayoutId id="2147483694" r:id="rId7"/>
    <p:sldLayoutId id="2147483695" r:id="rId8"/>
    <p:sldLayoutId id="2147483696" r:id="rId9"/>
    <p:sldLayoutId id="2147483697" r:id="rId10"/>
    <p:sldLayoutId id="2147483698" r:id="rId11"/>
    <p:sldLayoutId id="2147483699" r:id="rId12"/>
    <p:sldLayoutId id="2147483700" r:id="rId13"/>
  </p:sldLayoutIdLst>
  <p:hf hdr="0"/>
  <p:txStyles>
    <p:titleStyle>
      <a:lvl1pPr algn="l" defTabSz="1218895" rtl="0" eaLnBrk="1" latinLnBrk="0" hangingPunct="1">
        <a:spcBef>
          <a:spcPct val="0"/>
        </a:spcBef>
        <a:buNone/>
        <a:defRPr lang="en-US" sz="3732" b="1" kern="1200" dirty="0">
          <a:gradFill flip="none" rotWithShape="1">
            <a:gsLst>
              <a:gs pos="0">
                <a:srgbClr val="26588D"/>
              </a:gs>
              <a:gs pos="100000">
                <a:srgbClr val="4197C6"/>
              </a:gs>
            </a:gsLst>
            <a:lin ang="16200000" scaled="1"/>
            <a:tileRect/>
          </a:gradFill>
          <a:latin typeface="Arial" pitchFamily="34" charset="0"/>
          <a:ea typeface="+mj-ea"/>
          <a:cs typeface="Arial" pitchFamily="34" charset="0"/>
        </a:defRPr>
      </a:lvl1pPr>
    </p:titleStyle>
    <p:bodyStyle>
      <a:lvl1pPr marL="457086" indent="-457086" algn="l" defTabSz="1218895" rtl="0" eaLnBrk="1" latinLnBrk="0" hangingPunct="1">
        <a:spcBef>
          <a:spcPct val="20000"/>
        </a:spcBef>
        <a:buFont typeface="Arial" pitchFamily="34" charset="0"/>
        <a:buChar char="•"/>
        <a:defRPr sz="3199" kern="1200">
          <a:solidFill>
            <a:schemeClr val="tx1"/>
          </a:solidFill>
          <a:latin typeface="+mn-lt"/>
          <a:ea typeface="+mn-ea"/>
          <a:cs typeface="+mn-cs"/>
        </a:defRPr>
      </a:lvl1pPr>
      <a:lvl2pPr marL="990352" indent="-380905"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2pPr>
      <a:lvl3pPr marL="1523619" indent="-304724" algn="l" defTabSz="1218895" rtl="0" eaLnBrk="1" latinLnBrk="0" hangingPunct="1">
        <a:spcBef>
          <a:spcPct val="20000"/>
        </a:spcBef>
        <a:buFont typeface="Arial" pitchFamily="34" charset="0"/>
        <a:buChar char="•"/>
        <a:defRPr sz="2399" kern="1200">
          <a:solidFill>
            <a:schemeClr val="tx1"/>
          </a:solidFill>
          <a:latin typeface="+mn-lt"/>
          <a:ea typeface="+mn-ea"/>
          <a:cs typeface="+mn-cs"/>
        </a:defRPr>
      </a:lvl3pPr>
      <a:lvl4pPr marL="2133067" indent="-304724" algn="l" defTabSz="1218895" rtl="0" eaLnBrk="1" latinLnBrk="0" hangingPunct="1">
        <a:spcBef>
          <a:spcPct val="20000"/>
        </a:spcBef>
        <a:buFont typeface="Arial" pitchFamily="34" charset="0"/>
        <a:buChar char="–"/>
        <a:defRPr sz="2133" kern="1200">
          <a:solidFill>
            <a:schemeClr val="tx1"/>
          </a:solidFill>
          <a:latin typeface="+mn-lt"/>
          <a:ea typeface="+mn-ea"/>
          <a:cs typeface="+mn-cs"/>
        </a:defRPr>
      </a:lvl4pPr>
      <a:lvl5pPr marL="2742514" indent="-304724" algn="l" defTabSz="1218895" rtl="0" eaLnBrk="1" latinLnBrk="0" hangingPunct="1">
        <a:spcBef>
          <a:spcPct val="20000"/>
        </a:spcBef>
        <a:buFont typeface="Arial" pitchFamily="34" charset="0"/>
        <a:buChar char="»"/>
        <a:defRPr sz="2133" kern="1200">
          <a:solidFill>
            <a:schemeClr val="tx1"/>
          </a:solidFill>
          <a:latin typeface="+mn-lt"/>
          <a:ea typeface="+mn-ea"/>
          <a:cs typeface="+mn-cs"/>
        </a:defRPr>
      </a:lvl5pPr>
      <a:lvl6pPr marL="3351962"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6pPr>
      <a:lvl7pPr marL="3961409"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7pPr>
      <a:lvl8pPr marL="4570857"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8pPr>
      <a:lvl9pPr marL="5180305"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9pPr>
    </p:bodyStyle>
    <p:otherStyle>
      <a:defPPr>
        <a:defRPr lang="en-US"/>
      </a:defPPr>
      <a:lvl1pPr marL="0" algn="l" defTabSz="1218895" rtl="0" eaLnBrk="1" latinLnBrk="0" hangingPunct="1">
        <a:defRPr sz="2399" kern="1200">
          <a:solidFill>
            <a:schemeClr val="tx1"/>
          </a:solidFill>
          <a:latin typeface="+mn-lt"/>
          <a:ea typeface="+mn-ea"/>
          <a:cs typeface="+mn-cs"/>
        </a:defRPr>
      </a:lvl1pPr>
      <a:lvl2pPr marL="609448" algn="l" defTabSz="1218895" rtl="0" eaLnBrk="1" latinLnBrk="0" hangingPunct="1">
        <a:defRPr sz="2399" kern="1200">
          <a:solidFill>
            <a:schemeClr val="tx1"/>
          </a:solidFill>
          <a:latin typeface="+mn-lt"/>
          <a:ea typeface="+mn-ea"/>
          <a:cs typeface="+mn-cs"/>
        </a:defRPr>
      </a:lvl2pPr>
      <a:lvl3pPr marL="1218895" algn="l" defTabSz="1218895" rtl="0" eaLnBrk="1" latinLnBrk="0" hangingPunct="1">
        <a:defRPr sz="2399" kern="1200">
          <a:solidFill>
            <a:schemeClr val="tx1"/>
          </a:solidFill>
          <a:latin typeface="+mn-lt"/>
          <a:ea typeface="+mn-ea"/>
          <a:cs typeface="+mn-cs"/>
        </a:defRPr>
      </a:lvl3pPr>
      <a:lvl4pPr marL="1828343" algn="l" defTabSz="1218895" rtl="0" eaLnBrk="1" latinLnBrk="0" hangingPunct="1">
        <a:defRPr sz="2399" kern="1200">
          <a:solidFill>
            <a:schemeClr val="tx1"/>
          </a:solidFill>
          <a:latin typeface="+mn-lt"/>
          <a:ea typeface="+mn-ea"/>
          <a:cs typeface="+mn-cs"/>
        </a:defRPr>
      </a:lvl4pPr>
      <a:lvl5pPr marL="2437790" algn="l" defTabSz="1218895" rtl="0" eaLnBrk="1" latinLnBrk="0" hangingPunct="1">
        <a:defRPr sz="2399" kern="1200">
          <a:solidFill>
            <a:schemeClr val="tx1"/>
          </a:solidFill>
          <a:latin typeface="+mn-lt"/>
          <a:ea typeface="+mn-ea"/>
          <a:cs typeface="+mn-cs"/>
        </a:defRPr>
      </a:lvl5pPr>
      <a:lvl6pPr marL="3047238" algn="l" defTabSz="1218895" rtl="0" eaLnBrk="1" latinLnBrk="0" hangingPunct="1">
        <a:defRPr sz="2399" kern="1200">
          <a:solidFill>
            <a:schemeClr val="tx1"/>
          </a:solidFill>
          <a:latin typeface="+mn-lt"/>
          <a:ea typeface="+mn-ea"/>
          <a:cs typeface="+mn-cs"/>
        </a:defRPr>
      </a:lvl6pPr>
      <a:lvl7pPr marL="3656686" algn="l" defTabSz="1218895" rtl="0" eaLnBrk="1" latinLnBrk="0" hangingPunct="1">
        <a:defRPr sz="2399" kern="1200">
          <a:solidFill>
            <a:schemeClr val="tx1"/>
          </a:solidFill>
          <a:latin typeface="+mn-lt"/>
          <a:ea typeface="+mn-ea"/>
          <a:cs typeface="+mn-cs"/>
        </a:defRPr>
      </a:lvl7pPr>
      <a:lvl8pPr marL="4266133" algn="l" defTabSz="1218895" rtl="0" eaLnBrk="1" latinLnBrk="0" hangingPunct="1">
        <a:defRPr sz="2399" kern="1200">
          <a:solidFill>
            <a:schemeClr val="tx1"/>
          </a:solidFill>
          <a:latin typeface="+mn-lt"/>
          <a:ea typeface="+mn-ea"/>
          <a:cs typeface="+mn-cs"/>
        </a:defRPr>
      </a:lvl8pPr>
      <a:lvl9pPr marL="4875581" algn="l" defTabSz="1218895" rtl="0" eaLnBrk="1" latinLnBrk="0" hangingPunct="1">
        <a:defRPr sz="2399"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8/10/2026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fld id="{96E69268-9C8B-4EBF-A9EE-DC5DC2D48DC3}" type="slidenum">
              <a:rPr lang="en-US" smtClean="0"/>
              <a:pPr/>
              <a:t>‹#›</a:t>
            </a:fld>
            <a:endParaRPr lang="en-US"/>
          </a:p>
        </p:txBody>
      </p:sp>
    </p:spTree>
    <p:extLst>
      <p:ext uri="{BB962C8B-B14F-4D97-AF65-F5344CB8AC3E}">
        <p14:creationId xmlns:p14="http://schemas.microsoft.com/office/powerpoint/2010/main" val="1941415187"/>
      </p:ext>
    </p:extLst>
  </p:cSld>
  <p:clrMap bg1="lt1" tx1="dk1" bg2="lt2" tx2="dk2" accent1="accent1" accent2="accent2" accent3="accent3" accent4="accent4" accent5="accent5" accent6="accent6" hlink="hlink" folHlink="folHlink"/>
  <p:sldLayoutIdLst>
    <p:sldLayoutId id="2147483702" r:id="rId1"/>
    <p:sldLayoutId id="2147483703" r:id="rId2"/>
    <p:sldLayoutId id="2147483704" r:id="rId3"/>
    <p:sldLayoutId id="2147483705" r:id="rId4"/>
    <p:sldLayoutId id="2147483706" r:id="rId5"/>
    <p:sldLayoutId id="2147483707" r:id="rId6"/>
    <p:sldLayoutId id="2147483708" r:id="rId7"/>
    <p:sldLayoutId id="2147483709" r:id="rId8"/>
    <p:sldLayoutId id="2147483710" r:id="rId9"/>
    <p:sldLayoutId id="2147483711" r:id="rId10"/>
    <p:sldLayoutId id="2147483712" r:id="rId11"/>
  </p:sldLayoutIdLst>
  <p:txStyles>
    <p:titleStyle>
      <a:lvl1pPr algn="l" defTabSz="1218987" rtl="0" eaLnBrk="1" latinLnBrk="0" hangingPunct="1">
        <a:spcBef>
          <a:spcPct val="0"/>
        </a:spcBef>
        <a:buNone/>
        <a:defRPr sz="3600" kern="1200">
          <a:solidFill>
            <a:schemeClr val="tx1"/>
          </a:solidFill>
          <a:latin typeface="+mj-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e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4.xml"/></Relationships>
</file>

<file path=ppt/slides/_rels/slide7.xml.rels><?xml version="1.0" encoding="UTF-8" standalone="yes"?>
<Relationships xmlns="http://schemas.openxmlformats.org/package/2006/relationships"><Relationship Id="rId3" Type="http://schemas.openxmlformats.org/officeDocument/2006/relationships/image" Target="../media/image10.jpeg"/><Relationship Id="rId7" Type="http://schemas.openxmlformats.org/officeDocument/2006/relationships/image" Target="../media/image13.jpeg"/><Relationship Id="rId2" Type="http://schemas.openxmlformats.org/officeDocument/2006/relationships/notesSlide" Target="../notesSlides/notesSlide3.xml"/><Relationship Id="rId1" Type="http://schemas.openxmlformats.org/officeDocument/2006/relationships/slideLayout" Target="../slideLayouts/slideLayout24.xml"/><Relationship Id="rId6" Type="http://schemas.openxmlformats.org/officeDocument/2006/relationships/image" Target="../media/image12.jpeg"/><Relationship Id="rId5" Type="http://schemas.openxmlformats.org/officeDocument/2006/relationships/slide" Target="slide8.xml"/><Relationship Id="rId4" Type="http://schemas.openxmlformats.org/officeDocument/2006/relationships/image" Target="../media/image11.jpeg"/></Relationships>
</file>

<file path=ppt/slides/_rels/slide8.xml.rels><?xml version="1.0" encoding="UTF-8" standalone="yes"?>
<Relationships xmlns="http://schemas.openxmlformats.org/package/2006/relationships"><Relationship Id="rId3" Type="http://schemas.openxmlformats.org/officeDocument/2006/relationships/hyperlink" Target="https://help.sap.com/docs/cloud-identity-services/cloud-identity-services/configure-idp-initiated-sso" TargetMode="External"/><Relationship Id="rId2" Type="http://schemas.openxmlformats.org/officeDocument/2006/relationships/notesSlide" Target="../notesSlides/notesSlide4.xml"/><Relationship Id="rId1" Type="http://schemas.openxmlformats.org/officeDocument/2006/relationships/slideLayout" Target="../slideLayouts/slideLayout24.xml"/><Relationship Id="rId4" Type="http://schemas.openxmlformats.org/officeDocument/2006/relationships/hyperlink" Target="https://help.sap.com/docs/btp/sap-business-technology-platform/developing-with-sap-cloud-application-programming-model" TargetMode="External"/></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3.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1.xml"/></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1.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42.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42.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42.xml"/></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42.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42.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42.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42.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42.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42.xml"/></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42.xml"/></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5.xml"/><Relationship Id="rId1" Type="http://schemas.openxmlformats.org/officeDocument/2006/relationships/slideLayout" Target="../slideLayouts/slideLayout42.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4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0.jp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9.xml"/><Relationship Id="rId5" Type="http://schemas.openxmlformats.org/officeDocument/2006/relationships/image" Target="../media/image31.png"/><Relationship Id="rId4" Type="http://schemas.openxmlformats.org/officeDocument/2006/relationships/hyperlink" Target="http://www.dribbble.com/" TargetMode="External"/></Relationships>
</file>

<file path=ppt/slides/_rels/slide28.xml.rels><?xml version="1.0" encoding="UTF-8" standalone="yes"?>
<Relationships xmlns="http://schemas.openxmlformats.org/package/2006/relationships"><Relationship Id="rId8" Type="http://schemas.openxmlformats.org/officeDocument/2006/relationships/image" Target="../media/image37.jpeg"/><Relationship Id="rId3" Type="http://schemas.openxmlformats.org/officeDocument/2006/relationships/image" Target="../media/image32.jpeg"/><Relationship Id="rId7" Type="http://schemas.openxmlformats.org/officeDocument/2006/relationships/image" Target="../media/image36.tiff"/><Relationship Id="rId2" Type="http://schemas.openxmlformats.org/officeDocument/2006/relationships/notesSlide" Target="../notesSlides/notesSlide17.xml"/><Relationship Id="rId1" Type="http://schemas.openxmlformats.org/officeDocument/2006/relationships/slideLayout" Target="../slideLayouts/slideLayout11.xml"/><Relationship Id="rId6" Type="http://schemas.openxmlformats.org/officeDocument/2006/relationships/image" Target="../media/image35.tiff"/><Relationship Id="rId5" Type="http://schemas.openxmlformats.org/officeDocument/2006/relationships/image" Target="../media/image34.tiff"/><Relationship Id="rId4" Type="http://schemas.openxmlformats.org/officeDocument/2006/relationships/image" Target="../media/image33.tiff"/><Relationship Id="rId9"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36" name="Title 735">
            <a:extLst>
              <a:ext uri="{FF2B5EF4-FFF2-40B4-BE49-F238E27FC236}">
                <a16:creationId xmlns:a16="http://schemas.microsoft.com/office/drawing/2014/main" id="{CE57EBF5-7CB4-4746-AB9E-3E8717897D0F}"/>
              </a:ext>
            </a:extLst>
          </p:cNvPr>
          <p:cNvSpPr>
            <a:spLocks noGrp="1"/>
          </p:cNvSpPr>
          <p:nvPr>
            <p:ph type="ctrTitle"/>
          </p:nvPr>
        </p:nvSpPr>
        <p:spPr>
          <a:xfrm>
            <a:off x="3530893" y="2601545"/>
            <a:ext cx="5086633" cy="827455"/>
          </a:xfrm>
        </p:spPr>
        <p:txBody>
          <a:bodyPr anchor="ctr"/>
          <a:lstStyle/>
          <a:p>
            <a:r>
              <a:rPr lang="en-US" sz="4800" dirty="0">
                <a:solidFill>
                  <a:schemeClr val="bg1"/>
                </a:solidFill>
                <a:latin typeface="Arial Black" panose="020B0A04020102020204" pitchFamily="34" charset="0"/>
              </a:rPr>
              <a:t>SAP BTP Extension Suite Training</a:t>
            </a:r>
            <a:endParaRPr lang="en-IN" dirty="0">
              <a:solidFill>
                <a:schemeClr val="bg1"/>
              </a:solidFill>
              <a:latin typeface="Arial Black" panose="020B0A04020102020204" pitchFamily="34" charset="0"/>
            </a:endParaRPr>
          </a:p>
        </p:txBody>
      </p:sp>
      <p:sp>
        <p:nvSpPr>
          <p:cNvPr id="737" name="Subtitle 736">
            <a:extLst>
              <a:ext uri="{FF2B5EF4-FFF2-40B4-BE49-F238E27FC236}">
                <a16:creationId xmlns:a16="http://schemas.microsoft.com/office/drawing/2014/main" id="{700EA347-9CC8-4879-9255-16687B0BED48}"/>
              </a:ext>
            </a:extLst>
          </p:cNvPr>
          <p:cNvSpPr>
            <a:spLocks noGrp="1"/>
          </p:cNvSpPr>
          <p:nvPr>
            <p:ph type="subTitle" idx="1"/>
          </p:nvPr>
        </p:nvSpPr>
        <p:spPr/>
        <p:txBody>
          <a:bodyPr/>
          <a:lstStyle/>
          <a:p>
            <a:r>
              <a:rPr lang="en-IN" spc="100" dirty="0">
                <a:latin typeface="Cooper Black" panose="0208090404030B020404" pitchFamily="18" charset="0"/>
              </a:rPr>
              <a:t>www.AnubhavTrainings.com</a:t>
            </a:r>
          </a:p>
        </p:txBody>
      </p:sp>
      <p:sp>
        <p:nvSpPr>
          <p:cNvPr id="4" name="Subtitle 736">
            <a:extLst>
              <a:ext uri="{FF2B5EF4-FFF2-40B4-BE49-F238E27FC236}">
                <a16:creationId xmlns:a16="http://schemas.microsoft.com/office/drawing/2014/main" id="{3F065217-DE63-4532-8B57-61ED049613CD}"/>
              </a:ext>
            </a:extLst>
          </p:cNvPr>
          <p:cNvSpPr txBox="1">
            <a:spLocks/>
          </p:cNvSpPr>
          <p:nvPr/>
        </p:nvSpPr>
        <p:spPr>
          <a:xfrm>
            <a:off x="3296764" y="3933056"/>
            <a:ext cx="5595296"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r>
              <a:rPr lang="en-IN" sz="2000" dirty="0">
                <a:solidFill>
                  <a:srgbClr val="00B0F0"/>
                </a:solidFill>
                <a:latin typeface="Amasis MT Pro Black" panose="02040A04050005020304" pitchFamily="18" charset="0"/>
              </a:rPr>
              <a:t>Anubhav Oberoy</a:t>
            </a:r>
          </a:p>
        </p:txBody>
      </p:sp>
      <p:sp>
        <p:nvSpPr>
          <p:cNvPr id="2" name="TextBox 1">
            <a:extLst>
              <a:ext uri="{FF2B5EF4-FFF2-40B4-BE49-F238E27FC236}">
                <a16:creationId xmlns:a16="http://schemas.microsoft.com/office/drawing/2014/main" id="{66565992-7E12-89E4-D7DB-B3B44A1FB17D}"/>
              </a:ext>
            </a:extLst>
          </p:cNvPr>
          <p:cNvSpPr txBox="1"/>
          <p:nvPr/>
        </p:nvSpPr>
        <p:spPr>
          <a:xfrm>
            <a:off x="5230316" y="4968381"/>
            <a:ext cx="3963274" cy="338554"/>
          </a:xfrm>
          <a:prstGeom prst="rect">
            <a:avLst/>
          </a:prstGeom>
          <a:noFill/>
        </p:spPr>
        <p:txBody>
          <a:bodyPr wrap="square" rtlCol="0">
            <a:spAutoFit/>
          </a:bodyPr>
          <a:lstStyle/>
          <a:p>
            <a:r>
              <a:rPr lang="en-US" sz="1600" dirty="0">
                <a:solidFill>
                  <a:srgbClr val="FFFF00"/>
                </a:solidFill>
              </a:rPr>
              <a:t>Follow excellence with sheer passion</a:t>
            </a:r>
          </a:p>
        </p:txBody>
      </p:sp>
      <p:sp>
        <p:nvSpPr>
          <p:cNvPr id="3" name="Rectangle 2">
            <a:extLst>
              <a:ext uri="{FF2B5EF4-FFF2-40B4-BE49-F238E27FC236}">
                <a16:creationId xmlns:a16="http://schemas.microsoft.com/office/drawing/2014/main" id="{2BBA527F-59AB-2E34-6331-8D67B5F5CA3E}"/>
              </a:ext>
            </a:extLst>
          </p:cNvPr>
          <p:cNvSpPr/>
          <p:nvPr/>
        </p:nvSpPr>
        <p:spPr>
          <a:xfrm>
            <a:off x="3530893" y="1196752"/>
            <a:ext cx="2059463" cy="64807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chemeClr val="accent2">
                    <a:lumMod val="50000"/>
                  </a:schemeClr>
                </a:solidFill>
              </a:rPr>
              <a:t>Day 18</a:t>
            </a:r>
          </a:p>
        </p:txBody>
      </p:sp>
    </p:spTree>
    <p:extLst>
      <p:ext uri="{BB962C8B-B14F-4D97-AF65-F5344CB8AC3E}">
        <p14:creationId xmlns:p14="http://schemas.microsoft.com/office/powerpoint/2010/main" val="686416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846940" y="0"/>
            <a:ext cx="1173316" cy="11588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31916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3" name="Title 22">
            <a:extLst>
              <a:ext uri="{FF2B5EF4-FFF2-40B4-BE49-F238E27FC236}">
                <a16:creationId xmlns:a16="http://schemas.microsoft.com/office/drawing/2014/main" id="{C261B0E4-159A-4067-AFE4-41EEF3B38F9B}"/>
              </a:ext>
            </a:extLst>
          </p:cNvPr>
          <p:cNvSpPr>
            <a:spLocks noGrp="1"/>
          </p:cNvSpPr>
          <p:nvPr>
            <p:ph type="title"/>
          </p:nvPr>
        </p:nvSpPr>
        <p:spPr/>
        <p:txBody>
          <a:bodyPr/>
          <a:lstStyle/>
          <a:p>
            <a:pPr algn="l"/>
            <a:r>
              <a:rPr lang="en-US" dirty="0">
                <a:solidFill>
                  <a:schemeClr val="bg1"/>
                </a:solidFill>
                <a:latin typeface="Cooper Black" panose="0208090404030B020404" pitchFamily="18" charset="0"/>
              </a:rPr>
              <a:t>Agenda – Day 18</a:t>
            </a:r>
            <a:endParaRPr lang="en-IN" dirty="0">
              <a:solidFill>
                <a:schemeClr val="bg1"/>
              </a:solidFill>
              <a:latin typeface="Cooper Black" panose="0208090404030B020404" pitchFamily="18" charset="0"/>
            </a:endParaRPr>
          </a:p>
        </p:txBody>
      </p:sp>
      <p:sp>
        <p:nvSpPr>
          <p:cNvPr id="5" name="Rectangle: Rounded Corners 4">
            <a:extLst>
              <a:ext uri="{FF2B5EF4-FFF2-40B4-BE49-F238E27FC236}">
                <a16:creationId xmlns:a16="http://schemas.microsoft.com/office/drawing/2014/main" id="{8EE791A1-2958-78B0-ECDD-F89DDE02F4B6}"/>
              </a:ext>
            </a:extLst>
          </p:cNvPr>
          <p:cNvSpPr/>
          <p:nvPr/>
        </p:nvSpPr>
        <p:spPr>
          <a:xfrm>
            <a:off x="3453886" y="1313238"/>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Rectangle: Rounded Corners 5">
            <a:extLst>
              <a:ext uri="{FF2B5EF4-FFF2-40B4-BE49-F238E27FC236}">
                <a16:creationId xmlns:a16="http://schemas.microsoft.com/office/drawing/2014/main" id="{5B89E801-E285-EBED-06F5-7E2B1B8E1E7A}"/>
              </a:ext>
            </a:extLst>
          </p:cNvPr>
          <p:cNvSpPr/>
          <p:nvPr/>
        </p:nvSpPr>
        <p:spPr>
          <a:xfrm>
            <a:off x="3453886" y="3068960"/>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Rectangle: Rounded Corners 6">
            <a:extLst>
              <a:ext uri="{FF2B5EF4-FFF2-40B4-BE49-F238E27FC236}">
                <a16:creationId xmlns:a16="http://schemas.microsoft.com/office/drawing/2014/main" id="{ABAB72EB-5FE6-B5CA-C654-D15CE54000E9}"/>
              </a:ext>
            </a:extLst>
          </p:cNvPr>
          <p:cNvSpPr/>
          <p:nvPr/>
        </p:nvSpPr>
        <p:spPr>
          <a:xfrm>
            <a:off x="3453886" y="4824683"/>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 name="Group 7">
            <a:extLst>
              <a:ext uri="{FF2B5EF4-FFF2-40B4-BE49-F238E27FC236}">
                <a16:creationId xmlns:a16="http://schemas.microsoft.com/office/drawing/2014/main" id="{1A27EE0E-9853-D0E9-E5A8-87BE731920EA}"/>
              </a:ext>
            </a:extLst>
          </p:cNvPr>
          <p:cNvGrpSpPr/>
          <p:nvPr/>
        </p:nvGrpSpPr>
        <p:grpSpPr>
          <a:xfrm>
            <a:off x="4118571" y="1566251"/>
            <a:ext cx="4359562" cy="922336"/>
            <a:chOff x="1395616" y="871285"/>
            <a:chExt cx="3825734" cy="1064137"/>
          </a:xfrm>
        </p:grpSpPr>
        <p:sp>
          <p:nvSpPr>
            <p:cNvPr id="9" name="TextBox 8">
              <a:extLst>
                <a:ext uri="{FF2B5EF4-FFF2-40B4-BE49-F238E27FC236}">
                  <a16:creationId xmlns:a16="http://schemas.microsoft.com/office/drawing/2014/main" id="{8B429D3B-7C38-B33E-067B-835764291C87}"/>
                </a:ext>
              </a:extLst>
            </p:cNvPr>
            <p:cNvSpPr txBox="1"/>
            <p:nvPr/>
          </p:nvSpPr>
          <p:spPr>
            <a:xfrm>
              <a:off x="2984420" y="1083774"/>
              <a:ext cx="2236930" cy="639170"/>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Add another UI inside app</a:t>
              </a:r>
            </a:p>
          </p:txBody>
        </p:sp>
        <p:sp>
          <p:nvSpPr>
            <p:cNvPr id="10" name="TextBox 9">
              <a:extLst>
                <a:ext uri="{FF2B5EF4-FFF2-40B4-BE49-F238E27FC236}">
                  <a16:creationId xmlns:a16="http://schemas.microsoft.com/office/drawing/2014/main" id="{118C39A3-CA2B-146F-D772-D14998B4D672}"/>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01</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 name="Group 10">
            <a:extLst>
              <a:ext uri="{FF2B5EF4-FFF2-40B4-BE49-F238E27FC236}">
                <a16:creationId xmlns:a16="http://schemas.microsoft.com/office/drawing/2014/main" id="{F7773B0C-4C36-F5CF-6049-15A22D3353B9}"/>
              </a:ext>
            </a:extLst>
          </p:cNvPr>
          <p:cNvGrpSpPr/>
          <p:nvPr/>
        </p:nvGrpSpPr>
        <p:grpSpPr>
          <a:xfrm>
            <a:off x="4118571" y="3321970"/>
            <a:ext cx="4431570" cy="922336"/>
            <a:chOff x="1395616" y="871285"/>
            <a:chExt cx="3825734" cy="1064137"/>
          </a:xfrm>
        </p:grpSpPr>
        <p:sp>
          <p:nvSpPr>
            <p:cNvPr id="12" name="TextBox 11">
              <a:extLst>
                <a:ext uri="{FF2B5EF4-FFF2-40B4-BE49-F238E27FC236}">
                  <a16:creationId xmlns:a16="http://schemas.microsoft.com/office/drawing/2014/main" id="{58BB80F5-BF50-C0D2-25DF-59F695C70420}"/>
                </a:ext>
              </a:extLst>
            </p:cNvPr>
            <p:cNvSpPr txBox="1"/>
            <p:nvPr/>
          </p:nvSpPr>
          <p:spPr>
            <a:xfrm>
              <a:off x="2984420" y="1083770"/>
              <a:ext cx="2236930" cy="639170"/>
            </a:xfrm>
            <a:prstGeom prst="rect">
              <a:avLst/>
            </a:prstGeom>
            <a:noFill/>
          </p:spPr>
          <p:txBody>
            <a:bodyPr wrap="square" lIns="0" tIns="0" rIns="0" bIns="0" rtlCol="0" anchor="ctr">
              <a:spAutoFit/>
            </a:bodyPr>
            <a:lstStyle/>
            <a:p>
              <a:r>
                <a:rPr lang="en-US" sz="1800" dirty="0">
                  <a:solidFill>
                    <a:srgbClr val="FFFFFF"/>
                  </a:solidFill>
                  <a:effectLst/>
                  <a:latin typeface="Segoe UI" panose="020B0502040204020203" pitchFamily="34" charset="0"/>
                  <a:ea typeface="Calibri Light" panose="020F0302020204030204" pitchFamily="34" charset="0"/>
                  <a:cs typeface="Segoe UI" panose="020B0502040204020203" pitchFamily="34" charset="0"/>
                </a:rPr>
                <a:t>Working with Authorization</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
          <p:nvSpPr>
            <p:cNvPr id="13" name="TextBox 12">
              <a:extLst>
                <a:ext uri="{FF2B5EF4-FFF2-40B4-BE49-F238E27FC236}">
                  <a16:creationId xmlns:a16="http://schemas.microsoft.com/office/drawing/2014/main" id="{6824D9CE-F522-A342-1387-CC55E9C4494E}"/>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02</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4" name="Group 13">
            <a:extLst>
              <a:ext uri="{FF2B5EF4-FFF2-40B4-BE49-F238E27FC236}">
                <a16:creationId xmlns:a16="http://schemas.microsoft.com/office/drawing/2014/main" id="{51BD1B35-A18B-68D7-E07B-1A1A9AD2E859}"/>
              </a:ext>
            </a:extLst>
          </p:cNvPr>
          <p:cNvGrpSpPr/>
          <p:nvPr/>
        </p:nvGrpSpPr>
        <p:grpSpPr>
          <a:xfrm>
            <a:off x="4118571" y="5077693"/>
            <a:ext cx="4431570" cy="922336"/>
            <a:chOff x="1395616" y="871285"/>
            <a:chExt cx="4290329" cy="1064137"/>
          </a:xfrm>
        </p:grpSpPr>
        <p:sp>
          <p:nvSpPr>
            <p:cNvPr id="15" name="TextBox 14">
              <a:extLst>
                <a:ext uri="{FF2B5EF4-FFF2-40B4-BE49-F238E27FC236}">
                  <a16:creationId xmlns:a16="http://schemas.microsoft.com/office/drawing/2014/main" id="{2BEC2032-A77D-A0B0-E149-A23467DC1CAA}"/>
                </a:ext>
              </a:extLst>
            </p:cNvPr>
            <p:cNvSpPr txBox="1"/>
            <p:nvPr/>
          </p:nvSpPr>
          <p:spPr>
            <a:xfrm>
              <a:off x="2984420" y="1243560"/>
              <a:ext cx="2701525" cy="319585"/>
            </a:xfrm>
            <a:prstGeom prst="rect">
              <a:avLst/>
            </a:prstGeom>
            <a:noFill/>
          </p:spPr>
          <p:txBody>
            <a:bodyPr wrap="square" lIns="0" tIns="0" rIns="0" bIns="0" rtlCol="0" anchor="ctr">
              <a:spAutoFit/>
            </a:bodyPr>
            <a:lstStyle/>
            <a:p>
              <a:r>
                <a:rPr lang="en-US" sz="1800" kern="0" dirty="0">
                  <a:solidFill>
                    <a:schemeClr val="bg1"/>
                  </a:solidFill>
                  <a:latin typeface="Segoe UI" panose="020B0502040204020203" pitchFamily="34" charset="0"/>
                  <a:ea typeface="Calibri Light" charset="0"/>
                  <a:cs typeface="Segoe UI" panose="020B0502040204020203" pitchFamily="34" charset="0"/>
                </a:rPr>
                <a:t>Serverless Fiori Apps</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
          <p:nvSpPr>
            <p:cNvPr id="16" name="TextBox 15">
              <a:extLst>
                <a:ext uri="{FF2B5EF4-FFF2-40B4-BE49-F238E27FC236}">
                  <a16:creationId xmlns:a16="http://schemas.microsoft.com/office/drawing/2014/main" id="{C60195D9-2B81-A5CA-17AA-E418FAD1D320}"/>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03</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spTree>
    <p:extLst>
      <p:ext uri="{BB962C8B-B14F-4D97-AF65-F5344CB8AC3E}">
        <p14:creationId xmlns:p14="http://schemas.microsoft.com/office/powerpoint/2010/main" val="3976199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4A7F54-4532-E4E8-9F0B-6BA6890ABE1C}"/>
              </a:ext>
            </a:extLst>
          </p:cNvPr>
          <p:cNvSpPr>
            <a:spLocks noGrp="1"/>
          </p:cNvSpPr>
          <p:nvPr>
            <p:ph type="title"/>
          </p:nvPr>
        </p:nvSpPr>
        <p:spPr/>
        <p:txBody>
          <a:bodyPr/>
          <a:lstStyle/>
          <a:p>
            <a:r>
              <a:rPr lang="en-US" dirty="0"/>
              <a:t>Serverless Fiori App</a:t>
            </a:r>
          </a:p>
        </p:txBody>
      </p:sp>
      <p:pic>
        <p:nvPicPr>
          <p:cNvPr id="7170" name="Picture 2" descr="Deploy Serverless SAP Fiori Apps from the Kyma Runtime | SAP Blogs">
            <a:extLst>
              <a:ext uri="{FF2B5EF4-FFF2-40B4-BE49-F238E27FC236}">
                <a16:creationId xmlns:a16="http://schemas.microsoft.com/office/drawing/2014/main" id="{5DB90D4E-62D0-7285-B8BD-E5627D869EE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29155" y="1131394"/>
            <a:ext cx="9250189" cy="54066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849357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6A629-B27B-B77F-5242-BC5BC558C0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F10471-2884-8CF4-FA16-EAFC9B4E9E69}"/>
              </a:ext>
            </a:extLst>
          </p:cNvPr>
          <p:cNvSpPr>
            <a:spLocks noGrp="1"/>
          </p:cNvSpPr>
          <p:nvPr>
            <p:ph type="title"/>
          </p:nvPr>
        </p:nvSpPr>
        <p:spPr>
          <a:xfrm>
            <a:off x="345105" y="0"/>
            <a:ext cx="9733444" cy="711081"/>
          </a:xfrm>
        </p:spPr>
        <p:txBody>
          <a:bodyPr/>
          <a:lstStyle/>
          <a:p>
            <a:r>
              <a:rPr lang="en-US" dirty="0"/>
              <a:t>Serverless Fiori Apps</a:t>
            </a:r>
          </a:p>
        </p:txBody>
      </p:sp>
      <p:sp>
        <p:nvSpPr>
          <p:cNvPr id="3" name="Text Placeholder 2">
            <a:extLst>
              <a:ext uri="{FF2B5EF4-FFF2-40B4-BE49-F238E27FC236}">
                <a16:creationId xmlns:a16="http://schemas.microsoft.com/office/drawing/2014/main" id="{8A840F89-164C-F0CD-C82C-E82333E318F0}"/>
              </a:ext>
            </a:extLst>
          </p:cNvPr>
          <p:cNvSpPr>
            <a:spLocks noGrp="1"/>
          </p:cNvSpPr>
          <p:nvPr>
            <p:ph type="body" sz="quarter" idx="10"/>
          </p:nvPr>
        </p:nvSpPr>
        <p:spPr/>
        <p:txBody>
          <a:bodyPr>
            <a:normAutofit/>
          </a:bodyPr>
          <a:lstStyle/>
          <a:p>
            <a:r>
              <a:rPr lang="en-US" sz="1400" dirty="0"/>
              <a:t>Hi Anubhav, when we have multiple </a:t>
            </a:r>
            <a:r>
              <a:rPr lang="en-US" sz="1400" dirty="0" err="1"/>
              <a:t>FIoRI</a:t>
            </a:r>
            <a:r>
              <a:rPr lang="en-US" sz="1400" dirty="0"/>
              <a:t> apps in the same </a:t>
            </a:r>
            <a:r>
              <a:rPr lang="en-US" sz="1400" dirty="0" err="1"/>
              <a:t>capm</a:t>
            </a:r>
            <a:r>
              <a:rPr lang="en-US" sz="1400" dirty="0"/>
              <a:t> service, </a:t>
            </a:r>
          </a:p>
          <a:p>
            <a:r>
              <a:rPr lang="en-US" sz="1400" dirty="0"/>
              <a:t>we have to create roles for all the </a:t>
            </a:r>
            <a:r>
              <a:rPr lang="en-US" sz="1400" dirty="0" err="1"/>
              <a:t>FIoRI</a:t>
            </a:r>
            <a:r>
              <a:rPr lang="en-US" sz="1400" dirty="0"/>
              <a:t> apps in the same </a:t>
            </a:r>
            <a:r>
              <a:rPr lang="en-US" sz="1400" dirty="0" err="1"/>
              <a:t>xs-security.json</a:t>
            </a:r>
            <a:r>
              <a:rPr lang="en-US" sz="1400" dirty="0"/>
              <a:t> and have to assign it to relevant app users right ? </a:t>
            </a:r>
          </a:p>
          <a:p>
            <a:r>
              <a:rPr lang="en-US" sz="1400" b="1" dirty="0"/>
              <a:t>Since these are independent apps, the security also needs to manage independently. Each app has its own </a:t>
            </a:r>
            <a:r>
              <a:rPr lang="en-US" sz="1400" b="1" dirty="0" err="1"/>
              <a:t>xs</a:t>
            </a:r>
            <a:r>
              <a:rPr lang="en-US" sz="1400" b="1" dirty="0"/>
              <a:t>-security file.</a:t>
            </a:r>
          </a:p>
          <a:p>
            <a:r>
              <a:rPr lang="en-US" sz="1400" dirty="0"/>
              <a:t>Also when we build multiple </a:t>
            </a:r>
            <a:r>
              <a:rPr lang="en-US" sz="1400" dirty="0" err="1"/>
              <a:t>fiori</a:t>
            </a:r>
            <a:r>
              <a:rPr lang="en-US" sz="1400" dirty="0"/>
              <a:t> apps, we will have multiple </a:t>
            </a:r>
            <a:r>
              <a:rPr lang="en-US" sz="1400" dirty="0" err="1"/>
              <a:t>ui</a:t>
            </a:r>
            <a:r>
              <a:rPr lang="en-US" sz="1400" dirty="0"/>
              <a:t> micro services for the same cap app right ?</a:t>
            </a:r>
          </a:p>
          <a:p>
            <a:r>
              <a:rPr lang="en-US" sz="1400" b="1" dirty="0"/>
              <a:t>No, CAP app has its own microservice. You have these loosely coupled Fiori apps which are indepent apps.</a:t>
            </a:r>
          </a:p>
          <a:p>
            <a:endParaRPr lang="en-US" sz="1800" dirty="0"/>
          </a:p>
          <a:p>
            <a:r>
              <a:rPr lang="en-US" sz="1800" dirty="0"/>
              <a:t>cds outbox messages pls show us how we can have different message displayed to the </a:t>
            </a:r>
            <a:r>
              <a:rPr lang="en-US" sz="1800" dirty="0" err="1"/>
              <a:t>user.I</a:t>
            </a:r>
            <a:r>
              <a:rPr lang="en-US" sz="1800" dirty="0"/>
              <a:t> checked in the </a:t>
            </a:r>
            <a:r>
              <a:rPr lang="en-US" sz="1800" dirty="0" err="1"/>
              <a:t>google,but</a:t>
            </a:r>
            <a:r>
              <a:rPr lang="en-US" sz="1800" dirty="0"/>
              <a:t> couldn't find example on it</a:t>
            </a:r>
          </a:p>
          <a:p>
            <a:r>
              <a:rPr lang="en-US" sz="1800" b="1" dirty="0"/>
              <a:t>Let me explore and come back </a:t>
            </a:r>
            <a:r>
              <a:rPr lang="en-US" sz="1800" b="1" dirty="0">
                <a:sym typeface="Wingdings" panose="05000000000000000000" pitchFamily="2" charset="2"/>
              </a:rPr>
              <a:t></a:t>
            </a:r>
            <a:endParaRPr lang="en-US" sz="1800" b="1" dirty="0"/>
          </a:p>
          <a:p>
            <a:endParaRPr lang="en-US" sz="1800" dirty="0"/>
          </a:p>
          <a:p>
            <a:r>
              <a:rPr lang="en-US" sz="1800" b="1" dirty="0"/>
              <a:t>one doubt regarding HDI </a:t>
            </a:r>
            <a:r>
              <a:rPr lang="en-US" sz="1800" b="1" dirty="0" err="1"/>
              <a:t>microservice.with</a:t>
            </a:r>
            <a:r>
              <a:rPr lang="en-US" sz="1800" b="1" dirty="0"/>
              <a:t> CICD and CTMS we are anyway deploying in Dev again and then release to QA. Can we avoid manual deployment first ( Mickey service ) .</a:t>
            </a:r>
          </a:p>
          <a:p>
            <a:r>
              <a:rPr lang="en-US" sz="1800" dirty="0"/>
              <a:t>Yes, you can but if you don’t do mickey, how you test whether your app after deployment will work with HANA or not?</a:t>
            </a:r>
          </a:p>
          <a:p>
            <a:endParaRPr lang="en-US" sz="1800" dirty="0"/>
          </a:p>
          <a:p>
            <a:r>
              <a:rPr lang="en-US" sz="1800" dirty="0"/>
              <a:t>Use CTMS to deploy in dev as well , test and then release to QA. is there any disadvantage if we do this way.</a:t>
            </a:r>
          </a:p>
          <a:p>
            <a:r>
              <a:rPr lang="en-US" sz="1800" b="1" dirty="0"/>
              <a:t>No</a:t>
            </a:r>
          </a:p>
        </p:txBody>
      </p:sp>
    </p:spTree>
    <p:extLst>
      <p:ext uri="{BB962C8B-B14F-4D97-AF65-F5344CB8AC3E}">
        <p14:creationId xmlns:p14="http://schemas.microsoft.com/office/powerpoint/2010/main" val="25489134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2F1412-93B0-FB18-627D-E63D596853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E80814-4936-4285-A8F9-475F90717253}"/>
              </a:ext>
            </a:extLst>
          </p:cNvPr>
          <p:cNvSpPr>
            <a:spLocks noGrp="1"/>
          </p:cNvSpPr>
          <p:nvPr>
            <p:ph type="title"/>
          </p:nvPr>
        </p:nvSpPr>
        <p:spPr>
          <a:xfrm>
            <a:off x="345105" y="0"/>
            <a:ext cx="9733444" cy="711081"/>
          </a:xfrm>
        </p:spPr>
        <p:txBody>
          <a:bodyPr/>
          <a:lstStyle/>
          <a:p>
            <a:r>
              <a:rPr lang="en-US" dirty="0"/>
              <a:t>Fiori on Cloud Recipe ingredients </a:t>
            </a:r>
            <a:r>
              <a:rPr lang="en-US" dirty="0">
                <a:solidFill>
                  <a:srgbClr val="FF0000"/>
                </a:solidFill>
              </a:rPr>
              <a:t>3X3</a:t>
            </a:r>
          </a:p>
        </p:txBody>
      </p:sp>
      <p:sp>
        <p:nvSpPr>
          <p:cNvPr id="3" name="Text Placeholder 2">
            <a:extLst>
              <a:ext uri="{FF2B5EF4-FFF2-40B4-BE49-F238E27FC236}">
                <a16:creationId xmlns:a16="http://schemas.microsoft.com/office/drawing/2014/main" id="{4F04A336-9BEA-4F30-323B-B2E970D10BD7}"/>
              </a:ext>
            </a:extLst>
          </p:cNvPr>
          <p:cNvSpPr>
            <a:spLocks noGrp="1"/>
          </p:cNvSpPr>
          <p:nvPr>
            <p:ph type="body" sz="quarter" idx="10"/>
          </p:nvPr>
        </p:nvSpPr>
        <p:spPr/>
        <p:txBody>
          <a:bodyPr>
            <a:normAutofit/>
          </a:bodyPr>
          <a:lstStyle/>
          <a:p>
            <a:r>
              <a:rPr lang="en-US" sz="1800" b="1" dirty="0"/>
              <a:t>Modules</a:t>
            </a:r>
          </a:p>
          <a:p>
            <a:pPr marL="285750" indent="-285750">
              <a:buFontTx/>
              <a:buChar char="-"/>
            </a:pPr>
            <a:r>
              <a:rPr lang="en-US" sz="1800" dirty="0"/>
              <a:t>Our application (html5 module) – it is our actual Fiori app, when we build the </a:t>
            </a:r>
            <a:r>
              <a:rPr lang="en-US" sz="1800" dirty="0" err="1"/>
              <a:t>mta_archieve</a:t>
            </a:r>
            <a:r>
              <a:rPr lang="en-US" sz="1800" dirty="0"/>
              <a:t>, this will also package all the Fiori app content in a zip file.</a:t>
            </a:r>
          </a:p>
          <a:p>
            <a:pPr marL="285750" indent="-285750">
              <a:buFontTx/>
              <a:buChar char="-"/>
            </a:pPr>
            <a:r>
              <a:rPr lang="en-US" sz="1800" dirty="0"/>
              <a:t>HTML5 Content Deployer (app content)– this module will be used to take the zip file of our Fiori app and usage the html5-repo-host service and store our app in BTP HTML5 Repository.</a:t>
            </a:r>
          </a:p>
          <a:p>
            <a:pPr marL="285750" indent="-285750">
              <a:buFontTx/>
              <a:buChar char="-"/>
            </a:pPr>
            <a:r>
              <a:rPr lang="en-US" sz="1800" dirty="0"/>
              <a:t>Destination Content – The module will use the destination service and creates the destination for html5-repo-host service and auth (</a:t>
            </a:r>
            <a:r>
              <a:rPr lang="en-US" sz="1800" dirty="0" err="1"/>
              <a:t>xsuaa</a:t>
            </a:r>
            <a:r>
              <a:rPr lang="en-US" sz="1800" dirty="0"/>
              <a:t>) service which later will be used by managed app  router hence by build </a:t>
            </a:r>
            <a:r>
              <a:rPr lang="en-US" sz="1800" dirty="0" err="1"/>
              <a:t>workzone</a:t>
            </a:r>
            <a:r>
              <a:rPr lang="en-US" sz="1800" dirty="0"/>
              <a:t> and our app.</a:t>
            </a:r>
          </a:p>
          <a:p>
            <a:r>
              <a:rPr lang="en-US" sz="1800" b="1" dirty="0"/>
              <a:t>Resources</a:t>
            </a:r>
          </a:p>
          <a:p>
            <a:pPr marL="285750" indent="-285750">
              <a:buFontTx/>
              <a:buChar char="-"/>
            </a:pPr>
            <a:r>
              <a:rPr lang="en-US" sz="1800" dirty="0"/>
              <a:t>html5-repo-host service – this will be used by Build </a:t>
            </a:r>
            <a:r>
              <a:rPr lang="en-US" sz="1800" dirty="0" err="1"/>
              <a:t>workzone</a:t>
            </a:r>
            <a:r>
              <a:rPr lang="en-US" sz="1800" dirty="0"/>
              <a:t> and managed app router to </a:t>
            </a:r>
            <a:r>
              <a:rPr lang="en-US" sz="1800" b="1" dirty="0"/>
              <a:t>load</a:t>
            </a:r>
            <a:r>
              <a:rPr lang="en-US" sz="1800" dirty="0"/>
              <a:t> our Fiori app deployed in html5 repository @ Runtime when user tries to load our app.</a:t>
            </a:r>
          </a:p>
          <a:p>
            <a:pPr marL="285750" indent="-285750">
              <a:buFontTx/>
              <a:buChar char="-"/>
            </a:pPr>
            <a:r>
              <a:rPr lang="en-US" sz="1800" dirty="0"/>
              <a:t>Destination-service – this service will contain all the destinations inside and help app and managed app router to locate other services @ Runtime</a:t>
            </a:r>
          </a:p>
          <a:p>
            <a:pPr marL="285750" indent="-285750">
              <a:buFontTx/>
              <a:buChar char="-"/>
            </a:pPr>
            <a:r>
              <a:rPr lang="en-US" sz="1800" dirty="0"/>
              <a:t>Auth service (</a:t>
            </a:r>
            <a:r>
              <a:rPr lang="en-US" sz="1800" dirty="0" err="1"/>
              <a:t>xsuaa</a:t>
            </a:r>
            <a:r>
              <a:rPr lang="en-US" sz="1800" dirty="0"/>
              <a:t>) – so our app can call the XSUAA for JWT token for authentication.</a:t>
            </a:r>
          </a:p>
          <a:p>
            <a:pPr marL="285750" indent="-285750">
              <a:buFontTx/>
              <a:buChar char="-"/>
            </a:pPr>
            <a:endParaRPr lang="en-US" sz="1800" dirty="0"/>
          </a:p>
          <a:p>
            <a:r>
              <a:rPr lang="en-US" sz="1800" b="1" dirty="0"/>
              <a:t>Managed App Router (built-in in BTP)</a:t>
            </a:r>
            <a:r>
              <a:rPr lang="en-US" sz="1800" dirty="0"/>
              <a:t> – it is a built-in, FREE, app router provided by SAP in BTP. Which is responsible to communicate between all microservices of our Fiori UIs. It is used by build work zone (Fiori Launchpad). There is also a successor of managed app router called as Application frontend service.</a:t>
            </a:r>
          </a:p>
        </p:txBody>
      </p:sp>
    </p:spTree>
    <p:extLst>
      <p:ext uri="{BB962C8B-B14F-4D97-AF65-F5344CB8AC3E}">
        <p14:creationId xmlns:p14="http://schemas.microsoft.com/office/powerpoint/2010/main" val="8569974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88D077-6F83-0965-5026-23BC05185A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D68963-D4DC-28FA-F233-F6AA01B99BDF}"/>
              </a:ext>
            </a:extLst>
          </p:cNvPr>
          <p:cNvSpPr>
            <a:spLocks noGrp="1"/>
          </p:cNvSpPr>
          <p:nvPr>
            <p:ph type="title"/>
          </p:nvPr>
        </p:nvSpPr>
        <p:spPr>
          <a:xfrm>
            <a:off x="345105" y="0"/>
            <a:ext cx="9733444" cy="711081"/>
          </a:xfrm>
        </p:spPr>
        <p:txBody>
          <a:bodyPr/>
          <a:lstStyle/>
          <a:p>
            <a:r>
              <a:rPr lang="en-US" dirty="0"/>
              <a:t>Persona</a:t>
            </a:r>
          </a:p>
        </p:txBody>
      </p:sp>
      <p:pic>
        <p:nvPicPr>
          <p:cNvPr id="2052" name="Picture 4" descr="Software engineer avatar Images - Free Download on Freepik">
            <a:extLst>
              <a:ext uri="{FF2B5EF4-FFF2-40B4-BE49-F238E27FC236}">
                <a16:creationId xmlns:a16="http://schemas.microsoft.com/office/drawing/2014/main" id="{453AADD2-EBDF-C003-5333-38152CAFDCE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796" y="701363"/>
            <a:ext cx="1700809" cy="1700809"/>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Software developer avatar Vectors - Download Free High-Quality Vectors from  Freepik | Freepik">
            <a:extLst>
              <a:ext uri="{FF2B5EF4-FFF2-40B4-BE49-F238E27FC236}">
                <a16:creationId xmlns:a16="http://schemas.microsoft.com/office/drawing/2014/main" id="{B937F640-71E8-643D-3A3D-88FAD579E13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070076" y="836712"/>
            <a:ext cx="2088232" cy="1394036"/>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6337E77D-89D3-9F9A-9BBC-8F7E474CEE0E}"/>
              </a:ext>
            </a:extLst>
          </p:cNvPr>
          <p:cNvSpPr txBox="1"/>
          <p:nvPr/>
        </p:nvSpPr>
        <p:spPr>
          <a:xfrm>
            <a:off x="345105" y="2276872"/>
            <a:ext cx="2724971" cy="338554"/>
          </a:xfrm>
          <a:prstGeom prst="rect">
            <a:avLst/>
          </a:prstGeom>
          <a:noFill/>
        </p:spPr>
        <p:txBody>
          <a:bodyPr wrap="square"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IN" sz="1600" b="1" i="0" u="none" strike="noStrike" kern="1200" cap="none" spc="0" normalizeH="0" baseline="0" noProof="0" dirty="0">
                <a:ln>
                  <a:noFill/>
                </a:ln>
                <a:solidFill>
                  <a:prstClr val="black"/>
                </a:solidFill>
                <a:effectLst/>
                <a:uLnTx/>
                <a:uFillTx/>
                <a:latin typeface="Segoe UI"/>
                <a:ea typeface="+mn-ea"/>
                <a:cs typeface="+mn-cs"/>
              </a:rPr>
              <a:t>BTP Admin (Anubhav)</a:t>
            </a:r>
          </a:p>
        </p:txBody>
      </p:sp>
      <p:sp>
        <p:nvSpPr>
          <p:cNvPr id="8" name="TextBox 7">
            <a:extLst>
              <a:ext uri="{FF2B5EF4-FFF2-40B4-BE49-F238E27FC236}">
                <a16:creationId xmlns:a16="http://schemas.microsoft.com/office/drawing/2014/main" id="{15CD34E9-9734-7B92-C17E-A1056232C9AE}"/>
              </a:ext>
            </a:extLst>
          </p:cNvPr>
          <p:cNvSpPr txBox="1"/>
          <p:nvPr/>
        </p:nvSpPr>
        <p:spPr>
          <a:xfrm>
            <a:off x="3142084" y="2247365"/>
            <a:ext cx="2724971" cy="338554"/>
          </a:xfrm>
          <a:prstGeom prst="rect">
            <a:avLst/>
          </a:prstGeom>
          <a:noFill/>
        </p:spPr>
        <p:txBody>
          <a:bodyPr wrap="square"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IN" sz="1600" b="1" i="0" u="none" strike="noStrike" kern="1200" cap="none" spc="0" normalizeH="0" baseline="0" noProof="0" dirty="0">
                <a:ln>
                  <a:noFill/>
                </a:ln>
                <a:solidFill>
                  <a:prstClr val="black"/>
                </a:solidFill>
                <a:effectLst/>
                <a:uLnTx/>
                <a:uFillTx/>
                <a:latin typeface="Segoe UI"/>
                <a:ea typeface="+mn-ea"/>
                <a:cs typeface="+mn-cs"/>
              </a:rPr>
              <a:t>BTP Developer (Anubhav)</a:t>
            </a:r>
          </a:p>
        </p:txBody>
      </p:sp>
      <p:sp>
        <p:nvSpPr>
          <p:cNvPr id="9" name="TextBox 8">
            <a:extLst>
              <a:ext uri="{FF2B5EF4-FFF2-40B4-BE49-F238E27FC236}">
                <a16:creationId xmlns:a16="http://schemas.microsoft.com/office/drawing/2014/main" id="{4E8F9484-EE00-17D9-8A2C-2898F8AD44B6}"/>
              </a:ext>
            </a:extLst>
          </p:cNvPr>
          <p:cNvSpPr txBox="1"/>
          <p:nvPr/>
        </p:nvSpPr>
        <p:spPr>
          <a:xfrm>
            <a:off x="-23619" y="2550351"/>
            <a:ext cx="2952328" cy="3600986"/>
          </a:xfrm>
          <a:prstGeom prst="rect">
            <a:avLst/>
          </a:prstGeom>
          <a:noFill/>
        </p:spPr>
        <p:txBody>
          <a:bodyPr wrap="square" rtlCol="0">
            <a:spAutoFit/>
          </a:bodyPr>
          <a:lstStyle/>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200" b="0" i="0" u="none" strike="noStrike" kern="1200" cap="none" spc="0" normalizeH="0" baseline="0" noProof="0" dirty="0">
                <a:ln>
                  <a:noFill/>
                </a:ln>
                <a:solidFill>
                  <a:prstClr val="black"/>
                </a:solidFill>
                <a:effectLst/>
                <a:uLnTx/>
                <a:uFillTx/>
                <a:latin typeface="Segoe UI"/>
                <a:ea typeface="+mn-ea"/>
                <a:cs typeface="+mn-cs"/>
              </a:rPr>
              <a:t>Subscribe to different services</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200" b="0" i="0" u="none" strike="noStrike" kern="1200" cap="none" spc="0" normalizeH="0" baseline="0" noProof="0" dirty="0">
                <a:ln>
                  <a:noFill/>
                </a:ln>
                <a:solidFill>
                  <a:prstClr val="black"/>
                </a:solidFill>
                <a:effectLst/>
                <a:uLnTx/>
                <a:uFillTx/>
                <a:latin typeface="Segoe UI"/>
                <a:ea typeface="+mn-ea"/>
                <a:cs typeface="+mn-cs"/>
              </a:rPr>
              <a:t>Configure entitlements</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200" b="0" i="0" u="none" strike="noStrike" kern="1200" cap="none" spc="0" normalizeH="0" baseline="0" noProof="0" dirty="0">
                <a:ln>
                  <a:noFill/>
                </a:ln>
                <a:solidFill>
                  <a:prstClr val="black"/>
                </a:solidFill>
                <a:effectLst/>
                <a:uLnTx/>
                <a:uFillTx/>
                <a:latin typeface="Segoe UI"/>
                <a:ea typeface="+mn-ea"/>
                <a:cs typeface="+mn-cs"/>
              </a:rPr>
              <a:t>Create Subscriptions</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200" b="0" i="0" u="none" strike="noStrike" kern="1200" cap="none" spc="0" normalizeH="0" baseline="0" noProof="0" dirty="0">
                <a:ln>
                  <a:noFill/>
                </a:ln>
                <a:solidFill>
                  <a:prstClr val="black"/>
                </a:solidFill>
                <a:effectLst/>
                <a:uLnTx/>
                <a:uFillTx/>
                <a:latin typeface="Segoe UI"/>
                <a:ea typeface="+mn-ea"/>
                <a:cs typeface="+mn-cs"/>
              </a:rPr>
              <a:t>Create Roles</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200" b="0" i="0" u="none" strike="noStrike" kern="1200" cap="none" spc="0" normalizeH="0" baseline="0" noProof="0" dirty="0">
                <a:ln>
                  <a:noFill/>
                </a:ln>
                <a:solidFill>
                  <a:prstClr val="black"/>
                </a:solidFill>
                <a:effectLst/>
                <a:uLnTx/>
                <a:uFillTx/>
                <a:latin typeface="Segoe UI"/>
                <a:ea typeface="+mn-ea"/>
                <a:cs typeface="+mn-cs"/>
              </a:rPr>
              <a:t>Manage Users in company</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200" b="0" i="0" u="none" strike="noStrike" kern="1200" cap="none" spc="0" normalizeH="0" baseline="0" noProof="0" dirty="0">
                <a:ln>
                  <a:noFill/>
                </a:ln>
                <a:solidFill>
                  <a:prstClr val="black"/>
                </a:solidFill>
                <a:effectLst/>
                <a:uLnTx/>
                <a:uFillTx/>
                <a:latin typeface="Segoe UI"/>
                <a:ea typeface="+mn-ea"/>
                <a:cs typeface="+mn-cs"/>
              </a:rPr>
              <a:t>Manages environment, spaces</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200" b="0" i="0" u="none" strike="noStrike" kern="1200" cap="none" spc="0" normalizeH="0" baseline="0" noProof="0" dirty="0">
                <a:ln>
                  <a:noFill/>
                </a:ln>
                <a:solidFill>
                  <a:prstClr val="black"/>
                </a:solidFill>
                <a:effectLst/>
                <a:uLnTx/>
                <a:uFillTx/>
                <a:latin typeface="Segoe UI"/>
                <a:ea typeface="+mn-ea"/>
                <a:cs typeface="+mn-cs"/>
              </a:rPr>
              <a:t>Create destinations</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200" b="0" i="0" u="none" strike="noStrike" kern="1200" cap="none" spc="0" normalizeH="0" baseline="0" noProof="0" dirty="0">
                <a:ln>
                  <a:noFill/>
                </a:ln>
                <a:solidFill>
                  <a:prstClr val="black"/>
                </a:solidFill>
                <a:effectLst/>
                <a:uLnTx/>
                <a:uFillTx/>
                <a:latin typeface="Segoe UI"/>
                <a:ea typeface="+mn-ea"/>
                <a:cs typeface="+mn-cs"/>
              </a:rPr>
              <a:t>Configure Landscape in CTMS</a:t>
            </a:r>
          </a:p>
          <a:p>
            <a:pPr marL="342900" marR="0" lvl="0" indent="-342900" algn="l" defTabSz="1218987" rtl="0" eaLnBrk="1" fontAlgn="auto" latinLnBrk="0" hangingPunct="1">
              <a:lnSpc>
                <a:spcPct val="100000"/>
              </a:lnSpc>
              <a:spcBef>
                <a:spcPts val="0"/>
              </a:spcBef>
              <a:spcAft>
                <a:spcPts val="0"/>
              </a:spcAft>
              <a:buClrTx/>
              <a:buSzTx/>
              <a:buFontTx/>
              <a:buAutoNum type="arabicPeriod"/>
              <a:tabLst/>
              <a:defRPr/>
            </a:pPr>
            <a:r>
              <a:rPr kumimoji="0" lang="en-IN" sz="1200" b="1" i="0" u="none" strike="noStrike" kern="1200" cap="none" spc="0" normalizeH="0" baseline="0" noProof="0" dirty="0">
                <a:ln>
                  <a:noFill/>
                </a:ln>
                <a:solidFill>
                  <a:prstClr val="black"/>
                </a:solidFill>
                <a:effectLst/>
                <a:uLnTx/>
                <a:uFillTx/>
                <a:latin typeface="Segoe UI"/>
                <a:ea typeface="+mn-ea"/>
                <a:cs typeface="+mn-cs"/>
              </a:rPr>
              <a:t>Configure SAP BTP Cloud Identity service and Appoints </a:t>
            </a:r>
            <a:r>
              <a:rPr kumimoji="0" lang="en-IN" sz="1200" b="1" i="0" u="none" strike="noStrike" kern="1200" cap="none" spc="0" normalizeH="0" baseline="0" noProof="0" dirty="0" err="1">
                <a:ln>
                  <a:noFill/>
                </a:ln>
                <a:solidFill>
                  <a:prstClr val="black"/>
                </a:solidFill>
                <a:effectLst/>
                <a:uLnTx/>
                <a:uFillTx/>
                <a:latin typeface="Segoe UI"/>
                <a:ea typeface="+mn-ea"/>
                <a:cs typeface="+mn-cs"/>
              </a:rPr>
              <a:t>Subu</a:t>
            </a:r>
            <a:r>
              <a:rPr kumimoji="0" lang="en-IN" sz="1200" b="1" i="0" u="none" strike="noStrike" kern="1200" cap="none" spc="0" normalizeH="0" baseline="0" noProof="0" dirty="0">
                <a:ln>
                  <a:noFill/>
                </a:ln>
                <a:solidFill>
                  <a:prstClr val="black"/>
                </a:solidFill>
                <a:effectLst/>
                <a:uLnTx/>
                <a:uFillTx/>
                <a:latin typeface="Segoe UI"/>
                <a:ea typeface="+mn-ea"/>
                <a:cs typeface="+mn-cs"/>
              </a:rPr>
              <a:t> as Application Admin</a:t>
            </a:r>
          </a:p>
          <a:p>
            <a:pPr marL="342900" marR="0" lvl="0" indent="-342900" algn="l" defTabSz="1218987" rtl="0" eaLnBrk="1" fontAlgn="auto" latinLnBrk="0" hangingPunct="1">
              <a:lnSpc>
                <a:spcPct val="100000"/>
              </a:lnSpc>
              <a:spcBef>
                <a:spcPts val="0"/>
              </a:spcBef>
              <a:spcAft>
                <a:spcPts val="0"/>
              </a:spcAft>
              <a:buClrTx/>
              <a:buSzTx/>
              <a:buFontTx/>
              <a:buAutoNum type="arabicPeriod"/>
              <a:tabLst/>
              <a:defRPr/>
            </a:pPr>
            <a:r>
              <a:rPr kumimoji="0" lang="en-IN" sz="1200" b="1" i="0" u="none" strike="noStrike" kern="1200" cap="none" spc="0" normalizeH="0" baseline="0" noProof="0" dirty="0">
                <a:ln>
                  <a:noFill/>
                </a:ln>
                <a:solidFill>
                  <a:prstClr val="black"/>
                </a:solidFill>
                <a:effectLst/>
                <a:uLnTx/>
                <a:uFillTx/>
                <a:latin typeface="Segoe UI"/>
                <a:ea typeface="+mn-ea"/>
                <a:cs typeface="+mn-cs"/>
              </a:rPr>
              <a:t>Create Trust Relation between Cloud Identity Service and BTP Sub Account </a:t>
            </a:r>
          </a:p>
          <a:p>
            <a:pPr marL="342900" marR="0" lvl="0" indent="-342900" algn="l" defTabSz="1218987" rtl="0" eaLnBrk="1" fontAlgn="auto" latinLnBrk="0" hangingPunct="1">
              <a:lnSpc>
                <a:spcPct val="100000"/>
              </a:lnSpc>
              <a:spcBef>
                <a:spcPts val="0"/>
              </a:spcBef>
              <a:spcAft>
                <a:spcPts val="0"/>
              </a:spcAft>
              <a:buClrTx/>
              <a:buSzTx/>
              <a:buFontTx/>
              <a:buAutoNum type="arabicPeriod"/>
              <a:tabLst/>
              <a:defRPr/>
            </a:pPr>
            <a:r>
              <a:rPr kumimoji="0" lang="en-IN" sz="1200" b="1" i="0" u="none" strike="noStrike" kern="1200" cap="none" spc="0" normalizeH="0" baseline="0" noProof="0" dirty="0">
                <a:ln>
                  <a:noFill/>
                </a:ln>
                <a:solidFill>
                  <a:prstClr val="black"/>
                </a:solidFill>
                <a:effectLst/>
                <a:uLnTx/>
                <a:uFillTx/>
                <a:latin typeface="Segoe UI"/>
                <a:ea typeface="+mn-ea"/>
                <a:cs typeface="+mn-cs"/>
              </a:rPr>
              <a:t>Subscribe to SAP Build </a:t>
            </a:r>
            <a:r>
              <a:rPr kumimoji="0" lang="en-IN" sz="1200" b="1" i="0" u="none" strike="noStrike" kern="1200" cap="none" spc="0" normalizeH="0" baseline="0" noProof="0" dirty="0" err="1">
                <a:ln>
                  <a:noFill/>
                </a:ln>
                <a:solidFill>
                  <a:prstClr val="black"/>
                </a:solidFill>
                <a:effectLst/>
                <a:uLnTx/>
                <a:uFillTx/>
                <a:latin typeface="Segoe UI"/>
                <a:ea typeface="+mn-ea"/>
                <a:cs typeface="+mn-cs"/>
              </a:rPr>
              <a:t>Workzone</a:t>
            </a:r>
            <a:r>
              <a:rPr kumimoji="0" lang="en-IN" sz="1200" b="1" i="0" u="none" strike="noStrike" kern="1200" cap="none" spc="0" normalizeH="0" baseline="0" noProof="0" dirty="0">
                <a:ln>
                  <a:noFill/>
                </a:ln>
                <a:solidFill>
                  <a:prstClr val="black"/>
                </a:solidFill>
                <a:effectLst/>
                <a:uLnTx/>
                <a:uFillTx/>
                <a:latin typeface="Segoe UI"/>
                <a:ea typeface="+mn-ea"/>
                <a:cs typeface="+mn-cs"/>
              </a:rPr>
              <a:t> and give access to developer and also to App Admin</a:t>
            </a:r>
          </a:p>
          <a:p>
            <a:pPr marL="342900" marR="0" lvl="0" indent="-342900" algn="l" defTabSz="1218987" rtl="0" eaLnBrk="1" fontAlgn="auto" latinLnBrk="0" hangingPunct="1">
              <a:lnSpc>
                <a:spcPct val="100000"/>
              </a:lnSpc>
              <a:spcBef>
                <a:spcPts val="0"/>
              </a:spcBef>
              <a:spcAft>
                <a:spcPts val="0"/>
              </a:spcAft>
              <a:buClrTx/>
              <a:buSzTx/>
              <a:buFontTx/>
              <a:buAutoNum type="arabicPeriod"/>
              <a:tabLst/>
              <a:defRPr/>
            </a:pPr>
            <a:r>
              <a:rPr kumimoji="0" lang="en-IN" sz="1200" b="1" i="0" u="none" strike="noStrike" kern="1200" cap="none" spc="0" normalizeH="0" baseline="0" noProof="0" dirty="0">
                <a:ln>
                  <a:noFill/>
                </a:ln>
                <a:solidFill>
                  <a:prstClr val="black"/>
                </a:solidFill>
                <a:effectLst/>
                <a:uLnTx/>
                <a:uFillTx/>
                <a:latin typeface="Segoe UI"/>
                <a:ea typeface="+mn-ea"/>
                <a:cs typeface="+mn-cs"/>
              </a:rPr>
              <a:t>Send email to </a:t>
            </a:r>
            <a:r>
              <a:rPr kumimoji="0" lang="en-IN" sz="1200" b="1" i="0" u="none" strike="noStrike" kern="1200" cap="none" spc="0" normalizeH="0" baseline="0" noProof="0" dirty="0" err="1">
                <a:ln>
                  <a:noFill/>
                </a:ln>
                <a:solidFill>
                  <a:prstClr val="black"/>
                </a:solidFill>
                <a:effectLst/>
                <a:uLnTx/>
                <a:uFillTx/>
                <a:latin typeface="Segoe UI"/>
                <a:ea typeface="+mn-ea"/>
                <a:cs typeface="+mn-cs"/>
              </a:rPr>
              <a:t>Subu</a:t>
            </a:r>
            <a:r>
              <a:rPr kumimoji="0" lang="en-IN" sz="1200" b="1" i="0" u="none" strike="noStrike" kern="1200" cap="none" spc="0" normalizeH="0" baseline="0" noProof="0" dirty="0">
                <a:ln>
                  <a:noFill/>
                </a:ln>
                <a:solidFill>
                  <a:prstClr val="black"/>
                </a:solidFill>
                <a:effectLst/>
                <a:uLnTx/>
                <a:uFillTx/>
                <a:latin typeface="Segoe UI"/>
                <a:ea typeface="+mn-ea"/>
                <a:cs typeface="+mn-cs"/>
              </a:rPr>
              <a:t> for build </a:t>
            </a:r>
            <a:r>
              <a:rPr kumimoji="0" lang="en-IN" sz="1200" b="1" i="0" u="none" strike="noStrike" kern="1200" cap="none" spc="0" normalizeH="0" baseline="0" noProof="0" dirty="0" err="1">
                <a:ln>
                  <a:noFill/>
                </a:ln>
                <a:solidFill>
                  <a:prstClr val="black"/>
                </a:solidFill>
                <a:effectLst/>
                <a:uLnTx/>
                <a:uFillTx/>
                <a:latin typeface="Segoe UI"/>
                <a:ea typeface="+mn-ea"/>
                <a:cs typeface="+mn-cs"/>
              </a:rPr>
              <a:t>workzone</a:t>
            </a:r>
            <a:endParaRPr kumimoji="0" lang="en-IN" sz="1200" b="1" i="0" u="none" strike="noStrike" kern="1200" cap="none" spc="0" normalizeH="0" baseline="0" noProof="0" dirty="0">
              <a:ln>
                <a:noFill/>
              </a:ln>
              <a:solidFill>
                <a:prstClr val="black"/>
              </a:solidFill>
              <a:effectLst/>
              <a:uLnTx/>
              <a:uFillTx/>
              <a:latin typeface="Segoe UI"/>
              <a:ea typeface="+mn-ea"/>
              <a:cs typeface="+mn-cs"/>
            </a:endParaRPr>
          </a:p>
        </p:txBody>
      </p:sp>
      <p:sp>
        <p:nvSpPr>
          <p:cNvPr id="10" name="TextBox 9">
            <a:extLst>
              <a:ext uri="{FF2B5EF4-FFF2-40B4-BE49-F238E27FC236}">
                <a16:creationId xmlns:a16="http://schemas.microsoft.com/office/drawing/2014/main" id="{8C1BFF91-1E83-2286-2768-E89B2B7D927B}"/>
              </a:ext>
            </a:extLst>
          </p:cNvPr>
          <p:cNvSpPr txBox="1"/>
          <p:nvPr/>
        </p:nvSpPr>
        <p:spPr>
          <a:xfrm>
            <a:off x="3070076" y="2550351"/>
            <a:ext cx="2952328" cy="3108543"/>
          </a:xfrm>
          <a:prstGeom prst="rect">
            <a:avLst/>
          </a:prstGeom>
          <a:noFill/>
        </p:spPr>
        <p:txBody>
          <a:bodyPr wrap="square" rtlCol="0">
            <a:spAutoFit/>
          </a:bodyPr>
          <a:lstStyle/>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1200" cap="none" spc="0" normalizeH="0" baseline="0" noProof="0" dirty="0">
                <a:ln>
                  <a:noFill/>
                </a:ln>
                <a:solidFill>
                  <a:prstClr val="black"/>
                </a:solidFill>
                <a:effectLst/>
                <a:uLnTx/>
                <a:uFillTx/>
                <a:latin typeface="Segoe UI"/>
                <a:ea typeface="+mn-ea"/>
                <a:cs typeface="+mn-cs"/>
              </a:rPr>
              <a:t>Use BAS tool </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1200" cap="none" spc="0" normalizeH="0" baseline="0" noProof="0" dirty="0">
                <a:ln>
                  <a:noFill/>
                </a:ln>
                <a:solidFill>
                  <a:prstClr val="black"/>
                </a:solidFill>
                <a:effectLst/>
                <a:uLnTx/>
                <a:uFillTx/>
                <a:latin typeface="Segoe UI"/>
                <a:ea typeface="+mn-ea"/>
                <a:cs typeface="+mn-cs"/>
              </a:rPr>
              <a:t>Create Fiori on Cloud App</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1200" cap="none" spc="0" normalizeH="0" baseline="0" noProof="0" dirty="0">
                <a:ln>
                  <a:noFill/>
                </a:ln>
                <a:solidFill>
                  <a:prstClr val="black"/>
                </a:solidFill>
                <a:effectLst/>
                <a:uLnTx/>
                <a:uFillTx/>
                <a:latin typeface="Segoe UI"/>
                <a:ea typeface="+mn-ea"/>
                <a:cs typeface="+mn-cs"/>
              </a:rPr>
              <a:t>Create CAPM app</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1200" cap="none" spc="0" normalizeH="0" baseline="0" noProof="0" dirty="0">
                <a:ln>
                  <a:noFill/>
                </a:ln>
                <a:solidFill>
                  <a:prstClr val="black"/>
                </a:solidFill>
                <a:effectLst/>
                <a:uLnTx/>
                <a:uFillTx/>
                <a:latin typeface="Segoe UI"/>
                <a:ea typeface="+mn-ea"/>
                <a:cs typeface="+mn-cs"/>
              </a:rPr>
              <a:t>Deploy App</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1200" cap="none" spc="0" normalizeH="0" baseline="0" noProof="0" dirty="0">
                <a:ln>
                  <a:noFill/>
                </a:ln>
                <a:solidFill>
                  <a:prstClr val="black"/>
                </a:solidFill>
                <a:effectLst/>
                <a:uLnTx/>
                <a:uFillTx/>
                <a:latin typeface="Segoe UI"/>
                <a:ea typeface="+mn-ea"/>
                <a:cs typeface="+mn-cs"/>
              </a:rPr>
              <a:t>Push code to git</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1200" cap="none" spc="0" normalizeH="0" baseline="0" noProof="0" dirty="0">
                <a:ln>
                  <a:noFill/>
                </a:ln>
                <a:solidFill>
                  <a:prstClr val="black"/>
                </a:solidFill>
                <a:effectLst/>
                <a:uLnTx/>
                <a:uFillTx/>
                <a:latin typeface="Segoe UI"/>
                <a:ea typeface="+mn-ea"/>
                <a:cs typeface="+mn-cs"/>
              </a:rPr>
              <a:t>Configure Backing service</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1200" cap="none" spc="0" normalizeH="0" baseline="0" noProof="0" dirty="0">
                <a:ln>
                  <a:noFill/>
                </a:ln>
                <a:solidFill>
                  <a:prstClr val="black"/>
                </a:solidFill>
                <a:effectLst/>
                <a:uLnTx/>
                <a:uFillTx/>
                <a:latin typeface="Segoe UI"/>
                <a:ea typeface="+mn-ea"/>
                <a:cs typeface="+mn-cs"/>
              </a:rPr>
              <a:t>Testing and deployment</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1200" cap="none" spc="0" normalizeH="0" baseline="0" noProof="0" dirty="0">
                <a:ln>
                  <a:noFill/>
                </a:ln>
                <a:solidFill>
                  <a:prstClr val="black"/>
                </a:solidFill>
                <a:effectLst/>
                <a:uLnTx/>
                <a:uFillTx/>
                <a:latin typeface="Segoe UI"/>
                <a:ea typeface="+mn-ea"/>
                <a:cs typeface="+mn-cs"/>
              </a:rPr>
              <a:t>Manage Applications</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1200" cap="none" spc="0" normalizeH="0" baseline="0" noProof="0" dirty="0">
                <a:ln>
                  <a:noFill/>
                </a:ln>
                <a:solidFill>
                  <a:prstClr val="black"/>
                </a:solidFill>
                <a:effectLst/>
                <a:uLnTx/>
                <a:uFillTx/>
                <a:latin typeface="Segoe UI"/>
                <a:ea typeface="+mn-ea"/>
                <a:cs typeface="+mn-cs"/>
              </a:rPr>
              <a:t>Configure tiles for Build </a:t>
            </a:r>
            <a:r>
              <a:rPr kumimoji="0" lang="en-IN" sz="1400" b="0" i="0" u="none" strike="noStrike" kern="1200" cap="none" spc="0" normalizeH="0" baseline="0" noProof="0" dirty="0" err="1">
                <a:ln>
                  <a:noFill/>
                </a:ln>
                <a:solidFill>
                  <a:prstClr val="black"/>
                </a:solidFill>
                <a:effectLst/>
                <a:uLnTx/>
                <a:uFillTx/>
                <a:latin typeface="Segoe UI"/>
                <a:ea typeface="+mn-ea"/>
                <a:cs typeface="+mn-cs"/>
              </a:rPr>
              <a:t>Workzone</a:t>
            </a:r>
            <a:endParaRPr kumimoji="0" lang="en-IN" sz="1400" b="0" i="0" u="none" strike="noStrike" kern="1200" cap="none" spc="0" normalizeH="0" baseline="0" noProof="0" dirty="0">
              <a:ln>
                <a:noFill/>
              </a:ln>
              <a:solidFill>
                <a:prstClr val="black"/>
              </a:solidFill>
              <a:effectLst/>
              <a:uLnTx/>
              <a:uFillTx/>
              <a:latin typeface="Segoe UI"/>
              <a:ea typeface="+mn-ea"/>
              <a:cs typeface="+mn-cs"/>
            </a:endParaRP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1" i="0" u="none" strike="noStrike" kern="1200" cap="none" spc="0" normalizeH="0" baseline="0" noProof="0" dirty="0">
                <a:ln>
                  <a:noFill/>
                </a:ln>
                <a:solidFill>
                  <a:prstClr val="black"/>
                </a:solidFill>
                <a:effectLst/>
                <a:uLnTx/>
                <a:uFillTx/>
                <a:latin typeface="Segoe UI"/>
                <a:ea typeface="+mn-ea"/>
                <a:cs typeface="+mn-cs"/>
              </a:rPr>
              <a:t>Already created a Fiori on Cloud Application, Will deploy this app to BTP in HTML5 Repository</a:t>
            </a:r>
          </a:p>
        </p:txBody>
      </p:sp>
      <p:sp>
        <p:nvSpPr>
          <p:cNvPr id="11" name="TextBox 10">
            <a:extLst>
              <a:ext uri="{FF2B5EF4-FFF2-40B4-BE49-F238E27FC236}">
                <a16:creationId xmlns:a16="http://schemas.microsoft.com/office/drawing/2014/main" id="{818D1487-C1D3-EC83-557B-6DDA052DBEBE}"/>
              </a:ext>
            </a:extLst>
          </p:cNvPr>
          <p:cNvSpPr txBox="1"/>
          <p:nvPr/>
        </p:nvSpPr>
        <p:spPr>
          <a:xfrm>
            <a:off x="6235779" y="2276210"/>
            <a:ext cx="3098993" cy="338554"/>
          </a:xfrm>
          <a:prstGeom prst="rect">
            <a:avLst/>
          </a:prstGeom>
          <a:noFill/>
        </p:spPr>
        <p:txBody>
          <a:bodyPr wrap="square"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IN" sz="1600" b="1" i="0" u="none" strike="noStrike" kern="1200" cap="none" spc="0" normalizeH="0" baseline="0" noProof="0" dirty="0">
                <a:ln>
                  <a:noFill/>
                </a:ln>
                <a:solidFill>
                  <a:prstClr val="black"/>
                </a:solidFill>
                <a:effectLst/>
                <a:uLnTx/>
                <a:uFillTx/>
                <a:latin typeface="Segoe UI"/>
                <a:ea typeface="+mn-ea"/>
                <a:cs typeface="+mn-cs"/>
              </a:rPr>
              <a:t>Application Admin (Subbu)</a:t>
            </a:r>
          </a:p>
        </p:txBody>
      </p:sp>
      <p:sp>
        <p:nvSpPr>
          <p:cNvPr id="12" name="TextBox 11">
            <a:extLst>
              <a:ext uri="{FF2B5EF4-FFF2-40B4-BE49-F238E27FC236}">
                <a16:creationId xmlns:a16="http://schemas.microsoft.com/office/drawing/2014/main" id="{8D1C3465-791E-4C8E-8A9A-B1D3801A01C5}"/>
              </a:ext>
            </a:extLst>
          </p:cNvPr>
          <p:cNvSpPr txBox="1"/>
          <p:nvPr/>
        </p:nvSpPr>
        <p:spPr>
          <a:xfrm>
            <a:off x="6163771" y="2579196"/>
            <a:ext cx="3096344" cy="3416320"/>
          </a:xfrm>
          <a:prstGeom prst="rect">
            <a:avLst/>
          </a:prstGeom>
          <a:noFill/>
        </p:spPr>
        <p:txBody>
          <a:bodyPr wrap="square" rtlCol="0">
            <a:spAutoFit/>
          </a:bodyPr>
          <a:lstStyle/>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200" b="0" i="0" u="none" strike="noStrike" kern="1200" cap="none" spc="0" normalizeH="0" baseline="0" noProof="0" dirty="0">
                <a:ln>
                  <a:noFill/>
                </a:ln>
                <a:solidFill>
                  <a:prstClr val="black"/>
                </a:solidFill>
                <a:effectLst/>
                <a:uLnTx/>
                <a:uFillTx/>
                <a:latin typeface="Segoe UI"/>
                <a:ea typeface="+mn-ea"/>
                <a:cs typeface="+mn-cs"/>
              </a:rPr>
              <a:t>Admin for Business users</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200" b="0" i="0" u="none" strike="noStrike" kern="1200" cap="none" spc="0" normalizeH="0" baseline="0" noProof="0" dirty="0">
                <a:ln>
                  <a:noFill/>
                </a:ln>
                <a:solidFill>
                  <a:prstClr val="black"/>
                </a:solidFill>
                <a:effectLst/>
                <a:uLnTx/>
                <a:uFillTx/>
                <a:latin typeface="Segoe UI"/>
                <a:ea typeface="+mn-ea"/>
                <a:cs typeface="+mn-cs"/>
              </a:rPr>
              <a:t>Create Application role</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200" b="0" i="0" u="none" strike="noStrike" kern="1200" cap="none" spc="0" normalizeH="0" baseline="0" noProof="0" dirty="0">
                <a:ln>
                  <a:noFill/>
                </a:ln>
                <a:solidFill>
                  <a:prstClr val="black"/>
                </a:solidFill>
                <a:effectLst/>
                <a:uLnTx/>
                <a:uFillTx/>
                <a:latin typeface="Segoe UI"/>
                <a:ea typeface="+mn-ea"/>
                <a:cs typeface="+mn-cs"/>
              </a:rPr>
              <a:t>Create Role Collections</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200" b="0" i="0" u="none" strike="noStrike" kern="1200" cap="none" spc="0" normalizeH="0" baseline="0" noProof="0" dirty="0">
                <a:ln>
                  <a:noFill/>
                </a:ln>
                <a:solidFill>
                  <a:prstClr val="black"/>
                </a:solidFill>
                <a:effectLst/>
                <a:uLnTx/>
                <a:uFillTx/>
                <a:latin typeface="Segoe UI"/>
                <a:ea typeface="+mn-ea"/>
                <a:cs typeface="+mn-cs"/>
              </a:rPr>
              <a:t>Register business users</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200" b="0" i="0" u="none" strike="noStrike" kern="1200" cap="none" spc="0" normalizeH="0" baseline="0" noProof="0" dirty="0">
                <a:ln>
                  <a:noFill/>
                </a:ln>
                <a:solidFill>
                  <a:prstClr val="black"/>
                </a:solidFill>
                <a:effectLst/>
                <a:uLnTx/>
                <a:uFillTx/>
                <a:latin typeface="Segoe UI"/>
                <a:ea typeface="+mn-ea"/>
                <a:cs typeface="+mn-cs"/>
              </a:rPr>
              <a:t>Reset their passwords</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200" b="0" i="0" u="none" strike="noStrike" kern="1200" cap="none" spc="0" normalizeH="0" baseline="0" noProof="0" dirty="0">
                <a:ln>
                  <a:noFill/>
                </a:ln>
                <a:solidFill>
                  <a:prstClr val="black"/>
                </a:solidFill>
                <a:effectLst/>
                <a:uLnTx/>
                <a:uFillTx/>
                <a:latin typeface="Segoe UI"/>
                <a:ea typeface="+mn-ea"/>
                <a:cs typeface="+mn-cs"/>
              </a:rPr>
              <a:t>Configure Company SSO with BTP</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200" b="0" i="0" u="none" strike="noStrike" kern="1200" cap="none" spc="0" normalizeH="0" baseline="0" noProof="0" dirty="0">
                <a:ln>
                  <a:noFill/>
                </a:ln>
                <a:solidFill>
                  <a:prstClr val="black"/>
                </a:solidFill>
                <a:effectLst/>
                <a:uLnTx/>
                <a:uFillTx/>
                <a:latin typeface="Segoe UI"/>
                <a:ea typeface="+mn-ea"/>
                <a:cs typeface="+mn-cs"/>
              </a:rPr>
              <a:t>Grant Role Collections to business users</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200" b="0" i="0" u="none" strike="noStrike" kern="1200" cap="none" spc="0" normalizeH="0" baseline="0" noProof="0" dirty="0">
                <a:ln>
                  <a:noFill/>
                </a:ln>
                <a:solidFill>
                  <a:prstClr val="black"/>
                </a:solidFill>
                <a:effectLst/>
                <a:uLnTx/>
                <a:uFillTx/>
                <a:latin typeface="Segoe UI"/>
                <a:ea typeface="+mn-ea"/>
                <a:cs typeface="+mn-cs"/>
              </a:rPr>
              <a:t>Give access to Build </a:t>
            </a:r>
            <a:r>
              <a:rPr kumimoji="0" lang="en-IN" sz="1200" b="0" i="0" u="none" strike="noStrike" kern="1200" cap="none" spc="0" normalizeH="0" baseline="0" noProof="0" dirty="0" err="1">
                <a:ln>
                  <a:noFill/>
                </a:ln>
                <a:solidFill>
                  <a:prstClr val="black"/>
                </a:solidFill>
                <a:effectLst/>
                <a:uLnTx/>
                <a:uFillTx/>
                <a:latin typeface="Segoe UI"/>
                <a:ea typeface="+mn-ea"/>
                <a:cs typeface="+mn-cs"/>
              </a:rPr>
              <a:t>workzone</a:t>
            </a:r>
            <a:r>
              <a:rPr kumimoji="0" lang="en-IN" sz="1200" b="0" i="0" u="none" strike="noStrike" kern="1200" cap="none" spc="0" normalizeH="0" baseline="0" noProof="0" dirty="0">
                <a:ln>
                  <a:noFill/>
                </a:ln>
                <a:solidFill>
                  <a:prstClr val="black"/>
                </a:solidFill>
                <a:effectLst/>
                <a:uLnTx/>
                <a:uFillTx/>
                <a:latin typeface="Segoe UI"/>
                <a:ea typeface="+mn-ea"/>
                <a:cs typeface="+mn-cs"/>
              </a:rPr>
              <a:t> app to business users</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200" b="0" i="0" u="none" strike="noStrike" kern="1200" cap="none" spc="0" normalizeH="0" baseline="0" noProof="0" dirty="0">
                <a:ln>
                  <a:noFill/>
                </a:ln>
                <a:solidFill>
                  <a:prstClr val="black"/>
                </a:solidFill>
                <a:effectLst/>
                <a:uLnTx/>
                <a:uFillTx/>
                <a:latin typeface="Segoe UI"/>
                <a:ea typeface="+mn-ea"/>
                <a:cs typeface="+mn-cs"/>
              </a:rPr>
              <a:t>Grant Fiori App Access to business users</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200" b="1" i="0" u="none" strike="noStrike" kern="1200" cap="none" spc="0" normalizeH="0" baseline="0" noProof="0" dirty="0">
                <a:ln>
                  <a:noFill/>
                </a:ln>
                <a:solidFill>
                  <a:prstClr val="black"/>
                </a:solidFill>
                <a:effectLst/>
                <a:uLnTx/>
                <a:uFillTx/>
                <a:latin typeface="Segoe UI"/>
                <a:ea typeface="+mn-ea"/>
                <a:cs typeface="+mn-cs"/>
              </a:rPr>
              <a:t>Receives email and access SAP Build Work zone</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200" b="1" i="0" u="none" strike="noStrike" kern="1200" cap="none" spc="0" normalizeH="0" baseline="0" noProof="0" dirty="0">
                <a:ln>
                  <a:noFill/>
                </a:ln>
                <a:solidFill>
                  <a:prstClr val="black"/>
                </a:solidFill>
                <a:effectLst/>
                <a:uLnTx/>
                <a:uFillTx/>
                <a:latin typeface="Segoe UI"/>
                <a:ea typeface="+mn-ea"/>
                <a:cs typeface="+mn-cs"/>
              </a:rPr>
              <a:t>Login to BWZ and configure a site</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200" b="1" i="0" u="none" strike="noStrike" kern="1200" cap="none" spc="0" normalizeH="0" baseline="0" noProof="0" dirty="0">
                <a:ln>
                  <a:noFill/>
                </a:ln>
                <a:solidFill>
                  <a:prstClr val="black"/>
                </a:solidFill>
                <a:effectLst/>
                <a:uLnTx/>
                <a:uFillTx/>
                <a:latin typeface="Segoe UI"/>
                <a:ea typeface="+mn-ea"/>
                <a:cs typeface="+mn-cs"/>
              </a:rPr>
              <a:t>Fetch the apps deployed by deb to html5-repo</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200" b="1" i="0" u="none" strike="noStrike" kern="1200" cap="none" spc="0" normalizeH="0" baseline="0" noProof="0" dirty="0">
                <a:ln>
                  <a:noFill/>
                </a:ln>
                <a:solidFill>
                  <a:prstClr val="black"/>
                </a:solidFill>
                <a:effectLst/>
                <a:uLnTx/>
                <a:uFillTx/>
                <a:latin typeface="Segoe UI"/>
                <a:ea typeface="+mn-ea"/>
                <a:cs typeface="+mn-cs"/>
                <a:hlinkClick r:id="rId5" action="ppaction://hlinksldjump"/>
              </a:rPr>
              <a:t>Check slide</a:t>
            </a:r>
            <a:endParaRPr kumimoji="0" lang="en-IN" sz="1200" b="1" i="0" u="none" strike="noStrike" kern="1200" cap="none" spc="0" normalizeH="0" baseline="0" noProof="0" dirty="0">
              <a:ln>
                <a:noFill/>
              </a:ln>
              <a:solidFill>
                <a:prstClr val="black"/>
              </a:solidFill>
              <a:effectLst/>
              <a:uLnTx/>
              <a:uFillTx/>
              <a:latin typeface="Segoe UI"/>
              <a:ea typeface="+mn-ea"/>
              <a:cs typeface="+mn-cs"/>
            </a:endParaRPr>
          </a:p>
        </p:txBody>
      </p:sp>
      <p:pic>
        <p:nvPicPr>
          <p:cNvPr id="2060" name="Picture 12" descr="Old Man Avatar Vector Art, Icons, and Graphics for Free Download">
            <a:extLst>
              <a:ext uri="{FF2B5EF4-FFF2-40B4-BE49-F238E27FC236}">
                <a16:creationId xmlns:a16="http://schemas.microsoft.com/office/drawing/2014/main" id="{51621704-7E1F-3E04-2761-5EF9CDFE176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758534" y="675304"/>
            <a:ext cx="1656184" cy="1656184"/>
          </a:xfrm>
          <a:prstGeom prst="rect">
            <a:avLst/>
          </a:prstGeom>
          <a:noFill/>
          <a:extLst>
            <a:ext uri="{909E8E84-426E-40DD-AFC4-6F175D3DCCD1}">
              <a14:hiddenFill xmlns:a14="http://schemas.microsoft.com/office/drawing/2010/main">
                <a:solidFill>
                  <a:srgbClr val="FFFFFF"/>
                </a:solidFill>
              </a14:hiddenFill>
            </a:ext>
          </a:extLst>
        </p:spPr>
      </p:pic>
      <p:pic>
        <p:nvPicPr>
          <p:cNvPr id="2062" name="Picture 14" descr="Multi Ethnic Avatar Collection: Over 552 Royalty-Free Licensable Stock  Illustrations &amp; Drawings | Shutterstock">
            <a:extLst>
              <a:ext uri="{FF2B5EF4-FFF2-40B4-BE49-F238E27FC236}">
                <a16:creationId xmlns:a16="http://schemas.microsoft.com/office/drawing/2014/main" id="{AB361495-BCB9-1FBA-BCD8-C7D7A220C6AB}"/>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b="10177"/>
          <a:stretch>
            <a:fillRect/>
          </a:stretch>
        </p:blipFill>
        <p:spPr bwMode="auto">
          <a:xfrm>
            <a:off x="9334772" y="816296"/>
            <a:ext cx="2724325" cy="1483069"/>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7386ECF8-1354-8545-3186-B054F91F593C}"/>
              </a:ext>
            </a:extLst>
          </p:cNvPr>
          <p:cNvSpPr txBox="1"/>
          <p:nvPr/>
        </p:nvSpPr>
        <p:spPr>
          <a:xfrm>
            <a:off x="9260115" y="2276210"/>
            <a:ext cx="3098993" cy="584775"/>
          </a:xfrm>
          <a:prstGeom prst="rect">
            <a:avLst/>
          </a:prstGeom>
          <a:noFill/>
        </p:spPr>
        <p:txBody>
          <a:bodyPr wrap="square"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IN" sz="1600" b="1" i="0" u="none" strike="noStrike" kern="1200" cap="none" spc="0" normalizeH="0" baseline="0" noProof="0" dirty="0">
                <a:ln>
                  <a:noFill/>
                </a:ln>
                <a:solidFill>
                  <a:prstClr val="black"/>
                </a:solidFill>
                <a:effectLst/>
                <a:uLnTx/>
                <a:uFillTx/>
                <a:latin typeface="Segoe UI"/>
                <a:ea typeface="+mn-ea"/>
                <a:cs typeface="+mn-cs"/>
              </a:rPr>
              <a:t>Business users (Raj, Sonia, Rob, Sajeev, Bhagya)</a:t>
            </a:r>
          </a:p>
        </p:txBody>
      </p:sp>
      <p:sp>
        <p:nvSpPr>
          <p:cNvPr id="16" name="TextBox 15">
            <a:extLst>
              <a:ext uri="{FF2B5EF4-FFF2-40B4-BE49-F238E27FC236}">
                <a16:creationId xmlns:a16="http://schemas.microsoft.com/office/drawing/2014/main" id="{A9208EE4-0573-80A5-4732-3D12FEFFD811}"/>
              </a:ext>
            </a:extLst>
          </p:cNvPr>
          <p:cNvSpPr txBox="1"/>
          <p:nvPr/>
        </p:nvSpPr>
        <p:spPr>
          <a:xfrm>
            <a:off x="9188107" y="2979564"/>
            <a:ext cx="2952328" cy="1384995"/>
          </a:xfrm>
          <a:prstGeom prst="rect">
            <a:avLst/>
          </a:prstGeom>
          <a:noFill/>
        </p:spPr>
        <p:txBody>
          <a:bodyPr wrap="square" rtlCol="0">
            <a:spAutoFit/>
          </a:bodyPr>
          <a:lstStyle/>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1200" cap="none" spc="0" normalizeH="0" baseline="0" noProof="0" dirty="0">
                <a:ln>
                  <a:noFill/>
                </a:ln>
                <a:solidFill>
                  <a:prstClr val="black"/>
                </a:solidFill>
                <a:effectLst/>
                <a:uLnTx/>
                <a:uFillTx/>
                <a:latin typeface="Segoe UI"/>
                <a:ea typeface="+mn-ea"/>
                <a:cs typeface="+mn-cs"/>
              </a:rPr>
              <a:t>They are using actual apps in their respective departments</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1200" cap="none" spc="0" normalizeH="0" baseline="0" noProof="0" dirty="0">
                <a:ln>
                  <a:noFill/>
                </a:ln>
                <a:solidFill>
                  <a:prstClr val="black"/>
                </a:solidFill>
                <a:effectLst/>
                <a:uLnTx/>
                <a:uFillTx/>
                <a:latin typeface="Segoe UI"/>
                <a:ea typeface="+mn-ea"/>
                <a:cs typeface="+mn-cs"/>
              </a:rPr>
              <a:t>Create Sales order</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1200" cap="none" spc="0" normalizeH="0" baseline="0" noProof="0" dirty="0">
                <a:ln>
                  <a:noFill/>
                </a:ln>
                <a:solidFill>
                  <a:prstClr val="black"/>
                </a:solidFill>
                <a:effectLst/>
                <a:uLnTx/>
                <a:uFillTx/>
                <a:latin typeface="Segoe UI"/>
                <a:ea typeface="+mn-ea"/>
                <a:cs typeface="+mn-cs"/>
              </a:rPr>
              <a:t>Create purchase order</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1200" cap="none" spc="0" normalizeH="0" baseline="0" noProof="0" dirty="0">
                <a:ln>
                  <a:noFill/>
                </a:ln>
                <a:solidFill>
                  <a:prstClr val="black"/>
                </a:solidFill>
                <a:effectLst/>
                <a:uLnTx/>
                <a:uFillTx/>
                <a:latin typeface="Segoe UI"/>
                <a:ea typeface="+mn-ea"/>
                <a:cs typeface="+mn-cs"/>
              </a:rPr>
              <a:t>Manage Service contract</a:t>
            </a:r>
          </a:p>
          <a:p>
            <a:pPr marL="285750" marR="0" lvl="0" indent="-28575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400" b="0" i="0" u="none" strike="noStrike" kern="1200" cap="none" spc="0" normalizeH="0" baseline="0" noProof="0" dirty="0">
                <a:ln>
                  <a:noFill/>
                </a:ln>
                <a:solidFill>
                  <a:prstClr val="black"/>
                </a:solidFill>
                <a:effectLst/>
                <a:uLnTx/>
                <a:uFillTx/>
                <a:latin typeface="Segoe UI"/>
                <a:ea typeface="+mn-ea"/>
                <a:cs typeface="+mn-cs"/>
              </a:rPr>
              <a:t>….</a:t>
            </a:r>
          </a:p>
        </p:txBody>
      </p:sp>
    </p:spTree>
    <p:extLst>
      <p:ext uri="{BB962C8B-B14F-4D97-AF65-F5344CB8AC3E}">
        <p14:creationId xmlns:p14="http://schemas.microsoft.com/office/powerpoint/2010/main" val="27132691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05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6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06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9">
                                            <p:txEl>
                                              <p:pRg st="0" end="0"/>
                                            </p:txEl>
                                          </p:spTgt>
                                        </p:tgtEl>
                                        <p:attrNameLst>
                                          <p:attrName>style.visibility</p:attrName>
                                        </p:attrNameLst>
                                      </p:cBhvr>
                                      <p:to>
                                        <p:strVal val="visible"/>
                                      </p:to>
                                    </p:set>
                                    <p:anim calcmode="lin" valueType="num">
                                      <p:cBhvr additive="base">
                                        <p:cTn id="31" dur="500" fill="hold"/>
                                        <p:tgtEl>
                                          <p:spTgt spid="9">
                                            <p:txEl>
                                              <p:pRg st="0" end="0"/>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9">
                                            <p:txEl>
                                              <p:pRg st="0" end="0"/>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9">
                                            <p:txEl>
                                              <p:pRg st="1" end="1"/>
                                            </p:txEl>
                                          </p:spTgt>
                                        </p:tgtEl>
                                        <p:attrNameLst>
                                          <p:attrName>style.visibility</p:attrName>
                                        </p:attrNameLst>
                                      </p:cBhvr>
                                      <p:to>
                                        <p:strVal val="visible"/>
                                      </p:to>
                                    </p:set>
                                    <p:anim calcmode="lin" valueType="num">
                                      <p:cBhvr additive="base">
                                        <p:cTn id="35" dur="500" fill="hold"/>
                                        <p:tgtEl>
                                          <p:spTgt spid="9">
                                            <p:txEl>
                                              <p:pRg st="1" end="1"/>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9">
                                            <p:txEl>
                                              <p:pRg st="1" end="1"/>
                                            </p:txEl>
                                          </p:spTgt>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9">
                                            <p:txEl>
                                              <p:pRg st="2" end="2"/>
                                            </p:txEl>
                                          </p:spTgt>
                                        </p:tgtEl>
                                        <p:attrNameLst>
                                          <p:attrName>style.visibility</p:attrName>
                                        </p:attrNameLst>
                                      </p:cBhvr>
                                      <p:to>
                                        <p:strVal val="visible"/>
                                      </p:to>
                                    </p:set>
                                    <p:anim calcmode="lin" valueType="num">
                                      <p:cBhvr additive="base">
                                        <p:cTn id="39" dur="500" fill="hold"/>
                                        <p:tgtEl>
                                          <p:spTgt spid="9">
                                            <p:txEl>
                                              <p:pRg st="2" end="2"/>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9">
                                            <p:txEl>
                                              <p:pRg st="2" end="2"/>
                                            </p:txEl>
                                          </p:spTgt>
                                        </p:tgtEl>
                                        <p:attrNameLst>
                                          <p:attrName>ppt_y</p:attrName>
                                        </p:attrNameLst>
                                      </p:cBhvr>
                                      <p:tavLst>
                                        <p:tav tm="0">
                                          <p:val>
                                            <p:strVal val="1+#ppt_h/2"/>
                                          </p:val>
                                        </p:tav>
                                        <p:tav tm="100000">
                                          <p:val>
                                            <p:strVal val="#ppt_y"/>
                                          </p:val>
                                        </p:tav>
                                      </p:tavLst>
                                    </p:anim>
                                  </p:childTnLst>
                                </p:cTn>
                              </p:par>
                              <p:par>
                                <p:cTn id="41" presetID="2" presetClass="entr" presetSubtype="4" fill="hold" nodeType="withEffect">
                                  <p:stCondLst>
                                    <p:cond delay="0"/>
                                  </p:stCondLst>
                                  <p:childTnLst>
                                    <p:set>
                                      <p:cBhvr>
                                        <p:cTn id="42" dur="1" fill="hold">
                                          <p:stCondLst>
                                            <p:cond delay="0"/>
                                          </p:stCondLst>
                                        </p:cTn>
                                        <p:tgtEl>
                                          <p:spTgt spid="9">
                                            <p:txEl>
                                              <p:pRg st="3" end="3"/>
                                            </p:txEl>
                                          </p:spTgt>
                                        </p:tgtEl>
                                        <p:attrNameLst>
                                          <p:attrName>style.visibility</p:attrName>
                                        </p:attrNameLst>
                                      </p:cBhvr>
                                      <p:to>
                                        <p:strVal val="visible"/>
                                      </p:to>
                                    </p:set>
                                    <p:anim calcmode="lin" valueType="num">
                                      <p:cBhvr additive="base">
                                        <p:cTn id="43" dur="500" fill="hold"/>
                                        <p:tgtEl>
                                          <p:spTgt spid="9">
                                            <p:txEl>
                                              <p:pRg st="3" end="3"/>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9">
                                            <p:txEl>
                                              <p:pRg st="3" end="3"/>
                                            </p:txEl>
                                          </p:spTgt>
                                        </p:tgtEl>
                                        <p:attrNameLst>
                                          <p:attrName>ppt_y</p:attrName>
                                        </p:attrNameLst>
                                      </p:cBhvr>
                                      <p:tavLst>
                                        <p:tav tm="0">
                                          <p:val>
                                            <p:strVal val="1+#ppt_h/2"/>
                                          </p:val>
                                        </p:tav>
                                        <p:tav tm="100000">
                                          <p:val>
                                            <p:strVal val="#ppt_y"/>
                                          </p:val>
                                        </p:tav>
                                      </p:tavLst>
                                    </p:anim>
                                  </p:childTnLst>
                                </p:cTn>
                              </p:par>
                              <p:par>
                                <p:cTn id="45" presetID="2" presetClass="entr" presetSubtype="4" fill="hold" nodeType="withEffect">
                                  <p:stCondLst>
                                    <p:cond delay="0"/>
                                  </p:stCondLst>
                                  <p:childTnLst>
                                    <p:set>
                                      <p:cBhvr>
                                        <p:cTn id="46" dur="1" fill="hold">
                                          <p:stCondLst>
                                            <p:cond delay="0"/>
                                          </p:stCondLst>
                                        </p:cTn>
                                        <p:tgtEl>
                                          <p:spTgt spid="9">
                                            <p:txEl>
                                              <p:pRg st="4" end="4"/>
                                            </p:txEl>
                                          </p:spTgt>
                                        </p:tgtEl>
                                        <p:attrNameLst>
                                          <p:attrName>style.visibility</p:attrName>
                                        </p:attrNameLst>
                                      </p:cBhvr>
                                      <p:to>
                                        <p:strVal val="visible"/>
                                      </p:to>
                                    </p:set>
                                    <p:anim calcmode="lin" valueType="num">
                                      <p:cBhvr additive="base">
                                        <p:cTn id="47" dur="500" fill="hold"/>
                                        <p:tgtEl>
                                          <p:spTgt spid="9">
                                            <p:txEl>
                                              <p:pRg st="4" end="4"/>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9">
                                            <p:txEl>
                                              <p:pRg st="4" end="4"/>
                                            </p:txEl>
                                          </p:spTgt>
                                        </p:tgtEl>
                                        <p:attrNameLst>
                                          <p:attrName>ppt_y</p:attrName>
                                        </p:attrNameLst>
                                      </p:cBhvr>
                                      <p:tavLst>
                                        <p:tav tm="0">
                                          <p:val>
                                            <p:strVal val="1+#ppt_h/2"/>
                                          </p:val>
                                        </p:tav>
                                        <p:tav tm="100000">
                                          <p:val>
                                            <p:strVal val="#ppt_y"/>
                                          </p:val>
                                        </p:tav>
                                      </p:tavLst>
                                    </p:anim>
                                  </p:childTnLst>
                                </p:cTn>
                              </p:par>
                              <p:par>
                                <p:cTn id="49" presetID="2" presetClass="entr" presetSubtype="4" fill="hold" nodeType="withEffect">
                                  <p:stCondLst>
                                    <p:cond delay="0"/>
                                  </p:stCondLst>
                                  <p:childTnLst>
                                    <p:set>
                                      <p:cBhvr>
                                        <p:cTn id="50" dur="1" fill="hold">
                                          <p:stCondLst>
                                            <p:cond delay="0"/>
                                          </p:stCondLst>
                                        </p:cTn>
                                        <p:tgtEl>
                                          <p:spTgt spid="9">
                                            <p:txEl>
                                              <p:pRg st="5" end="5"/>
                                            </p:txEl>
                                          </p:spTgt>
                                        </p:tgtEl>
                                        <p:attrNameLst>
                                          <p:attrName>style.visibility</p:attrName>
                                        </p:attrNameLst>
                                      </p:cBhvr>
                                      <p:to>
                                        <p:strVal val="visible"/>
                                      </p:to>
                                    </p:set>
                                    <p:anim calcmode="lin" valueType="num">
                                      <p:cBhvr additive="base">
                                        <p:cTn id="51" dur="500" fill="hold"/>
                                        <p:tgtEl>
                                          <p:spTgt spid="9">
                                            <p:txEl>
                                              <p:pRg st="5" end="5"/>
                                            </p:txEl>
                                          </p:spTgt>
                                        </p:tgtEl>
                                        <p:attrNameLst>
                                          <p:attrName>ppt_x</p:attrName>
                                        </p:attrNameLst>
                                      </p:cBhvr>
                                      <p:tavLst>
                                        <p:tav tm="0">
                                          <p:val>
                                            <p:strVal val="#ppt_x"/>
                                          </p:val>
                                        </p:tav>
                                        <p:tav tm="100000">
                                          <p:val>
                                            <p:strVal val="#ppt_x"/>
                                          </p:val>
                                        </p:tav>
                                      </p:tavLst>
                                    </p:anim>
                                    <p:anim calcmode="lin" valueType="num">
                                      <p:cBhvr additive="base">
                                        <p:cTn id="52" dur="500" fill="hold"/>
                                        <p:tgtEl>
                                          <p:spTgt spid="9">
                                            <p:txEl>
                                              <p:pRg st="5" end="5"/>
                                            </p:txEl>
                                          </p:spTgt>
                                        </p:tgtEl>
                                        <p:attrNameLst>
                                          <p:attrName>ppt_y</p:attrName>
                                        </p:attrNameLst>
                                      </p:cBhvr>
                                      <p:tavLst>
                                        <p:tav tm="0">
                                          <p:val>
                                            <p:strVal val="1+#ppt_h/2"/>
                                          </p:val>
                                        </p:tav>
                                        <p:tav tm="100000">
                                          <p:val>
                                            <p:strVal val="#ppt_y"/>
                                          </p:val>
                                        </p:tav>
                                      </p:tavLst>
                                    </p:anim>
                                  </p:childTnLst>
                                </p:cTn>
                              </p:par>
                              <p:par>
                                <p:cTn id="53" presetID="2" presetClass="entr" presetSubtype="4" fill="hold" nodeType="withEffect">
                                  <p:stCondLst>
                                    <p:cond delay="0"/>
                                  </p:stCondLst>
                                  <p:childTnLst>
                                    <p:set>
                                      <p:cBhvr>
                                        <p:cTn id="54" dur="1" fill="hold">
                                          <p:stCondLst>
                                            <p:cond delay="0"/>
                                          </p:stCondLst>
                                        </p:cTn>
                                        <p:tgtEl>
                                          <p:spTgt spid="9">
                                            <p:txEl>
                                              <p:pRg st="6" end="6"/>
                                            </p:txEl>
                                          </p:spTgt>
                                        </p:tgtEl>
                                        <p:attrNameLst>
                                          <p:attrName>style.visibility</p:attrName>
                                        </p:attrNameLst>
                                      </p:cBhvr>
                                      <p:to>
                                        <p:strVal val="visible"/>
                                      </p:to>
                                    </p:set>
                                    <p:anim calcmode="lin" valueType="num">
                                      <p:cBhvr additive="base">
                                        <p:cTn id="55" dur="500" fill="hold"/>
                                        <p:tgtEl>
                                          <p:spTgt spid="9">
                                            <p:txEl>
                                              <p:pRg st="6" end="6"/>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9">
                                            <p:txEl>
                                              <p:pRg st="6" end="6"/>
                                            </p:txEl>
                                          </p:spTgt>
                                        </p:tgtEl>
                                        <p:attrNameLst>
                                          <p:attrName>ppt_y</p:attrName>
                                        </p:attrNameLst>
                                      </p:cBhvr>
                                      <p:tavLst>
                                        <p:tav tm="0">
                                          <p:val>
                                            <p:strVal val="1+#ppt_h/2"/>
                                          </p:val>
                                        </p:tav>
                                        <p:tav tm="100000">
                                          <p:val>
                                            <p:strVal val="#ppt_y"/>
                                          </p:val>
                                        </p:tav>
                                      </p:tavLst>
                                    </p:anim>
                                  </p:childTnLst>
                                </p:cTn>
                              </p:par>
                              <p:par>
                                <p:cTn id="57" presetID="2" presetClass="entr" presetSubtype="4" fill="hold" nodeType="withEffect">
                                  <p:stCondLst>
                                    <p:cond delay="0"/>
                                  </p:stCondLst>
                                  <p:childTnLst>
                                    <p:set>
                                      <p:cBhvr>
                                        <p:cTn id="58" dur="1" fill="hold">
                                          <p:stCondLst>
                                            <p:cond delay="0"/>
                                          </p:stCondLst>
                                        </p:cTn>
                                        <p:tgtEl>
                                          <p:spTgt spid="9">
                                            <p:txEl>
                                              <p:pRg st="7" end="7"/>
                                            </p:txEl>
                                          </p:spTgt>
                                        </p:tgtEl>
                                        <p:attrNameLst>
                                          <p:attrName>style.visibility</p:attrName>
                                        </p:attrNameLst>
                                      </p:cBhvr>
                                      <p:to>
                                        <p:strVal val="visible"/>
                                      </p:to>
                                    </p:set>
                                    <p:anim calcmode="lin" valueType="num">
                                      <p:cBhvr additive="base">
                                        <p:cTn id="59" dur="500" fill="hold"/>
                                        <p:tgtEl>
                                          <p:spTgt spid="9">
                                            <p:txEl>
                                              <p:pRg st="7" end="7"/>
                                            </p:txEl>
                                          </p:spTgt>
                                        </p:tgtEl>
                                        <p:attrNameLst>
                                          <p:attrName>ppt_x</p:attrName>
                                        </p:attrNameLst>
                                      </p:cBhvr>
                                      <p:tavLst>
                                        <p:tav tm="0">
                                          <p:val>
                                            <p:strVal val="#ppt_x"/>
                                          </p:val>
                                        </p:tav>
                                        <p:tav tm="100000">
                                          <p:val>
                                            <p:strVal val="#ppt_x"/>
                                          </p:val>
                                        </p:tav>
                                      </p:tavLst>
                                    </p:anim>
                                    <p:anim calcmode="lin" valueType="num">
                                      <p:cBhvr additive="base">
                                        <p:cTn id="60" dur="500" fill="hold"/>
                                        <p:tgtEl>
                                          <p:spTgt spid="9">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61" fill="hold">
                      <p:stCondLst>
                        <p:cond delay="indefinite"/>
                      </p:stCondLst>
                      <p:childTnLst>
                        <p:par>
                          <p:cTn id="62" fill="hold">
                            <p:stCondLst>
                              <p:cond delay="0"/>
                            </p:stCondLst>
                            <p:childTnLst>
                              <p:par>
                                <p:cTn id="63" presetID="2" presetClass="entr" presetSubtype="4" fill="hold" nodeType="clickEffect">
                                  <p:stCondLst>
                                    <p:cond delay="0"/>
                                  </p:stCondLst>
                                  <p:childTnLst>
                                    <p:set>
                                      <p:cBhvr>
                                        <p:cTn id="64" dur="1" fill="hold">
                                          <p:stCondLst>
                                            <p:cond delay="0"/>
                                          </p:stCondLst>
                                        </p:cTn>
                                        <p:tgtEl>
                                          <p:spTgt spid="10">
                                            <p:txEl>
                                              <p:pRg st="0" end="0"/>
                                            </p:txEl>
                                          </p:spTgt>
                                        </p:tgtEl>
                                        <p:attrNameLst>
                                          <p:attrName>style.visibility</p:attrName>
                                        </p:attrNameLst>
                                      </p:cBhvr>
                                      <p:to>
                                        <p:strVal val="visible"/>
                                      </p:to>
                                    </p:set>
                                    <p:anim calcmode="lin" valueType="num">
                                      <p:cBhvr additive="base">
                                        <p:cTn id="65" dur="500" fill="hold"/>
                                        <p:tgtEl>
                                          <p:spTgt spid="10">
                                            <p:txEl>
                                              <p:pRg st="0" end="0"/>
                                            </p:txEl>
                                          </p:spTgt>
                                        </p:tgtEl>
                                        <p:attrNameLst>
                                          <p:attrName>ppt_x</p:attrName>
                                        </p:attrNameLst>
                                      </p:cBhvr>
                                      <p:tavLst>
                                        <p:tav tm="0">
                                          <p:val>
                                            <p:strVal val="#ppt_x"/>
                                          </p:val>
                                        </p:tav>
                                        <p:tav tm="100000">
                                          <p:val>
                                            <p:strVal val="#ppt_x"/>
                                          </p:val>
                                        </p:tav>
                                      </p:tavLst>
                                    </p:anim>
                                    <p:anim calcmode="lin" valueType="num">
                                      <p:cBhvr additive="base">
                                        <p:cTn id="66" dur="500" fill="hold"/>
                                        <p:tgtEl>
                                          <p:spTgt spid="10">
                                            <p:txEl>
                                              <p:pRg st="0" end="0"/>
                                            </p:txEl>
                                          </p:spTgt>
                                        </p:tgtEl>
                                        <p:attrNameLst>
                                          <p:attrName>ppt_y</p:attrName>
                                        </p:attrNameLst>
                                      </p:cBhvr>
                                      <p:tavLst>
                                        <p:tav tm="0">
                                          <p:val>
                                            <p:strVal val="1+#ppt_h/2"/>
                                          </p:val>
                                        </p:tav>
                                        <p:tav tm="100000">
                                          <p:val>
                                            <p:strVal val="#ppt_y"/>
                                          </p:val>
                                        </p:tav>
                                      </p:tavLst>
                                    </p:anim>
                                  </p:childTnLst>
                                </p:cTn>
                              </p:par>
                              <p:par>
                                <p:cTn id="67" presetID="2" presetClass="entr" presetSubtype="4" fill="hold" nodeType="withEffect">
                                  <p:stCondLst>
                                    <p:cond delay="0"/>
                                  </p:stCondLst>
                                  <p:childTnLst>
                                    <p:set>
                                      <p:cBhvr>
                                        <p:cTn id="68" dur="1" fill="hold">
                                          <p:stCondLst>
                                            <p:cond delay="0"/>
                                          </p:stCondLst>
                                        </p:cTn>
                                        <p:tgtEl>
                                          <p:spTgt spid="10">
                                            <p:txEl>
                                              <p:pRg st="1" end="1"/>
                                            </p:txEl>
                                          </p:spTgt>
                                        </p:tgtEl>
                                        <p:attrNameLst>
                                          <p:attrName>style.visibility</p:attrName>
                                        </p:attrNameLst>
                                      </p:cBhvr>
                                      <p:to>
                                        <p:strVal val="visible"/>
                                      </p:to>
                                    </p:set>
                                    <p:anim calcmode="lin" valueType="num">
                                      <p:cBhvr additive="base">
                                        <p:cTn id="69" dur="500" fill="hold"/>
                                        <p:tgtEl>
                                          <p:spTgt spid="10">
                                            <p:txEl>
                                              <p:pRg st="1" end="1"/>
                                            </p:txEl>
                                          </p:spTgt>
                                        </p:tgtEl>
                                        <p:attrNameLst>
                                          <p:attrName>ppt_x</p:attrName>
                                        </p:attrNameLst>
                                      </p:cBhvr>
                                      <p:tavLst>
                                        <p:tav tm="0">
                                          <p:val>
                                            <p:strVal val="#ppt_x"/>
                                          </p:val>
                                        </p:tav>
                                        <p:tav tm="100000">
                                          <p:val>
                                            <p:strVal val="#ppt_x"/>
                                          </p:val>
                                        </p:tav>
                                      </p:tavLst>
                                    </p:anim>
                                    <p:anim calcmode="lin" valueType="num">
                                      <p:cBhvr additive="base">
                                        <p:cTn id="70" dur="500" fill="hold"/>
                                        <p:tgtEl>
                                          <p:spTgt spid="10">
                                            <p:txEl>
                                              <p:pRg st="1" end="1"/>
                                            </p:txEl>
                                          </p:spTgt>
                                        </p:tgtEl>
                                        <p:attrNameLst>
                                          <p:attrName>ppt_y</p:attrName>
                                        </p:attrNameLst>
                                      </p:cBhvr>
                                      <p:tavLst>
                                        <p:tav tm="0">
                                          <p:val>
                                            <p:strVal val="1+#ppt_h/2"/>
                                          </p:val>
                                        </p:tav>
                                        <p:tav tm="100000">
                                          <p:val>
                                            <p:strVal val="#ppt_y"/>
                                          </p:val>
                                        </p:tav>
                                      </p:tavLst>
                                    </p:anim>
                                  </p:childTnLst>
                                </p:cTn>
                              </p:par>
                              <p:par>
                                <p:cTn id="71" presetID="2" presetClass="entr" presetSubtype="4" fill="hold" nodeType="withEffect">
                                  <p:stCondLst>
                                    <p:cond delay="0"/>
                                  </p:stCondLst>
                                  <p:childTnLst>
                                    <p:set>
                                      <p:cBhvr>
                                        <p:cTn id="72" dur="1" fill="hold">
                                          <p:stCondLst>
                                            <p:cond delay="0"/>
                                          </p:stCondLst>
                                        </p:cTn>
                                        <p:tgtEl>
                                          <p:spTgt spid="10">
                                            <p:txEl>
                                              <p:pRg st="2" end="2"/>
                                            </p:txEl>
                                          </p:spTgt>
                                        </p:tgtEl>
                                        <p:attrNameLst>
                                          <p:attrName>style.visibility</p:attrName>
                                        </p:attrNameLst>
                                      </p:cBhvr>
                                      <p:to>
                                        <p:strVal val="visible"/>
                                      </p:to>
                                    </p:set>
                                    <p:anim calcmode="lin" valueType="num">
                                      <p:cBhvr additive="base">
                                        <p:cTn id="73" dur="500" fill="hold"/>
                                        <p:tgtEl>
                                          <p:spTgt spid="10">
                                            <p:txEl>
                                              <p:pRg st="2" end="2"/>
                                            </p:txEl>
                                          </p:spTgt>
                                        </p:tgtEl>
                                        <p:attrNameLst>
                                          <p:attrName>ppt_x</p:attrName>
                                        </p:attrNameLst>
                                      </p:cBhvr>
                                      <p:tavLst>
                                        <p:tav tm="0">
                                          <p:val>
                                            <p:strVal val="#ppt_x"/>
                                          </p:val>
                                        </p:tav>
                                        <p:tav tm="100000">
                                          <p:val>
                                            <p:strVal val="#ppt_x"/>
                                          </p:val>
                                        </p:tav>
                                      </p:tavLst>
                                    </p:anim>
                                    <p:anim calcmode="lin" valueType="num">
                                      <p:cBhvr additive="base">
                                        <p:cTn id="74" dur="500" fill="hold"/>
                                        <p:tgtEl>
                                          <p:spTgt spid="10">
                                            <p:txEl>
                                              <p:pRg st="2" end="2"/>
                                            </p:txEl>
                                          </p:spTgt>
                                        </p:tgtEl>
                                        <p:attrNameLst>
                                          <p:attrName>ppt_y</p:attrName>
                                        </p:attrNameLst>
                                      </p:cBhvr>
                                      <p:tavLst>
                                        <p:tav tm="0">
                                          <p:val>
                                            <p:strVal val="1+#ppt_h/2"/>
                                          </p:val>
                                        </p:tav>
                                        <p:tav tm="100000">
                                          <p:val>
                                            <p:strVal val="#ppt_y"/>
                                          </p:val>
                                        </p:tav>
                                      </p:tavLst>
                                    </p:anim>
                                  </p:childTnLst>
                                </p:cTn>
                              </p:par>
                              <p:par>
                                <p:cTn id="75" presetID="2" presetClass="entr" presetSubtype="4" fill="hold" nodeType="withEffect">
                                  <p:stCondLst>
                                    <p:cond delay="0"/>
                                  </p:stCondLst>
                                  <p:childTnLst>
                                    <p:set>
                                      <p:cBhvr>
                                        <p:cTn id="76" dur="1" fill="hold">
                                          <p:stCondLst>
                                            <p:cond delay="0"/>
                                          </p:stCondLst>
                                        </p:cTn>
                                        <p:tgtEl>
                                          <p:spTgt spid="10">
                                            <p:txEl>
                                              <p:pRg st="3" end="3"/>
                                            </p:txEl>
                                          </p:spTgt>
                                        </p:tgtEl>
                                        <p:attrNameLst>
                                          <p:attrName>style.visibility</p:attrName>
                                        </p:attrNameLst>
                                      </p:cBhvr>
                                      <p:to>
                                        <p:strVal val="visible"/>
                                      </p:to>
                                    </p:set>
                                    <p:anim calcmode="lin" valueType="num">
                                      <p:cBhvr additive="base">
                                        <p:cTn id="77" dur="500" fill="hold"/>
                                        <p:tgtEl>
                                          <p:spTgt spid="10">
                                            <p:txEl>
                                              <p:pRg st="3" end="3"/>
                                            </p:txEl>
                                          </p:spTgt>
                                        </p:tgtEl>
                                        <p:attrNameLst>
                                          <p:attrName>ppt_x</p:attrName>
                                        </p:attrNameLst>
                                      </p:cBhvr>
                                      <p:tavLst>
                                        <p:tav tm="0">
                                          <p:val>
                                            <p:strVal val="#ppt_x"/>
                                          </p:val>
                                        </p:tav>
                                        <p:tav tm="100000">
                                          <p:val>
                                            <p:strVal val="#ppt_x"/>
                                          </p:val>
                                        </p:tav>
                                      </p:tavLst>
                                    </p:anim>
                                    <p:anim calcmode="lin" valueType="num">
                                      <p:cBhvr additive="base">
                                        <p:cTn id="78" dur="500" fill="hold"/>
                                        <p:tgtEl>
                                          <p:spTgt spid="10">
                                            <p:txEl>
                                              <p:pRg st="3" end="3"/>
                                            </p:txEl>
                                          </p:spTgt>
                                        </p:tgtEl>
                                        <p:attrNameLst>
                                          <p:attrName>ppt_y</p:attrName>
                                        </p:attrNameLst>
                                      </p:cBhvr>
                                      <p:tavLst>
                                        <p:tav tm="0">
                                          <p:val>
                                            <p:strVal val="1+#ppt_h/2"/>
                                          </p:val>
                                        </p:tav>
                                        <p:tav tm="100000">
                                          <p:val>
                                            <p:strVal val="#ppt_y"/>
                                          </p:val>
                                        </p:tav>
                                      </p:tavLst>
                                    </p:anim>
                                  </p:childTnLst>
                                </p:cTn>
                              </p:par>
                              <p:par>
                                <p:cTn id="79" presetID="2" presetClass="entr" presetSubtype="4" fill="hold" nodeType="withEffect">
                                  <p:stCondLst>
                                    <p:cond delay="0"/>
                                  </p:stCondLst>
                                  <p:childTnLst>
                                    <p:set>
                                      <p:cBhvr>
                                        <p:cTn id="80" dur="1" fill="hold">
                                          <p:stCondLst>
                                            <p:cond delay="0"/>
                                          </p:stCondLst>
                                        </p:cTn>
                                        <p:tgtEl>
                                          <p:spTgt spid="10">
                                            <p:txEl>
                                              <p:pRg st="4" end="4"/>
                                            </p:txEl>
                                          </p:spTgt>
                                        </p:tgtEl>
                                        <p:attrNameLst>
                                          <p:attrName>style.visibility</p:attrName>
                                        </p:attrNameLst>
                                      </p:cBhvr>
                                      <p:to>
                                        <p:strVal val="visible"/>
                                      </p:to>
                                    </p:set>
                                    <p:anim calcmode="lin" valueType="num">
                                      <p:cBhvr additive="base">
                                        <p:cTn id="81" dur="500" fill="hold"/>
                                        <p:tgtEl>
                                          <p:spTgt spid="10">
                                            <p:txEl>
                                              <p:pRg st="4" end="4"/>
                                            </p:txEl>
                                          </p:spTgt>
                                        </p:tgtEl>
                                        <p:attrNameLst>
                                          <p:attrName>ppt_x</p:attrName>
                                        </p:attrNameLst>
                                      </p:cBhvr>
                                      <p:tavLst>
                                        <p:tav tm="0">
                                          <p:val>
                                            <p:strVal val="#ppt_x"/>
                                          </p:val>
                                        </p:tav>
                                        <p:tav tm="100000">
                                          <p:val>
                                            <p:strVal val="#ppt_x"/>
                                          </p:val>
                                        </p:tav>
                                      </p:tavLst>
                                    </p:anim>
                                    <p:anim calcmode="lin" valueType="num">
                                      <p:cBhvr additive="base">
                                        <p:cTn id="82" dur="500" fill="hold"/>
                                        <p:tgtEl>
                                          <p:spTgt spid="10">
                                            <p:txEl>
                                              <p:pRg st="4" end="4"/>
                                            </p:txEl>
                                          </p:spTgt>
                                        </p:tgtEl>
                                        <p:attrNameLst>
                                          <p:attrName>ppt_y</p:attrName>
                                        </p:attrNameLst>
                                      </p:cBhvr>
                                      <p:tavLst>
                                        <p:tav tm="0">
                                          <p:val>
                                            <p:strVal val="1+#ppt_h/2"/>
                                          </p:val>
                                        </p:tav>
                                        <p:tav tm="100000">
                                          <p:val>
                                            <p:strVal val="#ppt_y"/>
                                          </p:val>
                                        </p:tav>
                                      </p:tavLst>
                                    </p:anim>
                                  </p:childTnLst>
                                </p:cTn>
                              </p:par>
                              <p:par>
                                <p:cTn id="83" presetID="2" presetClass="entr" presetSubtype="4" fill="hold" nodeType="withEffect">
                                  <p:stCondLst>
                                    <p:cond delay="0"/>
                                  </p:stCondLst>
                                  <p:childTnLst>
                                    <p:set>
                                      <p:cBhvr>
                                        <p:cTn id="84" dur="1" fill="hold">
                                          <p:stCondLst>
                                            <p:cond delay="0"/>
                                          </p:stCondLst>
                                        </p:cTn>
                                        <p:tgtEl>
                                          <p:spTgt spid="10">
                                            <p:txEl>
                                              <p:pRg st="5" end="5"/>
                                            </p:txEl>
                                          </p:spTgt>
                                        </p:tgtEl>
                                        <p:attrNameLst>
                                          <p:attrName>style.visibility</p:attrName>
                                        </p:attrNameLst>
                                      </p:cBhvr>
                                      <p:to>
                                        <p:strVal val="visible"/>
                                      </p:to>
                                    </p:set>
                                    <p:anim calcmode="lin" valueType="num">
                                      <p:cBhvr additive="base">
                                        <p:cTn id="85" dur="500" fill="hold"/>
                                        <p:tgtEl>
                                          <p:spTgt spid="10">
                                            <p:txEl>
                                              <p:pRg st="5" end="5"/>
                                            </p:txEl>
                                          </p:spTgt>
                                        </p:tgtEl>
                                        <p:attrNameLst>
                                          <p:attrName>ppt_x</p:attrName>
                                        </p:attrNameLst>
                                      </p:cBhvr>
                                      <p:tavLst>
                                        <p:tav tm="0">
                                          <p:val>
                                            <p:strVal val="#ppt_x"/>
                                          </p:val>
                                        </p:tav>
                                        <p:tav tm="100000">
                                          <p:val>
                                            <p:strVal val="#ppt_x"/>
                                          </p:val>
                                        </p:tav>
                                      </p:tavLst>
                                    </p:anim>
                                    <p:anim calcmode="lin" valueType="num">
                                      <p:cBhvr additive="base">
                                        <p:cTn id="86" dur="500" fill="hold"/>
                                        <p:tgtEl>
                                          <p:spTgt spid="10">
                                            <p:txEl>
                                              <p:pRg st="5" end="5"/>
                                            </p:txEl>
                                          </p:spTgt>
                                        </p:tgtEl>
                                        <p:attrNameLst>
                                          <p:attrName>ppt_y</p:attrName>
                                        </p:attrNameLst>
                                      </p:cBhvr>
                                      <p:tavLst>
                                        <p:tav tm="0">
                                          <p:val>
                                            <p:strVal val="1+#ppt_h/2"/>
                                          </p:val>
                                        </p:tav>
                                        <p:tav tm="100000">
                                          <p:val>
                                            <p:strVal val="#ppt_y"/>
                                          </p:val>
                                        </p:tav>
                                      </p:tavLst>
                                    </p:anim>
                                  </p:childTnLst>
                                </p:cTn>
                              </p:par>
                              <p:par>
                                <p:cTn id="87" presetID="2" presetClass="entr" presetSubtype="4" fill="hold" nodeType="withEffect">
                                  <p:stCondLst>
                                    <p:cond delay="0"/>
                                  </p:stCondLst>
                                  <p:childTnLst>
                                    <p:set>
                                      <p:cBhvr>
                                        <p:cTn id="88" dur="1" fill="hold">
                                          <p:stCondLst>
                                            <p:cond delay="0"/>
                                          </p:stCondLst>
                                        </p:cTn>
                                        <p:tgtEl>
                                          <p:spTgt spid="10">
                                            <p:txEl>
                                              <p:pRg st="6" end="6"/>
                                            </p:txEl>
                                          </p:spTgt>
                                        </p:tgtEl>
                                        <p:attrNameLst>
                                          <p:attrName>style.visibility</p:attrName>
                                        </p:attrNameLst>
                                      </p:cBhvr>
                                      <p:to>
                                        <p:strVal val="visible"/>
                                      </p:to>
                                    </p:set>
                                    <p:anim calcmode="lin" valueType="num">
                                      <p:cBhvr additive="base">
                                        <p:cTn id="89" dur="500" fill="hold"/>
                                        <p:tgtEl>
                                          <p:spTgt spid="10">
                                            <p:txEl>
                                              <p:pRg st="6" end="6"/>
                                            </p:txEl>
                                          </p:spTgt>
                                        </p:tgtEl>
                                        <p:attrNameLst>
                                          <p:attrName>ppt_x</p:attrName>
                                        </p:attrNameLst>
                                      </p:cBhvr>
                                      <p:tavLst>
                                        <p:tav tm="0">
                                          <p:val>
                                            <p:strVal val="#ppt_x"/>
                                          </p:val>
                                        </p:tav>
                                        <p:tav tm="100000">
                                          <p:val>
                                            <p:strVal val="#ppt_x"/>
                                          </p:val>
                                        </p:tav>
                                      </p:tavLst>
                                    </p:anim>
                                    <p:anim calcmode="lin" valueType="num">
                                      <p:cBhvr additive="base">
                                        <p:cTn id="90" dur="500" fill="hold"/>
                                        <p:tgtEl>
                                          <p:spTgt spid="10">
                                            <p:txEl>
                                              <p:pRg st="6" end="6"/>
                                            </p:txEl>
                                          </p:spTgt>
                                        </p:tgtEl>
                                        <p:attrNameLst>
                                          <p:attrName>ppt_y</p:attrName>
                                        </p:attrNameLst>
                                      </p:cBhvr>
                                      <p:tavLst>
                                        <p:tav tm="0">
                                          <p:val>
                                            <p:strVal val="1+#ppt_h/2"/>
                                          </p:val>
                                        </p:tav>
                                        <p:tav tm="100000">
                                          <p:val>
                                            <p:strVal val="#ppt_y"/>
                                          </p:val>
                                        </p:tav>
                                      </p:tavLst>
                                    </p:anim>
                                  </p:childTnLst>
                                </p:cTn>
                              </p:par>
                              <p:par>
                                <p:cTn id="91" presetID="2" presetClass="entr" presetSubtype="4" fill="hold" nodeType="withEffect">
                                  <p:stCondLst>
                                    <p:cond delay="0"/>
                                  </p:stCondLst>
                                  <p:childTnLst>
                                    <p:set>
                                      <p:cBhvr>
                                        <p:cTn id="92" dur="1" fill="hold">
                                          <p:stCondLst>
                                            <p:cond delay="0"/>
                                          </p:stCondLst>
                                        </p:cTn>
                                        <p:tgtEl>
                                          <p:spTgt spid="10">
                                            <p:txEl>
                                              <p:pRg st="7" end="7"/>
                                            </p:txEl>
                                          </p:spTgt>
                                        </p:tgtEl>
                                        <p:attrNameLst>
                                          <p:attrName>style.visibility</p:attrName>
                                        </p:attrNameLst>
                                      </p:cBhvr>
                                      <p:to>
                                        <p:strVal val="visible"/>
                                      </p:to>
                                    </p:set>
                                    <p:anim calcmode="lin" valueType="num">
                                      <p:cBhvr additive="base">
                                        <p:cTn id="93" dur="500" fill="hold"/>
                                        <p:tgtEl>
                                          <p:spTgt spid="10">
                                            <p:txEl>
                                              <p:pRg st="7" end="7"/>
                                            </p:txEl>
                                          </p:spTgt>
                                        </p:tgtEl>
                                        <p:attrNameLst>
                                          <p:attrName>ppt_x</p:attrName>
                                        </p:attrNameLst>
                                      </p:cBhvr>
                                      <p:tavLst>
                                        <p:tav tm="0">
                                          <p:val>
                                            <p:strVal val="#ppt_x"/>
                                          </p:val>
                                        </p:tav>
                                        <p:tav tm="100000">
                                          <p:val>
                                            <p:strVal val="#ppt_x"/>
                                          </p:val>
                                        </p:tav>
                                      </p:tavLst>
                                    </p:anim>
                                    <p:anim calcmode="lin" valueType="num">
                                      <p:cBhvr additive="base">
                                        <p:cTn id="94" dur="500" fill="hold"/>
                                        <p:tgtEl>
                                          <p:spTgt spid="10">
                                            <p:txEl>
                                              <p:pRg st="7" end="7"/>
                                            </p:txEl>
                                          </p:spTgt>
                                        </p:tgtEl>
                                        <p:attrNameLst>
                                          <p:attrName>ppt_y</p:attrName>
                                        </p:attrNameLst>
                                      </p:cBhvr>
                                      <p:tavLst>
                                        <p:tav tm="0">
                                          <p:val>
                                            <p:strVal val="1+#ppt_h/2"/>
                                          </p:val>
                                        </p:tav>
                                        <p:tav tm="100000">
                                          <p:val>
                                            <p:strVal val="#ppt_y"/>
                                          </p:val>
                                        </p:tav>
                                      </p:tavLst>
                                    </p:anim>
                                  </p:childTnLst>
                                </p:cTn>
                              </p:par>
                              <p:par>
                                <p:cTn id="95" presetID="2" presetClass="entr" presetSubtype="4" fill="hold" nodeType="withEffect">
                                  <p:stCondLst>
                                    <p:cond delay="0"/>
                                  </p:stCondLst>
                                  <p:childTnLst>
                                    <p:set>
                                      <p:cBhvr>
                                        <p:cTn id="96" dur="1" fill="hold">
                                          <p:stCondLst>
                                            <p:cond delay="0"/>
                                          </p:stCondLst>
                                        </p:cTn>
                                        <p:tgtEl>
                                          <p:spTgt spid="10">
                                            <p:txEl>
                                              <p:pRg st="8" end="8"/>
                                            </p:txEl>
                                          </p:spTgt>
                                        </p:tgtEl>
                                        <p:attrNameLst>
                                          <p:attrName>style.visibility</p:attrName>
                                        </p:attrNameLst>
                                      </p:cBhvr>
                                      <p:to>
                                        <p:strVal val="visible"/>
                                      </p:to>
                                    </p:set>
                                    <p:anim calcmode="lin" valueType="num">
                                      <p:cBhvr additive="base">
                                        <p:cTn id="97" dur="500" fill="hold"/>
                                        <p:tgtEl>
                                          <p:spTgt spid="10">
                                            <p:txEl>
                                              <p:pRg st="8" end="8"/>
                                            </p:txEl>
                                          </p:spTgt>
                                        </p:tgtEl>
                                        <p:attrNameLst>
                                          <p:attrName>ppt_x</p:attrName>
                                        </p:attrNameLst>
                                      </p:cBhvr>
                                      <p:tavLst>
                                        <p:tav tm="0">
                                          <p:val>
                                            <p:strVal val="#ppt_x"/>
                                          </p:val>
                                        </p:tav>
                                        <p:tav tm="100000">
                                          <p:val>
                                            <p:strVal val="#ppt_x"/>
                                          </p:val>
                                        </p:tav>
                                      </p:tavLst>
                                    </p:anim>
                                    <p:anim calcmode="lin" valueType="num">
                                      <p:cBhvr additive="base">
                                        <p:cTn id="98" dur="500" fill="hold"/>
                                        <p:tgtEl>
                                          <p:spTgt spid="10">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1" presetID="2" presetClass="entr" presetSubtype="4" fill="hold" nodeType="clickEffect">
                                  <p:stCondLst>
                                    <p:cond delay="0"/>
                                  </p:stCondLst>
                                  <p:childTnLst>
                                    <p:set>
                                      <p:cBhvr>
                                        <p:cTn id="102" dur="1" fill="hold">
                                          <p:stCondLst>
                                            <p:cond delay="0"/>
                                          </p:stCondLst>
                                        </p:cTn>
                                        <p:tgtEl>
                                          <p:spTgt spid="12">
                                            <p:txEl>
                                              <p:pRg st="0" end="0"/>
                                            </p:txEl>
                                          </p:spTgt>
                                        </p:tgtEl>
                                        <p:attrNameLst>
                                          <p:attrName>style.visibility</p:attrName>
                                        </p:attrNameLst>
                                      </p:cBhvr>
                                      <p:to>
                                        <p:strVal val="visible"/>
                                      </p:to>
                                    </p:set>
                                    <p:anim calcmode="lin" valueType="num">
                                      <p:cBhvr additive="base">
                                        <p:cTn id="103" dur="500" fill="hold"/>
                                        <p:tgtEl>
                                          <p:spTgt spid="12">
                                            <p:txEl>
                                              <p:pRg st="0" end="0"/>
                                            </p:txEl>
                                          </p:spTgt>
                                        </p:tgtEl>
                                        <p:attrNameLst>
                                          <p:attrName>ppt_x</p:attrName>
                                        </p:attrNameLst>
                                      </p:cBhvr>
                                      <p:tavLst>
                                        <p:tav tm="0">
                                          <p:val>
                                            <p:strVal val="#ppt_x"/>
                                          </p:val>
                                        </p:tav>
                                        <p:tav tm="100000">
                                          <p:val>
                                            <p:strVal val="#ppt_x"/>
                                          </p:val>
                                        </p:tav>
                                      </p:tavLst>
                                    </p:anim>
                                    <p:anim calcmode="lin" valueType="num">
                                      <p:cBhvr additive="base">
                                        <p:cTn id="104" dur="500" fill="hold"/>
                                        <p:tgtEl>
                                          <p:spTgt spid="12">
                                            <p:txEl>
                                              <p:pRg st="0" end="0"/>
                                            </p:txEl>
                                          </p:spTgt>
                                        </p:tgtEl>
                                        <p:attrNameLst>
                                          <p:attrName>ppt_y</p:attrName>
                                        </p:attrNameLst>
                                      </p:cBhvr>
                                      <p:tavLst>
                                        <p:tav tm="0">
                                          <p:val>
                                            <p:strVal val="1+#ppt_h/2"/>
                                          </p:val>
                                        </p:tav>
                                        <p:tav tm="100000">
                                          <p:val>
                                            <p:strVal val="#ppt_y"/>
                                          </p:val>
                                        </p:tav>
                                      </p:tavLst>
                                    </p:anim>
                                  </p:childTnLst>
                                </p:cTn>
                              </p:par>
                              <p:par>
                                <p:cTn id="105" presetID="2" presetClass="entr" presetSubtype="4" fill="hold" nodeType="withEffect">
                                  <p:stCondLst>
                                    <p:cond delay="0"/>
                                  </p:stCondLst>
                                  <p:childTnLst>
                                    <p:set>
                                      <p:cBhvr>
                                        <p:cTn id="106" dur="1" fill="hold">
                                          <p:stCondLst>
                                            <p:cond delay="0"/>
                                          </p:stCondLst>
                                        </p:cTn>
                                        <p:tgtEl>
                                          <p:spTgt spid="12">
                                            <p:txEl>
                                              <p:pRg st="1" end="1"/>
                                            </p:txEl>
                                          </p:spTgt>
                                        </p:tgtEl>
                                        <p:attrNameLst>
                                          <p:attrName>style.visibility</p:attrName>
                                        </p:attrNameLst>
                                      </p:cBhvr>
                                      <p:to>
                                        <p:strVal val="visible"/>
                                      </p:to>
                                    </p:set>
                                    <p:anim calcmode="lin" valueType="num">
                                      <p:cBhvr additive="base">
                                        <p:cTn id="107" dur="500" fill="hold"/>
                                        <p:tgtEl>
                                          <p:spTgt spid="12">
                                            <p:txEl>
                                              <p:pRg st="1" end="1"/>
                                            </p:txEl>
                                          </p:spTgt>
                                        </p:tgtEl>
                                        <p:attrNameLst>
                                          <p:attrName>ppt_x</p:attrName>
                                        </p:attrNameLst>
                                      </p:cBhvr>
                                      <p:tavLst>
                                        <p:tav tm="0">
                                          <p:val>
                                            <p:strVal val="#ppt_x"/>
                                          </p:val>
                                        </p:tav>
                                        <p:tav tm="100000">
                                          <p:val>
                                            <p:strVal val="#ppt_x"/>
                                          </p:val>
                                        </p:tav>
                                      </p:tavLst>
                                    </p:anim>
                                    <p:anim calcmode="lin" valueType="num">
                                      <p:cBhvr additive="base">
                                        <p:cTn id="108" dur="500" fill="hold"/>
                                        <p:tgtEl>
                                          <p:spTgt spid="12">
                                            <p:txEl>
                                              <p:pRg st="1" end="1"/>
                                            </p:txEl>
                                          </p:spTgt>
                                        </p:tgtEl>
                                        <p:attrNameLst>
                                          <p:attrName>ppt_y</p:attrName>
                                        </p:attrNameLst>
                                      </p:cBhvr>
                                      <p:tavLst>
                                        <p:tav tm="0">
                                          <p:val>
                                            <p:strVal val="1+#ppt_h/2"/>
                                          </p:val>
                                        </p:tav>
                                        <p:tav tm="100000">
                                          <p:val>
                                            <p:strVal val="#ppt_y"/>
                                          </p:val>
                                        </p:tav>
                                      </p:tavLst>
                                    </p:anim>
                                  </p:childTnLst>
                                </p:cTn>
                              </p:par>
                              <p:par>
                                <p:cTn id="109" presetID="2" presetClass="entr" presetSubtype="4" fill="hold" nodeType="withEffect">
                                  <p:stCondLst>
                                    <p:cond delay="0"/>
                                  </p:stCondLst>
                                  <p:childTnLst>
                                    <p:set>
                                      <p:cBhvr>
                                        <p:cTn id="110" dur="1" fill="hold">
                                          <p:stCondLst>
                                            <p:cond delay="0"/>
                                          </p:stCondLst>
                                        </p:cTn>
                                        <p:tgtEl>
                                          <p:spTgt spid="12">
                                            <p:txEl>
                                              <p:pRg st="2" end="2"/>
                                            </p:txEl>
                                          </p:spTgt>
                                        </p:tgtEl>
                                        <p:attrNameLst>
                                          <p:attrName>style.visibility</p:attrName>
                                        </p:attrNameLst>
                                      </p:cBhvr>
                                      <p:to>
                                        <p:strVal val="visible"/>
                                      </p:to>
                                    </p:set>
                                    <p:anim calcmode="lin" valueType="num">
                                      <p:cBhvr additive="base">
                                        <p:cTn id="111" dur="500" fill="hold"/>
                                        <p:tgtEl>
                                          <p:spTgt spid="12">
                                            <p:txEl>
                                              <p:pRg st="2" end="2"/>
                                            </p:txEl>
                                          </p:spTgt>
                                        </p:tgtEl>
                                        <p:attrNameLst>
                                          <p:attrName>ppt_x</p:attrName>
                                        </p:attrNameLst>
                                      </p:cBhvr>
                                      <p:tavLst>
                                        <p:tav tm="0">
                                          <p:val>
                                            <p:strVal val="#ppt_x"/>
                                          </p:val>
                                        </p:tav>
                                        <p:tav tm="100000">
                                          <p:val>
                                            <p:strVal val="#ppt_x"/>
                                          </p:val>
                                        </p:tav>
                                      </p:tavLst>
                                    </p:anim>
                                    <p:anim calcmode="lin" valueType="num">
                                      <p:cBhvr additive="base">
                                        <p:cTn id="112" dur="500" fill="hold"/>
                                        <p:tgtEl>
                                          <p:spTgt spid="12">
                                            <p:txEl>
                                              <p:pRg st="2" end="2"/>
                                            </p:txEl>
                                          </p:spTgt>
                                        </p:tgtEl>
                                        <p:attrNameLst>
                                          <p:attrName>ppt_y</p:attrName>
                                        </p:attrNameLst>
                                      </p:cBhvr>
                                      <p:tavLst>
                                        <p:tav tm="0">
                                          <p:val>
                                            <p:strVal val="1+#ppt_h/2"/>
                                          </p:val>
                                        </p:tav>
                                        <p:tav tm="100000">
                                          <p:val>
                                            <p:strVal val="#ppt_y"/>
                                          </p:val>
                                        </p:tav>
                                      </p:tavLst>
                                    </p:anim>
                                  </p:childTnLst>
                                </p:cTn>
                              </p:par>
                              <p:par>
                                <p:cTn id="113" presetID="2" presetClass="entr" presetSubtype="4" fill="hold" nodeType="withEffect">
                                  <p:stCondLst>
                                    <p:cond delay="0"/>
                                  </p:stCondLst>
                                  <p:childTnLst>
                                    <p:set>
                                      <p:cBhvr>
                                        <p:cTn id="114" dur="1" fill="hold">
                                          <p:stCondLst>
                                            <p:cond delay="0"/>
                                          </p:stCondLst>
                                        </p:cTn>
                                        <p:tgtEl>
                                          <p:spTgt spid="12">
                                            <p:txEl>
                                              <p:pRg st="3" end="3"/>
                                            </p:txEl>
                                          </p:spTgt>
                                        </p:tgtEl>
                                        <p:attrNameLst>
                                          <p:attrName>style.visibility</p:attrName>
                                        </p:attrNameLst>
                                      </p:cBhvr>
                                      <p:to>
                                        <p:strVal val="visible"/>
                                      </p:to>
                                    </p:set>
                                    <p:anim calcmode="lin" valueType="num">
                                      <p:cBhvr additive="base">
                                        <p:cTn id="115" dur="500" fill="hold"/>
                                        <p:tgtEl>
                                          <p:spTgt spid="12">
                                            <p:txEl>
                                              <p:pRg st="3" end="3"/>
                                            </p:txEl>
                                          </p:spTgt>
                                        </p:tgtEl>
                                        <p:attrNameLst>
                                          <p:attrName>ppt_x</p:attrName>
                                        </p:attrNameLst>
                                      </p:cBhvr>
                                      <p:tavLst>
                                        <p:tav tm="0">
                                          <p:val>
                                            <p:strVal val="#ppt_x"/>
                                          </p:val>
                                        </p:tav>
                                        <p:tav tm="100000">
                                          <p:val>
                                            <p:strVal val="#ppt_x"/>
                                          </p:val>
                                        </p:tav>
                                      </p:tavLst>
                                    </p:anim>
                                    <p:anim calcmode="lin" valueType="num">
                                      <p:cBhvr additive="base">
                                        <p:cTn id="116" dur="500" fill="hold"/>
                                        <p:tgtEl>
                                          <p:spTgt spid="12">
                                            <p:txEl>
                                              <p:pRg st="3" end="3"/>
                                            </p:txEl>
                                          </p:spTgt>
                                        </p:tgtEl>
                                        <p:attrNameLst>
                                          <p:attrName>ppt_y</p:attrName>
                                        </p:attrNameLst>
                                      </p:cBhvr>
                                      <p:tavLst>
                                        <p:tav tm="0">
                                          <p:val>
                                            <p:strVal val="1+#ppt_h/2"/>
                                          </p:val>
                                        </p:tav>
                                        <p:tav tm="100000">
                                          <p:val>
                                            <p:strVal val="#ppt_y"/>
                                          </p:val>
                                        </p:tav>
                                      </p:tavLst>
                                    </p:anim>
                                  </p:childTnLst>
                                </p:cTn>
                              </p:par>
                              <p:par>
                                <p:cTn id="117" presetID="2" presetClass="entr" presetSubtype="4" fill="hold" nodeType="withEffect">
                                  <p:stCondLst>
                                    <p:cond delay="0"/>
                                  </p:stCondLst>
                                  <p:childTnLst>
                                    <p:set>
                                      <p:cBhvr>
                                        <p:cTn id="118" dur="1" fill="hold">
                                          <p:stCondLst>
                                            <p:cond delay="0"/>
                                          </p:stCondLst>
                                        </p:cTn>
                                        <p:tgtEl>
                                          <p:spTgt spid="12">
                                            <p:txEl>
                                              <p:pRg st="4" end="4"/>
                                            </p:txEl>
                                          </p:spTgt>
                                        </p:tgtEl>
                                        <p:attrNameLst>
                                          <p:attrName>style.visibility</p:attrName>
                                        </p:attrNameLst>
                                      </p:cBhvr>
                                      <p:to>
                                        <p:strVal val="visible"/>
                                      </p:to>
                                    </p:set>
                                    <p:anim calcmode="lin" valueType="num">
                                      <p:cBhvr additive="base">
                                        <p:cTn id="119" dur="500" fill="hold"/>
                                        <p:tgtEl>
                                          <p:spTgt spid="12">
                                            <p:txEl>
                                              <p:pRg st="4" end="4"/>
                                            </p:txEl>
                                          </p:spTgt>
                                        </p:tgtEl>
                                        <p:attrNameLst>
                                          <p:attrName>ppt_x</p:attrName>
                                        </p:attrNameLst>
                                      </p:cBhvr>
                                      <p:tavLst>
                                        <p:tav tm="0">
                                          <p:val>
                                            <p:strVal val="#ppt_x"/>
                                          </p:val>
                                        </p:tav>
                                        <p:tav tm="100000">
                                          <p:val>
                                            <p:strVal val="#ppt_x"/>
                                          </p:val>
                                        </p:tav>
                                      </p:tavLst>
                                    </p:anim>
                                    <p:anim calcmode="lin" valueType="num">
                                      <p:cBhvr additive="base">
                                        <p:cTn id="120" dur="500" fill="hold"/>
                                        <p:tgtEl>
                                          <p:spTgt spid="12">
                                            <p:txEl>
                                              <p:pRg st="4" end="4"/>
                                            </p:txEl>
                                          </p:spTgt>
                                        </p:tgtEl>
                                        <p:attrNameLst>
                                          <p:attrName>ppt_y</p:attrName>
                                        </p:attrNameLst>
                                      </p:cBhvr>
                                      <p:tavLst>
                                        <p:tav tm="0">
                                          <p:val>
                                            <p:strVal val="1+#ppt_h/2"/>
                                          </p:val>
                                        </p:tav>
                                        <p:tav tm="100000">
                                          <p:val>
                                            <p:strVal val="#ppt_y"/>
                                          </p:val>
                                        </p:tav>
                                      </p:tavLst>
                                    </p:anim>
                                  </p:childTnLst>
                                </p:cTn>
                              </p:par>
                              <p:par>
                                <p:cTn id="121" presetID="2" presetClass="entr" presetSubtype="4" fill="hold" nodeType="withEffect">
                                  <p:stCondLst>
                                    <p:cond delay="0"/>
                                  </p:stCondLst>
                                  <p:childTnLst>
                                    <p:set>
                                      <p:cBhvr>
                                        <p:cTn id="122" dur="1" fill="hold">
                                          <p:stCondLst>
                                            <p:cond delay="0"/>
                                          </p:stCondLst>
                                        </p:cTn>
                                        <p:tgtEl>
                                          <p:spTgt spid="12">
                                            <p:txEl>
                                              <p:pRg st="5" end="5"/>
                                            </p:txEl>
                                          </p:spTgt>
                                        </p:tgtEl>
                                        <p:attrNameLst>
                                          <p:attrName>style.visibility</p:attrName>
                                        </p:attrNameLst>
                                      </p:cBhvr>
                                      <p:to>
                                        <p:strVal val="visible"/>
                                      </p:to>
                                    </p:set>
                                    <p:anim calcmode="lin" valueType="num">
                                      <p:cBhvr additive="base">
                                        <p:cTn id="123" dur="500" fill="hold"/>
                                        <p:tgtEl>
                                          <p:spTgt spid="12">
                                            <p:txEl>
                                              <p:pRg st="5" end="5"/>
                                            </p:txEl>
                                          </p:spTgt>
                                        </p:tgtEl>
                                        <p:attrNameLst>
                                          <p:attrName>ppt_x</p:attrName>
                                        </p:attrNameLst>
                                      </p:cBhvr>
                                      <p:tavLst>
                                        <p:tav tm="0">
                                          <p:val>
                                            <p:strVal val="#ppt_x"/>
                                          </p:val>
                                        </p:tav>
                                        <p:tav tm="100000">
                                          <p:val>
                                            <p:strVal val="#ppt_x"/>
                                          </p:val>
                                        </p:tav>
                                      </p:tavLst>
                                    </p:anim>
                                    <p:anim calcmode="lin" valueType="num">
                                      <p:cBhvr additive="base">
                                        <p:cTn id="124" dur="500" fill="hold"/>
                                        <p:tgtEl>
                                          <p:spTgt spid="12">
                                            <p:txEl>
                                              <p:pRg st="5" end="5"/>
                                            </p:txEl>
                                          </p:spTgt>
                                        </p:tgtEl>
                                        <p:attrNameLst>
                                          <p:attrName>ppt_y</p:attrName>
                                        </p:attrNameLst>
                                      </p:cBhvr>
                                      <p:tavLst>
                                        <p:tav tm="0">
                                          <p:val>
                                            <p:strVal val="1+#ppt_h/2"/>
                                          </p:val>
                                        </p:tav>
                                        <p:tav tm="100000">
                                          <p:val>
                                            <p:strVal val="#ppt_y"/>
                                          </p:val>
                                        </p:tav>
                                      </p:tavLst>
                                    </p:anim>
                                  </p:childTnLst>
                                </p:cTn>
                              </p:par>
                              <p:par>
                                <p:cTn id="125" presetID="2" presetClass="entr" presetSubtype="4" fill="hold" nodeType="withEffect">
                                  <p:stCondLst>
                                    <p:cond delay="0"/>
                                  </p:stCondLst>
                                  <p:childTnLst>
                                    <p:set>
                                      <p:cBhvr>
                                        <p:cTn id="126" dur="1" fill="hold">
                                          <p:stCondLst>
                                            <p:cond delay="0"/>
                                          </p:stCondLst>
                                        </p:cTn>
                                        <p:tgtEl>
                                          <p:spTgt spid="12">
                                            <p:txEl>
                                              <p:pRg st="6" end="6"/>
                                            </p:txEl>
                                          </p:spTgt>
                                        </p:tgtEl>
                                        <p:attrNameLst>
                                          <p:attrName>style.visibility</p:attrName>
                                        </p:attrNameLst>
                                      </p:cBhvr>
                                      <p:to>
                                        <p:strVal val="visible"/>
                                      </p:to>
                                    </p:set>
                                    <p:anim calcmode="lin" valueType="num">
                                      <p:cBhvr additive="base">
                                        <p:cTn id="127" dur="500" fill="hold"/>
                                        <p:tgtEl>
                                          <p:spTgt spid="12">
                                            <p:txEl>
                                              <p:pRg st="6" end="6"/>
                                            </p:txEl>
                                          </p:spTgt>
                                        </p:tgtEl>
                                        <p:attrNameLst>
                                          <p:attrName>ppt_x</p:attrName>
                                        </p:attrNameLst>
                                      </p:cBhvr>
                                      <p:tavLst>
                                        <p:tav tm="0">
                                          <p:val>
                                            <p:strVal val="#ppt_x"/>
                                          </p:val>
                                        </p:tav>
                                        <p:tav tm="100000">
                                          <p:val>
                                            <p:strVal val="#ppt_x"/>
                                          </p:val>
                                        </p:tav>
                                      </p:tavLst>
                                    </p:anim>
                                    <p:anim calcmode="lin" valueType="num">
                                      <p:cBhvr additive="base">
                                        <p:cTn id="128" dur="500" fill="hold"/>
                                        <p:tgtEl>
                                          <p:spTgt spid="12">
                                            <p:txEl>
                                              <p:pRg st="6" end="6"/>
                                            </p:txEl>
                                          </p:spTgt>
                                        </p:tgtEl>
                                        <p:attrNameLst>
                                          <p:attrName>ppt_y</p:attrName>
                                        </p:attrNameLst>
                                      </p:cBhvr>
                                      <p:tavLst>
                                        <p:tav tm="0">
                                          <p:val>
                                            <p:strVal val="1+#ppt_h/2"/>
                                          </p:val>
                                        </p:tav>
                                        <p:tav tm="100000">
                                          <p:val>
                                            <p:strVal val="#ppt_y"/>
                                          </p:val>
                                        </p:tav>
                                      </p:tavLst>
                                    </p:anim>
                                  </p:childTnLst>
                                </p:cTn>
                              </p:par>
                              <p:par>
                                <p:cTn id="129" presetID="2" presetClass="entr" presetSubtype="4" fill="hold" nodeType="withEffect">
                                  <p:stCondLst>
                                    <p:cond delay="0"/>
                                  </p:stCondLst>
                                  <p:childTnLst>
                                    <p:set>
                                      <p:cBhvr>
                                        <p:cTn id="130" dur="1" fill="hold">
                                          <p:stCondLst>
                                            <p:cond delay="0"/>
                                          </p:stCondLst>
                                        </p:cTn>
                                        <p:tgtEl>
                                          <p:spTgt spid="12">
                                            <p:txEl>
                                              <p:pRg st="7" end="7"/>
                                            </p:txEl>
                                          </p:spTgt>
                                        </p:tgtEl>
                                        <p:attrNameLst>
                                          <p:attrName>style.visibility</p:attrName>
                                        </p:attrNameLst>
                                      </p:cBhvr>
                                      <p:to>
                                        <p:strVal val="visible"/>
                                      </p:to>
                                    </p:set>
                                    <p:anim calcmode="lin" valueType="num">
                                      <p:cBhvr additive="base">
                                        <p:cTn id="131" dur="500" fill="hold"/>
                                        <p:tgtEl>
                                          <p:spTgt spid="12">
                                            <p:txEl>
                                              <p:pRg st="7" end="7"/>
                                            </p:txEl>
                                          </p:spTgt>
                                        </p:tgtEl>
                                        <p:attrNameLst>
                                          <p:attrName>ppt_x</p:attrName>
                                        </p:attrNameLst>
                                      </p:cBhvr>
                                      <p:tavLst>
                                        <p:tav tm="0">
                                          <p:val>
                                            <p:strVal val="#ppt_x"/>
                                          </p:val>
                                        </p:tav>
                                        <p:tav tm="100000">
                                          <p:val>
                                            <p:strVal val="#ppt_x"/>
                                          </p:val>
                                        </p:tav>
                                      </p:tavLst>
                                    </p:anim>
                                    <p:anim calcmode="lin" valueType="num">
                                      <p:cBhvr additive="base">
                                        <p:cTn id="132" dur="500" fill="hold"/>
                                        <p:tgtEl>
                                          <p:spTgt spid="12">
                                            <p:txEl>
                                              <p:pRg st="7" end="7"/>
                                            </p:txEl>
                                          </p:spTgt>
                                        </p:tgtEl>
                                        <p:attrNameLst>
                                          <p:attrName>ppt_y</p:attrName>
                                        </p:attrNameLst>
                                      </p:cBhvr>
                                      <p:tavLst>
                                        <p:tav tm="0">
                                          <p:val>
                                            <p:strVal val="1+#ppt_h/2"/>
                                          </p:val>
                                        </p:tav>
                                        <p:tav tm="100000">
                                          <p:val>
                                            <p:strVal val="#ppt_y"/>
                                          </p:val>
                                        </p:tav>
                                      </p:tavLst>
                                    </p:anim>
                                  </p:childTnLst>
                                </p:cTn>
                              </p:par>
                              <p:par>
                                <p:cTn id="133" presetID="2" presetClass="entr" presetSubtype="4" fill="hold" nodeType="withEffect">
                                  <p:stCondLst>
                                    <p:cond delay="0"/>
                                  </p:stCondLst>
                                  <p:childTnLst>
                                    <p:set>
                                      <p:cBhvr>
                                        <p:cTn id="134" dur="1" fill="hold">
                                          <p:stCondLst>
                                            <p:cond delay="0"/>
                                          </p:stCondLst>
                                        </p:cTn>
                                        <p:tgtEl>
                                          <p:spTgt spid="12">
                                            <p:txEl>
                                              <p:pRg st="8" end="8"/>
                                            </p:txEl>
                                          </p:spTgt>
                                        </p:tgtEl>
                                        <p:attrNameLst>
                                          <p:attrName>style.visibility</p:attrName>
                                        </p:attrNameLst>
                                      </p:cBhvr>
                                      <p:to>
                                        <p:strVal val="visible"/>
                                      </p:to>
                                    </p:set>
                                    <p:anim calcmode="lin" valueType="num">
                                      <p:cBhvr additive="base">
                                        <p:cTn id="135" dur="500" fill="hold"/>
                                        <p:tgtEl>
                                          <p:spTgt spid="12">
                                            <p:txEl>
                                              <p:pRg st="8" end="8"/>
                                            </p:txEl>
                                          </p:spTgt>
                                        </p:tgtEl>
                                        <p:attrNameLst>
                                          <p:attrName>ppt_x</p:attrName>
                                        </p:attrNameLst>
                                      </p:cBhvr>
                                      <p:tavLst>
                                        <p:tav tm="0">
                                          <p:val>
                                            <p:strVal val="#ppt_x"/>
                                          </p:val>
                                        </p:tav>
                                        <p:tav tm="100000">
                                          <p:val>
                                            <p:strVal val="#ppt_x"/>
                                          </p:val>
                                        </p:tav>
                                      </p:tavLst>
                                    </p:anim>
                                    <p:anim calcmode="lin" valueType="num">
                                      <p:cBhvr additive="base">
                                        <p:cTn id="136" dur="500" fill="hold"/>
                                        <p:tgtEl>
                                          <p:spTgt spid="12">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137" fill="hold">
                      <p:stCondLst>
                        <p:cond delay="indefinite"/>
                      </p:stCondLst>
                      <p:childTnLst>
                        <p:par>
                          <p:cTn id="138" fill="hold">
                            <p:stCondLst>
                              <p:cond delay="0"/>
                            </p:stCondLst>
                            <p:childTnLst>
                              <p:par>
                                <p:cTn id="139" presetID="2" presetClass="entr" presetSubtype="4" fill="hold" nodeType="clickEffect">
                                  <p:stCondLst>
                                    <p:cond delay="0"/>
                                  </p:stCondLst>
                                  <p:childTnLst>
                                    <p:set>
                                      <p:cBhvr>
                                        <p:cTn id="140" dur="1" fill="hold">
                                          <p:stCondLst>
                                            <p:cond delay="0"/>
                                          </p:stCondLst>
                                        </p:cTn>
                                        <p:tgtEl>
                                          <p:spTgt spid="16">
                                            <p:txEl>
                                              <p:pRg st="0" end="0"/>
                                            </p:txEl>
                                          </p:spTgt>
                                        </p:tgtEl>
                                        <p:attrNameLst>
                                          <p:attrName>style.visibility</p:attrName>
                                        </p:attrNameLst>
                                      </p:cBhvr>
                                      <p:to>
                                        <p:strVal val="visible"/>
                                      </p:to>
                                    </p:set>
                                    <p:anim calcmode="lin" valueType="num">
                                      <p:cBhvr additive="base">
                                        <p:cTn id="141" dur="500" fill="hold"/>
                                        <p:tgtEl>
                                          <p:spTgt spid="16">
                                            <p:txEl>
                                              <p:pRg st="0" end="0"/>
                                            </p:txEl>
                                          </p:spTgt>
                                        </p:tgtEl>
                                        <p:attrNameLst>
                                          <p:attrName>ppt_x</p:attrName>
                                        </p:attrNameLst>
                                      </p:cBhvr>
                                      <p:tavLst>
                                        <p:tav tm="0">
                                          <p:val>
                                            <p:strVal val="#ppt_x"/>
                                          </p:val>
                                        </p:tav>
                                        <p:tav tm="100000">
                                          <p:val>
                                            <p:strVal val="#ppt_x"/>
                                          </p:val>
                                        </p:tav>
                                      </p:tavLst>
                                    </p:anim>
                                    <p:anim calcmode="lin" valueType="num">
                                      <p:cBhvr additive="base">
                                        <p:cTn id="142" dur="500" fill="hold"/>
                                        <p:tgtEl>
                                          <p:spTgt spid="16">
                                            <p:txEl>
                                              <p:pRg st="0" end="0"/>
                                            </p:txEl>
                                          </p:spTgt>
                                        </p:tgtEl>
                                        <p:attrNameLst>
                                          <p:attrName>ppt_y</p:attrName>
                                        </p:attrNameLst>
                                      </p:cBhvr>
                                      <p:tavLst>
                                        <p:tav tm="0">
                                          <p:val>
                                            <p:strVal val="1+#ppt_h/2"/>
                                          </p:val>
                                        </p:tav>
                                        <p:tav tm="100000">
                                          <p:val>
                                            <p:strVal val="#ppt_y"/>
                                          </p:val>
                                        </p:tav>
                                      </p:tavLst>
                                    </p:anim>
                                  </p:childTnLst>
                                </p:cTn>
                              </p:par>
                              <p:par>
                                <p:cTn id="143" presetID="2" presetClass="entr" presetSubtype="4" fill="hold" nodeType="withEffect">
                                  <p:stCondLst>
                                    <p:cond delay="0"/>
                                  </p:stCondLst>
                                  <p:childTnLst>
                                    <p:set>
                                      <p:cBhvr>
                                        <p:cTn id="144" dur="1" fill="hold">
                                          <p:stCondLst>
                                            <p:cond delay="0"/>
                                          </p:stCondLst>
                                        </p:cTn>
                                        <p:tgtEl>
                                          <p:spTgt spid="16">
                                            <p:txEl>
                                              <p:pRg st="1" end="1"/>
                                            </p:txEl>
                                          </p:spTgt>
                                        </p:tgtEl>
                                        <p:attrNameLst>
                                          <p:attrName>style.visibility</p:attrName>
                                        </p:attrNameLst>
                                      </p:cBhvr>
                                      <p:to>
                                        <p:strVal val="visible"/>
                                      </p:to>
                                    </p:set>
                                    <p:anim calcmode="lin" valueType="num">
                                      <p:cBhvr additive="base">
                                        <p:cTn id="145" dur="500" fill="hold"/>
                                        <p:tgtEl>
                                          <p:spTgt spid="16">
                                            <p:txEl>
                                              <p:pRg st="1" end="1"/>
                                            </p:txEl>
                                          </p:spTgt>
                                        </p:tgtEl>
                                        <p:attrNameLst>
                                          <p:attrName>ppt_x</p:attrName>
                                        </p:attrNameLst>
                                      </p:cBhvr>
                                      <p:tavLst>
                                        <p:tav tm="0">
                                          <p:val>
                                            <p:strVal val="#ppt_x"/>
                                          </p:val>
                                        </p:tav>
                                        <p:tav tm="100000">
                                          <p:val>
                                            <p:strVal val="#ppt_x"/>
                                          </p:val>
                                        </p:tav>
                                      </p:tavLst>
                                    </p:anim>
                                    <p:anim calcmode="lin" valueType="num">
                                      <p:cBhvr additive="base">
                                        <p:cTn id="146" dur="500" fill="hold"/>
                                        <p:tgtEl>
                                          <p:spTgt spid="16">
                                            <p:txEl>
                                              <p:pRg st="1" end="1"/>
                                            </p:txEl>
                                          </p:spTgt>
                                        </p:tgtEl>
                                        <p:attrNameLst>
                                          <p:attrName>ppt_y</p:attrName>
                                        </p:attrNameLst>
                                      </p:cBhvr>
                                      <p:tavLst>
                                        <p:tav tm="0">
                                          <p:val>
                                            <p:strVal val="1+#ppt_h/2"/>
                                          </p:val>
                                        </p:tav>
                                        <p:tav tm="100000">
                                          <p:val>
                                            <p:strVal val="#ppt_y"/>
                                          </p:val>
                                        </p:tav>
                                      </p:tavLst>
                                    </p:anim>
                                  </p:childTnLst>
                                </p:cTn>
                              </p:par>
                              <p:par>
                                <p:cTn id="147" presetID="2" presetClass="entr" presetSubtype="4" fill="hold" nodeType="withEffect">
                                  <p:stCondLst>
                                    <p:cond delay="0"/>
                                  </p:stCondLst>
                                  <p:childTnLst>
                                    <p:set>
                                      <p:cBhvr>
                                        <p:cTn id="148" dur="1" fill="hold">
                                          <p:stCondLst>
                                            <p:cond delay="0"/>
                                          </p:stCondLst>
                                        </p:cTn>
                                        <p:tgtEl>
                                          <p:spTgt spid="16">
                                            <p:txEl>
                                              <p:pRg st="2" end="2"/>
                                            </p:txEl>
                                          </p:spTgt>
                                        </p:tgtEl>
                                        <p:attrNameLst>
                                          <p:attrName>style.visibility</p:attrName>
                                        </p:attrNameLst>
                                      </p:cBhvr>
                                      <p:to>
                                        <p:strVal val="visible"/>
                                      </p:to>
                                    </p:set>
                                    <p:anim calcmode="lin" valueType="num">
                                      <p:cBhvr additive="base">
                                        <p:cTn id="149" dur="500" fill="hold"/>
                                        <p:tgtEl>
                                          <p:spTgt spid="16">
                                            <p:txEl>
                                              <p:pRg st="2" end="2"/>
                                            </p:txEl>
                                          </p:spTgt>
                                        </p:tgtEl>
                                        <p:attrNameLst>
                                          <p:attrName>ppt_x</p:attrName>
                                        </p:attrNameLst>
                                      </p:cBhvr>
                                      <p:tavLst>
                                        <p:tav tm="0">
                                          <p:val>
                                            <p:strVal val="#ppt_x"/>
                                          </p:val>
                                        </p:tav>
                                        <p:tav tm="100000">
                                          <p:val>
                                            <p:strVal val="#ppt_x"/>
                                          </p:val>
                                        </p:tav>
                                      </p:tavLst>
                                    </p:anim>
                                    <p:anim calcmode="lin" valueType="num">
                                      <p:cBhvr additive="base">
                                        <p:cTn id="150" dur="500" fill="hold"/>
                                        <p:tgtEl>
                                          <p:spTgt spid="16">
                                            <p:txEl>
                                              <p:pRg st="2" end="2"/>
                                            </p:txEl>
                                          </p:spTgt>
                                        </p:tgtEl>
                                        <p:attrNameLst>
                                          <p:attrName>ppt_y</p:attrName>
                                        </p:attrNameLst>
                                      </p:cBhvr>
                                      <p:tavLst>
                                        <p:tav tm="0">
                                          <p:val>
                                            <p:strVal val="1+#ppt_h/2"/>
                                          </p:val>
                                        </p:tav>
                                        <p:tav tm="100000">
                                          <p:val>
                                            <p:strVal val="#ppt_y"/>
                                          </p:val>
                                        </p:tav>
                                      </p:tavLst>
                                    </p:anim>
                                  </p:childTnLst>
                                </p:cTn>
                              </p:par>
                              <p:par>
                                <p:cTn id="151" presetID="2" presetClass="entr" presetSubtype="4" fill="hold" nodeType="withEffect">
                                  <p:stCondLst>
                                    <p:cond delay="0"/>
                                  </p:stCondLst>
                                  <p:childTnLst>
                                    <p:set>
                                      <p:cBhvr>
                                        <p:cTn id="152" dur="1" fill="hold">
                                          <p:stCondLst>
                                            <p:cond delay="0"/>
                                          </p:stCondLst>
                                        </p:cTn>
                                        <p:tgtEl>
                                          <p:spTgt spid="16">
                                            <p:txEl>
                                              <p:pRg st="3" end="3"/>
                                            </p:txEl>
                                          </p:spTgt>
                                        </p:tgtEl>
                                        <p:attrNameLst>
                                          <p:attrName>style.visibility</p:attrName>
                                        </p:attrNameLst>
                                      </p:cBhvr>
                                      <p:to>
                                        <p:strVal val="visible"/>
                                      </p:to>
                                    </p:set>
                                    <p:anim calcmode="lin" valueType="num">
                                      <p:cBhvr additive="base">
                                        <p:cTn id="153" dur="500" fill="hold"/>
                                        <p:tgtEl>
                                          <p:spTgt spid="16">
                                            <p:txEl>
                                              <p:pRg st="3" end="3"/>
                                            </p:txEl>
                                          </p:spTgt>
                                        </p:tgtEl>
                                        <p:attrNameLst>
                                          <p:attrName>ppt_x</p:attrName>
                                        </p:attrNameLst>
                                      </p:cBhvr>
                                      <p:tavLst>
                                        <p:tav tm="0">
                                          <p:val>
                                            <p:strVal val="#ppt_x"/>
                                          </p:val>
                                        </p:tav>
                                        <p:tav tm="100000">
                                          <p:val>
                                            <p:strVal val="#ppt_x"/>
                                          </p:val>
                                        </p:tav>
                                      </p:tavLst>
                                    </p:anim>
                                    <p:anim calcmode="lin" valueType="num">
                                      <p:cBhvr additive="base">
                                        <p:cTn id="154" dur="500" fill="hold"/>
                                        <p:tgtEl>
                                          <p:spTgt spid="16">
                                            <p:txEl>
                                              <p:pRg st="3" end="3"/>
                                            </p:txEl>
                                          </p:spTgt>
                                        </p:tgtEl>
                                        <p:attrNameLst>
                                          <p:attrName>ppt_y</p:attrName>
                                        </p:attrNameLst>
                                      </p:cBhvr>
                                      <p:tavLst>
                                        <p:tav tm="0">
                                          <p:val>
                                            <p:strVal val="1+#ppt_h/2"/>
                                          </p:val>
                                        </p:tav>
                                        <p:tav tm="100000">
                                          <p:val>
                                            <p:strVal val="#ppt_y"/>
                                          </p:val>
                                        </p:tav>
                                      </p:tavLst>
                                    </p:anim>
                                  </p:childTnLst>
                                </p:cTn>
                              </p:par>
                              <p:par>
                                <p:cTn id="155" presetID="2" presetClass="entr" presetSubtype="4" fill="hold" nodeType="withEffect">
                                  <p:stCondLst>
                                    <p:cond delay="0"/>
                                  </p:stCondLst>
                                  <p:childTnLst>
                                    <p:set>
                                      <p:cBhvr>
                                        <p:cTn id="156" dur="1" fill="hold">
                                          <p:stCondLst>
                                            <p:cond delay="0"/>
                                          </p:stCondLst>
                                        </p:cTn>
                                        <p:tgtEl>
                                          <p:spTgt spid="16">
                                            <p:txEl>
                                              <p:pRg st="4" end="4"/>
                                            </p:txEl>
                                          </p:spTgt>
                                        </p:tgtEl>
                                        <p:attrNameLst>
                                          <p:attrName>style.visibility</p:attrName>
                                        </p:attrNameLst>
                                      </p:cBhvr>
                                      <p:to>
                                        <p:strVal val="visible"/>
                                      </p:to>
                                    </p:set>
                                    <p:anim calcmode="lin" valueType="num">
                                      <p:cBhvr additive="base">
                                        <p:cTn id="157" dur="500" fill="hold"/>
                                        <p:tgtEl>
                                          <p:spTgt spid="16">
                                            <p:txEl>
                                              <p:pRg st="4" end="4"/>
                                            </p:txEl>
                                          </p:spTgt>
                                        </p:tgtEl>
                                        <p:attrNameLst>
                                          <p:attrName>ppt_x</p:attrName>
                                        </p:attrNameLst>
                                      </p:cBhvr>
                                      <p:tavLst>
                                        <p:tav tm="0">
                                          <p:val>
                                            <p:strVal val="#ppt_x"/>
                                          </p:val>
                                        </p:tav>
                                        <p:tav tm="100000">
                                          <p:val>
                                            <p:strVal val="#ppt_x"/>
                                          </p:val>
                                        </p:tav>
                                      </p:tavLst>
                                    </p:anim>
                                    <p:anim calcmode="lin" valueType="num">
                                      <p:cBhvr additive="base">
                                        <p:cTn id="158" dur="500" fill="hold"/>
                                        <p:tgtEl>
                                          <p:spTgt spid="16">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159" fill="hold">
                      <p:stCondLst>
                        <p:cond delay="indefinite"/>
                      </p:stCondLst>
                      <p:childTnLst>
                        <p:par>
                          <p:cTn id="160" fill="hold">
                            <p:stCondLst>
                              <p:cond delay="0"/>
                            </p:stCondLst>
                            <p:childTnLst>
                              <p:par>
                                <p:cTn id="161" presetID="42" presetClass="entr" presetSubtype="0" fill="hold" nodeType="clickEffect">
                                  <p:stCondLst>
                                    <p:cond delay="0"/>
                                  </p:stCondLst>
                                  <p:childTnLst>
                                    <p:set>
                                      <p:cBhvr>
                                        <p:cTn id="162" dur="1" fill="hold">
                                          <p:stCondLst>
                                            <p:cond delay="0"/>
                                          </p:stCondLst>
                                        </p:cTn>
                                        <p:tgtEl>
                                          <p:spTgt spid="9">
                                            <p:txEl>
                                              <p:pRg st="8" end="8"/>
                                            </p:txEl>
                                          </p:spTgt>
                                        </p:tgtEl>
                                        <p:attrNameLst>
                                          <p:attrName>style.visibility</p:attrName>
                                        </p:attrNameLst>
                                      </p:cBhvr>
                                      <p:to>
                                        <p:strVal val="visible"/>
                                      </p:to>
                                    </p:set>
                                    <p:animEffect transition="in" filter="fade">
                                      <p:cBhvr>
                                        <p:cTn id="163" dur="1000"/>
                                        <p:tgtEl>
                                          <p:spTgt spid="9">
                                            <p:txEl>
                                              <p:pRg st="8" end="8"/>
                                            </p:txEl>
                                          </p:spTgt>
                                        </p:tgtEl>
                                      </p:cBhvr>
                                    </p:animEffect>
                                    <p:anim calcmode="lin" valueType="num">
                                      <p:cBhvr>
                                        <p:cTn id="164" dur="1000" fill="hold"/>
                                        <p:tgtEl>
                                          <p:spTgt spid="9">
                                            <p:txEl>
                                              <p:pRg st="8" end="8"/>
                                            </p:txEl>
                                          </p:spTgt>
                                        </p:tgtEl>
                                        <p:attrNameLst>
                                          <p:attrName>ppt_x</p:attrName>
                                        </p:attrNameLst>
                                      </p:cBhvr>
                                      <p:tavLst>
                                        <p:tav tm="0">
                                          <p:val>
                                            <p:strVal val="#ppt_x"/>
                                          </p:val>
                                        </p:tav>
                                        <p:tav tm="100000">
                                          <p:val>
                                            <p:strVal val="#ppt_x"/>
                                          </p:val>
                                        </p:tav>
                                      </p:tavLst>
                                    </p:anim>
                                    <p:anim calcmode="lin" valueType="num">
                                      <p:cBhvr>
                                        <p:cTn id="165" dur="1000" fill="hold"/>
                                        <p:tgtEl>
                                          <p:spTgt spid="9">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166" fill="hold">
                      <p:stCondLst>
                        <p:cond delay="indefinite"/>
                      </p:stCondLst>
                      <p:childTnLst>
                        <p:par>
                          <p:cTn id="167" fill="hold">
                            <p:stCondLst>
                              <p:cond delay="0"/>
                            </p:stCondLst>
                            <p:childTnLst>
                              <p:par>
                                <p:cTn id="168" presetID="42" presetClass="entr" presetSubtype="0" fill="hold" nodeType="clickEffect">
                                  <p:stCondLst>
                                    <p:cond delay="0"/>
                                  </p:stCondLst>
                                  <p:childTnLst>
                                    <p:set>
                                      <p:cBhvr>
                                        <p:cTn id="169" dur="1" fill="hold">
                                          <p:stCondLst>
                                            <p:cond delay="0"/>
                                          </p:stCondLst>
                                        </p:cTn>
                                        <p:tgtEl>
                                          <p:spTgt spid="9">
                                            <p:txEl>
                                              <p:pRg st="9" end="9"/>
                                            </p:txEl>
                                          </p:spTgt>
                                        </p:tgtEl>
                                        <p:attrNameLst>
                                          <p:attrName>style.visibility</p:attrName>
                                        </p:attrNameLst>
                                      </p:cBhvr>
                                      <p:to>
                                        <p:strVal val="visible"/>
                                      </p:to>
                                    </p:set>
                                    <p:animEffect transition="in" filter="fade">
                                      <p:cBhvr>
                                        <p:cTn id="170" dur="1000"/>
                                        <p:tgtEl>
                                          <p:spTgt spid="9">
                                            <p:txEl>
                                              <p:pRg st="9" end="9"/>
                                            </p:txEl>
                                          </p:spTgt>
                                        </p:tgtEl>
                                      </p:cBhvr>
                                    </p:animEffect>
                                    <p:anim calcmode="lin" valueType="num">
                                      <p:cBhvr>
                                        <p:cTn id="171" dur="1000" fill="hold"/>
                                        <p:tgtEl>
                                          <p:spTgt spid="9">
                                            <p:txEl>
                                              <p:pRg st="9" end="9"/>
                                            </p:txEl>
                                          </p:spTgt>
                                        </p:tgtEl>
                                        <p:attrNameLst>
                                          <p:attrName>ppt_x</p:attrName>
                                        </p:attrNameLst>
                                      </p:cBhvr>
                                      <p:tavLst>
                                        <p:tav tm="0">
                                          <p:val>
                                            <p:strVal val="#ppt_x"/>
                                          </p:val>
                                        </p:tav>
                                        <p:tav tm="100000">
                                          <p:val>
                                            <p:strVal val="#ppt_x"/>
                                          </p:val>
                                        </p:tav>
                                      </p:tavLst>
                                    </p:anim>
                                    <p:anim calcmode="lin" valueType="num">
                                      <p:cBhvr>
                                        <p:cTn id="172" dur="1000" fill="hold"/>
                                        <p:tgtEl>
                                          <p:spTgt spid="9">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173" fill="hold">
                      <p:stCondLst>
                        <p:cond delay="indefinite"/>
                      </p:stCondLst>
                      <p:childTnLst>
                        <p:par>
                          <p:cTn id="174" fill="hold">
                            <p:stCondLst>
                              <p:cond delay="0"/>
                            </p:stCondLst>
                            <p:childTnLst>
                              <p:par>
                                <p:cTn id="175" presetID="42" presetClass="entr" presetSubtype="0" fill="hold" nodeType="clickEffect">
                                  <p:stCondLst>
                                    <p:cond delay="0"/>
                                  </p:stCondLst>
                                  <p:childTnLst>
                                    <p:set>
                                      <p:cBhvr>
                                        <p:cTn id="176" dur="1" fill="hold">
                                          <p:stCondLst>
                                            <p:cond delay="0"/>
                                          </p:stCondLst>
                                        </p:cTn>
                                        <p:tgtEl>
                                          <p:spTgt spid="9">
                                            <p:txEl>
                                              <p:pRg st="10" end="10"/>
                                            </p:txEl>
                                          </p:spTgt>
                                        </p:tgtEl>
                                        <p:attrNameLst>
                                          <p:attrName>style.visibility</p:attrName>
                                        </p:attrNameLst>
                                      </p:cBhvr>
                                      <p:to>
                                        <p:strVal val="visible"/>
                                      </p:to>
                                    </p:set>
                                    <p:animEffect transition="in" filter="fade">
                                      <p:cBhvr>
                                        <p:cTn id="177" dur="1000"/>
                                        <p:tgtEl>
                                          <p:spTgt spid="9">
                                            <p:txEl>
                                              <p:pRg st="10" end="10"/>
                                            </p:txEl>
                                          </p:spTgt>
                                        </p:tgtEl>
                                      </p:cBhvr>
                                    </p:animEffect>
                                    <p:anim calcmode="lin" valueType="num">
                                      <p:cBhvr>
                                        <p:cTn id="178" dur="1000" fill="hold"/>
                                        <p:tgtEl>
                                          <p:spTgt spid="9">
                                            <p:txEl>
                                              <p:pRg st="10" end="10"/>
                                            </p:txEl>
                                          </p:spTgt>
                                        </p:tgtEl>
                                        <p:attrNameLst>
                                          <p:attrName>ppt_x</p:attrName>
                                        </p:attrNameLst>
                                      </p:cBhvr>
                                      <p:tavLst>
                                        <p:tav tm="0">
                                          <p:val>
                                            <p:strVal val="#ppt_x"/>
                                          </p:val>
                                        </p:tav>
                                        <p:tav tm="100000">
                                          <p:val>
                                            <p:strVal val="#ppt_x"/>
                                          </p:val>
                                        </p:tav>
                                      </p:tavLst>
                                    </p:anim>
                                    <p:anim calcmode="lin" valueType="num">
                                      <p:cBhvr>
                                        <p:cTn id="179" dur="1000" fill="hold"/>
                                        <p:tgtEl>
                                          <p:spTgt spid="9">
                                            <p:txEl>
                                              <p:pRg st="10" end="10"/>
                                            </p:txEl>
                                          </p:spTgt>
                                        </p:tgtEl>
                                        <p:attrNameLst>
                                          <p:attrName>ppt_y</p:attrName>
                                        </p:attrNameLst>
                                      </p:cBhvr>
                                      <p:tavLst>
                                        <p:tav tm="0">
                                          <p:val>
                                            <p:strVal val="#ppt_y+.1"/>
                                          </p:val>
                                        </p:tav>
                                        <p:tav tm="100000">
                                          <p:val>
                                            <p:strVal val="#ppt_y"/>
                                          </p:val>
                                        </p:tav>
                                      </p:tavLst>
                                    </p:anim>
                                  </p:childTnLst>
                                </p:cTn>
                              </p:par>
                            </p:childTnLst>
                          </p:cTn>
                        </p:par>
                      </p:childTnLst>
                    </p:cTn>
                  </p:par>
                  <p:par>
                    <p:cTn id="180" fill="hold">
                      <p:stCondLst>
                        <p:cond delay="indefinite"/>
                      </p:stCondLst>
                      <p:childTnLst>
                        <p:par>
                          <p:cTn id="181" fill="hold">
                            <p:stCondLst>
                              <p:cond delay="0"/>
                            </p:stCondLst>
                            <p:childTnLst>
                              <p:par>
                                <p:cTn id="182" presetID="42" presetClass="entr" presetSubtype="0" fill="hold" nodeType="clickEffect">
                                  <p:stCondLst>
                                    <p:cond delay="0"/>
                                  </p:stCondLst>
                                  <p:childTnLst>
                                    <p:set>
                                      <p:cBhvr>
                                        <p:cTn id="183" dur="1" fill="hold">
                                          <p:stCondLst>
                                            <p:cond delay="0"/>
                                          </p:stCondLst>
                                        </p:cTn>
                                        <p:tgtEl>
                                          <p:spTgt spid="9">
                                            <p:txEl>
                                              <p:pRg st="11" end="11"/>
                                            </p:txEl>
                                          </p:spTgt>
                                        </p:tgtEl>
                                        <p:attrNameLst>
                                          <p:attrName>style.visibility</p:attrName>
                                        </p:attrNameLst>
                                      </p:cBhvr>
                                      <p:to>
                                        <p:strVal val="visible"/>
                                      </p:to>
                                    </p:set>
                                    <p:animEffect transition="in" filter="fade">
                                      <p:cBhvr>
                                        <p:cTn id="184" dur="1000"/>
                                        <p:tgtEl>
                                          <p:spTgt spid="9">
                                            <p:txEl>
                                              <p:pRg st="11" end="11"/>
                                            </p:txEl>
                                          </p:spTgt>
                                        </p:tgtEl>
                                      </p:cBhvr>
                                    </p:animEffect>
                                    <p:anim calcmode="lin" valueType="num">
                                      <p:cBhvr>
                                        <p:cTn id="185" dur="1000" fill="hold"/>
                                        <p:tgtEl>
                                          <p:spTgt spid="9">
                                            <p:txEl>
                                              <p:pRg st="11" end="11"/>
                                            </p:txEl>
                                          </p:spTgt>
                                        </p:tgtEl>
                                        <p:attrNameLst>
                                          <p:attrName>ppt_x</p:attrName>
                                        </p:attrNameLst>
                                      </p:cBhvr>
                                      <p:tavLst>
                                        <p:tav tm="0">
                                          <p:val>
                                            <p:strVal val="#ppt_x"/>
                                          </p:val>
                                        </p:tav>
                                        <p:tav tm="100000">
                                          <p:val>
                                            <p:strVal val="#ppt_x"/>
                                          </p:val>
                                        </p:tav>
                                      </p:tavLst>
                                    </p:anim>
                                    <p:anim calcmode="lin" valueType="num">
                                      <p:cBhvr>
                                        <p:cTn id="186" dur="1000" fill="hold"/>
                                        <p:tgtEl>
                                          <p:spTgt spid="9">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187" fill="hold">
                      <p:stCondLst>
                        <p:cond delay="indefinite"/>
                      </p:stCondLst>
                      <p:childTnLst>
                        <p:par>
                          <p:cTn id="188" fill="hold">
                            <p:stCondLst>
                              <p:cond delay="0"/>
                            </p:stCondLst>
                            <p:childTnLst>
                              <p:par>
                                <p:cTn id="189" presetID="42" presetClass="entr" presetSubtype="0" fill="hold" nodeType="clickEffect">
                                  <p:stCondLst>
                                    <p:cond delay="0"/>
                                  </p:stCondLst>
                                  <p:childTnLst>
                                    <p:set>
                                      <p:cBhvr>
                                        <p:cTn id="190" dur="1" fill="hold">
                                          <p:stCondLst>
                                            <p:cond delay="0"/>
                                          </p:stCondLst>
                                        </p:cTn>
                                        <p:tgtEl>
                                          <p:spTgt spid="12">
                                            <p:txEl>
                                              <p:pRg st="9" end="9"/>
                                            </p:txEl>
                                          </p:spTgt>
                                        </p:tgtEl>
                                        <p:attrNameLst>
                                          <p:attrName>style.visibility</p:attrName>
                                        </p:attrNameLst>
                                      </p:cBhvr>
                                      <p:to>
                                        <p:strVal val="visible"/>
                                      </p:to>
                                    </p:set>
                                    <p:animEffect transition="in" filter="fade">
                                      <p:cBhvr>
                                        <p:cTn id="191" dur="1000"/>
                                        <p:tgtEl>
                                          <p:spTgt spid="12">
                                            <p:txEl>
                                              <p:pRg st="9" end="9"/>
                                            </p:txEl>
                                          </p:spTgt>
                                        </p:tgtEl>
                                      </p:cBhvr>
                                    </p:animEffect>
                                    <p:anim calcmode="lin" valueType="num">
                                      <p:cBhvr>
                                        <p:cTn id="192" dur="1000" fill="hold"/>
                                        <p:tgtEl>
                                          <p:spTgt spid="12">
                                            <p:txEl>
                                              <p:pRg st="9" end="9"/>
                                            </p:txEl>
                                          </p:spTgt>
                                        </p:tgtEl>
                                        <p:attrNameLst>
                                          <p:attrName>ppt_x</p:attrName>
                                        </p:attrNameLst>
                                      </p:cBhvr>
                                      <p:tavLst>
                                        <p:tav tm="0">
                                          <p:val>
                                            <p:strVal val="#ppt_x"/>
                                          </p:val>
                                        </p:tav>
                                        <p:tav tm="100000">
                                          <p:val>
                                            <p:strVal val="#ppt_x"/>
                                          </p:val>
                                        </p:tav>
                                      </p:tavLst>
                                    </p:anim>
                                    <p:anim calcmode="lin" valueType="num">
                                      <p:cBhvr>
                                        <p:cTn id="193" dur="1000" fill="hold"/>
                                        <p:tgtEl>
                                          <p:spTgt spid="12">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194" fill="hold">
                      <p:stCondLst>
                        <p:cond delay="indefinite"/>
                      </p:stCondLst>
                      <p:childTnLst>
                        <p:par>
                          <p:cTn id="195" fill="hold">
                            <p:stCondLst>
                              <p:cond delay="0"/>
                            </p:stCondLst>
                            <p:childTnLst>
                              <p:par>
                                <p:cTn id="196" presetID="42" presetClass="entr" presetSubtype="0" fill="hold" nodeType="clickEffect">
                                  <p:stCondLst>
                                    <p:cond delay="0"/>
                                  </p:stCondLst>
                                  <p:childTnLst>
                                    <p:set>
                                      <p:cBhvr>
                                        <p:cTn id="197" dur="1" fill="hold">
                                          <p:stCondLst>
                                            <p:cond delay="0"/>
                                          </p:stCondLst>
                                        </p:cTn>
                                        <p:tgtEl>
                                          <p:spTgt spid="10">
                                            <p:txEl>
                                              <p:pRg st="9" end="9"/>
                                            </p:txEl>
                                          </p:spTgt>
                                        </p:tgtEl>
                                        <p:attrNameLst>
                                          <p:attrName>style.visibility</p:attrName>
                                        </p:attrNameLst>
                                      </p:cBhvr>
                                      <p:to>
                                        <p:strVal val="visible"/>
                                      </p:to>
                                    </p:set>
                                    <p:animEffect transition="in" filter="fade">
                                      <p:cBhvr>
                                        <p:cTn id="198" dur="1000"/>
                                        <p:tgtEl>
                                          <p:spTgt spid="10">
                                            <p:txEl>
                                              <p:pRg st="9" end="9"/>
                                            </p:txEl>
                                          </p:spTgt>
                                        </p:tgtEl>
                                      </p:cBhvr>
                                    </p:animEffect>
                                    <p:anim calcmode="lin" valueType="num">
                                      <p:cBhvr>
                                        <p:cTn id="199" dur="1000" fill="hold"/>
                                        <p:tgtEl>
                                          <p:spTgt spid="10">
                                            <p:txEl>
                                              <p:pRg st="9" end="9"/>
                                            </p:txEl>
                                          </p:spTgt>
                                        </p:tgtEl>
                                        <p:attrNameLst>
                                          <p:attrName>ppt_x</p:attrName>
                                        </p:attrNameLst>
                                      </p:cBhvr>
                                      <p:tavLst>
                                        <p:tav tm="0">
                                          <p:val>
                                            <p:strVal val="#ppt_x"/>
                                          </p:val>
                                        </p:tav>
                                        <p:tav tm="100000">
                                          <p:val>
                                            <p:strVal val="#ppt_x"/>
                                          </p:val>
                                        </p:tav>
                                      </p:tavLst>
                                    </p:anim>
                                    <p:anim calcmode="lin" valueType="num">
                                      <p:cBhvr>
                                        <p:cTn id="200" dur="1000" fill="hold"/>
                                        <p:tgtEl>
                                          <p:spTgt spid="10">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201" fill="hold">
                      <p:stCondLst>
                        <p:cond delay="indefinite"/>
                      </p:stCondLst>
                      <p:childTnLst>
                        <p:par>
                          <p:cTn id="202" fill="hold">
                            <p:stCondLst>
                              <p:cond delay="0"/>
                            </p:stCondLst>
                            <p:childTnLst>
                              <p:par>
                                <p:cTn id="203" presetID="42" presetClass="entr" presetSubtype="0" fill="hold" nodeType="clickEffect">
                                  <p:stCondLst>
                                    <p:cond delay="0"/>
                                  </p:stCondLst>
                                  <p:childTnLst>
                                    <p:set>
                                      <p:cBhvr>
                                        <p:cTn id="204" dur="1" fill="hold">
                                          <p:stCondLst>
                                            <p:cond delay="0"/>
                                          </p:stCondLst>
                                        </p:cTn>
                                        <p:tgtEl>
                                          <p:spTgt spid="12">
                                            <p:txEl>
                                              <p:pRg st="10" end="10"/>
                                            </p:txEl>
                                          </p:spTgt>
                                        </p:tgtEl>
                                        <p:attrNameLst>
                                          <p:attrName>style.visibility</p:attrName>
                                        </p:attrNameLst>
                                      </p:cBhvr>
                                      <p:to>
                                        <p:strVal val="visible"/>
                                      </p:to>
                                    </p:set>
                                    <p:animEffect transition="in" filter="fade">
                                      <p:cBhvr>
                                        <p:cTn id="205" dur="1000"/>
                                        <p:tgtEl>
                                          <p:spTgt spid="12">
                                            <p:txEl>
                                              <p:pRg st="10" end="10"/>
                                            </p:txEl>
                                          </p:spTgt>
                                        </p:tgtEl>
                                      </p:cBhvr>
                                    </p:animEffect>
                                    <p:anim calcmode="lin" valueType="num">
                                      <p:cBhvr>
                                        <p:cTn id="206" dur="1000" fill="hold"/>
                                        <p:tgtEl>
                                          <p:spTgt spid="12">
                                            <p:txEl>
                                              <p:pRg st="10" end="10"/>
                                            </p:txEl>
                                          </p:spTgt>
                                        </p:tgtEl>
                                        <p:attrNameLst>
                                          <p:attrName>ppt_x</p:attrName>
                                        </p:attrNameLst>
                                      </p:cBhvr>
                                      <p:tavLst>
                                        <p:tav tm="0">
                                          <p:val>
                                            <p:strVal val="#ppt_x"/>
                                          </p:val>
                                        </p:tav>
                                        <p:tav tm="100000">
                                          <p:val>
                                            <p:strVal val="#ppt_x"/>
                                          </p:val>
                                        </p:tav>
                                      </p:tavLst>
                                    </p:anim>
                                    <p:anim calcmode="lin" valueType="num">
                                      <p:cBhvr>
                                        <p:cTn id="207" dur="1000" fill="hold"/>
                                        <p:tgtEl>
                                          <p:spTgt spid="12">
                                            <p:txEl>
                                              <p:pRg st="10" end="10"/>
                                            </p:txEl>
                                          </p:spTgt>
                                        </p:tgtEl>
                                        <p:attrNameLst>
                                          <p:attrName>ppt_y</p:attrName>
                                        </p:attrNameLst>
                                      </p:cBhvr>
                                      <p:tavLst>
                                        <p:tav tm="0">
                                          <p:val>
                                            <p:strVal val="#ppt_y+.1"/>
                                          </p:val>
                                        </p:tav>
                                        <p:tav tm="100000">
                                          <p:val>
                                            <p:strVal val="#ppt_y"/>
                                          </p:val>
                                        </p:tav>
                                      </p:tavLst>
                                    </p:anim>
                                  </p:childTnLst>
                                </p:cTn>
                              </p:par>
                            </p:childTnLst>
                          </p:cTn>
                        </p:par>
                      </p:childTnLst>
                    </p:cTn>
                  </p:par>
                  <p:par>
                    <p:cTn id="208" fill="hold">
                      <p:stCondLst>
                        <p:cond delay="indefinite"/>
                      </p:stCondLst>
                      <p:childTnLst>
                        <p:par>
                          <p:cTn id="209" fill="hold">
                            <p:stCondLst>
                              <p:cond delay="0"/>
                            </p:stCondLst>
                            <p:childTnLst>
                              <p:par>
                                <p:cTn id="210" presetID="42" presetClass="entr" presetSubtype="0" fill="hold" nodeType="clickEffect">
                                  <p:stCondLst>
                                    <p:cond delay="0"/>
                                  </p:stCondLst>
                                  <p:childTnLst>
                                    <p:set>
                                      <p:cBhvr>
                                        <p:cTn id="211" dur="1" fill="hold">
                                          <p:stCondLst>
                                            <p:cond delay="0"/>
                                          </p:stCondLst>
                                        </p:cTn>
                                        <p:tgtEl>
                                          <p:spTgt spid="12">
                                            <p:txEl>
                                              <p:pRg st="11" end="11"/>
                                            </p:txEl>
                                          </p:spTgt>
                                        </p:tgtEl>
                                        <p:attrNameLst>
                                          <p:attrName>style.visibility</p:attrName>
                                        </p:attrNameLst>
                                      </p:cBhvr>
                                      <p:to>
                                        <p:strVal val="visible"/>
                                      </p:to>
                                    </p:set>
                                    <p:animEffect transition="in" filter="fade">
                                      <p:cBhvr>
                                        <p:cTn id="212" dur="1000"/>
                                        <p:tgtEl>
                                          <p:spTgt spid="12">
                                            <p:txEl>
                                              <p:pRg st="11" end="11"/>
                                            </p:txEl>
                                          </p:spTgt>
                                        </p:tgtEl>
                                      </p:cBhvr>
                                    </p:animEffect>
                                    <p:anim calcmode="lin" valueType="num">
                                      <p:cBhvr>
                                        <p:cTn id="213" dur="1000" fill="hold"/>
                                        <p:tgtEl>
                                          <p:spTgt spid="12">
                                            <p:txEl>
                                              <p:pRg st="11" end="11"/>
                                            </p:txEl>
                                          </p:spTgt>
                                        </p:tgtEl>
                                        <p:attrNameLst>
                                          <p:attrName>ppt_x</p:attrName>
                                        </p:attrNameLst>
                                      </p:cBhvr>
                                      <p:tavLst>
                                        <p:tav tm="0">
                                          <p:val>
                                            <p:strVal val="#ppt_x"/>
                                          </p:val>
                                        </p:tav>
                                        <p:tav tm="100000">
                                          <p:val>
                                            <p:strVal val="#ppt_x"/>
                                          </p:val>
                                        </p:tav>
                                      </p:tavLst>
                                    </p:anim>
                                    <p:anim calcmode="lin" valueType="num">
                                      <p:cBhvr>
                                        <p:cTn id="214" dur="1000" fill="hold"/>
                                        <p:tgtEl>
                                          <p:spTgt spid="12">
                                            <p:txEl>
                                              <p:pRg st="11" end="11"/>
                                            </p:txEl>
                                          </p:spTgt>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6" dur="1" fill="hold">
                                          <p:stCondLst>
                                            <p:cond delay="0"/>
                                          </p:stCondLst>
                                        </p:cTn>
                                        <p:tgtEl>
                                          <p:spTgt spid="12">
                                            <p:txEl>
                                              <p:pRg st="12" end="12"/>
                                            </p:txEl>
                                          </p:spTgt>
                                        </p:tgtEl>
                                        <p:attrNameLst>
                                          <p:attrName>style.visibility</p:attrName>
                                        </p:attrNameLst>
                                      </p:cBhvr>
                                      <p:to>
                                        <p:strVal val="visible"/>
                                      </p:to>
                                    </p:set>
                                    <p:animEffect transition="in" filter="fade">
                                      <p:cBhvr>
                                        <p:cTn id="217" dur="1000"/>
                                        <p:tgtEl>
                                          <p:spTgt spid="12">
                                            <p:txEl>
                                              <p:pRg st="12" end="12"/>
                                            </p:txEl>
                                          </p:spTgt>
                                        </p:tgtEl>
                                      </p:cBhvr>
                                    </p:animEffect>
                                    <p:anim calcmode="lin" valueType="num">
                                      <p:cBhvr>
                                        <p:cTn id="218" dur="1000" fill="hold"/>
                                        <p:tgtEl>
                                          <p:spTgt spid="12">
                                            <p:txEl>
                                              <p:pRg st="12" end="12"/>
                                            </p:txEl>
                                          </p:spTgt>
                                        </p:tgtEl>
                                        <p:attrNameLst>
                                          <p:attrName>ppt_x</p:attrName>
                                        </p:attrNameLst>
                                      </p:cBhvr>
                                      <p:tavLst>
                                        <p:tav tm="0">
                                          <p:val>
                                            <p:strVal val="#ppt_x"/>
                                          </p:val>
                                        </p:tav>
                                        <p:tav tm="100000">
                                          <p:val>
                                            <p:strVal val="#ppt_x"/>
                                          </p:val>
                                        </p:tav>
                                      </p:tavLst>
                                    </p:anim>
                                    <p:anim calcmode="lin" valueType="num">
                                      <p:cBhvr>
                                        <p:cTn id="219" dur="1000" fill="hold"/>
                                        <p:tgtEl>
                                          <p:spTgt spid="12">
                                            <p:txEl>
                                              <p:pRg st="12" end="1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11" grpId="0"/>
      <p:bldP spid="1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F8B43D-D00F-3073-A4B6-4AEE9CAE1B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1FFCB-7022-9619-A353-2270C4EF51C4}"/>
              </a:ext>
            </a:extLst>
          </p:cNvPr>
          <p:cNvSpPr>
            <a:spLocks noGrp="1"/>
          </p:cNvSpPr>
          <p:nvPr>
            <p:ph type="title"/>
          </p:nvPr>
        </p:nvSpPr>
        <p:spPr>
          <a:xfrm>
            <a:off x="345105" y="0"/>
            <a:ext cx="9733444" cy="711081"/>
          </a:xfrm>
        </p:spPr>
        <p:txBody>
          <a:bodyPr/>
          <a:lstStyle/>
          <a:p>
            <a:r>
              <a:rPr lang="en-US" dirty="0"/>
              <a:t>How to configure Build </a:t>
            </a:r>
            <a:r>
              <a:rPr lang="en-US" dirty="0" err="1"/>
              <a:t>Workzone</a:t>
            </a:r>
            <a:endParaRPr lang="en-US" dirty="0"/>
          </a:p>
        </p:txBody>
      </p:sp>
      <p:sp>
        <p:nvSpPr>
          <p:cNvPr id="3" name="Text Placeholder 2">
            <a:extLst>
              <a:ext uri="{FF2B5EF4-FFF2-40B4-BE49-F238E27FC236}">
                <a16:creationId xmlns:a16="http://schemas.microsoft.com/office/drawing/2014/main" id="{66D9FCB3-7084-C29B-5E9A-276CE31A662B}"/>
              </a:ext>
            </a:extLst>
          </p:cNvPr>
          <p:cNvSpPr>
            <a:spLocks noGrp="1"/>
          </p:cNvSpPr>
          <p:nvPr>
            <p:ph type="body" sz="quarter" idx="10"/>
          </p:nvPr>
        </p:nvSpPr>
        <p:spPr/>
        <p:txBody>
          <a:bodyPr>
            <a:normAutofit fontScale="92500" lnSpcReduction="10000"/>
          </a:bodyPr>
          <a:lstStyle/>
          <a:p>
            <a:pPr marL="285750" indent="-285750">
              <a:buFont typeface="Arial" panose="020B0604020202020204" pitchFamily="34" charset="0"/>
              <a:buChar char="•"/>
            </a:pPr>
            <a:r>
              <a:rPr lang="en-IN" sz="1800" dirty="0"/>
              <a:t>Receives email and access SAP Build Work zone</a:t>
            </a:r>
          </a:p>
          <a:p>
            <a:pPr marL="285750" indent="-285750">
              <a:buFont typeface="Arial" panose="020B0604020202020204" pitchFamily="34" charset="0"/>
              <a:buChar char="•"/>
            </a:pPr>
            <a:r>
              <a:rPr lang="en-IN" sz="1800" dirty="0"/>
              <a:t>Login to BWZ and configure a site</a:t>
            </a:r>
          </a:p>
          <a:p>
            <a:pPr marL="285750" indent="-285750">
              <a:buFont typeface="Arial" panose="020B0604020202020204" pitchFamily="34" charset="0"/>
              <a:buChar char="•"/>
            </a:pPr>
            <a:r>
              <a:rPr lang="en-IN" sz="1800" dirty="0"/>
              <a:t>Fetch the apps deployed by developer to html5-repo from the channel manager</a:t>
            </a:r>
          </a:p>
          <a:p>
            <a:pPr marL="285750" indent="-285750">
              <a:buFont typeface="Arial" panose="020B0604020202020204" pitchFamily="34" charset="0"/>
              <a:buChar char="•"/>
            </a:pPr>
            <a:r>
              <a:rPr lang="en-IN" sz="1800" dirty="0"/>
              <a:t>Go to content explorer&gt;HTML5 Explorer&gt; Import the app for the user in the Content Manager</a:t>
            </a:r>
          </a:p>
          <a:p>
            <a:pPr marL="285750" indent="-285750">
              <a:buFont typeface="Arial" panose="020B0604020202020204" pitchFamily="34" charset="0"/>
              <a:buChar char="•"/>
            </a:pPr>
            <a:r>
              <a:rPr lang="en-IN" sz="1800" dirty="0"/>
              <a:t>Import the app to the Content Explorer and the app is now available [</a:t>
            </a:r>
            <a:r>
              <a:rPr lang="en-IN" sz="1800" dirty="0" err="1"/>
              <a:t>ToDo</a:t>
            </a:r>
            <a:r>
              <a:rPr lang="en-IN" sz="1800" dirty="0"/>
              <a:t>: Next session Anubhav has to show our deployed html5 app instead the mock app]</a:t>
            </a:r>
          </a:p>
          <a:p>
            <a:pPr marL="285750" indent="-285750">
              <a:buFont typeface="Arial" panose="020B0604020202020204" pitchFamily="34" charset="0"/>
              <a:buChar char="•"/>
            </a:pPr>
            <a:r>
              <a:rPr lang="en-IN" sz="1800" dirty="0"/>
              <a:t>Create a </a:t>
            </a:r>
            <a:r>
              <a:rPr lang="en-IN" sz="1800" dirty="0" err="1"/>
              <a:t>catalog</a:t>
            </a:r>
            <a:r>
              <a:rPr lang="en-IN" sz="1800" dirty="0"/>
              <a:t> – Collection of tiles, Add all apps to the </a:t>
            </a:r>
            <a:r>
              <a:rPr lang="en-IN" sz="1800" dirty="0" err="1"/>
              <a:t>catalog</a:t>
            </a:r>
            <a:r>
              <a:rPr lang="en-IN" sz="1800" dirty="0"/>
              <a:t> and save</a:t>
            </a:r>
          </a:p>
          <a:p>
            <a:pPr marL="285750" indent="-285750">
              <a:buFont typeface="Arial" panose="020B0604020202020204" pitchFamily="34" charset="0"/>
              <a:buChar char="•"/>
            </a:pPr>
            <a:r>
              <a:rPr lang="en-IN" sz="1800" dirty="0"/>
              <a:t>Create a group – Providing meaningful grouping of apps for easy navigation e.g. Employee, Manager etc.</a:t>
            </a:r>
          </a:p>
          <a:p>
            <a:pPr marL="285750" indent="-285750">
              <a:buFont typeface="Arial" panose="020B0604020202020204" pitchFamily="34" charset="0"/>
              <a:buChar char="•"/>
            </a:pPr>
            <a:r>
              <a:rPr lang="en-IN" sz="1800" dirty="0"/>
              <a:t>Create a role – once granted to our business users they can access the app</a:t>
            </a:r>
          </a:p>
          <a:p>
            <a:pPr marL="285750" indent="-285750">
              <a:buFont typeface="Arial" panose="020B0604020202020204" pitchFamily="34" charset="0"/>
              <a:buChar char="•"/>
            </a:pPr>
            <a:r>
              <a:rPr lang="en-IN" sz="1800" dirty="0"/>
              <a:t>Open the site settings, and perform role assignment to the site</a:t>
            </a:r>
          </a:p>
          <a:p>
            <a:r>
              <a:rPr lang="en-IN" sz="1800" dirty="0"/>
              <a:t>----</a:t>
            </a:r>
          </a:p>
          <a:p>
            <a:pPr marL="285750" indent="-285750">
              <a:buFont typeface="Arial" panose="020B0604020202020204" pitchFamily="34" charset="0"/>
              <a:buChar char="•"/>
            </a:pPr>
            <a:r>
              <a:rPr lang="en-IN" sz="1800" dirty="0"/>
              <a:t>Registers the business user</a:t>
            </a:r>
          </a:p>
          <a:p>
            <a:pPr marL="285750" indent="-285750">
              <a:buFont typeface="Arial" panose="020B0604020202020204" pitchFamily="34" charset="0"/>
              <a:buChar char="•"/>
            </a:pPr>
            <a:r>
              <a:rPr lang="en-IN" sz="1800" dirty="0"/>
              <a:t>[BU] Receives and email and activates his/her SAP account with SAP Custom </a:t>
            </a:r>
            <a:r>
              <a:rPr lang="en-IN" sz="1800" dirty="0" err="1"/>
              <a:t>Idp</a:t>
            </a:r>
            <a:r>
              <a:rPr lang="en-IN" sz="1800" dirty="0"/>
              <a:t> (Cloud Identity Service)</a:t>
            </a:r>
          </a:p>
          <a:p>
            <a:pPr marL="285750" indent="-285750">
              <a:buFont typeface="Arial" panose="020B0604020202020204" pitchFamily="34" charset="0"/>
              <a:buChar char="•"/>
            </a:pPr>
            <a:r>
              <a:rPr lang="en-IN" sz="1800" dirty="0"/>
              <a:t>Grant the business user access to our Role and Launchpad external user role so they can access our apps</a:t>
            </a:r>
          </a:p>
          <a:p>
            <a:pPr marL="285750" indent="-285750">
              <a:buFont typeface="Arial" panose="020B0604020202020204" pitchFamily="34" charset="0"/>
              <a:buChar char="•"/>
            </a:pPr>
            <a:r>
              <a:rPr lang="en-IN" sz="1800" dirty="0"/>
              <a:t>Share the link of the business site with the user which when they open, they can consume applications.</a:t>
            </a:r>
          </a:p>
          <a:p>
            <a:pPr marL="285750" indent="-285750">
              <a:buFont typeface="Arial" panose="020B0604020202020204" pitchFamily="34" charset="0"/>
              <a:buChar char="•"/>
            </a:pPr>
            <a:r>
              <a:rPr lang="en-IN" sz="1800" dirty="0"/>
              <a:t>[BU] Goes and access the launchpad (site)</a:t>
            </a:r>
          </a:p>
          <a:p>
            <a:r>
              <a:rPr lang="en-IN" sz="1800" dirty="0">
                <a:hlinkClick r:id="rId3"/>
              </a:rPr>
              <a:t>https://help.sap.com/docs/cloud-identity-services/cloud-identity-services/configure-idp-initiated-sso</a:t>
            </a:r>
            <a:endParaRPr lang="en-IN" sz="1800" dirty="0"/>
          </a:p>
          <a:p>
            <a:r>
              <a:rPr lang="en-IN" sz="1800" dirty="0">
                <a:hlinkClick r:id="rId4"/>
              </a:rPr>
              <a:t>https://help.sap.com/docs/btp/sap-business-technology-platform/developing-with-sap-cloud-application-programming-model</a:t>
            </a:r>
            <a:endParaRPr lang="en-IN" sz="1800" dirty="0"/>
          </a:p>
          <a:p>
            <a:endParaRPr lang="en-IN" sz="1800" dirty="0"/>
          </a:p>
          <a:p>
            <a:endParaRPr lang="en-IN" sz="1800" dirty="0"/>
          </a:p>
          <a:p>
            <a:endParaRPr lang="en-US" sz="1800" dirty="0"/>
          </a:p>
        </p:txBody>
      </p:sp>
    </p:spTree>
    <p:extLst>
      <p:ext uri="{BB962C8B-B14F-4D97-AF65-F5344CB8AC3E}">
        <p14:creationId xmlns:p14="http://schemas.microsoft.com/office/powerpoint/2010/main" val="31693413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19C45-BE39-6D0D-142E-C9FC3E35E53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C862020-8D71-E31A-09C9-A2797DAF017C}"/>
              </a:ext>
            </a:extLst>
          </p:cNvPr>
          <p:cNvSpPr>
            <a:spLocks noGrp="1"/>
          </p:cNvSpPr>
          <p:nvPr>
            <p:ph type="ftr" sz="quarter" idx="11"/>
          </p:nvPr>
        </p:nvSpPr>
        <p:spPr/>
        <p:txBody>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tint val="75000"/>
                  </a:prstClr>
                </a:solidFill>
                <a:effectLst/>
                <a:uLnTx/>
                <a:uFillTx/>
                <a:latin typeface="Segoe UI"/>
                <a:ea typeface="+mn-ea"/>
                <a:cs typeface="+mn-cs"/>
              </a:rPr>
              <a:t>www.anubhavtrainings.com</a:t>
            </a:r>
          </a:p>
        </p:txBody>
      </p:sp>
      <p:sp>
        <p:nvSpPr>
          <p:cNvPr id="4" name="Slide Number Placeholder 3">
            <a:extLst>
              <a:ext uri="{FF2B5EF4-FFF2-40B4-BE49-F238E27FC236}">
                <a16:creationId xmlns:a16="http://schemas.microsoft.com/office/drawing/2014/main" id="{69F43734-243A-5AED-8E4D-06E1D66AF16E}"/>
              </a:ext>
            </a:extLst>
          </p:cNvPr>
          <p:cNvSpPr>
            <a:spLocks noGrp="1"/>
          </p:cNvSpPr>
          <p:nvPr>
            <p:ph type="sldNum" sz="quarter" idx="12"/>
          </p:nvPr>
        </p:nvSpPr>
        <p:spPr>
          <a:xfrm>
            <a:off x="203147" y="6374633"/>
            <a:ext cx="609441" cy="365030"/>
          </a:xfrm>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B6F15528-21DE-4FAA-801E-634DDDAF4B2B}" type="slidenum">
              <a:rPr kumimoji="0" lang="en-US" sz="1600" b="0" i="0" u="none" strike="noStrike" kern="1200" cap="none" spc="0" normalizeH="0" baseline="0" noProof="0" smtClean="0">
                <a:ln>
                  <a:noFill/>
                </a:ln>
                <a:solidFill>
                  <a:prstClr val="black">
                    <a:tint val="75000"/>
                  </a:prstClr>
                </a:solidFill>
                <a:effectLst/>
                <a:uLnTx/>
                <a:uFillTx/>
                <a:latin typeface="Segoe U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9</a:t>
            </a:fld>
            <a:endParaRPr kumimoji="0" lang="en-US" sz="1600" b="0" i="0" u="none" strike="noStrike" kern="1200" cap="none" spc="0" normalizeH="0" baseline="0" noProof="0" dirty="0">
              <a:ln>
                <a:noFill/>
              </a:ln>
              <a:solidFill>
                <a:prstClr val="black">
                  <a:tint val="75000"/>
                </a:prstClr>
              </a:solidFill>
              <a:effectLst/>
              <a:uLnTx/>
              <a:uFillTx/>
              <a:latin typeface="Segoe UI"/>
              <a:ea typeface="+mn-ea"/>
              <a:cs typeface="+mn-cs"/>
            </a:endParaRPr>
          </a:p>
        </p:txBody>
      </p:sp>
      <p:sp>
        <p:nvSpPr>
          <p:cNvPr id="5" name="Title 4">
            <a:extLst>
              <a:ext uri="{FF2B5EF4-FFF2-40B4-BE49-F238E27FC236}">
                <a16:creationId xmlns:a16="http://schemas.microsoft.com/office/drawing/2014/main" id="{F2B0E1C5-8A08-413F-8B09-C84C12CD5C27}"/>
              </a:ext>
            </a:extLst>
          </p:cNvPr>
          <p:cNvSpPr>
            <a:spLocks noGrp="1"/>
          </p:cNvSpPr>
          <p:nvPr>
            <p:ph type="title"/>
          </p:nvPr>
        </p:nvSpPr>
        <p:spPr>
          <a:xfrm>
            <a:off x="101573" y="178647"/>
            <a:ext cx="10969943" cy="711016"/>
          </a:xfrm>
        </p:spPr>
        <p:txBody>
          <a:bodyPr/>
          <a:lstStyle/>
          <a:p>
            <a:r>
              <a:rPr lang="en-IN" sz="3333" dirty="0"/>
              <a:t>SAP Build Work Zone?</a:t>
            </a:r>
          </a:p>
        </p:txBody>
      </p:sp>
      <p:sp>
        <p:nvSpPr>
          <p:cNvPr id="6" name="TextBox 5">
            <a:extLst>
              <a:ext uri="{FF2B5EF4-FFF2-40B4-BE49-F238E27FC236}">
                <a16:creationId xmlns:a16="http://schemas.microsoft.com/office/drawing/2014/main" id="{1C969C4F-071B-E3C7-E6AB-76054C04A9E0}"/>
              </a:ext>
            </a:extLst>
          </p:cNvPr>
          <p:cNvSpPr txBox="1"/>
          <p:nvPr/>
        </p:nvSpPr>
        <p:spPr>
          <a:xfrm>
            <a:off x="207028" y="889663"/>
            <a:ext cx="11696415" cy="1077218"/>
          </a:xfrm>
          <a:prstGeom prst="rect">
            <a:avLst/>
          </a:prstGeom>
          <a:noFill/>
        </p:spPr>
        <p:txBody>
          <a:bodyPr wrap="square">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72" panose="020B0503030000000003" pitchFamily="34" charset="0"/>
                <a:ea typeface="+mn-ea"/>
                <a:cs typeface="+mn-cs"/>
              </a:rPr>
              <a:t>SAP Build Work Zone, is a powerful SAP Business Technology Platform service that consists of several components to integrate cloud and on-premise applications onto a single page including site designing capabilities.</a:t>
            </a:r>
          </a:p>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white"/>
              </a:solidFill>
              <a:effectLst/>
              <a:uLnTx/>
              <a:uFillTx/>
              <a:latin typeface="72" panose="020B0503030000000003" pitchFamily="34" charset="0"/>
              <a:ea typeface="+mn-ea"/>
              <a:cs typeface="+mn-cs"/>
            </a:endParaRP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72" panose="020B0503030000000003" pitchFamily="34" charset="0"/>
                <a:ea typeface="+mn-ea"/>
                <a:cs typeface="+mn-cs"/>
              </a:rPr>
              <a:t>SAP Launchpad Services is now called </a:t>
            </a:r>
            <a:r>
              <a:rPr kumimoji="0" lang="en-US" sz="1600" b="1" i="0" u="none" strike="noStrike" kern="1200" cap="none" spc="0" normalizeH="0" baseline="0" noProof="0" dirty="0">
                <a:ln>
                  <a:noFill/>
                </a:ln>
                <a:solidFill>
                  <a:prstClr val="white"/>
                </a:solidFill>
                <a:effectLst/>
                <a:uLnTx/>
                <a:uFillTx/>
                <a:latin typeface="72" panose="020B0503030000000003" pitchFamily="34" charset="0"/>
                <a:ea typeface="+mn-ea"/>
                <a:cs typeface="+mn-cs"/>
              </a:rPr>
              <a:t>SAP Build Work Zone, Standard</a:t>
            </a:r>
            <a:endParaRPr kumimoji="0" lang="en-IN" sz="1600" b="0" i="0" u="none" strike="noStrike" kern="1200" cap="none" spc="0" normalizeH="0" baseline="0" noProof="0" dirty="0">
              <a:ln>
                <a:noFill/>
              </a:ln>
              <a:solidFill>
                <a:prstClr val="white"/>
              </a:solidFill>
              <a:effectLst/>
              <a:uLnTx/>
              <a:uFillTx/>
              <a:latin typeface="Segoe UI"/>
              <a:ea typeface="+mn-ea"/>
              <a:cs typeface="+mn-cs"/>
            </a:endParaRPr>
          </a:p>
        </p:txBody>
      </p:sp>
      <p:pic>
        <p:nvPicPr>
          <p:cNvPr id="5122" name="Picture 2">
            <a:extLst>
              <a:ext uri="{FF2B5EF4-FFF2-40B4-BE49-F238E27FC236}">
                <a16:creationId xmlns:a16="http://schemas.microsoft.com/office/drawing/2014/main" id="{114857FC-F584-21F5-8924-5FA2ED7AC7E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8347"/>
          <a:stretch/>
        </p:blipFill>
        <p:spPr bwMode="auto">
          <a:xfrm>
            <a:off x="914274" y="2548199"/>
            <a:ext cx="10243245" cy="37434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62780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A person wearing virtual reality goggles&#10;&#10;Description automatically generated">
            <a:extLst>
              <a:ext uri="{FF2B5EF4-FFF2-40B4-BE49-F238E27FC236}">
                <a16:creationId xmlns:a16="http://schemas.microsoft.com/office/drawing/2014/main" id="{D3D90AE4-C3C7-D65D-106A-847A7420204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b="11950"/>
          <a:stretch/>
        </p:blipFill>
        <p:spPr bwMode="auto">
          <a:xfrm>
            <a:off x="609441" y="1295956"/>
            <a:ext cx="10969943" cy="4829506"/>
          </a:xfrm>
          <a:prstGeom prst="rect">
            <a:avLst/>
          </a:prstGeom>
          <a:solidFill>
            <a:srgbClr val="FFFFFF"/>
          </a:solidFill>
        </p:spPr>
      </p:pic>
      <p:sp>
        <p:nvSpPr>
          <p:cNvPr id="2" name="Footer Placeholder 1">
            <a:extLst>
              <a:ext uri="{FF2B5EF4-FFF2-40B4-BE49-F238E27FC236}">
                <a16:creationId xmlns:a16="http://schemas.microsoft.com/office/drawing/2014/main" id="{66D9D8C3-B1AE-95E5-1A88-BBCFF4EEA99E}"/>
              </a:ext>
            </a:extLst>
          </p:cNvPr>
          <p:cNvSpPr>
            <a:spLocks noGrp="1"/>
          </p:cNvSpPr>
          <p:nvPr>
            <p:ph type="ftr" sz="quarter" idx="11"/>
          </p:nvPr>
        </p:nvSpPr>
        <p:spPr>
          <a:xfrm>
            <a:off x="4164515" y="6355588"/>
            <a:ext cx="3859795" cy="365030"/>
          </a:xfrm>
        </p:spPr>
        <p:txBody>
          <a:bodyPr anchor="ctr">
            <a:normAutofit/>
          </a:bodyPr>
          <a:lstStyle/>
          <a:p>
            <a:pPr marL="0" marR="0" lvl="0" indent="0" algn="ctr" defTabSz="1218987" rtl="0" eaLnBrk="1" fontAlgn="auto" latinLnBrk="0" hangingPunct="1">
              <a:lnSpc>
                <a:spcPct val="90000"/>
              </a:lnSpc>
              <a:spcBef>
                <a:spcPts val="0"/>
              </a:spcBef>
              <a:spcAft>
                <a:spcPts val="800"/>
              </a:spcAft>
              <a:buClrTx/>
              <a:buSzTx/>
              <a:buFontTx/>
              <a:buNone/>
              <a:tabLst/>
              <a:defRPr/>
            </a:pPr>
            <a:r>
              <a:rPr kumimoji="0" lang="en-US" sz="1600" b="0" i="0" u="none" strike="noStrike" kern="1200" cap="none" spc="0" normalizeH="0" baseline="0" noProof="0">
                <a:ln>
                  <a:noFill/>
                </a:ln>
                <a:solidFill>
                  <a:prstClr val="black">
                    <a:tint val="75000"/>
                  </a:prstClr>
                </a:solidFill>
                <a:effectLst/>
                <a:uLnTx/>
                <a:uFillTx/>
                <a:latin typeface="Segoe UI"/>
                <a:ea typeface="+mn-ea"/>
                <a:cs typeface="+mn-cs"/>
              </a:rPr>
              <a:t>www.anubhavtrainings.com</a:t>
            </a:r>
          </a:p>
        </p:txBody>
      </p:sp>
      <p:sp>
        <p:nvSpPr>
          <p:cNvPr id="3" name="Slide Number Placeholder 2">
            <a:extLst>
              <a:ext uri="{FF2B5EF4-FFF2-40B4-BE49-F238E27FC236}">
                <a16:creationId xmlns:a16="http://schemas.microsoft.com/office/drawing/2014/main" id="{508571A3-C853-2F67-C770-C47B0ECA6E9D}"/>
              </a:ext>
            </a:extLst>
          </p:cNvPr>
          <p:cNvSpPr>
            <a:spLocks noGrp="1"/>
          </p:cNvSpPr>
          <p:nvPr>
            <p:ph type="sldNum" sz="quarter" idx="12"/>
          </p:nvPr>
        </p:nvSpPr>
        <p:spPr>
          <a:xfrm>
            <a:off x="609441" y="6355588"/>
            <a:ext cx="2844059" cy="365030"/>
          </a:xfrm>
        </p:spPr>
        <p:txBody>
          <a:bodyPr anchor="ctr">
            <a:normAutofit/>
          </a:bodyPr>
          <a:lstStyle/>
          <a:p>
            <a:pPr marL="0" marR="0" lvl="0" indent="0" algn="l" defTabSz="1218987" rtl="0" eaLnBrk="1" fontAlgn="auto" latinLnBrk="0" hangingPunct="1">
              <a:lnSpc>
                <a:spcPct val="90000"/>
              </a:lnSpc>
              <a:spcBef>
                <a:spcPts val="0"/>
              </a:spcBef>
              <a:spcAft>
                <a:spcPts val="800"/>
              </a:spcAft>
              <a:buClrTx/>
              <a:buSzTx/>
              <a:buFontTx/>
              <a:buNone/>
              <a:tabLst/>
              <a:defRPr/>
            </a:pPr>
            <a:fld id="{B6F15528-21DE-4FAA-801E-634DDDAF4B2B}" type="slidenum">
              <a:rPr kumimoji="0" lang="en-US" sz="1600" b="0" i="0" u="none" strike="noStrike" kern="1200" cap="none" spc="0" normalizeH="0" baseline="0" noProof="0" smtClean="0">
                <a:ln>
                  <a:noFill/>
                </a:ln>
                <a:solidFill>
                  <a:prstClr val="black">
                    <a:tint val="75000"/>
                  </a:prstClr>
                </a:solidFill>
                <a:effectLst/>
                <a:uLnTx/>
                <a:uFillTx/>
                <a:latin typeface="Segoe UI"/>
                <a:ea typeface="+mn-ea"/>
                <a:cs typeface="+mn-cs"/>
              </a:rPr>
              <a:pPr marL="0" marR="0" lvl="0" indent="0" algn="l" defTabSz="1218987" rtl="0" eaLnBrk="1" fontAlgn="auto" latinLnBrk="0" hangingPunct="1">
                <a:lnSpc>
                  <a:spcPct val="90000"/>
                </a:lnSpc>
                <a:spcBef>
                  <a:spcPts val="0"/>
                </a:spcBef>
                <a:spcAft>
                  <a:spcPts val="800"/>
                </a:spcAft>
                <a:buClrTx/>
                <a:buSzTx/>
                <a:buFontTx/>
                <a:buNone/>
                <a:tabLst/>
                <a:defRPr/>
              </a:pPr>
              <a:t>10</a:t>
            </a:fld>
            <a:endParaRPr kumimoji="0" lang="en-US" sz="1600" b="0" i="0" u="none" strike="noStrike" kern="1200" cap="none" spc="0" normalizeH="0" baseline="0" noProof="0">
              <a:ln>
                <a:noFill/>
              </a:ln>
              <a:solidFill>
                <a:prstClr val="black">
                  <a:tint val="75000"/>
                </a:prstClr>
              </a:solidFill>
              <a:effectLst/>
              <a:uLnTx/>
              <a:uFillTx/>
              <a:latin typeface="Segoe UI"/>
              <a:ea typeface="+mn-ea"/>
              <a:cs typeface="+mn-cs"/>
            </a:endParaRPr>
          </a:p>
        </p:txBody>
      </p:sp>
      <p:sp>
        <p:nvSpPr>
          <p:cNvPr id="4" name="Title 3">
            <a:extLst>
              <a:ext uri="{FF2B5EF4-FFF2-40B4-BE49-F238E27FC236}">
                <a16:creationId xmlns:a16="http://schemas.microsoft.com/office/drawing/2014/main" id="{DD8E42BD-A877-EC47-A511-B7A4C99910AD}"/>
              </a:ext>
            </a:extLst>
          </p:cNvPr>
          <p:cNvSpPr>
            <a:spLocks noGrp="1"/>
          </p:cNvSpPr>
          <p:nvPr>
            <p:ph type="title"/>
          </p:nvPr>
        </p:nvSpPr>
        <p:spPr>
          <a:xfrm>
            <a:off x="609441" y="584942"/>
            <a:ext cx="10969943" cy="711016"/>
          </a:xfrm>
        </p:spPr>
        <p:txBody>
          <a:bodyPr>
            <a:normAutofit/>
          </a:bodyPr>
          <a:lstStyle/>
          <a:p>
            <a:r>
              <a:rPr lang="en-IN" dirty="0">
                <a:latin typeface="Cooper Black" panose="0208090404030B020404" pitchFamily="18" charset="0"/>
              </a:rPr>
              <a:t>Hands-on Setting up Build Work Zone</a:t>
            </a:r>
          </a:p>
        </p:txBody>
      </p:sp>
    </p:spTree>
    <p:extLst>
      <p:ext uri="{BB962C8B-B14F-4D97-AF65-F5344CB8AC3E}">
        <p14:creationId xmlns:p14="http://schemas.microsoft.com/office/powerpoint/2010/main" val="21256803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D77192-09C6-FA74-855F-3A3AE8444A3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81A302E-9B86-4630-28D7-7376FAF0F06B}"/>
              </a:ext>
            </a:extLst>
          </p:cNvPr>
          <p:cNvSpPr>
            <a:spLocks noGrp="1"/>
          </p:cNvSpPr>
          <p:nvPr>
            <p:ph type="ftr" sz="quarter" idx="11"/>
          </p:nvPr>
        </p:nvSpPr>
        <p:spPr/>
        <p:txBody>
          <a:bodyPr/>
          <a:lstStyle/>
          <a:p>
            <a:pPr marL="0" marR="0" lvl="0" indent="0" algn="ctr" defTabSz="1218895"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tint val="75000"/>
                  </a:prstClr>
                </a:solidFill>
                <a:effectLst/>
                <a:uLnTx/>
                <a:uFillTx/>
                <a:latin typeface="Calibri"/>
                <a:ea typeface="+mn-ea"/>
                <a:cs typeface="+mn-cs"/>
              </a:rPr>
              <a:t>www.anubhavtrainings.com</a:t>
            </a:r>
          </a:p>
        </p:txBody>
      </p:sp>
      <p:sp>
        <p:nvSpPr>
          <p:cNvPr id="4" name="Slide Number Placeholder 3">
            <a:extLst>
              <a:ext uri="{FF2B5EF4-FFF2-40B4-BE49-F238E27FC236}">
                <a16:creationId xmlns:a16="http://schemas.microsoft.com/office/drawing/2014/main" id="{5908BA6A-AB3E-281D-F2A0-664633C7C464}"/>
              </a:ext>
            </a:extLst>
          </p:cNvPr>
          <p:cNvSpPr>
            <a:spLocks noGrp="1"/>
          </p:cNvSpPr>
          <p:nvPr>
            <p:ph type="sldNum" sz="quarter" idx="12"/>
          </p:nvPr>
        </p:nvSpPr>
        <p:spPr>
          <a:xfrm>
            <a:off x="203147" y="6374633"/>
            <a:ext cx="609441" cy="365030"/>
          </a:xfrm>
        </p:spPr>
        <p:txBody>
          <a:bodyPr/>
          <a:lstStyle/>
          <a:p>
            <a:pPr marL="0" marR="0" lvl="0" indent="0" algn="l" defTabSz="1218895" rtl="0" eaLnBrk="1" fontAlgn="auto" latinLnBrk="0" hangingPunct="1">
              <a:lnSpc>
                <a:spcPct val="100000"/>
              </a:lnSpc>
              <a:spcBef>
                <a:spcPts val="0"/>
              </a:spcBef>
              <a:spcAft>
                <a:spcPts val="0"/>
              </a:spcAft>
              <a:buClrTx/>
              <a:buSzTx/>
              <a:buFontTx/>
              <a:buNone/>
              <a:tabLst/>
              <a:defRPr/>
            </a:pPr>
            <a:fld id="{B6F15528-21DE-4FAA-801E-634DDDAF4B2B}" type="slidenum">
              <a:rPr kumimoji="0" lang="en-US" sz="1600" b="0" i="0" u="none" strike="noStrike" kern="1200" cap="none" spc="0" normalizeH="0" baseline="0" noProof="0">
                <a:ln>
                  <a:noFill/>
                </a:ln>
                <a:solidFill>
                  <a:prstClr val="black">
                    <a:tint val="75000"/>
                  </a:prstClr>
                </a:solidFill>
                <a:effectLst/>
                <a:uLnTx/>
                <a:uFillTx/>
                <a:latin typeface="Calibri"/>
                <a:ea typeface="+mn-ea"/>
                <a:cs typeface="+mn-cs"/>
              </a:rPr>
              <a:pPr marL="0" marR="0" lvl="0" indent="0" algn="l" defTabSz="1218895" rtl="0" eaLnBrk="1" fontAlgn="auto" latinLnBrk="0" hangingPunct="1">
                <a:lnSpc>
                  <a:spcPct val="100000"/>
                </a:lnSpc>
                <a:spcBef>
                  <a:spcPts val="0"/>
                </a:spcBef>
                <a:spcAft>
                  <a:spcPts val="0"/>
                </a:spcAft>
                <a:buClrTx/>
                <a:buSzTx/>
                <a:buFontTx/>
                <a:buNone/>
                <a:tabLst/>
                <a:defRPr/>
              </a:pPr>
              <a:t>11</a:t>
            </a:fld>
            <a:endParaRPr kumimoji="0" lang="en-US" sz="16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5" name="Title 4">
            <a:extLst>
              <a:ext uri="{FF2B5EF4-FFF2-40B4-BE49-F238E27FC236}">
                <a16:creationId xmlns:a16="http://schemas.microsoft.com/office/drawing/2014/main" id="{C12B93EF-AD27-E981-E7A1-10F7405B0D73}"/>
              </a:ext>
            </a:extLst>
          </p:cNvPr>
          <p:cNvSpPr>
            <a:spLocks noGrp="1"/>
          </p:cNvSpPr>
          <p:nvPr>
            <p:ph type="title"/>
          </p:nvPr>
        </p:nvSpPr>
        <p:spPr>
          <a:xfrm>
            <a:off x="101573" y="178647"/>
            <a:ext cx="10969943" cy="711016"/>
          </a:xfrm>
        </p:spPr>
        <p:txBody>
          <a:bodyPr/>
          <a:lstStyle/>
          <a:p>
            <a:r>
              <a:rPr lang="en-IN" sz="3333" dirty="0"/>
              <a:t>What is SAP Cloud Identity Service?</a:t>
            </a:r>
          </a:p>
        </p:txBody>
      </p:sp>
      <p:sp>
        <p:nvSpPr>
          <p:cNvPr id="2" name="TextBox 1">
            <a:extLst>
              <a:ext uri="{FF2B5EF4-FFF2-40B4-BE49-F238E27FC236}">
                <a16:creationId xmlns:a16="http://schemas.microsoft.com/office/drawing/2014/main" id="{E0B54309-BE9F-BD69-388E-833149DEC776}"/>
              </a:ext>
            </a:extLst>
          </p:cNvPr>
          <p:cNvSpPr txBox="1"/>
          <p:nvPr/>
        </p:nvSpPr>
        <p:spPr>
          <a:xfrm>
            <a:off x="203147" y="1295955"/>
            <a:ext cx="11680957" cy="2031472"/>
          </a:xfrm>
          <a:prstGeom prst="rect">
            <a:avLst/>
          </a:prstGeom>
        </p:spPr>
        <p:txBody>
          <a:bodyPr vert="horz" lIns="121888" tIns="60944" rIns="121888" bIns="60944" rtlCol="0">
            <a:normAutofit lnSpcReduction="10000"/>
          </a:bodyPr>
          <a:lstStyle/>
          <a:p>
            <a:pPr marL="0" marR="0" lvl="0" indent="0" algn="l" defTabSz="1218895" rtl="0" eaLnBrk="1" fontAlgn="t" latinLnBrk="0" hangingPunct="1">
              <a:lnSpc>
                <a:spcPct val="100000"/>
              </a:lnSpc>
              <a:spcBef>
                <a:spcPts val="0"/>
              </a:spcBef>
              <a:spcAft>
                <a:spcPts val="0"/>
              </a:spcAft>
              <a:buClrTx/>
              <a:buSzTx/>
              <a:buFontTx/>
              <a:buNone/>
              <a:tabLst/>
              <a:defRPr/>
            </a:pPr>
            <a:r>
              <a:rPr kumimoji="0" lang="en-US" sz="1866" b="0" i="0" u="none" strike="noStrike" kern="1200" cap="none" spc="0" normalizeH="0" baseline="0" noProof="0" dirty="0">
                <a:ln>
                  <a:noFill/>
                </a:ln>
                <a:solidFill>
                  <a:prstClr val="black"/>
                </a:solidFill>
                <a:effectLst/>
                <a:uLnTx/>
                <a:uFillTx/>
                <a:latin typeface="72" panose="020B0503030000000003" pitchFamily="34" charset="0"/>
                <a:ea typeface="+mn-ea"/>
                <a:cs typeface="+mn-cs"/>
              </a:rPr>
              <a:t>SAP Cloud Identity Services are a group of services of SAP Business Technology Platform (SAP BTP), which enable you to integrate identity and access management between systems. The goal is to provide a seamless single sign-on experience across systems while ensuring that system and data access are secure. SAP Cloud Identity Services include Identity Authentication, Identity Provisioning, Identity Directory and Authorization Management.</a:t>
            </a:r>
          </a:p>
          <a:p>
            <a:pPr marL="0" marR="0" lvl="0" indent="0" algn="l" defTabSz="1218895" rtl="0" eaLnBrk="1" fontAlgn="auto" latinLnBrk="0" hangingPunct="1">
              <a:lnSpc>
                <a:spcPct val="100000"/>
              </a:lnSpc>
              <a:spcBef>
                <a:spcPts val="0"/>
              </a:spcBef>
              <a:spcAft>
                <a:spcPts val="0"/>
              </a:spcAft>
              <a:buClrTx/>
              <a:buSzTx/>
              <a:buFontTx/>
              <a:buNone/>
              <a:tabLst/>
              <a:defRPr/>
            </a:pPr>
            <a:br>
              <a:rPr kumimoji="0" lang="en-US" sz="1866" b="0" i="0" u="none" strike="noStrike" kern="1200" cap="none" spc="0" normalizeH="0" baseline="0" noProof="0" dirty="0">
                <a:ln>
                  <a:noFill/>
                </a:ln>
                <a:solidFill>
                  <a:srgbClr val="0854A0"/>
                </a:solidFill>
                <a:effectLst/>
                <a:uLnTx/>
                <a:uFillTx/>
                <a:latin typeface="SAP-icons"/>
                <a:ea typeface="+mn-ea"/>
                <a:cs typeface="+mn-cs"/>
              </a:rPr>
            </a:br>
            <a:endParaRPr kumimoji="0" lang="en-US" sz="1866" b="0" i="0" u="none" strike="noStrike" kern="1200" cap="none" spc="0" normalizeH="0" baseline="0" noProof="0" dirty="0">
              <a:ln>
                <a:noFill/>
              </a:ln>
              <a:solidFill>
                <a:prstClr val="black"/>
              </a:solidFill>
              <a:effectLst/>
              <a:uLnTx/>
              <a:uFillTx/>
              <a:latin typeface="Calibri"/>
              <a:ea typeface="+mn-ea"/>
              <a:cs typeface="+mn-cs"/>
            </a:endParaRPr>
          </a:p>
        </p:txBody>
      </p:sp>
      <p:pic>
        <p:nvPicPr>
          <p:cNvPr id="7170" name="Picture 2">
            <a:extLst>
              <a:ext uri="{FF2B5EF4-FFF2-40B4-BE49-F238E27FC236}">
                <a16:creationId xmlns:a16="http://schemas.microsoft.com/office/drawing/2014/main" id="{8EB9557B-998B-0E71-561C-6C8DC8761EC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5176" y="2921132"/>
            <a:ext cx="8227457" cy="31295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186908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75988236-86EB-B182-FA1F-EB4AD9DA9ED8}"/>
              </a:ext>
            </a:extLst>
          </p:cNvPr>
          <p:cNvSpPr>
            <a:spLocks noGrp="1"/>
          </p:cNvSpPr>
          <p:nvPr>
            <p:ph type="ftr" sz="quarter" idx="11"/>
          </p:nvPr>
        </p:nvSpPr>
        <p:spPr/>
        <p:txBody>
          <a:bodyPr/>
          <a:lstStyle/>
          <a:p>
            <a:pPr marL="0" marR="0" lvl="0" indent="0" algn="ctr" defTabSz="1218895"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black">
                    <a:tint val="75000"/>
                  </a:prstClr>
                </a:solidFill>
                <a:effectLst/>
                <a:uLnTx/>
                <a:uFillTx/>
                <a:latin typeface="Calibri"/>
                <a:ea typeface="+mn-ea"/>
                <a:cs typeface="+mn-cs"/>
              </a:rPr>
              <a:t>www.anubhavtrainings.com</a:t>
            </a:r>
            <a:endParaRPr kumimoji="0" lang="en-US" sz="16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Slide Number Placeholder 2">
            <a:extLst>
              <a:ext uri="{FF2B5EF4-FFF2-40B4-BE49-F238E27FC236}">
                <a16:creationId xmlns:a16="http://schemas.microsoft.com/office/drawing/2014/main" id="{4FD17648-E4D0-C5AB-AED2-C2E40B353359}"/>
              </a:ext>
            </a:extLst>
          </p:cNvPr>
          <p:cNvSpPr>
            <a:spLocks noGrp="1"/>
          </p:cNvSpPr>
          <p:nvPr>
            <p:ph type="sldNum" sz="quarter" idx="12"/>
          </p:nvPr>
        </p:nvSpPr>
        <p:spPr/>
        <p:txBody>
          <a:bodyPr/>
          <a:lstStyle/>
          <a:p>
            <a:pPr marL="0" marR="0" lvl="0" indent="0" algn="l" defTabSz="1218895" rtl="0" eaLnBrk="1" fontAlgn="auto" latinLnBrk="0" hangingPunct="1">
              <a:lnSpc>
                <a:spcPct val="100000"/>
              </a:lnSpc>
              <a:spcBef>
                <a:spcPts val="0"/>
              </a:spcBef>
              <a:spcAft>
                <a:spcPts val="0"/>
              </a:spcAft>
              <a:buClrTx/>
              <a:buSzTx/>
              <a:buFontTx/>
              <a:buNone/>
              <a:tabLst/>
              <a:defRPr/>
            </a:pPr>
            <a:fld id="{B6F15528-21DE-4FAA-801E-634DDDAF4B2B}" type="slidenum">
              <a:rPr kumimoji="0" lang="en-US" sz="1600" b="0" i="0" u="none" strike="noStrike" kern="1200" cap="none" spc="0" normalizeH="0" baseline="0" noProof="0">
                <a:ln>
                  <a:noFill/>
                </a:ln>
                <a:solidFill>
                  <a:prstClr val="black">
                    <a:tint val="75000"/>
                  </a:prstClr>
                </a:solidFill>
                <a:effectLst/>
                <a:uLnTx/>
                <a:uFillTx/>
                <a:latin typeface="Calibri"/>
                <a:ea typeface="+mn-ea"/>
                <a:cs typeface="+mn-cs"/>
              </a:rPr>
              <a:pPr marL="0" marR="0" lvl="0" indent="0" algn="l" defTabSz="1218895" rtl="0" eaLnBrk="1" fontAlgn="auto" latinLnBrk="0" hangingPunct="1">
                <a:lnSpc>
                  <a:spcPct val="100000"/>
                </a:lnSpc>
                <a:spcBef>
                  <a:spcPts val="0"/>
                </a:spcBef>
                <a:spcAft>
                  <a:spcPts val="0"/>
                </a:spcAft>
                <a:buClrTx/>
                <a:buSzTx/>
                <a:buFontTx/>
                <a:buNone/>
                <a:tabLst/>
                <a:defRPr/>
              </a:pPr>
              <a:t>12</a:t>
            </a:fld>
            <a:endParaRPr kumimoji="0" lang="en-US" sz="16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Title 3">
            <a:extLst>
              <a:ext uri="{FF2B5EF4-FFF2-40B4-BE49-F238E27FC236}">
                <a16:creationId xmlns:a16="http://schemas.microsoft.com/office/drawing/2014/main" id="{7F6F601F-ECA0-565F-15BB-8ACFEDC85B7F}"/>
              </a:ext>
            </a:extLst>
          </p:cNvPr>
          <p:cNvSpPr>
            <a:spLocks noGrp="1"/>
          </p:cNvSpPr>
          <p:nvPr>
            <p:ph type="title"/>
          </p:nvPr>
        </p:nvSpPr>
        <p:spPr/>
        <p:txBody>
          <a:bodyPr/>
          <a:lstStyle/>
          <a:p>
            <a:r>
              <a:rPr lang="en-IN" dirty="0"/>
              <a:t>Become Admin for your Identity Service</a:t>
            </a:r>
          </a:p>
        </p:txBody>
      </p:sp>
      <p:pic>
        <p:nvPicPr>
          <p:cNvPr id="6" name="Picture 5">
            <a:extLst>
              <a:ext uri="{FF2B5EF4-FFF2-40B4-BE49-F238E27FC236}">
                <a16:creationId xmlns:a16="http://schemas.microsoft.com/office/drawing/2014/main" id="{169993EA-C9BD-F6ED-1BC9-0BFF6E5DEFBD}"/>
              </a:ext>
            </a:extLst>
          </p:cNvPr>
          <p:cNvPicPr>
            <a:picLocks noChangeAspect="1"/>
          </p:cNvPicPr>
          <p:nvPr/>
        </p:nvPicPr>
        <p:blipFill>
          <a:blip r:embed="rId2"/>
          <a:stretch>
            <a:fillRect/>
          </a:stretch>
        </p:blipFill>
        <p:spPr>
          <a:xfrm>
            <a:off x="507868" y="1295956"/>
            <a:ext cx="8113978" cy="5124164"/>
          </a:xfrm>
          <a:prstGeom prst="rect">
            <a:avLst/>
          </a:prstGeom>
        </p:spPr>
      </p:pic>
    </p:spTree>
    <p:extLst>
      <p:ext uri="{BB962C8B-B14F-4D97-AF65-F5344CB8AC3E}">
        <p14:creationId xmlns:p14="http://schemas.microsoft.com/office/powerpoint/2010/main" val="25410255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5F7FE"/>
        </a:solidFill>
        <a:effectLst/>
      </p:bgPr>
    </p:bg>
    <p:spTree>
      <p:nvGrpSpPr>
        <p:cNvPr id="1" name="">
          <a:extLst>
            <a:ext uri="{FF2B5EF4-FFF2-40B4-BE49-F238E27FC236}">
              <a16:creationId xmlns:a16="http://schemas.microsoft.com/office/drawing/2014/main" id="{827A46E6-B253-98B3-E51D-8AAD2C54B9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68EBCA-E81B-3041-1456-69E1F6B3C60C}"/>
              </a:ext>
            </a:extLst>
          </p:cNvPr>
          <p:cNvSpPr>
            <a:spLocks noGrp="1"/>
          </p:cNvSpPr>
          <p:nvPr>
            <p:ph type="title"/>
          </p:nvPr>
        </p:nvSpPr>
        <p:spPr>
          <a:xfrm>
            <a:off x="345105" y="0"/>
            <a:ext cx="9733444" cy="711081"/>
          </a:xfrm>
        </p:spPr>
        <p:txBody>
          <a:bodyPr/>
          <a:lstStyle/>
          <a:p>
            <a:r>
              <a:rPr lang="en-US" dirty="0"/>
              <a:t>Why Multi-tenant App?</a:t>
            </a:r>
          </a:p>
        </p:txBody>
      </p:sp>
      <p:pic>
        <p:nvPicPr>
          <p:cNvPr id="5" name="Picture 4">
            <a:extLst>
              <a:ext uri="{FF2B5EF4-FFF2-40B4-BE49-F238E27FC236}">
                <a16:creationId xmlns:a16="http://schemas.microsoft.com/office/drawing/2014/main" id="{0B99A5BB-F7A4-0AB6-C453-83FA240AB0C6}"/>
              </a:ext>
            </a:extLst>
          </p:cNvPr>
          <p:cNvPicPr>
            <a:picLocks noChangeAspect="1"/>
          </p:cNvPicPr>
          <p:nvPr/>
        </p:nvPicPr>
        <p:blipFill>
          <a:blip r:embed="rId3"/>
          <a:stretch>
            <a:fillRect/>
          </a:stretch>
        </p:blipFill>
        <p:spPr>
          <a:xfrm>
            <a:off x="74612" y="1028700"/>
            <a:ext cx="12039600" cy="4800600"/>
          </a:xfrm>
          <a:prstGeom prst="rect">
            <a:avLst/>
          </a:prstGeom>
        </p:spPr>
      </p:pic>
    </p:spTree>
    <p:extLst>
      <p:ext uri="{BB962C8B-B14F-4D97-AF65-F5344CB8AC3E}">
        <p14:creationId xmlns:p14="http://schemas.microsoft.com/office/powerpoint/2010/main" val="6499843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5F7FE"/>
        </a:solidFill>
        <a:effectLst/>
      </p:bgPr>
    </p:bg>
    <p:spTree>
      <p:nvGrpSpPr>
        <p:cNvPr id="1" name="">
          <a:extLst>
            <a:ext uri="{FF2B5EF4-FFF2-40B4-BE49-F238E27FC236}">
              <a16:creationId xmlns:a16="http://schemas.microsoft.com/office/drawing/2014/main" id="{A214D95B-FE4A-2B2E-7B11-82AB104FBF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1DA5C5-DEC8-81E1-07BC-94FBEA1E4BE3}"/>
              </a:ext>
            </a:extLst>
          </p:cNvPr>
          <p:cNvSpPr>
            <a:spLocks noGrp="1"/>
          </p:cNvSpPr>
          <p:nvPr>
            <p:ph type="title"/>
          </p:nvPr>
        </p:nvSpPr>
        <p:spPr>
          <a:xfrm>
            <a:off x="345105" y="0"/>
            <a:ext cx="9733444" cy="711081"/>
          </a:xfrm>
        </p:spPr>
        <p:txBody>
          <a:bodyPr/>
          <a:lstStyle/>
          <a:p>
            <a:r>
              <a:rPr lang="en-US" dirty="0"/>
              <a:t>Common Challenges</a:t>
            </a:r>
          </a:p>
        </p:txBody>
      </p:sp>
      <p:pic>
        <p:nvPicPr>
          <p:cNvPr id="4" name="Picture 3">
            <a:extLst>
              <a:ext uri="{FF2B5EF4-FFF2-40B4-BE49-F238E27FC236}">
                <a16:creationId xmlns:a16="http://schemas.microsoft.com/office/drawing/2014/main" id="{CAE56802-CB14-AD4C-FB6D-FE8B08EB012D}"/>
              </a:ext>
            </a:extLst>
          </p:cNvPr>
          <p:cNvPicPr>
            <a:picLocks noChangeAspect="1"/>
          </p:cNvPicPr>
          <p:nvPr/>
        </p:nvPicPr>
        <p:blipFill>
          <a:blip r:embed="rId3"/>
          <a:stretch>
            <a:fillRect/>
          </a:stretch>
        </p:blipFill>
        <p:spPr>
          <a:xfrm>
            <a:off x="1125860" y="1484784"/>
            <a:ext cx="10369152" cy="4251018"/>
          </a:xfrm>
          <a:prstGeom prst="rect">
            <a:avLst/>
          </a:prstGeom>
        </p:spPr>
      </p:pic>
    </p:spTree>
    <p:extLst>
      <p:ext uri="{BB962C8B-B14F-4D97-AF65-F5344CB8AC3E}">
        <p14:creationId xmlns:p14="http://schemas.microsoft.com/office/powerpoint/2010/main" val="36537515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5F7FE"/>
        </a:solidFill>
        <a:effectLst/>
      </p:bgPr>
    </p:bg>
    <p:spTree>
      <p:nvGrpSpPr>
        <p:cNvPr id="1" name="">
          <a:extLst>
            <a:ext uri="{FF2B5EF4-FFF2-40B4-BE49-F238E27FC236}">
              <a16:creationId xmlns:a16="http://schemas.microsoft.com/office/drawing/2014/main" id="{85DF39F4-9BEC-BC33-F0F8-A39246F09B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85690F-E685-8D11-682C-AF935DA7058F}"/>
              </a:ext>
            </a:extLst>
          </p:cNvPr>
          <p:cNvSpPr>
            <a:spLocks noGrp="1"/>
          </p:cNvSpPr>
          <p:nvPr>
            <p:ph type="title"/>
          </p:nvPr>
        </p:nvSpPr>
        <p:spPr>
          <a:xfrm>
            <a:off x="345105" y="0"/>
            <a:ext cx="9733444" cy="711081"/>
          </a:xfrm>
        </p:spPr>
        <p:txBody>
          <a:bodyPr/>
          <a:lstStyle/>
          <a:p>
            <a:r>
              <a:rPr lang="en-US" dirty="0"/>
              <a:t>What is Multitenant - SaaS</a:t>
            </a:r>
          </a:p>
        </p:txBody>
      </p:sp>
      <p:pic>
        <p:nvPicPr>
          <p:cNvPr id="4" name="Picture 3">
            <a:extLst>
              <a:ext uri="{FF2B5EF4-FFF2-40B4-BE49-F238E27FC236}">
                <a16:creationId xmlns:a16="http://schemas.microsoft.com/office/drawing/2014/main" id="{2ED04E1E-24FA-CA35-9CB5-75ECF3A430D2}"/>
              </a:ext>
            </a:extLst>
          </p:cNvPr>
          <p:cNvPicPr>
            <a:picLocks noChangeAspect="1"/>
          </p:cNvPicPr>
          <p:nvPr/>
        </p:nvPicPr>
        <p:blipFill>
          <a:blip r:embed="rId3"/>
          <a:stretch>
            <a:fillRect/>
          </a:stretch>
        </p:blipFill>
        <p:spPr>
          <a:xfrm>
            <a:off x="657808" y="1196752"/>
            <a:ext cx="10873208" cy="4826729"/>
          </a:xfrm>
          <a:prstGeom prst="rect">
            <a:avLst/>
          </a:prstGeom>
        </p:spPr>
      </p:pic>
    </p:spTree>
    <p:extLst>
      <p:ext uri="{BB962C8B-B14F-4D97-AF65-F5344CB8AC3E}">
        <p14:creationId xmlns:p14="http://schemas.microsoft.com/office/powerpoint/2010/main" val="13327842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5F7FE"/>
        </a:solidFill>
        <a:effectLst/>
      </p:bgPr>
    </p:bg>
    <p:spTree>
      <p:nvGrpSpPr>
        <p:cNvPr id="1" name="">
          <a:extLst>
            <a:ext uri="{FF2B5EF4-FFF2-40B4-BE49-F238E27FC236}">
              <a16:creationId xmlns:a16="http://schemas.microsoft.com/office/drawing/2014/main" id="{CF8CF427-3028-9800-C38E-6B6BBCFA38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33895B-551A-441B-C1A3-07D1E1D6AE6A}"/>
              </a:ext>
            </a:extLst>
          </p:cNvPr>
          <p:cNvSpPr>
            <a:spLocks noGrp="1"/>
          </p:cNvSpPr>
          <p:nvPr>
            <p:ph type="title"/>
          </p:nvPr>
        </p:nvSpPr>
        <p:spPr>
          <a:xfrm>
            <a:off x="345105" y="0"/>
            <a:ext cx="9733444" cy="711081"/>
          </a:xfrm>
        </p:spPr>
        <p:txBody>
          <a:bodyPr/>
          <a:lstStyle/>
          <a:p>
            <a:r>
              <a:rPr lang="en-US" dirty="0"/>
              <a:t>Benefits of Multi tenant App</a:t>
            </a:r>
          </a:p>
        </p:txBody>
      </p:sp>
      <p:pic>
        <p:nvPicPr>
          <p:cNvPr id="4" name="Picture 3">
            <a:extLst>
              <a:ext uri="{FF2B5EF4-FFF2-40B4-BE49-F238E27FC236}">
                <a16:creationId xmlns:a16="http://schemas.microsoft.com/office/drawing/2014/main" id="{F27F015A-7645-47A0-CB92-5A3F1047FCF7}"/>
              </a:ext>
            </a:extLst>
          </p:cNvPr>
          <p:cNvPicPr>
            <a:picLocks noChangeAspect="1"/>
          </p:cNvPicPr>
          <p:nvPr/>
        </p:nvPicPr>
        <p:blipFill>
          <a:blip r:embed="rId3"/>
          <a:stretch>
            <a:fillRect/>
          </a:stretch>
        </p:blipFill>
        <p:spPr>
          <a:xfrm>
            <a:off x="2061964" y="1052736"/>
            <a:ext cx="7776864" cy="5245715"/>
          </a:xfrm>
          <a:prstGeom prst="rect">
            <a:avLst/>
          </a:prstGeom>
        </p:spPr>
      </p:pic>
    </p:spTree>
    <p:extLst>
      <p:ext uri="{BB962C8B-B14F-4D97-AF65-F5344CB8AC3E}">
        <p14:creationId xmlns:p14="http://schemas.microsoft.com/office/powerpoint/2010/main" val="8543867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E5F7FE"/>
        </a:solidFill>
        <a:effectLst/>
      </p:bgPr>
    </p:bg>
    <p:spTree>
      <p:nvGrpSpPr>
        <p:cNvPr id="1" name="">
          <a:extLst>
            <a:ext uri="{FF2B5EF4-FFF2-40B4-BE49-F238E27FC236}">
              <a16:creationId xmlns:a16="http://schemas.microsoft.com/office/drawing/2014/main" id="{8018ED96-85B9-11B2-221B-EDBCB69AA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905293-1923-F96B-7C00-8E7BA746D2E6}"/>
              </a:ext>
            </a:extLst>
          </p:cNvPr>
          <p:cNvSpPr>
            <a:spLocks noGrp="1"/>
          </p:cNvSpPr>
          <p:nvPr>
            <p:ph type="title"/>
          </p:nvPr>
        </p:nvSpPr>
        <p:spPr>
          <a:xfrm>
            <a:off x="345105" y="0"/>
            <a:ext cx="9733444" cy="711081"/>
          </a:xfrm>
        </p:spPr>
        <p:txBody>
          <a:bodyPr/>
          <a:lstStyle/>
          <a:p>
            <a:r>
              <a:rPr lang="en-US" dirty="0"/>
              <a:t>Challenges</a:t>
            </a:r>
          </a:p>
        </p:txBody>
      </p:sp>
      <p:pic>
        <p:nvPicPr>
          <p:cNvPr id="4" name="Picture 3">
            <a:extLst>
              <a:ext uri="{FF2B5EF4-FFF2-40B4-BE49-F238E27FC236}">
                <a16:creationId xmlns:a16="http://schemas.microsoft.com/office/drawing/2014/main" id="{5489E6F1-B8DF-A914-45D5-4653C514D730}"/>
              </a:ext>
            </a:extLst>
          </p:cNvPr>
          <p:cNvPicPr>
            <a:picLocks noChangeAspect="1"/>
          </p:cNvPicPr>
          <p:nvPr/>
        </p:nvPicPr>
        <p:blipFill>
          <a:blip r:embed="rId3"/>
          <a:stretch>
            <a:fillRect/>
          </a:stretch>
        </p:blipFill>
        <p:spPr>
          <a:xfrm>
            <a:off x="1485900" y="836711"/>
            <a:ext cx="9001000" cy="5368067"/>
          </a:xfrm>
          <a:prstGeom prst="rect">
            <a:avLst/>
          </a:prstGeom>
        </p:spPr>
      </p:pic>
    </p:spTree>
    <p:extLst>
      <p:ext uri="{BB962C8B-B14F-4D97-AF65-F5344CB8AC3E}">
        <p14:creationId xmlns:p14="http://schemas.microsoft.com/office/powerpoint/2010/main" val="22872404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E5F7FE"/>
        </a:solidFill>
        <a:effectLst/>
      </p:bgPr>
    </p:bg>
    <p:spTree>
      <p:nvGrpSpPr>
        <p:cNvPr id="1" name="">
          <a:extLst>
            <a:ext uri="{FF2B5EF4-FFF2-40B4-BE49-F238E27FC236}">
              <a16:creationId xmlns:a16="http://schemas.microsoft.com/office/drawing/2014/main" id="{2300B1EA-BD56-E735-1F4C-31E867E311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77C503-F747-D767-81CC-A260114B4521}"/>
              </a:ext>
            </a:extLst>
          </p:cNvPr>
          <p:cNvSpPr>
            <a:spLocks noGrp="1"/>
          </p:cNvSpPr>
          <p:nvPr>
            <p:ph type="title"/>
          </p:nvPr>
        </p:nvSpPr>
        <p:spPr>
          <a:xfrm>
            <a:off x="345105" y="0"/>
            <a:ext cx="9733444" cy="711081"/>
          </a:xfrm>
        </p:spPr>
        <p:txBody>
          <a:bodyPr/>
          <a:lstStyle/>
          <a:p>
            <a:r>
              <a:rPr lang="en-US" dirty="0"/>
              <a:t>How it works in BTP?</a:t>
            </a:r>
          </a:p>
        </p:txBody>
      </p:sp>
      <p:pic>
        <p:nvPicPr>
          <p:cNvPr id="4" name="Picture 3">
            <a:extLst>
              <a:ext uri="{FF2B5EF4-FFF2-40B4-BE49-F238E27FC236}">
                <a16:creationId xmlns:a16="http://schemas.microsoft.com/office/drawing/2014/main" id="{40EAE792-BB77-7DA6-7431-A3438577A52E}"/>
              </a:ext>
            </a:extLst>
          </p:cNvPr>
          <p:cNvPicPr>
            <a:picLocks noChangeAspect="1"/>
          </p:cNvPicPr>
          <p:nvPr/>
        </p:nvPicPr>
        <p:blipFill>
          <a:blip r:embed="rId3"/>
          <a:stretch>
            <a:fillRect/>
          </a:stretch>
        </p:blipFill>
        <p:spPr>
          <a:xfrm>
            <a:off x="693812" y="1412776"/>
            <a:ext cx="11072014" cy="4752528"/>
          </a:xfrm>
          <a:prstGeom prst="rect">
            <a:avLst/>
          </a:prstGeom>
        </p:spPr>
      </p:pic>
    </p:spTree>
    <p:extLst>
      <p:ext uri="{BB962C8B-B14F-4D97-AF65-F5344CB8AC3E}">
        <p14:creationId xmlns:p14="http://schemas.microsoft.com/office/powerpoint/2010/main" val="28426175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E5F7FE"/>
        </a:solidFill>
        <a:effectLst/>
      </p:bgPr>
    </p:bg>
    <p:spTree>
      <p:nvGrpSpPr>
        <p:cNvPr id="1" name="">
          <a:extLst>
            <a:ext uri="{FF2B5EF4-FFF2-40B4-BE49-F238E27FC236}">
              <a16:creationId xmlns:a16="http://schemas.microsoft.com/office/drawing/2014/main" id="{C3E9B9E5-B682-7E24-B6D6-C307807CD4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CFC999-2C3C-3A85-CE91-DC268FEB645C}"/>
              </a:ext>
            </a:extLst>
          </p:cNvPr>
          <p:cNvSpPr>
            <a:spLocks noGrp="1"/>
          </p:cNvSpPr>
          <p:nvPr>
            <p:ph type="title"/>
          </p:nvPr>
        </p:nvSpPr>
        <p:spPr>
          <a:xfrm>
            <a:off x="345105" y="0"/>
            <a:ext cx="9733444" cy="711081"/>
          </a:xfrm>
        </p:spPr>
        <p:txBody>
          <a:bodyPr/>
          <a:lstStyle/>
          <a:p>
            <a:r>
              <a:rPr lang="en-US" dirty="0"/>
              <a:t>SAP Customer Perspective</a:t>
            </a:r>
          </a:p>
        </p:txBody>
      </p:sp>
      <p:pic>
        <p:nvPicPr>
          <p:cNvPr id="4" name="Picture 3">
            <a:extLst>
              <a:ext uri="{FF2B5EF4-FFF2-40B4-BE49-F238E27FC236}">
                <a16:creationId xmlns:a16="http://schemas.microsoft.com/office/drawing/2014/main" id="{515C72BA-4CA6-0540-B19E-B5C064E72026}"/>
              </a:ext>
            </a:extLst>
          </p:cNvPr>
          <p:cNvPicPr>
            <a:picLocks noChangeAspect="1"/>
          </p:cNvPicPr>
          <p:nvPr/>
        </p:nvPicPr>
        <p:blipFill>
          <a:blip r:embed="rId3"/>
          <a:stretch>
            <a:fillRect/>
          </a:stretch>
        </p:blipFill>
        <p:spPr>
          <a:xfrm>
            <a:off x="837828" y="1268760"/>
            <a:ext cx="10864272" cy="4680520"/>
          </a:xfrm>
          <a:prstGeom prst="rect">
            <a:avLst/>
          </a:prstGeom>
        </p:spPr>
      </p:pic>
    </p:spTree>
    <p:extLst>
      <p:ext uri="{BB962C8B-B14F-4D97-AF65-F5344CB8AC3E}">
        <p14:creationId xmlns:p14="http://schemas.microsoft.com/office/powerpoint/2010/main" val="23978038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E5F7FE"/>
        </a:solidFill>
        <a:effectLst/>
      </p:bgPr>
    </p:bg>
    <p:spTree>
      <p:nvGrpSpPr>
        <p:cNvPr id="1" name="">
          <a:extLst>
            <a:ext uri="{FF2B5EF4-FFF2-40B4-BE49-F238E27FC236}">
              <a16:creationId xmlns:a16="http://schemas.microsoft.com/office/drawing/2014/main" id="{338AC0E0-2444-1F8C-EFC2-885A8DB969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DBB687-B4F3-B9F9-D21B-7A65349914F3}"/>
              </a:ext>
            </a:extLst>
          </p:cNvPr>
          <p:cNvSpPr>
            <a:spLocks noGrp="1"/>
          </p:cNvSpPr>
          <p:nvPr>
            <p:ph type="title"/>
          </p:nvPr>
        </p:nvSpPr>
        <p:spPr>
          <a:xfrm>
            <a:off x="345105" y="0"/>
            <a:ext cx="9733444" cy="711081"/>
          </a:xfrm>
        </p:spPr>
        <p:txBody>
          <a:bodyPr/>
          <a:lstStyle/>
          <a:p>
            <a:r>
              <a:rPr lang="en-US" dirty="0"/>
              <a:t>Multi-tenant App on BTP</a:t>
            </a:r>
          </a:p>
        </p:txBody>
      </p:sp>
      <p:pic>
        <p:nvPicPr>
          <p:cNvPr id="4" name="Picture 3">
            <a:extLst>
              <a:ext uri="{FF2B5EF4-FFF2-40B4-BE49-F238E27FC236}">
                <a16:creationId xmlns:a16="http://schemas.microsoft.com/office/drawing/2014/main" id="{1A67804A-43B7-B683-2050-25360D719EDA}"/>
              </a:ext>
            </a:extLst>
          </p:cNvPr>
          <p:cNvPicPr>
            <a:picLocks noChangeAspect="1"/>
          </p:cNvPicPr>
          <p:nvPr/>
        </p:nvPicPr>
        <p:blipFill>
          <a:blip r:embed="rId3"/>
          <a:stretch>
            <a:fillRect/>
          </a:stretch>
        </p:blipFill>
        <p:spPr>
          <a:xfrm>
            <a:off x="909836" y="1052735"/>
            <a:ext cx="10513168" cy="5162869"/>
          </a:xfrm>
          <a:prstGeom prst="rect">
            <a:avLst/>
          </a:prstGeom>
        </p:spPr>
      </p:pic>
    </p:spTree>
    <p:extLst>
      <p:ext uri="{BB962C8B-B14F-4D97-AF65-F5344CB8AC3E}">
        <p14:creationId xmlns:p14="http://schemas.microsoft.com/office/powerpoint/2010/main" val="23209857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E5F7FE"/>
        </a:solidFill>
        <a:effectLst/>
      </p:bgPr>
    </p:bg>
    <p:spTree>
      <p:nvGrpSpPr>
        <p:cNvPr id="1" name="">
          <a:extLst>
            <a:ext uri="{FF2B5EF4-FFF2-40B4-BE49-F238E27FC236}">
              <a16:creationId xmlns:a16="http://schemas.microsoft.com/office/drawing/2014/main" id="{C87FAA15-20C0-341F-38EA-676875E847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A8B2F7-4528-B6CE-7054-6C5883767A37}"/>
              </a:ext>
            </a:extLst>
          </p:cNvPr>
          <p:cNvSpPr>
            <a:spLocks noGrp="1"/>
          </p:cNvSpPr>
          <p:nvPr>
            <p:ph type="title"/>
          </p:nvPr>
        </p:nvSpPr>
        <p:spPr>
          <a:xfrm>
            <a:off x="345105" y="0"/>
            <a:ext cx="9733444" cy="711081"/>
          </a:xfrm>
        </p:spPr>
        <p:txBody>
          <a:bodyPr/>
          <a:lstStyle/>
          <a:p>
            <a:r>
              <a:rPr lang="en-US" dirty="0"/>
              <a:t>Partner Solutions</a:t>
            </a:r>
          </a:p>
        </p:txBody>
      </p:sp>
      <p:pic>
        <p:nvPicPr>
          <p:cNvPr id="4" name="Picture 3">
            <a:extLst>
              <a:ext uri="{FF2B5EF4-FFF2-40B4-BE49-F238E27FC236}">
                <a16:creationId xmlns:a16="http://schemas.microsoft.com/office/drawing/2014/main" id="{F90561A8-7F69-A6F6-CC0D-9845F3178E97}"/>
              </a:ext>
            </a:extLst>
          </p:cNvPr>
          <p:cNvPicPr>
            <a:picLocks noChangeAspect="1"/>
          </p:cNvPicPr>
          <p:nvPr/>
        </p:nvPicPr>
        <p:blipFill>
          <a:blip r:embed="rId3"/>
          <a:stretch>
            <a:fillRect/>
          </a:stretch>
        </p:blipFill>
        <p:spPr>
          <a:xfrm>
            <a:off x="621804" y="1052736"/>
            <a:ext cx="10872436" cy="4824536"/>
          </a:xfrm>
          <a:prstGeom prst="rect">
            <a:avLst/>
          </a:prstGeom>
        </p:spPr>
      </p:pic>
    </p:spTree>
    <p:extLst>
      <p:ext uri="{BB962C8B-B14F-4D97-AF65-F5344CB8AC3E}">
        <p14:creationId xmlns:p14="http://schemas.microsoft.com/office/powerpoint/2010/main" val="11677111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E5F7FE"/>
        </a:solidFill>
        <a:effectLst/>
      </p:bgPr>
    </p:bg>
    <p:spTree>
      <p:nvGrpSpPr>
        <p:cNvPr id="1" name="">
          <a:extLst>
            <a:ext uri="{FF2B5EF4-FFF2-40B4-BE49-F238E27FC236}">
              <a16:creationId xmlns:a16="http://schemas.microsoft.com/office/drawing/2014/main" id="{44EDF8CE-6D7C-D168-0AA9-5CE38A5114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FD910A-8E83-75C7-ACA6-A957B002E664}"/>
              </a:ext>
            </a:extLst>
          </p:cNvPr>
          <p:cNvSpPr>
            <a:spLocks noGrp="1"/>
          </p:cNvSpPr>
          <p:nvPr>
            <p:ph type="title"/>
          </p:nvPr>
        </p:nvSpPr>
        <p:spPr>
          <a:xfrm>
            <a:off x="345105" y="0"/>
            <a:ext cx="9733444" cy="711081"/>
          </a:xfrm>
        </p:spPr>
        <p:txBody>
          <a:bodyPr/>
          <a:lstStyle/>
          <a:p>
            <a:r>
              <a:rPr lang="en-US" dirty="0"/>
              <a:t>Data Separation for Multi tenant Apps</a:t>
            </a:r>
          </a:p>
        </p:txBody>
      </p:sp>
      <p:pic>
        <p:nvPicPr>
          <p:cNvPr id="4" name="Picture 3">
            <a:extLst>
              <a:ext uri="{FF2B5EF4-FFF2-40B4-BE49-F238E27FC236}">
                <a16:creationId xmlns:a16="http://schemas.microsoft.com/office/drawing/2014/main" id="{C0E12FAD-284A-E251-7A73-A12BED1E374C}"/>
              </a:ext>
            </a:extLst>
          </p:cNvPr>
          <p:cNvPicPr>
            <a:picLocks noChangeAspect="1"/>
          </p:cNvPicPr>
          <p:nvPr/>
        </p:nvPicPr>
        <p:blipFill>
          <a:blip r:embed="rId3"/>
          <a:stretch>
            <a:fillRect/>
          </a:stretch>
        </p:blipFill>
        <p:spPr>
          <a:xfrm>
            <a:off x="1053852" y="1907833"/>
            <a:ext cx="10241139" cy="3168352"/>
          </a:xfrm>
          <a:prstGeom prst="rect">
            <a:avLst/>
          </a:prstGeom>
        </p:spPr>
      </p:pic>
    </p:spTree>
    <p:extLst>
      <p:ext uri="{BB962C8B-B14F-4D97-AF65-F5344CB8AC3E}">
        <p14:creationId xmlns:p14="http://schemas.microsoft.com/office/powerpoint/2010/main" val="18864821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E5F7FE"/>
        </a:solidFill>
        <a:effectLst/>
      </p:bgPr>
    </p:bg>
    <p:spTree>
      <p:nvGrpSpPr>
        <p:cNvPr id="1" name="">
          <a:extLst>
            <a:ext uri="{FF2B5EF4-FFF2-40B4-BE49-F238E27FC236}">
              <a16:creationId xmlns:a16="http://schemas.microsoft.com/office/drawing/2014/main" id="{0A23329D-58A1-B439-E1DF-547E6ABDC5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F801A9-ADD7-F0B5-08D4-68D806D49432}"/>
              </a:ext>
            </a:extLst>
          </p:cNvPr>
          <p:cNvSpPr>
            <a:spLocks noGrp="1"/>
          </p:cNvSpPr>
          <p:nvPr>
            <p:ph type="title"/>
          </p:nvPr>
        </p:nvSpPr>
        <p:spPr>
          <a:xfrm>
            <a:off x="345105" y="0"/>
            <a:ext cx="9733444" cy="711081"/>
          </a:xfrm>
        </p:spPr>
        <p:txBody>
          <a:bodyPr/>
          <a:lstStyle/>
          <a:p>
            <a:r>
              <a:rPr lang="en-US" dirty="0"/>
              <a:t>SAP BTP Offerings</a:t>
            </a:r>
          </a:p>
        </p:txBody>
      </p:sp>
      <p:pic>
        <p:nvPicPr>
          <p:cNvPr id="5" name="Picture 4">
            <a:extLst>
              <a:ext uri="{FF2B5EF4-FFF2-40B4-BE49-F238E27FC236}">
                <a16:creationId xmlns:a16="http://schemas.microsoft.com/office/drawing/2014/main" id="{AAC44D51-A2BC-B28A-E3A4-26DDB6F9A8D7}"/>
              </a:ext>
            </a:extLst>
          </p:cNvPr>
          <p:cNvPicPr>
            <a:picLocks noChangeAspect="1"/>
          </p:cNvPicPr>
          <p:nvPr/>
        </p:nvPicPr>
        <p:blipFill>
          <a:blip r:embed="rId3"/>
          <a:stretch>
            <a:fillRect/>
          </a:stretch>
        </p:blipFill>
        <p:spPr>
          <a:xfrm>
            <a:off x="1269876" y="1124744"/>
            <a:ext cx="10053424" cy="4752528"/>
          </a:xfrm>
          <a:prstGeom prst="rect">
            <a:avLst/>
          </a:prstGeom>
        </p:spPr>
      </p:pic>
    </p:spTree>
    <p:extLst>
      <p:ext uri="{BB962C8B-B14F-4D97-AF65-F5344CB8AC3E}">
        <p14:creationId xmlns:p14="http://schemas.microsoft.com/office/powerpoint/2010/main" val="20371327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E5F7FE"/>
        </a:solidFill>
        <a:effectLst/>
      </p:bgPr>
    </p:bg>
    <p:spTree>
      <p:nvGrpSpPr>
        <p:cNvPr id="1" name="">
          <a:extLst>
            <a:ext uri="{FF2B5EF4-FFF2-40B4-BE49-F238E27FC236}">
              <a16:creationId xmlns:a16="http://schemas.microsoft.com/office/drawing/2014/main" id="{35930201-527E-B3C5-0A52-F19DBD7330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419DB6-47D6-B181-5A5A-1D44821FA569}"/>
              </a:ext>
            </a:extLst>
          </p:cNvPr>
          <p:cNvSpPr>
            <a:spLocks noGrp="1"/>
          </p:cNvSpPr>
          <p:nvPr>
            <p:ph type="title"/>
          </p:nvPr>
        </p:nvSpPr>
        <p:spPr>
          <a:xfrm>
            <a:off x="345104" y="0"/>
            <a:ext cx="11005891" cy="711081"/>
          </a:xfrm>
        </p:spPr>
        <p:txBody>
          <a:bodyPr/>
          <a:lstStyle/>
          <a:p>
            <a:r>
              <a:rPr lang="en-US" dirty="0"/>
              <a:t>Multi Tenant App – Architecture with CAP</a:t>
            </a:r>
          </a:p>
        </p:txBody>
      </p:sp>
      <p:pic>
        <p:nvPicPr>
          <p:cNvPr id="4" name="Picture 3">
            <a:extLst>
              <a:ext uri="{FF2B5EF4-FFF2-40B4-BE49-F238E27FC236}">
                <a16:creationId xmlns:a16="http://schemas.microsoft.com/office/drawing/2014/main" id="{2C6A1616-4FA8-234E-AED1-CF22AACFFE72}"/>
              </a:ext>
            </a:extLst>
          </p:cNvPr>
          <p:cNvPicPr>
            <a:picLocks noChangeAspect="1"/>
          </p:cNvPicPr>
          <p:nvPr/>
        </p:nvPicPr>
        <p:blipFill>
          <a:blip r:embed="rId3"/>
          <a:stretch>
            <a:fillRect/>
          </a:stretch>
        </p:blipFill>
        <p:spPr>
          <a:xfrm>
            <a:off x="1197868" y="980728"/>
            <a:ext cx="10081120" cy="5008556"/>
          </a:xfrm>
          <a:prstGeom prst="rect">
            <a:avLst/>
          </a:prstGeom>
        </p:spPr>
      </p:pic>
    </p:spTree>
    <p:extLst>
      <p:ext uri="{BB962C8B-B14F-4D97-AF65-F5344CB8AC3E}">
        <p14:creationId xmlns:p14="http://schemas.microsoft.com/office/powerpoint/2010/main" val="23897795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469A4-C44A-E50D-C6AE-C5A543EB776F}"/>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223924850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Placeholder 11">
            <a:extLst>
              <a:ext uri="{FF2B5EF4-FFF2-40B4-BE49-F238E27FC236}">
                <a16:creationId xmlns:a16="http://schemas.microsoft.com/office/drawing/2014/main" id="{420F5850-2D59-4C25-ADFF-E9013C5A6AAE}"/>
              </a:ext>
            </a:extLst>
          </p:cNvPr>
          <p:cNvPicPr>
            <a:picLocks noGrp="1" noChangeAspect="1"/>
          </p:cNvPicPr>
          <p:nvPr>
            <p:ph type="pic" sz="quarter" idx="14"/>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rcRect l="10185" r="10185"/>
          <a:stretch>
            <a:fillRect/>
          </a:stretch>
        </p:blipFill>
        <p:spPr/>
      </p:pic>
      <p:sp>
        <p:nvSpPr>
          <p:cNvPr id="4"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5" name="TextBox 4">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chemeClr val="accent3"/>
                </a:solidFill>
                <a:effectLst/>
              </a:rPr>
              <a:t>What We</a:t>
            </a:r>
            <a:r>
              <a:rPr lang="en-IN" sz="4000" b="1" i="0" dirty="0">
                <a:solidFill>
                  <a:schemeClr val="accent1"/>
                </a:solidFill>
                <a:effectLst/>
              </a:rPr>
              <a:t> </a:t>
            </a:r>
            <a:r>
              <a:rPr lang="en-IN" sz="4000" b="1" i="0" dirty="0">
                <a:solidFill>
                  <a:schemeClr val="accent2"/>
                </a:solidFill>
                <a:effectLst/>
                <a:latin typeface="Segoe UI Light" panose="020B0502040204020203" pitchFamily="34" charset="0"/>
                <a:cs typeface="Segoe UI Light" panose="020B0502040204020203" pitchFamily="34" charset="0"/>
              </a:rPr>
              <a:t>Did</a:t>
            </a:r>
            <a:endParaRPr lang="en-IN" sz="4000" b="1" dirty="0">
              <a:solidFill>
                <a:schemeClr val="accent2"/>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7" name="Group 6">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8"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7715616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chemeClr val="bg1"/>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Day 6</a:t>
            </a:r>
            <a:endParaRPr lang="en-US" sz="5400" b="1" dirty="0">
              <a:solidFill>
                <a:schemeClr val="accent2"/>
              </a:solidFill>
              <a:latin typeface="Segoe UI" panose="020B0502040204020203" pitchFamily="34" charset="0"/>
              <a:ea typeface="Calibri Light" charset="0"/>
              <a:cs typeface="Segoe UI" panose="020B0502040204020203" pitchFamily="34" charset="0"/>
            </a:endParaRPr>
          </a:p>
        </p:txBody>
      </p:sp>
      <p:cxnSp>
        <p:nvCxnSpPr>
          <p:cNvPr id="6" name="Straight Connector 5">
            <a:extLst>
              <a:ext uri="{FF2B5EF4-FFF2-40B4-BE49-F238E27FC236}">
                <a16:creationId xmlns:a16="http://schemas.microsoft.com/office/drawing/2014/main" id="{3CB110C8-9FFD-4804-BDCA-1C9EB581BD4D}"/>
              </a:ext>
            </a:extLst>
          </p:cNvPr>
          <p:cNvCxnSpPr>
            <a:cxnSpLocks/>
          </p:cNvCxnSpPr>
          <p:nvPr/>
        </p:nvCxnSpPr>
        <p:spPr>
          <a:xfrm flipV="1">
            <a:off x="1300694" y="-21772"/>
            <a:ext cx="0" cy="3284984"/>
          </a:xfrm>
          <a:prstGeom prst="line">
            <a:avLst/>
          </a:prstGeom>
          <a:ln w="63500" cap="rnd">
            <a:gradFill flip="none" rotWithShape="1">
              <a:gsLst>
                <a:gs pos="0">
                  <a:schemeClr val="accent2"/>
                </a:gs>
                <a:gs pos="100000">
                  <a:schemeClr val="accent3"/>
                </a:gs>
              </a:gsLst>
              <a:lin ang="16200000" scaled="1"/>
              <a:tileRect/>
            </a:gra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14" name="Oval 13">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2" name="Oval 11">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0" name="Oval 9">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pic>
        <p:nvPicPr>
          <p:cNvPr id="16" name="Picture 2" descr="E:\cloud\drive\websites\slidemodel\logo\sebastian\slidemodel-logo-trans.png">
            <a:extLst>
              <a:ext uri="{FF2B5EF4-FFF2-40B4-BE49-F238E27FC236}">
                <a16:creationId xmlns:a16="http://schemas.microsoft.com/office/drawing/2014/main" id="{59E8070B-51C3-4A5F-B241-A7744B4F61DD}"/>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638418" y="6398156"/>
            <a:ext cx="1432658" cy="271204"/>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solidFill>
              <a:schemeClr val="accent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t>www.anubhavtrainings.com</a:t>
            </a:r>
          </a:p>
        </p:txBody>
      </p:sp>
    </p:spTree>
    <p:extLst>
      <p:ext uri="{BB962C8B-B14F-4D97-AF65-F5344CB8AC3E}">
        <p14:creationId xmlns:p14="http://schemas.microsoft.com/office/powerpoint/2010/main" val="18420444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pitchFamily="34" charset="0"/>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defTabSz="913943">
              <a:defRPr/>
            </a:pPr>
            <a:r>
              <a:rPr lang="en-US" sz="1799" b="1" dirty="0">
                <a:solidFill>
                  <a:srgbClr val="44546A"/>
                </a:solidFill>
                <a:latin typeface="Arial" panose="020B0604020202020204" pitchFamily="34" charset="0"/>
                <a:cs typeface="Arial" panose="020B0604020202020204" pitchFamily="34" charset="0"/>
              </a:rPr>
              <a:t>Contact us today!</a:t>
            </a:r>
          </a:p>
          <a:p>
            <a:pPr defTabSz="913943">
              <a:defRPr/>
            </a:pPr>
            <a:r>
              <a:rPr lang="en-US" sz="1799" dirty="0">
                <a:solidFill>
                  <a:srgbClr val="44546A"/>
                </a:solidFill>
                <a:latin typeface="Arial" panose="020B0604020202020204"/>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algn="ctr" defTabSz="914126">
              <a:defRPr/>
            </a:pPr>
            <a:r>
              <a:rPr lang="en-IN" sz="1200" spc="50" dirty="0">
                <a:solidFill>
                  <a:srgbClr val="FFFFFF">
                    <a:lumMod val="95000"/>
                  </a:srgbClr>
                </a:solidFill>
                <a:latin typeface="Arial" panose="020B0604020202020204" pitchFamily="34" charset="0"/>
                <a:cs typeface="Arial" panose="020B0604020202020204" pitchFamily="34" charset="0"/>
              </a:rPr>
              <a:t>We build the workforce of the future.</a:t>
            </a:r>
            <a:endParaRPr lang="en-US" sz="1200" spc="50" dirty="0">
              <a:solidFill>
                <a:srgbClr val="FFFFFF">
                  <a:lumMod val="95000"/>
                </a:srgbClr>
              </a:solidFill>
              <a:latin typeface="Arial" panose="020B0604020202020204" pitchFamily="34" charset="0"/>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260+ </a:t>
            </a:r>
          </a:p>
          <a:p>
            <a:pPr algn="ctr" defTabSz="914126">
              <a:defRPr/>
            </a:pPr>
            <a:r>
              <a:rPr lang="en-US" sz="1200" dirty="0">
                <a:solidFill>
                  <a:srgbClr val="FFFFFF"/>
                </a:solidFill>
                <a:latin typeface="Arial" panose="020B0604020202020204"/>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60,000+</a:t>
            </a:r>
          </a:p>
          <a:p>
            <a:pPr algn="ctr" defTabSz="914126">
              <a:defRPr/>
            </a:pPr>
            <a:r>
              <a:rPr lang="en-US" sz="1200" dirty="0">
                <a:solidFill>
                  <a:srgbClr val="FFFFFF"/>
                </a:solidFill>
                <a:latin typeface="Arial" panose="020B0604020202020204"/>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26000+ </a:t>
            </a:r>
          </a:p>
          <a:p>
            <a:pPr algn="ctr" defTabSz="914126">
              <a:defRPr/>
            </a:pPr>
            <a:r>
              <a:rPr lang="en-US" sz="1200" dirty="0">
                <a:solidFill>
                  <a:srgbClr val="FFFFFF"/>
                </a:solidFill>
                <a:latin typeface="Arial" panose="020B0604020202020204"/>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algn="ctr" defTabSz="914126">
              <a:defRPr/>
            </a:pPr>
            <a:r>
              <a:rPr lang="en-US" sz="1999" b="1" dirty="0">
                <a:solidFill>
                  <a:srgbClr val="FFFFFF"/>
                </a:solidFill>
                <a:latin typeface="Arial" panose="020B0604020202020204" pitchFamily="34" charset="0"/>
                <a:cs typeface="Arial" panose="020B0604020202020204" pitchFamily="34" charset="0"/>
              </a:rPr>
              <a:t>We’re committed to empower you to be</a:t>
            </a:r>
          </a:p>
          <a:p>
            <a:pPr algn="ctr" defTabSz="914126">
              <a:defRPr/>
            </a:pPr>
            <a:r>
              <a:rPr lang="en-US" sz="1999" b="1" dirty="0">
                <a:solidFill>
                  <a:srgbClr val="FFFFFF"/>
                </a:solidFill>
                <a:latin typeface="Arial" panose="020B0604020202020204" pitchFamily="34" charset="0"/>
                <a:cs typeface="Arial" panose="020B0604020202020204" pitchFamily="34" charset="0"/>
              </a:rPr>
              <a:t> </a:t>
            </a:r>
            <a:r>
              <a:rPr lang="en-US" sz="2799" b="1" dirty="0">
                <a:solidFill>
                  <a:srgbClr val="2AC6D1">
                    <a:lumMod val="40000"/>
                    <a:lumOff val="60000"/>
                  </a:srgbClr>
                </a:solidFill>
                <a:latin typeface="Arial" panose="020B0604020202020204" pitchFamily="34" charset="0"/>
                <a:cs typeface="Arial" panose="020B0604020202020204" pitchFamily="34" charset="0"/>
              </a:rPr>
              <a:t>#</a:t>
            </a:r>
            <a:r>
              <a:rPr lang="en-US" sz="2799" b="1" dirty="0" err="1">
                <a:solidFill>
                  <a:srgbClr val="2AC6D1">
                    <a:lumMod val="40000"/>
                    <a:lumOff val="60000"/>
                  </a:srgbClr>
                </a:solidFill>
                <a:latin typeface="Arial" panose="020B0604020202020204" pitchFamily="34" charset="0"/>
                <a:cs typeface="Arial" panose="020B0604020202020204" pitchFamily="34" charset="0"/>
              </a:rPr>
              <a:t>FutureReady</a:t>
            </a:r>
            <a:r>
              <a:rPr lang="en-US" sz="2799" b="1" dirty="0">
                <a:solidFill>
                  <a:srgbClr val="2AC6D1">
                    <a:lumMod val="40000"/>
                    <a:lumOff val="60000"/>
                  </a:srgbClr>
                </a:solidFill>
                <a:latin typeface="Arial" panose="020B0604020202020204" pitchFamily="34" charset="0"/>
                <a:cs typeface="Arial" panose="020B0604020202020204" pitchFamily="34" charset="0"/>
              </a:rPr>
              <a:t> </a:t>
            </a:r>
          </a:p>
          <a:p>
            <a:pPr algn="ctr" defTabSz="914126">
              <a:defRPr/>
            </a:pPr>
            <a:r>
              <a:rPr lang="en-US" sz="1999" b="1" dirty="0">
                <a:solidFill>
                  <a:srgbClr val="FFFFFF"/>
                </a:solidFill>
                <a:latin typeface="Arial" panose="020B0604020202020204" pitchFamily="34" charset="0"/>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defTabSz="914126">
              <a:defRPr/>
            </a:pPr>
            <a:r>
              <a:rPr lang="en-US" sz="1999" b="1" spc="100" dirty="0">
                <a:solidFill>
                  <a:srgbClr val="F97700"/>
                </a:solidFill>
                <a:latin typeface="Arial" panose="020B0604020202020204"/>
              </a:rPr>
              <a:t>FREE WEBINARS </a:t>
            </a:r>
          </a:p>
          <a:p>
            <a:pPr defTabSz="914126">
              <a:defRPr/>
            </a:pPr>
            <a:r>
              <a:rPr lang="en-US" sz="1600" i="1" dirty="0">
                <a:solidFill>
                  <a:srgbClr val="F97700"/>
                </a:solidFill>
                <a:latin typeface="Arial" panose="020B0604020202020204"/>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dirty="0">
              <a:solidFill>
                <a:srgbClr val="FFFFFF"/>
              </a:solidFill>
              <a:latin typeface="Arial" panose="020B0604020202020204"/>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defTabSz="914126">
              <a:defRPr/>
            </a:pPr>
            <a:r>
              <a:rPr lang="en-US" sz="1799" b="1" dirty="0">
                <a:solidFill>
                  <a:srgbClr val="44546A"/>
                </a:solidFill>
                <a:latin typeface="Arial" panose="020B0604020202020204"/>
              </a:rPr>
              <a:t>Enroll Now!</a:t>
            </a:r>
            <a:endParaRPr lang="en-US" sz="1799" b="1" dirty="0">
              <a:solidFill>
                <a:srgbClr val="000000"/>
              </a:solidFill>
              <a:latin typeface="Arial" panose="020B0604020202020204"/>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6572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3_Office Theme">
  <a:themeElements>
    <a:clrScheme name="Custom 927">
      <a:dk1>
        <a:sysClr val="windowText" lastClr="000000"/>
      </a:dk1>
      <a:lt1>
        <a:sysClr val="window" lastClr="FFFFFF"/>
      </a:lt1>
      <a:dk2>
        <a:srgbClr val="153153"/>
      </a:dk2>
      <a:lt2>
        <a:srgbClr val="EEECE1"/>
      </a:lt2>
      <a:accent1>
        <a:srgbClr val="FF4823"/>
      </a:accent1>
      <a:accent2>
        <a:srgbClr val="346CE8"/>
      </a:accent2>
      <a:accent3>
        <a:srgbClr val="8BB74C"/>
      </a:accent3>
      <a:accent4>
        <a:srgbClr val="D0AD49"/>
      </a:accent4>
      <a:accent5>
        <a:srgbClr val="5CEEA6"/>
      </a:accent5>
      <a:accent6>
        <a:srgbClr val="7740B5"/>
      </a:accent6>
      <a:hlink>
        <a:srgbClr val="0000FF"/>
      </a:hlink>
      <a:folHlink>
        <a:srgbClr val="800080"/>
      </a:folHlink>
    </a:clrScheme>
    <a:fontScheme name="slidemodel">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emplate/>
  <TotalTime>8067</TotalTime>
  <Words>1351</Words>
  <Application>Microsoft Office PowerPoint</Application>
  <PresentationFormat>Custom</PresentationFormat>
  <Paragraphs>171</Paragraphs>
  <Slides>28</Slides>
  <Notes>17</Notes>
  <HiddenSlides>0</HiddenSlides>
  <MMClips>0</MMClips>
  <ScaleCrop>false</ScaleCrop>
  <HeadingPairs>
    <vt:vector size="6" baseType="variant">
      <vt:variant>
        <vt:lpstr>Fonts Used</vt:lpstr>
      </vt:variant>
      <vt:variant>
        <vt:i4>12</vt:i4>
      </vt:variant>
      <vt:variant>
        <vt:lpstr>Theme</vt:lpstr>
      </vt:variant>
      <vt:variant>
        <vt:i4>4</vt:i4>
      </vt:variant>
      <vt:variant>
        <vt:lpstr>Slide Titles</vt:lpstr>
      </vt:variant>
      <vt:variant>
        <vt:i4>28</vt:i4>
      </vt:variant>
    </vt:vector>
  </HeadingPairs>
  <TitlesOfParts>
    <vt:vector size="44" baseType="lpstr">
      <vt:lpstr>72</vt:lpstr>
      <vt:lpstr>Amasis MT Pro</vt:lpstr>
      <vt:lpstr>Amasis MT Pro Black</vt:lpstr>
      <vt:lpstr>Arial</vt:lpstr>
      <vt:lpstr>Arial Black</vt:lpstr>
      <vt:lpstr>Calibri</vt:lpstr>
      <vt:lpstr>Cooper Black</vt:lpstr>
      <vt:lpstr>SAP-icons</vt:lpstr>
      <vt:lpstr>Segoe UI</vt:lpstr>
      <vt:lpstr>Segoe UI Black</vt:lpstr>
      <vt:lpstr>Segoe UI Light</vt:lpstr>
      <vt:lpstr>Wingdings</vt:lpstr>
      <vt:lpstr>Office Theme</vt:lpstr>
      <vt:lpstr>1_Office Theme</vt:lpstr>
      <vt:lpstr>2_Office Theme</vt:lpstr>
      <vt:lpstr>3_Office Theme</vt:lpstr>
      <vt:lpstr>SAP BTP Extension Suite Training</vt:lpstr>
      <vt:lpstr>PowerPoint Presentation</vt:lpstr>
      <vt:lpstr>Agenda – Day 18</vt:lpstr>
      <vt:lpstr>Serverless Fiori App</vt:lpstr>
      <vt:lpstr>Serverless Fiori Apps</vt:lpstr>
      <vt:lpstr>Fiori on Cloud Recipe ingredients 3X3</vt:lpstr>
      <vt:lpstr>Persona</vt:lpstr>
      <vt:lpstr>How to configure Build Workzone</vt:lpstr>
      <vt:lpstr>SAP Build Work Zone?</vt:lpstr>
      <vt:lpstr>Hands-on Setting up Build Work Zone</vt:lpstr>
      <vt:lpstr>What is SAP Cloud Identity Service?</vt:lpstr>
      <vt:lpstr>Become Admin for your Identity Service</vt:lpstr>
      <vt:lpstr>Why Multi-tenant App?</vt:lpstr>
      <vt:lpstr>Common Challenges</vt:lpstr>
      <vt:lpstr>What is Multitenant - SaaS</vt:lpstr>
      <vt:lpstr>Benefits of Multi tenant App</vt:lpstr>
      <vt:lpstr>Challenges</vt:lpstr>
      <vt:lpstr>How it works in BTP?</vt:lpstr>
      <vt:lpstr>SAP Customer Perspective</vt:lpstr>
      <vt:lpstr>Multi-tenant App on BTP</vt:lpstr>
      <vt:lpstr>Partner Solutions</vt:lpstr>
      <vt:lpstr>Data Separation for Multi tenant Apps</vt:lpstr>
      <vt:lpstr>SAP BTP Offerings</vt:lpstr>
      <vt:lpstr>Multi Tenant App – Architecture with CAP</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Julian</dc:creator>
  <cp:lastModifiedBy>Anubhav Oberoy</cp:lastModifiedBy>
  <cp:revision>305</cp:revision>
  <dcterms:created xsi:type="dcterms:W3CDTF">2013-09-12T13:05:01Z</dcterms:created>
  <dcterms:modified xsi:type="dcterms:W3CDTF">2026-08-10T08:02:01Z</dcterms:modified>
</cp:coreProperties>
</file>
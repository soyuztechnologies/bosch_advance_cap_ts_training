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87" r:id="rId3"/>
    <p:sldMasterId id="2147483701" r:id="rId4"/>
  </p:sldMasterIdLst>
  <p:notesMasterIdLst>
    <p:notesMasterId r:id="rId34"/>
  </p:notesMasterIdLst>
  <p:sldIdLst>
    <p:sldId id="276" r:id="rId5"/>
    <p:sldId id="4122" r:id="rId6"/>
    <p:sldId id="277" r:id="rId7"/>
    <p:sldId id="4799" r:id="rId8"/>
    <p:sldId id="852" r:id="rId9"/>
    <p:sldId id="4765" r:id="rId10"/>
    <p:sldId id="4804" r:id="rId11"/>
    <p:sldId id="497" r:id="rId12"/>
    <p:sldId id="499" r:id="rId13"/>
    <p:sldId id="4770" r:id="rId14"/>
    <p:sldId id="293" r:id="rId15"/>
    <p:sldId id="324" r:id="rId16"/>
    <p:sldId id="4775" r:id="rId17"/>
    <p:sldId id="4792" r:id="rId18"/>
    <p:sldId id="4797" r:id="rId19"/>
    <p:sldId id="4796" r:id="rId20"/>
    <p:sldId id="4795" r:id="rId21"/>
    <p:sldId id="4794" r:id="rId22"/>
    <p:sldId id="4826" r:id="rId23"/>
    <p:sldId id="4793" r:id="rId24"/>
    <p:sldId id="4801" r:id="rId25"/>
    <p:sldId id="4800" r:id="rId26"/>
    <p:sldId id="4825" r:id="rId27"/>
    <p:sldId id="4798" r:id="rId28"/>
    <p:sldId id="4803" r:id="rId29"/>
    <p:sldId id="4824" r:id="rId30"/>
    <p:sldId id="282" r:id="rId31"/>
    <p:sldId id="280" r:id="rId32"/>
    <p:sldId id="4711" r:id="rId3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5033" autoAdjust="0"/>
  </p:normalViewPr>
  <p:slideViewPr>
    <p:cSldViewPr>
      <p:cViewPr varScale="1">
        <p:scale>
          <a:sx n="110" d="100"/>
          <a:sy n="110" d="100"/>
        </p:scale>
        <p:origin x="320" y="9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6.978"/>
    </inkml:context>
    <inkml:brush xml:id="br0">
      <inkml:brushProperty name="width" value="0.05" units="cm"/>
      <inkml:brushProperty name="height" value="0.05" units="cm"/>
    </inkml:brush>
  </inkml:definitions>
  <inkml:trace contextRef="#ctx0" brushRef="#br0">35 1119 24575,'-1'0'0,"0"0"0,-1 0 0,1 0 0,0 0 0,-1-1 0,1 1 0,0 0 0,0 0 0,-1-1 0,1 1 0,0-1 0,0 1 0,0-1 0,0 0 0,0 1 0,0-1 0,0 0 0,0 0 0,0 0 0,0 0 0,0 0 0,0 0 0,-1-1 0,1-1 0,0 1 0,0-1 0,0 0 0,1 1 0,-1-1 0,1 0 0,-1 1 0,1-1 0,0 0 0,0-4 0,2-8 0,0 1 0,1 0 0,7-20 0,-8 26 0,27-74 0,-29 82 0,0-1 0,0 1 0,0 0 0,0-1 0,0 1 0,0 0 0,0 0 0,1-1 0,-1 1 0,0 0 0,0-1 0,0 1 0,0 0 0,0 0 0,1-1 0,-1 1 0,0 0 0,0 0 0,0 0 0,1-1 0,-1 1 0,0 0 0,0 0 0,1 0 0,-1 0 0,0-1 0,0 1 0,1 0 0,-1 0 0,0 0 0,0 0 0,1 0 0,-1 0 0,0 0 0,1 0 0,-1 0 0,0 0 0,1 0 0,-1 0 0,0 0 0,1 0 0,7 14 0,0 22 0,-8-36 0,9 73 0,-8-66 0,-1-1 0,0 0 0,-1 0 0,1 1 0,-1-1 0,-1 0 0,1 0 0,-1 0 0,-3 9 0,5-15 0,0 1 0,0-1 0,0 0 0,-1 0 0,1 1 0,0-1 0,0 0 0,0 0 0,0 1 0,0-1 0,0 0 0,0 0 0,0 0 0,0 1 0,-1-1 0,1 0 0,0 0 0,0 0 0,0 0 0,0 1 0,-1-1 0,1 0 0,0 0 0,0 0 0,0 0 0,-1 0 0,1 0 0,0 0 0,0 1 0,-1-1 0,1 0 0,0 0 0,0 0 0,-1 0 0,1 0 0,0 0 0,0 0 0,-1 0 0,1 0 0,0 0 0,0 0 0,0 0 0,-1-1 0,1 1 0,0 0 0,-1 0 0,-4-13 0,0-22 0,23-237 0,-11 210 0,-5 44 0,34-254 0,-28 230 0,2 0 0,1 1 0,3 1 0,26-55 0,-33 81 0,1 0 0,0 1 0,1 0 0,0 1 0,2 0 0,-1 0 0,1 1 0,1 0 0,15-11 0,-21 18 0,-1 1 0,1-1 0,-1 1 0,1 1 0,0-1 0,0 1 0,0 0 0,1 0 0,-1 0 0,0 1 0,1 0 0,-1 1 0,1-1 0,-1 1 0,1 0 0,-1 1 0,1 0 0,-1 0 0,0 0 0,1 1 0,-1 0 0,0 0 0,0 0 0,9 6 0,-9-5 0,0 1 0,0 0 0,0 0 0,-1 1 0,0-1 0,0 1 0,0 0 0,-1 1 0,1-1 0,-1 1 0,0 0 0,3 6 0,-3-3 0,-1 1 0,1-1 0,-2 0 0,1 1 0,-1 0 0,-1-1 0,2 19 0,-4-8 0,0-1 0,-1 0 0,-1 1 0,0-1 0,-2 0 0,0-1 0,-1 1 0,-11 21 0,3-12 0,-2-1 0,-1-1 0,-1 0 0,-2-1 0,0-1 0,-2-1 0,0-1 0,-1-1 0,-2-1 0,0-1 0,-38 23 0,60-41 0,-3 3 0,1-1 0,-1 0 0,0 0 0,-1 0 0,-6 1 0,50-22 0,-9 9 0,0 1 0,0 2 0,1 0 0,0 2 0,51 0 0,-64 4 0,-1 1 0,1 0 0,-1 1 0,1 1 0,-1 0 0,0 1 0,0 1 0,0 0 0,-1 2 0,0-1 0,0 1 0,19 14 0,-29-18 0,1 1 0,-1 0 0,1 0 0,-1 0 0,0 1 0,-1-1 0,1 1 0,-1 0 0,0 0 0,0 1 0,0-1 0,-1 0 0,0 1 0,0 0 0,0-1 0,-1 1 0,0 0 0,0 0 0,0 0 0,-1 0 0,0 0 0,0 0 0,-1 0 0,1 0 0,-1-1 0,0 1 0,-1 0 0,0 0 0,0-1 0,0 1 0,0-1 0,-1 1 0,0-1 0,0 0 0,0 0 0,-5 5 0,-4 4 0,0-1 0,-1-1 0,0 0 0,-1-1 0,0 0 0,0-1 0,-2-1 0,1 0 0,-1-1 0,-29 11 0,21-11 0,0-1 0,0-1 0,0-1 0,-1-1 0,1-1 0,-1-2 0,-28 0 0,42-2-170,1 0-1,-1-1 0,1 0 1,0-1-1,-1 1 0,1-2 1,-11-5-1,-11-9-6655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7.645"/>
    </inkml:context>
    <inkml:brush xml:id="br0">
      <inkml:brushProperty name="width" value="0.05" units="cm"/>
      <inkml:brushProperty name="height" value="0.05" units="cm"/>
    </inkml:brush>
  </inkml:definitions>
  <inkml:trace contextRef="#ctx0" brushRef="#br0">78 307 24575,'16'-3'0,"-15"2"0,0 0 0,1 1 0,-1 0 0,1-1 0,-1 1 0,1 0 0,-1 0 0,1-1 0,-1 1 0,1 0 0,1 1 0,-3-1 0,0 0 0,1 0 0,-1 0 0,0 1 0,0-1 0,0 0 0,1 0 0,-1 1 0,0-1 0,0 0 0,0 0 0,0 1 0,0-1 0,0 0 0,0 0 0,0 1 0,0-1 0,1 0 0,-1 0 0,0 1 0,0-1 0,0 0 0,0 1 0,-1-1 0,1 0 0,0 0 0,0 1 0,0-1 0,0 0 0,0 0 0,0 1 0,0-1 0,0 0 0,-1 0 0,1 1 0,0-1 0,0 0 0,-8 12 0,8-10 0,-7 9 0,0 1 0,1-1 0,1 2 0,0-1 0,1 0 0,0 1 0,-2 16 0,5-22 0,0 0 0,1 0 0,-1-1 0,2 1 0,-1 0 0,1 0 0,1 7 0,-1-10 0,0-1 0,1 1 0,-1-1 0,1 0 0,-1 1 0,1-1 0,0 0 0,0 0 0,0 0 0,1 0 0,-1 0 0,1-1 0,5 5 0,-5-5 0,-1 0 0,1-1 0,-1 1 0,1-1 0,0 0 0,0 0 0,0 0 0,0 0 0,0 0 0,0 0 0,0-1 0,0 0 0,0 1 0,0-1 0,0 0 0,6-1 0,-4-1 0,0 1 0,1-1 0,-1 0 0,0 0 0,0 0 0,0-1 0,0 1 0,8-8 0,-5 4 0,-1-1 0,1 1 0,-1-2 0,-1 1 0,0-1 0,0 0 0,0 0 0,-1-1 0,0 1 0,4-12 0,-7 14 0,0 0 0,-1 0 0,1 0 0,-1 0 0,-1 0 0,1 0 0,-1 0 0,0 0 0,0 0 0,-1 0 0,0 0 0,0 0 0,0 0 0,-1 0 0,0 0 0,0 1 0,0-1 0,-1 1 0,0-1 0,0 1 0,0 0 0,-1 0 0,-5-6 0,4 6 0,0 0 0,-1 0 0,0 0 0,0 1 0,-1-1 0,1 2 0,-1-1 0,0 1 0,0 0 0,0 0 0,0 1 0,0 0 0,-1 0 0,1 0 0,-1 1 0,1 1 0,-1-1 0,-10 2 0,9-1 0,0 2 0,0-1 0,1 1 0,-1 0 0,-12 6 0,18-7 0,0 0 0,1 0 0,-1 0 0,1 1 0,-1-1 0,1 1 0,0-1 0,-1 1 0,1 0 0,0 0 0,0 0 0,0 0 0,1 0 0,-1 1 0,0-1 0,1 1 0,-1-1 0,1 1 0,0-1 0,0 1 0,-1 3 0,2-5 0,0 1 0,0-1 0,0 0 0,0 1 0,0-1 0,0 0 0,0 1 0,0-1 0,0 0 0,1 0 0,-1 1 0,1-1 0,-1 0 0,1 0 0,-1 1 0,1-1 0,0 0 0,0 0 0,-1 0 0,1 0 0,0 0 0,1 1 0,1 0 0,-1-1 0,1 1 0,-1-1 0,1 1 0,0-1 0,0 0 0,0 0 0,0 0 0,4 1 0,4 0 0,0-1 0,1 0 0,0-1 0,12-1 0,12-3 0,0-2 0,-1-1 0,0-1 0,53-22 0,-27 5 0,91-53 0,-108 53 0,0-3 0,62-51 0,-102 75 0,1-1 0,0 1 0,-1-1 0,7-10 0,-11 15 0,1-1 0,-1 0 0,1 1 0,-1-1 0,0 0 0,0 0 0,1 1 0,-1-1 0,0 0 0,0 0 0,0 0 0,0 1 0,0-1 0,0 0 0,0 0 0,0 0 0,0 1 0,0-1 0,-1-1 0,1 1 0,-1 1 0,1-1 0,-1 0 0,0 0 0,1 1 0,-1-1 0,0 1 0,0-1 0,0 1 0,1-1 0,-1 1 0,0-1 0,0 1 0,0 0 0,0-1 0,0 1 0,0 0 0,0 0 0,0 0 0,-1 0 0,-8-1 0,0 1 0,0 0 0,-1 1 0,1 0 0,0 1 0,1 0 0,-1 1 0,-15 5 0,-75 37 0,94-42 0,-16 8 0,-29 19 0,45-26 0,0 0 0,1 0 0,0 1 0,0 0 0,0 0 0,0 0 0,1 0 0,0 1 0,-6 10 0,9-14 0,0-1 0,0 1 0,1-1 0,-1 1 0,1 0 0,-1-1 0,1 1 0,0 0 0,0-1 0,0 1 0,0 0 0,0 0 0,0-1 0,0 1 0,0 0 0,1-1 0,-1 1 0,1 0 0,-1-1 0,2 4 0,0-3 0,0 1 0,0-1 0,0 1 0,0-1 0,0 0 0,1 0 0,-1 0 0,1 0 0,-1 0 0,6 2 0,5 2 0,0-1 0,1-1 0,26 7 0,-38-11 0,138 23 0,-86-16 0,85 22 0,-132-27 0,-1 0 0,0 1 0,1-1 0,-1 1 0,8 5 0,-13-7 0,0 0 0,0-1 0,0 1 0,-1 0 0,1-1 0,0 1 0,0 0 0,-1 0 0,1-1 0,0 1 0,-1 0 0,1 0 0,-1 0 0,1 0 0,-1 0 0,1 0 0,-1 0 0,0 0 0,0 0 0,1 0 0,-1 0 0,0 1 0,0-1 0,0 0 0,0 0 0,0 0 0,0 0 0,-1 0 0,1 0 0,0 0 0,0 0 0,-1 0 0,1 0 0,-1 0 0,1 0 0,-1 0 0,1 0 0,-1 0 0,0 0 0,-1 1 0,-3 4 0,0-1 0,-1 1 0,0-1 0,-1-1 0,1 1 0,-1-1 0,1 0 0,-11 4 0,-64 23 0,67-26 0,-23 7 0,-59 12 0,82-21 0,0-1 0,0-1 0,-1 0 0,1-1 0,-1 0 0,1-1 0,-20-4 0,6-7-1365,10-1-5461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8.239"/>
    </inkml:context>
    <inkml:brush xml:id="br0">
      <inkml:brushProperty name="width" value="0.05" units="cm"/>
      <inkml:brushProperty name="height" value="0.05" units="cm"/>
    </inkml:brush>
  </inkml:definitions>
  <inkml:trace contextRef="#ctx0" brushRef="#br0">242 393 24575,'1'-1'0,"1"-1"0,0 0 0,-1 1 0,1-1 0,0 0 0,-1 0 0,1 0 0,-1 0 0,2-4 0,-3 5 0,0 0 0,0-1 0,0 1 0,0-1 0,0 1 0,0 0 0,0-1 0,0 1 0,-1 0 0,1-1 0,0 1 0,-1 0 0,1-1 0,-1 1 0,0 0 0,1 0 0,-3-3 0,-1-2 0,0 0 0,0 0 0,-1 0 0,0 1 0,0-1 0,0 1 0,-1 0 0,0 1 0,0-1 0,0 1 0,-8-4 0,11 7 0,1 0 0,-1 0 0,0 0 0,0 0 0,0 0 0,0 0 0,0 1 0,0-1 0,0 1 0,0 0 0,0 0 0,0 0 0,0 1 0,0-1 0,0 1 0,1-1 0,-1 1 0,0 0 0,0 0 0,0 0 0,0 1 0,1-1 0,-1 1 0,1-1 0,-1 1 0,1 0 0,0 0 0,-1 0 0,-2 4 0,-7 10 0,1 1 0,0 0 0,1 1 0,1 0 0,1 0 0,0 1 0,2 0 0,0 1 0,1-1 0,-2 23 0,6-36 0,0 0 0,1-1 0,-1 1 0,2 0 0,-1-1 0,0 1 0,1-1 0,3 12 0,-3-15 0,0 0 0,0 0 0,0 0 0,0 0 0,0 0 0,0 0 0,1-1 0,-1 1 0,0 0 0,1-1 0,0 1 0,-1-1 0,1 1 0,0-1 0,0 0 0,0 0 0,0 0 0,0 0 0,0 0 0,0 0 0,0-1 0,0 1 0,0-1 0,0 1 0,5-1 0,3 0 0,1 0 0,0-1 0,-1 0 0,1 0 0,-1-2 0,0 1 0,0-1 0,0-1 0,0 0 0,15-8 0,0-2 0,0-1 0,38-31 0,-52 37 0,0 0 0,-1-1 0,0-1 0,-1 1 0,0-2 0,0 1 0,-1-1 0,-1-1 0,0 1 0,-1-1 0,0 0 0,-1-1 0,0 1 0,-1-1 0,-1 0 0,0 0 0,-1 0 0,-1-1 0,0 1 0,0 0 0,-2-1 0,0 1 0,-3-16 0,1 10 0,-1 0 0,0 0 0,-2 1 0,0 0 0,-2 0 0,-18-35 0,11 37 0,15 17 0,0 0 0,-1 0 0,1-1 0,0 1 0,-1 0 0,1 0 0,-1 0 0,1 0 0,0-1 0,-1 1 0,1 0 0,-1 0 0,1 0 0,-1 0 0,1 0 0,0 0 0,-1 0 0,1 0 0,-1 0 0,1 1 0,0-1 0,-1 0 0,1 0 0,-1 0 0,0 1 0,0 0 0,0 0 0,0 1 0,0-1 0,0 1 0,1-1 0,-1 1 0,0 0 0,1-1 0,-1 1 0,1 0 0,-1-1 0,1 1 0,0 0 0,0-1 0,0 1 0,0 0 0,0 0 0,1 2 0,3 33 0,2-1 0,1 1 0,13 35 0,-3-5 0,-10-42 0,3 19 0,2-1 0,25 61 0,-36-102 0,-1-1 0,1 1 0,0 0 0,0-1 0,0 1 0,0-1 0,0 1 0,0-1 0,0 1 0,0-1 0,1 0 0,-1 1 0,0-1 0,1 0 0,-1 0 0,3 1 0,-3-2 0,0 0 0,0 0 0,1-1 0,-1 1 0,0 0 0,0 0 0,0-1 0,0 1 0,0-1 0,0 1 0,0-1 0,0 1 0,-1-1 0,1 0 0,0 1 0,0-1 0,0 0 0,-1 0 0,1 0 0,0 1 0,-1-1 0,1 0 0,0 0 0,-1 0 0,1 0 0,-1 0 0,0 0 0,1-1 0,11-25 0,0-1 0,10-40 0,-16 45 0,1 1 0,1 0 0,1 1 0,1 0 0,16-25 0,-24 43 0,0 0 0,0 1 0,0-1 0,0 1 0,1-1 0,-1 1 0,1 0 0,-1 0 0,1 0 0,0 0 0,0 0 0,0 1 0,0-1 0,0 1 0,0 0 0,0 0 0,1 0 0,-1 0 0,6 0 0,-5 1 0,0 0 0,0 1 0,0 0 0,-1 0 0,1 0 0,0 0 0,0 0 0,-1 1 0,1-1 0,-1 1 0,1 0 0,-1 0 0,0 1 0,0-1 0,1 1 0,2 3 0,13 15-195,-1 1 0,-2 1 0,0 0 0,-2 1 0,0 1 0,14 36 0,-11-23-6631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48.649"/>
    </inkml:context>
    <inkml:brush xml:id="br0">
      <inkml:brushProperty name="width" value="0.05" units="cm"/>
      <inkml:brushProperty name="height" value="0.05" units="cm"/>
    </inkml:brush>
  </inkml:definitions>
  <inkml:trace contextRef="#ctx0" brushRef="#br0">1 716 24575,'10'-1'0,"0"-1"0,-1 0 0,1 0 0,9-4 0,12-4 0,3202-627-9011,-2717 583 10432,-479 53-2022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3.503"/>
    </inkml:context>
    <inkml:brush xml:id="br0">
      <inkml:brushProperty name="width" value="0.05" units="cm"/>
      <inkml:brushProperty name="height" value="0.05" units="cm"/>
    </inkml:brush>
  </inkml:definitions>
  <inkml:trace contextRef="#ctx0" brushRef="#br0">0 0 23623,'0'5509'0,"9351"-5509"0,-9351-5509 0,-9351 5509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5.696"/>
    </inkml:context>
    <inkml:brush xml:id="br0">
      <inkml:brushProperty name="width" value="0.05" units="cm"/>
      <inkml:brushProperty name="height" value="0.05" units="cm"/>
    </inkml:brush>
  </inkml:definitions>
  <inkml:trace contextRef="#ctx0" brushRef="#br0">0 0 24575,'13'63'0,"2"160"-682,-20 309-1,2-489-6143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038"/>
    </inkml:context>
    <inkml:brush xml:id="br0">
      <inkml:brushProperty name="width" value="0.05" units="cm"/>
      <inkml:brushProperty name="height" value="0.05" units="cm"/>
    </inkml:brush>
  </inkml:definitions>
  <inkml:trace contextRef="#ctx0" brushRef="#br0">173 632 24575,'-29'-41'0,"-4"-8"0,-31-60 0,56 94 0,1 0 0,1 0 0,0-1 0,1 0 0,1-1 0,1 1 0,0-1 0,-1-28 0,4 37 0,0-1 0,1 1 0,1-1 0,-1 1 0,1 0 0,1-1 0,-1 1 0,2 0 0,-1 0 0,1 1 0,0-1 0,6-7 0,-2 5 0,0 0 0,0 1 0,1 0 0,0 0 0,1 1 0,0 1 0,18-12 0,-8 9 0,0 0 0,1 1 0,0 1 0,0 1 0,0 1 0,1 1 0,0 0 0,44-1 0,-46 5 0,1 2 0,-1 1 0,0 0 0,0 1 0,-1 1 0,1 1 0,-1 1 0,0 1 0,0 0 0,-1 1 0,35 22 0,-42-23 0,-1 1 0,0 0 0,0 0 0,0 1 0,-1 0 0,-1 1 0,0 0 0,0 1 0,-1-1 0,0 2 0,0-1 0,-2 1 0,1-1 0,-2 2 0,1-1 0,-2 0 0,1 1 0,-2 0 0,2 19 0,-3-17 0,-2 0 0,0 0 0,0 0 0,-2 0 0,0-1 0,0 1 0,-1-1 0,-1 0 0,-1 0 0,0 0 0,0-1 0,-1 0 0,-1 0 0,-1 0 0,1-1 0,-2-1 0,0 1 0,-16 13 0,10-10 0,-2-1 0,0 0 0,-1-1 0,0-2 0,0 1 0,-1-2 0,-1-1 0,0-1 0,0 0 0,-1-2 0,-35 7 0,44-12-341,1 0 0,-1 0-1,-20-2 1,9-3-6485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407"/>
    </inkml:context>
    <inkml:brush xml:id="br0">
      <inkml:brushProperty name="width" value="0.05" units="cm"/>
      <inkml:brushProperty name="height" value="0.05" units="cm"/>
    </inkml:brush>
  </inkml:definitions>
  <inkml:trace contextRef="#ctx0" brushRef="#br0">0 147 24575,'0'-2'0,"1"0"0,-1 0 0,1 0 0,-1 0 0,1 0 0,0 0 0,0 0 0,0 0 0,0 1 0,0-1 0,0 0 0,0 1 0,1-1 0,-1 1 0,1-1 0,-1 1 0,3-2 0,0 0 0,1-1 0,0 1 0,0 0 0,9-4 0,-9 5 0,1 0 0,-1 1 0,0-1 0,1 1 0,-1 0 0,1 0 0,-1 1 0,1 0 0,-1 0 0,1 0 0,-1 0 0,1 1 0,-1 0 0,1 0 0,-1 1 0,7 2 0,-5-1 0,0 1 0,-1 0 0,1 0 0,-1 0 0,1 1 0,-2 0 0,1 1 0,0-1 0,-1 1 0,7 10 0,-4-4 0,0 1 0,-1-1 0,0 1 0,-2 1 0,1-1 0,-1 1 0,-1 0 0,-1 0 0,0 0 0,-1 1 0,0-1 0,-1 16 0,-1-21 0,-1-1 0,0 0 0,-1 0 0,1 0 0,-2 0 0,1-1 0,-1 1 0,0 0 0,-1-1 0,-4 7 0,7-11 0,-1-1 0,1 0 0,-1 1 0,0-1 0,0 0 0,0 0 0,0 0 0,0 0 0,-1-1 0,1 1 0,0 0 0,-1-1 0,1 0 0,-1 0 0,0 1 0,1-2 0,-1 1 0,0 0 0,0 0 0,0-1 0,1 0 0,-1 1 0,0-1 0,0 0 0,0 0 0,0-1 0,0 1 0,1-1 0,-1 1 0,0-1 0,-4-2 0,3 2 0,0-1 0,0 0 0,1 0 0,-1 0 0,1 0 0,-1-1 0,1 1 0,0-1 0,0 0 0,0 0 0,0 0 0,1 0 0,-1-1 0,-2-4 0,2 2 0,0-1 0,0 1 0,1 0 0,0-1 0,1 0 0,-1 1 0,1-1 0,0-8 0,1-1 0,0-1 0,1 1 0,1-1 0,1 1 0,0 0 0,9-25 0,-5 19 69,2 0-1,0 1 0,2 0 0,20-31 1,-27 46-164,1-1 0,-1 2 0,1-1 0,1 0 1,-1 1-1,1 0 0,0 0 0,0 0 0,0 1 0,0 0 1,1 0-1,0 1 0,0 0 0,0 0 0,0 0 1,0 1-1,14-2 0,4 3-6731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6.764"/>
    </inkml:context>
    <inkml:brush xml:id="br0">
      <inkml:brushProperty name="width" value="0.05" units="cm"/>
      <inkml:brushProperty name="height" value="0.05" units="cm"/>
    </inkml:brush>
  </inkml:definitions>
  <inkml:trace contextRef="#ctx0" brushRef="#br0">83 44 24575,'0'-2'0,"0"0"0,0-1 0,-1 1 0,1-1 0,-1 1 0,1 0 0,-1 0 0,0-1 0,0 1 0,0 0 0,0 0 0,0 0 0,-1 0 0,1 0 0,-3-3 0,3 4 0,0 1 0,1-1 0,-1 1 0,1-1 0,-1 1 0,0 0 0,1-1 0,-1 1 0,0 0 0,1-1 0,-1 1 0,0 0 0,0 0 0,1 0 0,-1 0 0,0 0 0,0 0 0,1 0 0,-1 0 0,0 0 0,0 0 0,-1 1 0,1-1 0,0 1 0,-1 0 0,1-1 0,0 1 0,0 0 0,0 0 0,-1 0 0,1 0 0,0 0 0,0 0 0,0 1 0,1-1 0,-3 2 0,-1 6 0,-1-1 0,1 1 0,1 0 0,0 0 0,0 1 0,1-1 0,0 1 0,-1 13 0,-1 83 0,5-78 0,-1-18 0,-1 8 0,6 36 0,-5-50 0,1 1 0,0-1 0,0 0 0,0 0 0,0 0 0,1-1 0,0 1 0,0 0 0,0 0 0,0-1 0,0 1 0,1-1 0,-1 0 0,6 5 0,-7-7 0,0 0 0,1 0 0,-1 0 0,0 0 0,1-1 0,-1 1 0,1 0 0,-1-1 0,1 1 0,-1-1 0,1 1 0,0-1 0,-1 0 0,1 1 0,-1-1 0,1 0 0,0 0 0,-1 0 0,1-1 0,0 1 0,-1 0 0,3-1 0,-1 0 0,0-1 0,0 1 0,0-1 0,-1 0 0,1 0 0,0 0 0,-1 0 0,1-1 0,-1 1 0,3-4 0,4-5 0,-2-1 0,1 0 0,-1 0 0,5-15 0,0 0 0,-2 0 0,9-38 0,-17 55 0,0-1 0,0 1 0,-1-1 0,0 1 0,-1-1 0,0 1 0,-1-1 0,0 1 0,-4-20 0,4 28 0,0 0 0,1-1 0,-1 1 0,0 0 0,0 0 0,0 0 0,0 0 0,0 0 0,-1 0 0,1 1 0,-1-1 0,1 0 0,-1 1 0,1-1 0,-1 1 0,0-1 0,0 1 0,0 0 0,0 0 0,0 0 0,0 0 0,0 0 0,0 0 0,0 0 0,0 1 0,-5-1 0,4 1 0,-1 0 0,1 0 0,0 1 0,-1 0 0,1-1 0,0 1 0,-1 0 0,1 1 0,0-1 0,0 1 0,0-1 0,0 1 0,0 0 0,0 0 0,1 0 0,-1 0 0,-2 4 0,-12 13-1365,2-1-5461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104"/>
    </inkml:context>
    <inkml:brush xml:id="br0">
      <inkml:brushProperty name="width" value="0.05" units="cm"/>
      <inkml:brushProperty name="height" value="0.05" units="cm"/>
    </inkml:brush>
  </inkml:definitions>
  <inkml:trace contextRef="#ctx0" brushRef="#br0">1 128 24575,'9'-34'0,"-8"30"0,0 0 0,0 0 0,0 0 0,0 0 0,0 1 0,1-1 0,3-7 0,-4 11 0,-1 0 0,0-1 0,1 1 0,-1 0 0,0-1 0,0 1 0,1 0 0,-1 0 0,1-1 0,-1 1 0,0 0 0,1 0 0,-1 0 0,1 0 0,-1 0 0,0-1 0,1 1 0,-1 0 0,1 0 0,-1 0 0,1 0 0,-1 0 0,0 0 0,1 0 0,-1 0 0,1 0 0,-1 1 0,1-1 0,-1 0 0,0 0 0,1 0 0,-1 0 0,0 1 0,1-1 0,-1 0 0,1 0 0,-1 1 0,0-1 0,1 0 0,-1 0 0,0 1 0,0-1 0,1 0 0,-1 1 0,0-1 0,0 1 0,0-1 0,1 1 0,12 23 0,-12-22 0,12 29 0,16 56 0,2 11 0,-25-85 0,-1-1 0,1 0 0,1 0 0,0 0 0,12 13 0,-17-23 0,-1 0 0,1 0 0,0 0 0,-1-1 0,1 1 0,0-1 0,0 1 0,0-1 0,0 0 0,0 1 0,1-1 0,-1 0 0,0-1 0,0 1 0,1 0 0,-1-1 0,1 1 0,-1-1 0,0 0 0,1 1 0,3-2 0,-3 1 0,-1-1 0,1 0 0,0 0 0,0 0 0,-1 0 0,1 0 0,-1-1 0,1 1 0,-1-1 0,1 0 0,-1 1 0,0-1 0,0 0 0,0 0 0,0-1 0,0 1 0,2-5 0,6-10 0,-1 0 0,0 0 0,-2-1 0,0 0 0,7-34 0,-4 6 0,4-57 0,-12 81 0,-1 7 0,0 0 0,5-18 0,-3 28 128,0 11 60,1 16-809,-3-16-439,3 15-5766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306"/>
    </inkml:context>
    <inkml:brush xml:id="br0">
      <inkml:brushProperty name="width" value="0.05" units="cm"/>
      <inkml:brushProperty name="height" value="0.05" units="cm"/>
    </inkml:brush>
  </inkml:definitions>
  <inkml:trace contextRef="#ctx0" brushRef="#br0">0 44 24575,'0'-2'0,"0"-5"0,3-2 0,1-4 0,-1 4 0,0 6 0,2 9 0,0 8 0,-1 9 0,-1 4 0,-1 7 0,-1 3 0,-1 3 0,1 0 0,-2-1 0,1-4 0,0-6 0,0-7-8191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445"/>
    </inkml:context>
    <inkml:brush xml:id="br0">
      <inkml:brushProperty name="width" value="0.05" units="cm"/>
      <inkml:brushProperty name="height" value="0.05" units="cm"/>
    </inkml:brush>
  </inkml:definitions>
  <inkml:trace contextRef="#ctx0" brushRef="#br0">1 158 24575,'0'-11'0,"0"-12"0,0-7 0,2-2 0,2 2 0,-1 10 0,0 9 0,-1 11 0,-1 10 0,0 12 0,2 7 0,1-1-8191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7.896"/>
    </inkml:context>
    <inkml:brush xml:id="br0">
      <inkml:brushProperty name="width" value="0.05" units="cm"/>
      <inkml:brushProperty name="height" value="0.05" units="cm"/>
    </inkml:brush>
  </inkml:definitions>
  <inkml:trace contextRef="#ctx0" brushRef="#br0">127 601 24575,'4'0'0,"1"-1"0,-1 0 0,1-1 0,-1 1 0,1-1 0,-1 1 0,0-1 0,0-1 0,0 1 0,0 0 0,0-1 0,-1 0 0,1 0 0,-1 0 0,0 0 0,0-1 0,4-4 0,0-1 0,0-1 0,-1 1 0,0-1 0,0 0 0,7-20 0,-11 23 0,0 0 0,0 0 0,-1 0 0,1 0 0,-1-13 0,-1 19 0,0 0 0,0-1 0,0 1 0,0 0 0,0 0 0,0-1 0,0 1 0,-1 0 0,1 0 0,0 0 0,-1 0 0,1-1 0,-1 1 0,1 0 0,-1 0 0,0 0 0,1 0 0,-1 0 0,0 0 0,0 0 0,0 1 0,0-1 0,0 0 0,0 0 0,0 1 0,0-1 0,0 0 0,0 1 0,0-1 0,0 1 0,0-1 0,0 1 0,-1 0 0,1 0 0,0-1 0,0 1 0,0 0 0,-1 0 0,1 0 0,0 0 0,-3 1 0,-3 0 0,0 1 0,0 0 0,0 0 0,1 1 0,-1 0 0,1 0 0,-1 1 0,1 0 0,0 0 0,0 0 0,0 1 0,1-1 0,0 2 0,0-1 0,-6 8 0,-4 6 0,0 2 0,2-1 0,-13 27 0,15-28 0,2 1 0,-12 37 0,19-52 0,0 0 0,1 1 0,0-1 0,0 1 0,1-1 0,-1 1 0,1-1 0,0 1 0,1-1 0,-1 1 0,1-1 0,0 0 0,1 1 0,-1-1 0,1 0 0,4 9 0,-4-11 0,-1-1 0,1 1 0,0-1 0,0 0 0,0 0 0,0 0 0,1 0 0,-1 0 0,0 0 0,1 0 0,-1-1 0,1 1 0,0-1 0,0 0 0,-1 0 0,5 1 0,-2-1 0,0 0 0,-1-1 0,1 1 0,0-1 0,0 0 0,0 0 0,0-1 0,0 0 0,6-1 0,-1-1 0,1-1 0,-1 0 0,0 0 0,0-1 0,0 0 0,-1-1 0,1 0 0,9-9 0,-6 3 0,-1-1 0,-1 0 0,0-1 0,-1 0 0,-1-1 0,0 0 0,-1 0 0,0-1 0,8-28 0,-3 4 0,-3 0 0,11-80 0,-15 58 0,-2 0 0,-2-1 0,-10-84 0,3 118 0,2 24 0,0 14 0,1 21 0,0 56 0,16 135 0,-7-168 0,2 0 0,3-1 0,32 90 0,-22-93-1365,-1-11-5461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8.238"/>
    </inkml:context>
    <inkml:brush xml:id="br0">
      <inkml:brushProperty name="width" value="0.05" units="cm"/>
      <inkml:brushProperty name="height" value="0.05" units="cm"/>
    </inkml:brush>
  </inkml:definitions>
  <inkml:trace contextRef="#ctx0" brushRef="#br0">83 239 24575,'1'-1'0,"0"0"0,0 0 0,0 0 0,0 0 0,0 0 0,-1-1 0,1 1 0,0 0 0,-1-1 0,1 1 0,-1 0 0,0-1 0,1 1 0,-1-1 0,0 1 0,0 0 0,0-1 0,0 1 0,0-1 0,0 1 0,0 0 0,-1-1 0,1-1 0,-1 4 0,0 0 0,1 0 0,-1 0 0,1-1 0,-1 1 0,1 0 0,-1 1 0,1-1 0,0 0 0,0 0 0,-1 0 0,1 0 0,0 0 0,0 1 0,0 0 0,0-1 0,0 1 0,0-1 0,0 1 0,0 0 0,0-1 0,1 1 0,-1-1 0,0 1 0,1-1 0,-1 1 0,1-1 0,0 1 0,-1-1 0,1 0 0,0 1 0,0-1 0,0 0 0,0 0 0,0 0 0,0 0 0,0 1 0,1-1 0,-1-1 0,0 1 0,1 0 0,-1 0 0,0 0 0,1-1 0,-1 1 0,1-1 0,-1 1 0,1-1 0,-1 0 0,1 1 0,-1-1 0,1 0 0,0 0 0,-1 0 0,3 0 0,-1-1 0,1 1 0,-1-1 0,0 1 0,1-1 0,-1 0 0,0 0 0,0-1 0,0 1 0,0-1 0,0 1 0,0-1 0,0 0 0,0 0 0,-1 0 0,1-1 0,-1 1 0,1-1 0,1-3 0,1-2 0,-1-1 0,0 0 0,0 0 0,-1 0 0,0-1 0,-1 1 0,0-1 0,-1 1 0,0-1 0,0 0 0,-1 1 0,0-1 0,-1 0 0,0 0 0,-1 1 0,1-1 0,-2 1 0,0-1 0,-6-14 0,8 22 0,0 1 0,1-1 0,-2 1 0,1-1 0,0 0 0,0 1 0,0 0 0,-1-1 0,1 1 0,0 0 0,-1 0 0,1-1 0,-1 1 0,0 0 0,1 1 0,-1-1 0,0 0 0,0 0 0,1 1 0,-1-1 0,0 1 0,0-1 0,0 1 0,0 0 0,0 0 0,1 0 0,-1 0 0,0 0 0,0 0 0,0 1 0,0-1 0,0 1 0,0-1 0,1 1 0,-1-1 0,0 1 0,0 0 0,1 0 0,-1 0 0,-1 2 0,-5 2 0,1 0 0,0 1 0,0 0 0,1 1 0,-1 0 0,-9 14 0,6-6 0,1 0 0,1 1 0,0 0 0,1 0 0,1 1 0,1-1 0,-6 28 0,9-36 0,1 0 0,0-1 0,0 1 0,1 0 0,0 0 0,0 0 0,1 0 0,0 0 0,0 0 0,1-1 0,0 1 0,0 0 0,1-1 0,0 0 0,0 0 0,1 1 0,0-2 0,0 1 0,6 6 0,-6-9-62,0 0 0,0-1 0,1 1 0,0-1 0,0 0 0,0-1 0,0 1 0,0-1 0,0 0 0,1 0 0,-1-1 0,1 1-1,-1-1 1,1 0 0,-1-1 0,1 0 0,0 1 0,-1-2 0,1 1 0,0-1 0,6-1 0,20-5-6764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5:58.550"/>
    </inkml:context>
    <inkml:brush xml:id="br0">
      <inkml:brushProperty name="width" value="0.05" units="cm"/>
      <inkml:brushProperty name="height" value="0.05" units="cm"/>
    </inkml:brush>
  </inkml:definitions>
  <inkml:trace contextRef="#ctx0" brushRef="#br0">4 112 24575,'-3'-60'0,"62"136"0,27 40 0,-76-100 0,0 0 0,-2 1 0,0 0 0,-1 0 0,9 30 0,-15-43 0,-1 1 0,1 0 0,0-1 0,-1 1 0,0 0 0,0-1 0,-1 1 0,1 0 0,-1-1 0,0 1 0,0 0 0,0-1 0,-1 1 0,0-1 0,-3 7 0,4-9 0,-1 0 0,1 0 0,-1 0 0,1-1 0,-1 1 0,0 0 0,0-1 0,0 1 0,0-1 0,0 1 0,0-1 0,0 0 0,0 0 0,-1 0 0,1 0 0,0 0 0,-1-1 0,1 1 0,0-1 0,-1 1 0,1-1 0,-1 0 0,1 0 0,-1 0 0,1 0 0,-1-1 0,1 1 0,0-1 0,-1 1 0,1-1 0,-3-1 0,1 1 0,0-1 0,0 0 0,0-1 0,1 1 0,-1 0 0,1-1 0,-1 0 0,1 0 0,0 0 0,0 0 0,0-1 0,0 1 0,1-1 0,-1 0 0,1 1 0,0-1 0,0 0 0,1 0 0,-1 0 0,1-1 0,0 1 0,0 0 0,-1-9 0,1 1 0,0 0 0,0 0 0,1 0 0,1 0 0,0 0 0,1 0 0,6-21 0,-2 16 0,0 0 0,2 0 0,0 0 0,1 1 0,0 0 0,2 1 0,-1 0 0,2 0 0,23-22 0,-25 28 0,1 0 0,-1 0 0,1 1 0,1 1 0,-1 0 0,1 0 0,1 1 0,-1 1 0,1 0 0,0 1 0,0 0 0,1 1 0,24-3 0,-32 6 25,0 0-1,0 0 0,0 0 1,-1 1-1,1 0 1,0 0-1,0 1 0,-1-1 1,1 1-1,0 0 0,-1 1 1,0-1-1,8 6 1,-10-5-97,0-1 1,-1 0 0,1 0 0,-1 1 0,1 0 0,-1-1 0,0 1 0,0 0 0,0 0-1,-1 0 1,1 0 0,-1 1 0,0-1 0,1 0 0,-2 0 0,1 1 0,0-1 0,-1 1 0,1-1-1,-1 1 1,0-1 0,0 1 0,-1 5 0,-5 20-6755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1.960"/>
    </inkml:context>
    <inkml:brush xml:id="br0">
      <inkml:brushProperty name="width" value="0.05" units="cm"/>
      <inkml:brushProperty name="height" value="0.05" units="cm"/>
    </inkml:brush>
  </inkml:definitions>
  <inkml:trace contextRef="#ctx0" brushRef="#br0">143 230 24575,'-1'-5'0,"0"0"0,-1 1 0,0-1 0,0 0 0,0 1 0,0 0 0,-1-1 0,0 1 0,0 0 0,0 0 0,0 1 0,0-1 0,-7-5 0,9 9 0,1 0 0,0 0 0,0 0 0,0 0 0,-1 0 0,1 0 0,0 0 0,0 0 0,0 0 0,-1 0 0,1 0 0,0 0 0,0 0 0,0 0 0,-1 0 0,1 0 0,0 0 0,0 0 0,0 0 0,-1 0 0,1 1 0,0-1 0,0 0 0,0 0 0,-1 0 0,1 0 0,0 0 0,0 0 0,0 1 0,0-1 0,0 0 0,-1 0 0,1 0 0,0 1 0,0-1 0,0 0 0,0 0 0,0 0 0,0 0 0,0 1 0,0-1 0,0 0 0,0 0 0,0 1 0,0-1 0,0 0 0,-2 13 0,2-11 0,-40 448 0,32-389 0,6-37 0,-1 1 0,-1-1 0,-14 44 0,13-61 0,0-11 0,0-16 0,2-17 0,3 0 0,1-1 0,1 1 0,11-52 0,-10 71 0,41-209 0,-34 189 0,2 0 0,2 1 0,33-65 0,-41 91 0,1 1 0,0 0 0,0 1 0,1-1 0,0 1 0,0 1 0,1-1 0,0 2 0,14-10 0,-18 14 0,0 0 0,0 1 0,0-1 0,0 1 0,0 0 0,0 1 0,1-1 0,-1 1 0,1 0 0,-1 0 0,1 1 0,-1 0 0,1 0 0,-1 0 0,1 1 0,-1-1 0,1 1 0,-1 1 0,0-1 0,1 1 0,-1 0 0,7 3 0,-6-2 0,0 1 0,0 0 0,0 0 0,0 0 0,-1 1 0,1 0 0,-1 0 0,-1 0 0,1 1 0,-1 0 0,0 0 0,0 0 0,0 0 0,-1 0 0,0 1 0,0-1 0,-1 1 0,0 0 0,0 0 0,0 0 0,0 7 0,-1-2 0,-1-1 0,0 1 0,0-1 0,-1 1 0,0-1 0,-1 0 0,-1 1 0,0-1 0,0 0 0,-1 0 0,0-1 0,-9 16 0,-2-4 0,0-1 0,-1 0 0,-1-1 0,-1-1 0,-1-1 0,0 0 0,-1-2 0,-1 0 0,-42 23 0,60-37 0,-13 9 0,16-11 0,-1 0 0,1 0 0,0 0 0,0 0 0,0 1 0,0-1 0,-1 0 0,1 0 0,0 0 0,0 0 0,0 1 0,0-1 0,0 0 0,0 0 0,-1 0 0,1 1 0,0-1 0,0 0 0,0 0 0,0 1 0,0-1 0,0 0 0,0 0 0,0 0 0,0 1 0,0-1 0,0 0 0,0 0 0,0 1 0,0-1 0,0 0 0,1 0 0,-1 0 0,0 1 0,0-1 0,0 0 0,0 0 0,0 0 0,0 1 0,0-1 0,1 0 0,-1 0 0,0 0 0,0 0 0,0 0 0,1 1 0,-1-1 0,0 0 0,0 0 0,0 0 0,1 0 0,-1 0 0,0 0 0,0 0 0,0 0 0,1 0 0,-1 0 0,0 0 0,0 0 0,1 0 0,-1 0 0,0 0 0,0 0 0,0 0 0,1 0 0,-1 0 0,0 0 0,0 0 0,1 0 0,64 8 0,-34-6 0,55 14 0,-76-14 0,0 2 0,-1-1 0,1 1 0,-1 0 0,0 1 0,-1 0 0,1 0 0,-1 1 0,14 12 0,-19-15 0,-1-1 0,0 0 0,1 1 0,-1 0 0,0 0 0,0-1 0,0 1 0,-1 0 0,1 1 0,-1-1 0,1 0 0,-1 0 0,0 1 0,0-1 0,-1 0 0,1 1 0,-1-1 0,0 1 0,0-1 0,0 1 0,0-1 0,0 0 0,-1 1 0,1-1 0,-1 1 0,0-1 0,0 0 0,0 1 0,-1-1 0,1 0 0,-1 0 0,0 0 0,0 0 0,0 0 0,-4 4 0,-3 3 0,0-1 0,-1 0 0,0 0 0,0-1 0,-1-1 0,0 1 0,0-2 0,-17 8 0,13-7-124,-1-1 0,1-1 0,-1 0 0,0-1 0,-1-1 0,1 0-1,-1-2 1,1 0 0,-1 0 0,-17-3 0,0-3-6702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2.287"/>
    </inkml:context>
    <inkml:brush xml:id="br0">
      <inkml:brushProperty name="width" value="0.05" units="cm"/>
      <inkml:brushProperty name="height" value="0.05" units="cm"/>
    </inkml:brush>
  </inkml:definitions>
  <inkml:trace contextRef="#ctx0" brushRef="#br0">1 30 24575,'10'-6'0,"1"1"0,0 1 0,0 0 0,17-4 0,-26 8 0,0-1 0,0 1 0,1-1 0,-1 1 0,0 0 0,0 0 0,1 0 0,-1 0 0,0 0 0,0 0 0,0 1 0,1-1 0,-1 1 0,0-1 0,0 1 0,0 0 0,0 0 0,0 0 0,0 0 0,0 0 0,0 1 0,-1-1 0,1 1 0,0-1 0,-1 1 0,1-1 0,-1 1 0,1 0 0,-1 0 0,2 2 0,2 10 0,0 0 0,-1 0 0,0 0 0,-1 1 0,2 23 0,-2 77 0,-3-84 0,0-22 0,-4 87 0,3-86 0,0 0 0,-1 0 0,0-1 0,-1 1 0,0 0 0,0-1 0,-7 12 0,10-20 0,-1 0 0,1 0 0,-1 0 0,1 0 0,-1 0 0,0 0 0,0 0 0,1 0 0,-1 0 0,0 0 0,0-1 0,0 1 0,0 0 0,0 0 0,0-1 0,0 1 0,0-1 0,0 1 0,0-1 0,0 1 0,-1-1 0,1 0 0,0 0 0,0 0 0,0-1 0,0 1 0,0 0 0,1-1 0,-1 1 0,0-1 0,0 1 0,0-1 0,1 1 0,-1-1 0,0 1 0,1-1 0,-1 0 0,0 1 0,1-1 0,-1 0 0,1 1 0,-1-2 0,-3-5 0,1 0 0,0 0 0,0-1 0,-2-12 0,-2-16-341,2 0 0,1 0-1,3-62 1,1 88-6485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2.565"/>
    </inkml:context>
    <inkml:brush xml:id="br0">
      <inkml:brushProperty name="width" value="0.05" units="cm"/>
      <inkml:brushProperty name="height" value="0.05" units="cm"/>
    </inkml:brush>
  </inkml:definitions>
  <inkml:trace contextRef="#ctx0" brushRef="#br0">72 71 24575,'-5'0'0,"-8"0"0,-4 0 0,-2-2 0,5-2 0,10-2 0,12-1 0,12-1 0,11 1 0,12 0 0,6 0 0,5 1 0,3 1 0,-4-1 0,-10 1-8191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3.001"/>
    </inkml:context>
    <inkml:brush xml:id="br0">
      <inkml:brushProperty name="width" value="0.05" units="cm"/>
      <inkml:brushProperty name="height" value="0.05" units="cm"/>
    </inkml:brush>
  </inkml:definitions>
  <inkml:trace contextRef="#ctx0" brushRef="#br0">1 71 24575,'1'15'0,"0"1"0,8 29 0,1 1 0,-1 44 0,-4 1 0,-10 148 0,-8-109 0,56-400 0,-25 181 0,35-102 0,-47 173 0,28-72 0,-31 82 0,1 0 0,1 1 0,-1-1 0,1 1 0,0 0 0,1 1 0,-1-1 0,12-9 0,-15 15 0,-1 0 0,0 0 0,1 0 0,-1 0 0,1 0 0,0 0 0,-1 1 0,1-1 0,-1 0 0,1 1 0,0-1 0,0 1 0,-1 0 0,1 0 0,0-1 0,0 1 0,-1 0 0,1 0 0,0 1 0,0-1 0,1 1 0,0 0 0,-1 0 0,0 0 0,0 0 0,0 0 0,0 1 0,0-1 0,-1 1 0,1 0 0,0-1 0,-1 1 0,1 0 0,-1 0 0,3 4 0,0 3 0,0 0 0,0 0 0,0 1 0,-1 0 0,-1 0 0,2 11 0,-2-6 0,-1 0 0,0-1 0,-1 1 0,0 0 0,-2 0 0,0 0 0,0-1 0,-1 1 0,-1-1 0,-1 0 0,0 0 0,-9 17 0,10-23 0,0 0 0,-1 0 0,0-1 0,-1 1 0,0-1 0,0-1 0,0 1 0,-1-1 0,0 0 0,0-1 0,-1 0 0,1 0 0,-1 0 0,0-1 0,-1 0 0,1-1 0,-1 0 0,1 0 0,-1-1 0,0 0 0,-11 1 0,15-2-170,0-1-1,0 0 0,0 0 1,0-1-1,-1 0 0,1 1 1,-9-4-1,-4-4-6655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3.904"/>
    </inkml:context>
    <inkml:brush xml:id="br0">
      <inkml:brushProperty name="width" value="0.05" units="cm"/>
      <inkml:brushProperty name="height" value="0.05" units="cm"/>
    </inkml:brush>
  </inkml:definitions>
  <inkml:trace contextRef="#ctx0" brushRef="#br0">267 242 24575,'1'-17'0,"1"0"0,0 0 0,8-24 0,-7 29 0,1-1 0,-2 0 0,0-1 0,-1 1 0,0 0 0,-1-21 0,0 32 0,0 0 0,-1 1 0,1-1 0,0 0 0,-1 0 0,1 1 0,-1-1 0,1 0 0,-1 1 0,0-1 0,0 0 0,0 1 0,0-1 0,0 1 0,0 0 0,0-1 0,-1 1 0,1 0 0,0 0 0,-3-2 0,2 2 0,0 0 0,0 1 0,0-1 0,0 1 0,1 0 0,-1 0 0,0 0 0,0 0 0,0 0 0,0 0 0,0 0 0,0 0 0,0 1 0,1-1 0,-1 1 0,-2 0 0,-4 3 0,1 0 0,-1 0 0,1 0 0,0 1 0,0 0 0,1 0 0,-9 9 0,6-5 0,1 1 0,0-1 0,1 2 0,0-1 0,1 1 0,0 0 0,0 0 0,1 1 0,1 0 0,0 0 0,1 0 0,0 0 0,0 1 0,2-1 0,-1 1 0,2-1 0,0 1 0,0-1 0,1 1 0,0-1 0,1 1 0,1-1 0,0 0 0,1 0 0,8 20 0,4-3 0,34 49 0,-5-9 0,-44-67 0,0 0 0,1 0 0,-1 0 0,0 1 0,-1-1 0,1 0 0,0 0 0,-1 0 0,1 1 0,-1-1 0,1 0 0,-1 1 0,0-1 0,0 0 0,0 1 0,-1-1 0,1 0 0,0 1 0,-2 2 0,1-2 0,-1-1 0,1 1 0,-1 0 0,0-1 0,0 0 0,0 1 0,0-1 0,0 0 0,0 0 0,-1 0 0,1 0 0,-1 0 0,-2 1 0,-6 2 0,0 0 0,0-1 0,0 0 0,0 0 0,-1-2 0,-18 4 0,21-5 0,1 0 0,-1-1 0,1 0 0,-1 0 0,1-1 0,-1 0 0,-9-2 0,16 2 0,0 1 0,0-1 0,1 0 0,-1 1 0,1-1 0,-1 0 0,0 0 0,1 0 0,0 0 0,-1 0 0,1 0 0,0-1 0,-1 1 0,1 0 0,0-1 0,0 1 0,0-1 0,0 1 0,0-1 0,0 0 0,1 1 0,-1-1 0,1 0 0,-1 1 0,1-1 0,-1 0 0,1 0 0,0 1 0,0-1 0,0 0 0,0 0 0,0 0 0,0 1 0,1-1 0,-1 0 0,0 0 0,1 1 0,0-1 0,-1 0 0,2-2 0,5-13 0,0 0 0,1 1 0,1 0 0,1 0 0,0 1 0,22-25 0,1 4 0,50-42 0,-46 46 0,49-31 0,-66 50 0,0 1 0,1 1 0,1 1 0,34-12 0,-53 21 0,-1 0 0,1 1 0,0-1 0,-1 0 0,1 1 0,-1 0 0,1-1 0,0 1 0,-1 0 0,1 0 0,0 1 0,-1-1 0,1 1 0,0-1 0,2 2 0,-4-1 0,1 0 0,-1 0 0,1 1 0,-1-1 0,0 0 0,0 1 0,0-1 0,1 1 0,-2 0 0,1-1 0,0 1 0,0 0 0,0-1 0,-1 1 0,1 0 0,-1 0 0,1 0 0,-1-1 0,0 1 0,0 0 0,0 0 0,0 3 0,-1 65 0,-2 0 0,-4 0 0,-16 71 0,-25 64 0,45-193 0,49-214 0,8-29 0,-52 223 0,1 1 0,0-1 0,0 1 0,0 0 0,1 0 0,0 1 0,0-1 0,1 1 0,0 0 0,0 0 0,0 0 0,13-9 0,-13 12 0,0-1 0,0 1 0,0 0 0,0 1 0,1-1 0,0 1 0,-1 0 0,1 0 0,0 1 0,0 0 0,0 0 0,0 0 0,0 1 0,0 0 0,0 0 0,0 0 0,8 2 0,-7 0 0,0 0 0,-1 1 0,1-1 0,-1 1 0,1 1 0,-1-1 0,0 1 0,0 0 0,0 1 0,-1-1 0,1 1 0,-1 0 0,0 0 0,-1 1 0,1-1 0,-1 1 0,6 12 0,2 4 0,-2 1 0,0 1 0,11 41 0,-13-37-341,-2 0 0,-1 0-1,2 50 1,-7-34-6485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4.045"/>
    </inkml:context>
    <inkml:brush xml:id="br0">
      <inkml:brushProperty name="width" value="0.05" units="cm"/>
      <inkml:brushProperty name="height" value="0.05" units="cm"/>
    </inkml:brush>
  </inkml:definitions>
  <inkml:trace contextRef="#ctx0" brushRef="#br0">0 189 24575,'0'-6'0,"0"-7"0,0-4 0,6-4 0,6-2 0,11 0 0,11-1 0,12 4 0,11 2 0,6 4 0,-6 4-8191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26.832"/>
    </inkml:context>
    <inkml:brush xml:id="br0">
      <inkml:brushProperty name="width" value="0.05" units="cm"/>
      <inkml:brushProperty name="height" value="0.05" units="cm"/>
    </inkml:brush>
  </inkml:definitions>
  <inkml:trace contextRef="#ctx0" brushRef="#br0">1 1 23939,'0'6291'0,"10575"-6291"0,-10575-6291 0,-10575 6291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0.197"/>
    </inkml:context>
    <inkml:brush xml:id="br0">
      <inkml:brushProperty name="width" value="0.05" units="cm"/>
      <inkml:brushProperty name="height" value="0.05" units="cm"/>
    </inkml:brush>
  </inkml:definitions>
  <inkml:trace contextRef="#ctx0" brushRef="#br0">622 301 24575,'6'-56'0,"0"12"0,-4 17 0,2-50 0,-4 71 0,0-1 0,-1 1 0,1-1 0,-2 0 0,1 1 0,-1-1 0,0 1 0,-5-10 0,6 14 0,0 0 0,0 0 0,0 0 0,-1 0 0,1 1 0,0-1 0,-1 0 0,0 1 0,1 0 0,-1-1 0,0 1 0,0 0 0,1 0 0,-1 0 0,0 0 0,0 0 0,0 0 0,-4 0 0,3 0 0,-1 1 0,1 0 0,-1 0 0,1 0 0,-1 0 0,1 0 0,-1 1 0,1 0 0,0 0 0,-6 2 0,-3 2 0,1 0 0,0 1 0,0 1 0,1 0 0,-15 12 0,-5 9 0,0 2 0,2 0 0,-48 68 0,-53 117 0,95-149 0,-50 140 0,70-161 0,2 1 0,1 0 0,3 1 0,-3 58 0,10-87 0,1 0 0,1 1 0,1-1 0,1 0 0,0 0 0,1 0 0,7 18 0,-7-26 0,0 0 0,1 0 0,0 0 0,1 0 0,0-1 0,0 0 0,1 0 0,0-1 0,1 0 0,0 0 0,0-1 0,17 12 0,-8-9 0,0-2 0,0 0 0,0-1 0,1 0 0,0-2 0,0 0 0,1-1 0,-1-1 0,1 0 0,24-1 0,-2-2 0,-1-2 0,0-1 0,71-17 0,-69 10 0,0-2 0,-1-2 0,0-1 0,-1-3 0,-1-1 0,37-24 0,-54 28 0,0-1 0,-1-1 0,-1-1 0,26-29 0,-34 32 0,0 0 0,-1 0 0,-1-1 0,-1-1 0,0 1 0,13-37 0,-19 42 0,1-1 0,-2 0 0,1 0 0,-2-1 0,0 1 0,0 0 0,-2-17 0,1 24 0,0 1 0,-1 0 0,0 0 0,0 0 0,0 0 0,0 0 0,0 0 0,-1 0 0,0 1 0,0-1 0,0 0 0,0 1 0,0-1 0,-1 1 0,1 0 0,-1 0 0,0 0 0,0 0 0,0 0 0,-1 1 0,1-1 0,-1 1 0,1 0 0,-1 0 0,-4-1 0,5 2 0,1 0 0,-1 0 0,0 1 0,0-1 0,0 1 0,0-1 0,-1 1 0,1 0 0,0 1 0,0-1 0,0 0 0,0 1 0,0 0 0,0 0 0,1-1 0,-5 3 0,1 0 0,2 0 0,-1 0 0,0 1 0,1-1 0,-1 1 0,1 0 0,0 0 0,-4 6 0,-2 3 0,2 0 0,0 0 0,0 1 0,2 0 0,-9 24 0,5-8 0,2 0 0,-7 54 0,13-72 0,1 0 0,1 0 0,0 0 0,0-1 0,1 1 0,1 0 0,0-1 0,0 1 0,2-1 0,5 16 0,-8-23 0,1-1 0,0 0 0,0 0 0,-1 0 0,2 0 0,-1-1 0,0 1 0,0-1 0,1 1 0,0-1 0,-1 0 0,1 0 0,0 0 0,0 0 0,0 0 0,0-1 0,0 1 0,1-1 0,-1 0 0,0 0 0,1 0 0,-1 0 0,1-1 0,-1 1 0,1-1 0,-1 0 0,1 0 0,-1 0 0,1-1 0,-1 1 0,0-1 0,1 0 0,3-1 0,3-2 0,0 1 0,1-2 0,-2 0 0,1 0 0,0 0 0,-1-2 0,0 1 0,-1-1 0,11-10 0,-8 5 0,0-1 0,-1 0 0,0 0 0,-2-1 0,1 0 0,-2-1 0,0 0 0,8-22 0,-12 28 0,-1 0 0,1 0 0,-1 0 0,-1 0 0,0 0 0,0 0 0,-1 0 0,0 0 0,0 0 0,-1 0 0,0-1 0,-1 1 0,0 0 0,-1 1 0,0-1 0,-6-13 0,5 17 0,0-1 0,0 1 0,-1 1 0,1-1 0,-1 1 0,-1-1 0,1 2 0,0-1 0,-1 0 0,0 1 0,0 0 0,0 0 0,0 1 0,0 0 0,-1 0 0,1 0 0,-1 1 0,1 0 0,-1 0 0,1 1 0,-1 0 0,0 0 0,1 0 0,-8 2 0,80-26 0,98-29 0,-147 49 0,-1 1 0,1 1 0,0 0 0,0 1 0,0 1 0,0 0 0,33 6 0,-45-5 0,-1 1 0,1-1 0,0 1 0,-1-1 0,1 1 0,-1 1 0,0-1 0,1 0 0,-1 1 0,0 0 0,-1 0 0,1 1 0,0-1 0,4 6 0,-4-3 0,-1-1 0,1 1 0,-1 0 0,0 1 0,-1-1 0,1 0 0,-1 1 0,-1 0 0,2 8 0,0 10 0,-2-1 0,-1 0 0,-1 1 0,-7 41 0,4-39 0,-10 33 0,11-50 0,0 0 0,-1 0 0,0 0 0,-1 0 0,0-1 0,-8 11 0,13-19 0,-1 0 0,1-1 0,0 1 0,-1-1 0,1 1 0,0 0 0,-1-1 0,1 1 0,-1-1 0,1 1 0,-1-1 0,1 0 0,-1 1 0,1-1 0,-1 1 0,0-1 0,1 0 0,-1 1 0,1-1 0,-1 0 0,0 0 0,1 0 0,-1 1 0,0-1 0,1 0 0,-2 0 0,2-1 0,-1 1 0,1-1 0,-1 0 0,1 0 0,0 1 0,-1-1 0,1 0 0,0 0 0,0 1 0,-1-1 0,1 0 0,0 0 0,0 0 0,0 1 0,0-1 0,0 0 0,0-1 0,5-41 0,6 2 0,1 0 0,2 0 0,2 1 0,2 1 0,1 0 0,2 2 0,36-50 0,-54 83 0,1-1 0,-1 1 0,1 0 0,0 0 0,0 0 0,1 1 0,5-5 0,-8 7 0,-1 1 0,0-1 0,0 1 0,1-1 0,-1 1 0,0-1 0,1 1 0,-1 0 0,0 0 0,1 0 0,-1-1 0,0 1 0,1 1 0,-1-1 0,1 0 0,-1 0 0,0 0 0,1 1 0,-1-1 0,0 1 0,1-1 0,-1 1 0,0-1 0,0 1 0,0 0 0,1-1 0,-1 1 0,0 0 0,0 0 0,0 0 0,0 0 0,0 0 0,1 2 0,2 4 0,1 0 0,-1 0 0,0 0 0,-1 1 0,0-1 0,0 1 0,0 0 0,1 9 0,9 71 0,-10-60 0,4 53 0,7 45 0,-14-124 0,1 0 0,-1 1 0,1-1 0,-1 0 0,1 0 0,0 0 0,0 0 0,0 0 0,0 0 0,0 0 0,1 0 0,-1 0 0,1 0 0,-1 0 0,1-1 0,0 1 0,-1-1 0,4 3 0,-3-4 0,0 1 0,0 0 0,0-1 0,0 0 0,0 1 0,0-1 0,0 0 0,0 0 0,0 0 0,0 0 0,0 0 0,0-1 0,0 1 0,0 0 0,0-1 0,0 0 0,0 1 0,0-1 0,0 0 0,3-2 0,10-6 0,0-1 0,-1-1 0,0 0 0,0 0 0,-2-2 0,14-15 0,64-89 0,-76 97 0,34-47 0,-4-1 0,39-82 0,-75 129 0,-8 14 0,-6 11 0,-2 4 0,0 0 0,1 0 0,0 1 0,1 1 0,0-1 0,0 1 0,1 0 0,0 0 0,1 0 0,0 1 0,1-1 0,0 1 0,0 0 0,1 0 0,1 0 0,0 0 0,1 21 0,1-9 0,2 0 0,1 0 0,1-1 0,0 0 0,2 0 0,1 0 0,17 35 0,-16-40 0,-3-7 0,-1 0 0,0 1 0,-1 0 0,5 15 0,-9-24 0,1 0 0,-1 0 0,1 0 0,-1 0 0,0 0 0,0 0 0,0-1 0,0 1 0,0 0 0,0 0 0,-1 0 0,1 0 0,-1 0 0,1 0 0,-1 0 0,0-1 0,1 1 0,-1 0 0,0-1 0,0 1 0,0 0 0,-1-1 0,1 1 0,0-1 0,0 0 0,-1 1 0,1-1 0,-1 0 0,1 0 0,-1 0 0,0 0 0,-2 1 0,-5 1-80,1 0 0,-1-1-1,0-1 1,0 1 0,0-1-1,0-1 1,1 0 0,-1 0-1,0-1 1,0 0 0,0 0 0,0-1-1,1 0 1,-1-1 0,1 0-1,-9-4 1,-12-8-6746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0.535"/>
    </inkml:context>
    <inkml:brush xml:id="br0">
      <inkml:brushProperty name="width" value="0.05" units="cm"/>
      <inkml:brushProperty name="height" value="0.05" units="cm"/>
    </inkml:brush>
  </inkml:definitions>
  <inkml:trace contextRef="#ctx0" brushRef="#br0">1 108 24575,'4'-2'0,"0"1"0,0-1 0,0 1 0,0-1 0,0 1 0,0 0 0,0 1 0,1-1 0,6 1 0,-10 0 0,1 0 0,-1 0 0,1 0 0,-1 1 0,0-1 0,1 0 0,-1 1 0,0-1 0,1 1 0,-1 0 0,0-1 0,0 1 0,1 0 0,-1 0 0,0 0 0,0 0 0,0 0 0,0 0 0,0 0 0,0 0 0,0 0 0,-1 1 0,1-1 0,0 0 0,-1 0 0,1 1 0,-1-1 0,1 1 0,-1-1 0,1 0 0,-1 3 0,10 99 0,-3-14 0,-6-81 0,5 31 0,14 54 0,-17-83 0,0 1 0,1-1 0,1 0 0,-1 0 0,1-1 0,1 1 0,0-1 0,0 0 0,1-1 0,9 9 0,-15-15 0,1-1 0,-1 1 0,1-1 0,0 1 0,-1-1 0,1 0 0,0 0 0,0 0 0,0 0 0,0 0 0,0-1 0,0 1 0,0-1 0,0 1 0,0-1 0,0 0 0,0 1 0,1-1 0,-1 0 0,3-1 0,-2 0 0,0 0 0,0 0 0,-1 0 0,1 0 0,0-1 0,-1 1 0,1-1 0,-1 0 0,0 0 0,1 0 0,-1 0 0,0 0 0,2-2 0,4-8 0,0 0 0,0-1 0,-1 0 0,9-24 0,4-21 0,-3-2 0,-2 0 0,12-116 0,-25 162 0,0 5 0,-1 1 0,0 0 0,0-1 0,-1 1 0,0-1 0,-1 1 0,0-1 0,0 1 0,-4-11 0,5 18 6,0 1-1,0-1 1,0 0-1,0 1 1,0-1-1,-1 0 1,1 1-1,0-1 1,-1 1-1,1-1 1,0 0-1,-1 1 1,1-1-1,-1 1 1,1-1-1,-1 1 1,1-1-1,-1 1 1,1 0-1,-1-1 1,1 1-1,-1 0 1,0-1-1,1 1 1,-1 0-1,1 0 1,-1 0-1,0-1 1,1 1-1,-2 0 1,1 1 5,-1-1 1,1 1-1,0-1 0,0 1 1,0 0-1,0-1 1,0 1-1,0 0 0,0 0 1,0 0-1,0 0 0,1 0 1,-1 0-1,-1 2 1,-19 39-1719,12-18-5119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1.281"/>
    </inkml:context>
    <inkml:brush xml:id="br0">
      <inkml:brushProperty name="width" value="0.05" units="cm"/>
      <inkml:brushProperty name="height" value="0.05" units="cm"/>
    </inkml:brush>
  </inkml:definitions>
  <inkml:trace contextRef="#ctx0" brushRef="#br0">0 188 24575,'64'-72'0,"-22"23"0,-41 48 0,0 0 0,-1-1 0,1 1 0,0 0 0,0 0 0,0 0 0,1 1 0,-1-1 0,0 0 0,0 0 0,0 0 0,1 1 0,-1-1 0,0 1 0,1-1 0,-1 1 0,0 0 0,1-1 0,-1 1 0,0 0 0,1 0 0,-1 0 0,3 0 0,-3 1 0,1-1 0,0 1 0,-1 0 0,0 0 0,1 0 0,-1 0 0,1 0 0,-1 0 0,0 1 0,0-1 0,0 0 0,0 0 0,0 1 0,0-1 0,0 1 0,1 1 0,3 8 0,-1 0 0,0 1 0,-1-1 0,3 15 0,-1 0 0,-1 1 0,-1 0 0,-2 0 0,0 0 0,-2 0 0,-1 0 0,-1-1 0,-7 33 0,9-57 0,0 1 0,0-1 0,1 1 0,-1-1 0,-1 0 0,1 1 0,0-1 0,0 0 0,-1 0 0,0 0 0,-3 4 0,5-6 0,0 0 0,0 0 0,-1 0 0,1 0 0,0 0 0,0 1 0,-1-1 0,1 0 0,0 0 0,-1 0 0,1 0 0,0 0 0,0 0 0,-1 0 0,1 0 0,0 0 0,0 0 0,-1 0 0,1 0 0,0 0 0,-1 0 0,1 0 0,0 0 0,0 0 0,-1-1 0,1 1 0,0 0 0,0 0 0,0 0 0,-1 0 0,1-1 0,0 1 0,0 0 0,0 0 0,-1-1 0,-5-19 0,5 5 0,1 0 0,0 0 0,2 0 0,-1 0 0,2 0 0,0 0 0,1 1 0,0-1 0,7-15 0,-3 11 0,1 1 0,0 1 0,1 0 0,1 0 0,1 1 0,20-22 0,-28 33 0,1 1 0,0 0 0,-1 0 0,1 0 0,1 1 0,-1-1 0,0 1 0,1 1 0,0-1 0,11-3 0,-15 6 0,1-1 0,0 1 0,0-1 0,-1 1 0,1 0 0,0 0 0,0 1 0,-1-1 0,1 0 0,0 1 0,0 0 0,-1-1 0,1 1 0,0 0 0,-1 0 0,1 1 0,-1-1 0,0 1 0,1-1 0,-1 1 0,0 0 0,0-1 0,0 1 0,0 0 0,0 0 0,2 3 0,0 2 0,1 1 0,-1-1 0,0 1 0,-1-1 0,0 1 0,0 0 0,2 11 0,8 62 0,-8-44 0,-5-35 0,1 1 0,-1-1 0,1 0 0,0 1 0,-1-1 0,1 1 0,0-1 0,2 3 0,-2-5 0,-1 1 0,0-1 0,1 0 0,-1 1 0,0-1 0,1 0 0,-1 0 0,0 1 0,1-1 0,-1 0 0,1 0 0,-1 0 0,1 1 0,-1-1 0,1 0 0,-1 0 0,0 0 0,1 0 0,-1 0 0,1 0 0,-1 0 0,1 0 0,-1 0 0,1 0 0,-1 0 0,1 0 0,-1-1 0,0 1 0,1 0 0,-1 0 0,1 0 0,-1-1 0,1 1 0,-1 0 0,0 0 0,1-1 0,-1 1 0,0 0 0,1-1 0,-1 1 0,0 0 0,1-1 0,-1 1 0,0-1 0,0 1 0,0 0 0,1-2 0,44-61 0,-31 41 0,30-36 0,-38 51 0,0 1 0,0 1 0,1-1 0,0 1 0,0 0 0,0 0 0,0 1 0,1 0 0,12-4 0,-17 7 0,1 0 0,-1 0 0,0 0 0,0 1 0,1-1 0,-1 1 0,0 0 0,1 0 0,-1 1 0,0-1 0,1 1 0,-1-1 0,0 1 0,0 0 0,0 0 0,1 0 0,-1 1 0,0-1 0,-1 1 0,1 0 0,0 0 0,0 0 0,-1 0 0,1 0 0,-1 0 0,0 1 0,0-1 0,1 1 0,-2 0 0,4 5 0,5 8 0,-2 1 0,0 0 0,-1 0 0,6 24 0,-7-23 0,-2-7 0,0 0 0,0 1 0,1-1 0,1-1 0,9 16 0,-13-24 0,0 1 0,0-1 0,1 1 0,-1-1 0,0 0 0,1 0 0,-1 0 0,1 0 0,0-1 0,0 1 0,0-1 0,-1 1 0,1-1 0,0 0 0,1 0 0,-1-1 0,0 1 0,0 0 0,0-1 0,0 0 0,1 0 0,-1 0 0,0 0 0,0 0 0,5-2 0,0 0 0,0-1 0,-1 0 0,1 0 0,-1-1 0,1 1 0,-1-2 0,-1 1 0,1-1 0,0 0 0,-1-1 0,0 1 0,-1-1 0,1 0 0,-1-1 0,0 0 0,7-13 0,-1 2 0,-1-2 0,-1 1 0,-1-2 0,-1 1 0,6-27 0,-13 45 0,13-67 0,-12 64 0,-1-1 0,0 1 0,0-1 0,0 0 0,0 1 0,-1-1 0,0 1 0,0-1 0,-5-10 0,6 15 0,0 1 0,0-1 0,0 0 0,-1 1 0,1-1 0,-1 0 0,1 1 0,0-1 0,-1 1 0,1-1 0,-1 1 0,1-1 0,-1 1 0,1-1 0,-1 1 0,0-1 0,1 1 0,-1 0 0,0-1 0,1 1 0,-1 0 0,0 0 0,1-1 0,-1 1 0,0 0 0,0 0 0,0 0 0,0 0 0,-1 1 0,1-1 0,0 0 0,0 1 0,0-1 0,0 1 0,0 0 0,0-1 0,0 1 0,0 0 0,1-1 0,-1 1 0,-1 2 0,-3 2 0,1 0 0,0 1 0,1 0 0,-5 9 0,-2 7 0,2 1 0,0 0 0,2 0 0,0 1 0,-2 29 0,6-39 0,1 1 0,0-1 0,2 1 0,-1-1 0,2 1 0,0-1 0,1 0 0,0 0 0,10 27 0,-9-34-44,-1 0 0,1 0 0,0-1 0,1 1 0,-1-1 0,1 0 0,1 0 0,-1-1 0,1 1 0,0-1 0,0 0 0,0-1 0,1 0 0,0 0 0,-1 0 0,2-1 0,-1 0 0,0 0-1,1-1 1,-1 1 0,1-2 0,-1 1 0,1-1 0,0 0 0,0-1 0,0 0 0,-1 0 0,1-1 0,0 0 0,10-2 0,19-7-6782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1.560"/>
    </inkml:context>
    <inkml:brush xml:id="br0">
      <inkml:brushProperty name="width" value="0.05" units="cm"/>
      <inkml:brushProperty name="height" value="0.05" units="cm"/>
    </inkml:brush>
  </inkml:definitions>
  <inkml:trace contextRef="#ctx0" brushRef="#br0">29 317 24575,'5'-20'0,"-1"0"0,-1-1 0,-1 1 0,-1-42 0,0 27 0,-1 26 0,1-21 0,-1 29 0,0 0 0,0-1 0,0 1 0,0-1 0,0 1 0,-1 0 0,1-1 0,-1 1 0,1 0 0,-1-1 0,1 1 0,-1 0 0,1 0 0,-3-3 0,3 6 0,-1-1 0,1 0 0,-1 1 0,1-1 0,-1 1 0,1-1 0,0 0 0,0 1 0,0-1 0,0 1 0,0-1 0,0 3 0,8 49 0,27 99 0,4 24 0,-38-170 0,-1 0 0,1 0 0,-1 0 0,0 0 0,-1 0 0,0 0 0,-1 7 0,2-12 0,-1 0 0,1 0 0,0 0 0,-1 1 0,1-1 0,-1 0 0,1 0 0,-1 0 0,0 0 0,1 0 0,-1 0 0,0 0 0,0 0 0,0 0 0,0-1 0,0 1 0,0 0 0,0 0 0,0-1 0,0 1 0,0-1 0,0 1 0,0-1 0,0 1 0,0-1 0,0 0 0,-1 1 0,1-1 0,0 0 0,0 0 0,0 0 0,-1 0 0,1 0 0,0 0 0,0 0 0,-1-1 0,1 1 0,0 0 0,0-1 0,0 1 0,-2-2 0,-1 0 0,0 0 0,0 0 0,0-1 0,0 1 0,1-1 0,-1 0 0,1 0 0,0-1 0,0 1 0,0-1 0,0 1 0,1-1 0,-1 0 0,1 0 0,0 0 0,0 0 0,-1-7 0,-2-2 0,2 0 0,-1 0 0,2-1 0,-2-22 0,4 17 0,0 0 0,2-1 0,0 1 0,2 0 0,0 0 0,1 0 0,0 0 0,2 1 0,0 0 0,1 0 0,1 1 0,1 0 0,0 0 0,1 1 0,1 1 0,1 0 0,0 1 0,0 0 0,26-19 0,-33 28 0,0 1 0,1 0 0,0 1 0,0 0 0,0 0 0,0 0 0,0 1 0,0 0 0,1 0 0,-1 1 0,1 0 0,14 0 0,-17 1 0,0 1 0,0-1 0,0 1 0,-1 0 0,1 1 0,0-1 0,-1 1 0,1 0 0,-1 0 0,1 1 0,-1-1 0,0 1 0,0 0 0,0 0 0,-1 0 0,1 1 0,-1-1 0,0 1 0,0 0 0,5 8 0,7 17-1365,-5-2-5461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2.585"/>
    </inkml:context>
    <inkml:brush xml:id="br0">
      <inkml:brushProperty name="width" value="0.05" units="cm"/>
      <inkml:brushProperty name="height" value="0.05" units="cm"/>
    </inkml:brush>
  </inkml:definitions>
  <inkml:trace contextRef="#ctx0" brushRef="#br0">1 491 24575,'2'-23'0,"1"0"0,1 0 0,1 1 0,1-1 0,12-29 0,1-5 0,-12 42 0,-5 22 0,-3 33 0,1-31 0,-2 52 0,-1 27 0,4 0 0,17 127 0,-44-300 0,15 14 0,4-1 0,2 1 0,8-130 0,-2 180 0,1-14 0,7-41 0,-8 67 0,1 0 0,0 1 0,1-1 0,0 1 0,0 0 0,0-1 0,2 1 0,-1 1 0,1-1 0,5-7 0,-7 12 0,1 0 0,-1 0 0,1 1 0,0-1 0,-1 1 0,1-1 0,0 1 0,0 1 0,1-1 0,-1 0 0,0 1 0,1 0 0,-1 0 0,0 0 0,1 1 0,-1 0 0,1-1 0,-1 1 0,1 1 0,-1-1 0,1 1 0,-1 0 0,1 0 0,5 2 0,3 1 0,0 1 0,0 0 0,0 1 0,-1 0 0,0 1 0,19 14 0,-23-15 0,1 1 0,-1 1 0,0-1 0,-1 2 0,0-1 0,0 1 0,-1 0 0,0 0 0,0 0 0,-1 1 0,5 14 0,-8-18 0,0-1 0,-1 1 0,0 0 0,0 0 0,0 0 0,-1 0 0,0 0 0,0 0 0,0 0 0,-1 0 0,0 0 0,0 0 0,-1 0 0,1 0 0,-1-1 0,0 1 0,-1 0 0,0-1 0,0 0 0,0 0 0,0 0 0,-4 5 0,-3 1 0,1-1 0,-1-1 0,0 0 0,-1 0 0,0-1 0,-1 0 0,1 0 0,-1-2 0,-1 1 0,1-2 0,-1 0 0,0 0 0,-20 4 0,33-9 0,12-1 0,0 1 0,-1 0 0,20 3 0,-17 1 0,0 0 0,0 2 0,-1-1 0,0 2 0,0 0 0,0 0 0,-1 1 0,0 1 0,-1 0 0,17 17 0,-23-21 0,0 1 0,0 0 0,0 0 0,-1 1 0,0 0 0,0-1 0,-1 1 0,0 0 0,4 12 0,-6-13 0,0-1 0,-1 0 0,1 0 0,-1 1 0,0-1 0,0 0 0,-1 0 0,1 1 0,-1-1 0,0 0 0,-1 0 0,1 0 0,-1 0 0,0 0 0,-3 5 0,-1-2 0,1 0 0,-1 0 0,0-1 0,-1 0 0,0 0 0,0-1 0,0 1 0,-1-2 0,0 1 0,0-1 0,0 0 0,-1-1 0,1 0 0,-1 0 0,-15 3 0,9-2 0,-1-1 0,0-1 0,-1 0 0,1-2 0,0 0 0,0 0 0,-1-2 0,-21-2 0,31 2-85,0-1 0,0 1-1,1-1 1,-1 0 0,1-1-1,0 1 1,-1-1 0,1-1-1,0 1 1,1-1 0,-1 0-1,1 0 1,0-1 0,0 1-1,-8-11 1,-5-13-6741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2.881"/>
    </inkml:context>
    <inkml:brush xml:id="br0">
      <inkml:brushProperty name="width" value="0.05" units="cm"/>
      <inkml:brushProperty name="height" value="0.05" units="cm"/>
    </inkml:brush>
  </inkml:definitions>
  <inkml:trace contextRef="#ctx0" brushRef="#br0">1 257 24575,'52'1'0,"-30"1"0,1-2 0,-1 0 0,35-6 0,-27-3 0,0-1 0,-1-2 0,0-1 0,-1-1 0,32-21 0,-52 30 0,0 0 0,-1-1 0,1 0 0,-1-1 0,0 0 0,-1 0 0,1 0 0,6-11 0,-12 16 0,1 0 0,-1 0 0,0 0 0,0 0 0,0 0 0,0-1 0,0 1 0,0 0 0,0-1 0,-1 1 0,1 0 0,-1-1 0,0 1 0,0-1 0,0 1 0,0-1 0,0 1 0,0-1 0,-1 1 0,1-1 0,-1 1 0,1 0 0,-1-1 0,0 1 0,0 0 0,0 0 0,-1-1 0,1 1 0,0 0 0,-1 0 0,1 0 0,-1 1 0,0-1 0,1 0 0,-1 1 0,-4-4 0,4 4 0,1 0 0,0 0 0,-1 1 0,1-1 0,-1 0 0,0 0 0,1 1 0,-1-1 0,1 1 0,-1-1 0,0 1 0,1 0 0,-1 0 0,0 0 0,1 0 0,-1 0 0,0 0 0,1 0 0,-1 0 0,0 1 0,-2 0 0,1 0 0,0 1 0,0-1 0,1 1 0,-1 0 0,1 0 0,-1 0 0,1 0 0,0 0 0,0 1 0,-4 4 0,-1 5 0,1-1 0,0 1 0,0 0 0,-5 19 0,-4 20 114,2 0 0,-10 97 0,10 106-1821,13-193-5119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3.303"/>
    </inkml:context>
    <inkml:brush xml:id="br0">
      <inkml:brushProperty name="width" value="0.05" units="cm"/>
      <inkml:brushProperty name="height" value="0.05" units="cm"/>
    </inkml:brush>
  </inkml:definitions>
  <inkml:trace contextRef="#ctx0" brushRef="#br0">15 324 24575,'8'-21'0,"-7"18"0,-1 0 0,1 1 0,0-1 0,0 0 0,0 1 0,1-1 0,-1 1 0,1-1 0,-1 1 0,1-1 0,0 1 0,0 0 0,4-4 0,-6 6 0,0 0 0,1 0 0,-1 0 0,0 0 0,1 0 0,-1 0 0,1 0 0,-1 0 0,0 0 0,1 0 0,-1 0 0,1 0 0,-1 0 0,0 0 0,1 0 0,-1 0 0,0 0 0,1 1 0,-1-1 0,1 0 0,-1 0 0,0 0 0,1 1 0,-1-1 0,0 0 0,0 0 0,1 1 0,-1-1 0,0 0 0,0 1 0,1-1 0,-1 0 0,0 1 0,0-1 0,0 0 0,1 1 0,-1-1 0,0 0 0,0 1 0,0 0 0,6 19 0,-5-18 0,6 37 0,-2-1 0,-2 2 0,-2 62 0,-2-56 0,1-38 0,1 26 0,-1 0 0,-3 0 0,-11 65 0,13-96 0,0-1 0,1 0 0,-1 1 0,0-1 0,0 0 0,0 1 0,-1-1 0,1 0 0,0 0 0,-3 2 0,4-4 0,0 0 0,-1 1 0,1-1 0,0 0 0,0 0 0,-1 0 0,1 0 0,0 1 0,0-1 0,-1 0 0,1 0 0,0 0 0,-1 0 0,1 0 0,0 0 0,0 0 0,-1 0 0,1 0 0,0 0 0,-1 0 0,1 0 0,0 0 0,0 0 0,-1 0 0,1 0 0,0-1 0,-1 1 0,1 0 0,-1 0 0,-8-15 0,2-7 0,0-1 0,2 0 0,0-1 0,-2-43 0,7-97 0,3 111 0,19-103 0,-18 137 0,1 0 0,1 0 0,0 0 0,2 0 0,0 1 0,1 1 0,1-1 0,17-23 0,-22 35 0,0 1 0,0 0 0,1 0 0,-1 0 0,1 0 0,0 1 0,0 0 0,1 0 0,-1 1 0,14-6 0,-16 8 0,0 0 0,-1 0 0,1 1 0,-1-1 0,1 1 0,0-1 0,0 1 0,-1 0 0,1 1 0,0-1 0,-1 1 0,1-1 0,0 1 0,-1 0 0,1 1 0,-1-1 0,1 1 0,-1-1 0,0 1 0,0 0 0,1 0 0,-1 0 0,3 4 0,0-1 0,-1 1 0,0 0 0,0 0 0,0 0 0,-1 1 0,0 0 0,0-1 0,-1 1 0,0 1 0,0-1 0,3 13 0,-4-9 0,0 0 0,-1 0 0,0 0 0,-1 0 0,0 0 0,-1 1 0,-3 17 0,0-12 0,-1-1 0,0 1 0,-1-1 0,0 0 0,-2-1 0,0 1 0,0-2 0,-2 1 0,0-1 0,-19 21 0,20-26-195,0 0 0,-1 0 0,-1-1 0,1 0 0,-1-1 0,-18 9 0,6-7-6631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3.726"/>
    </inkml:context>
    <inkml:brush xml:id="br0">
      <inkml:brushProperty name="width" value="0.05" units="cm"/>
      <inkml:brushProperty name="height" value="0.05" units="cm"/>
    </inkml:brush>
  </inkml:definitions>
  <inkml:trace contextRef="#ctx0" brushRef="#br0">112 427 24575,'-4'-1'0,"1"0"0,0 0 0,0 0 0,-1 0 0,1 0 0,0-1 0,0 1 0,0-1 0,0 0 0,1 0 0,-1 0 0,-3-4 0,-11-6 0,17 12 0,0 0 0,-1 0 0,1-1 0,-1 1 0,1 0 0,-1 0 0,1 0 0,-1 0 0,1-1 0,-1 1 0,1 0 0,-1 0 0,1 0 0,-1 0 0,1 0 0,-1 0 0,1 0 0,-1 0 0,1 1 0,-1-1 0,1 0 0,-1 0 0,1 0 0,0 0 0,-1 1 0,1-1 0,-1 0 0,0 1 0,-8 14 0,0 23 0,-11 195 0,35-327 0,31-105 0,-31 147 0,2 0 0,3 1 0,44-82 0,-62 130 0,34-51 0,-33 50 0,0 0 0,0 0 0,1 1 0,-1-1 0,1 1 0,0 0 0,0 0 0,0 0 0,0 1 0,8-4 0,-11 6 0,1-1 0,-1 1 0,0 0 0,1-1 0,-1 1 0,0 0 0,1 0 0,-1 0 0,1 0 0,-1 0 0,0 0 0,1 1 0,-1-1 0,0 0 0,1 1 0,-1-1 0,0 1 0,0-1 0,1 1 0,-1 0 0,1 0 0,1 1 0,-1 1 0,1-1 0,-1 0 0,0 1 0,0-1 0,0 1 0,0 0 0,2 5 0,1 5 0,0 0 0,0 1 0,2 16 0,-6-28 0,10 58-227,-2 1-1,-2 0 1,-4 0-1,-2 1 1,-8 72-1,0-75-6598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4.025"/>
    </inkml:context>
    <inkml:brush xml:id="br0">
      <inkml:brushProperty name="width" value="0.05" units="cm"/>
      <inkml:brushProperty name="height" value="0.05" units="cm"/>
    </inkml:brush>
  </inkml:definitions>
  <inkml:trace contextRef="#ctx0" brushRef="#br0">46 475 24575,'-9'-20'0,"1"0"0,1 0 0,1-1 0,0 0 0,-3-30 0,9 49 0,0 1 0,0-1 0,0 1 0,0-1 0,0 0 0,0 1 0,0-1 0,0 1 0,1-1 0,-1 1 0,1-1 0,-1 1 0,1-1 0,-1 1 0,1-1 0,0 1 0,0-1 0,0 1 0,0 0 0,0 0 0,0 0 0,0-1 0,0 1 0,0 0 0,1 0 0,-1 0 0,0 1 0,1-1 0,-1 0 0,1 0 0,-1 1 0,1-1 0,-1 1 0,1-1 0,-1 1 0,1 0 0,-1-1 0,1 1 0,2 0 0,9 0 0,0 0 0,0 0 0,-1 2 0,16 2 0,-2 0 0,193 6 0,-197-11 0,0-1 0,0 0 0,0-2 0,-1 0 0,1-2 0,-1 0 0,38-18 0,-49 18 0,0 0 0,-1-1 0,0 0 0,0 0 0,-1-1 0,0 0 0,0-1 0,-1 0 0,0 0 0,0-1 0,-1 1 0,-1-1 0,0-1 0,0 1 0,-1-1 0,0 0 0,0 0 0,-2 0 0,1 0 0,-1 0 0,-1-1 0,0-14 0,-1 25 0,0 0 0,0 0 0,0 0 0,0 0 0,0 0 0,0 0 0,0 0 0,0 0 0,0 0 0,-1 0 0,1 0 0,0 0 0,-1 0 0,1 0 0,-1 0 0,0-1 0,0 2 0,1 0 0,0-1 0,-1 1 0,1 0 0,0 0 0,-1 0 0,1 0 0,-1 0 0,1 0 0,0 0 0,-1 0 0,1 0 0,0 1 0,-1-1 0,1 0 0,-1 0 0,1 0 0,0 0 0,-1 0 0,1 1 0,0-1 0,0 0 0,-1 0 0,1 1 0,0-1 0,-1 0 0,1 0 0,0 1 0,0-1 0,-4 5 0,0-1 0,1 1 0,0 0 0,-5 9 0,-88 232-100,72-177-1165,0-3-5561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4.274"/>
    </inkml:context>
    <inkml:brush xml:id="br0">
      <inkml:brushProperty name="width" value="0.05" units="cm"/>
      <inkml:brushProperty name="height" value="0.05" units="cm"/>
    </inkml:brush>
  </inkml:definitions>
  <inkml:trace contextRef="#ctx0" brushRef="#br0">205 19 24575,'1'-1'0,"-1"1"0,1-1 0,-1 1 0,1-1 0,-1 1 0,1-1 0,-1 1 0,0-1 0,1 0 0,-1 1 0,0-1 0,0 0 0,1 1 0,-1-1 0,0 0 0,0 1 0,0-1 0,0 0 0,0 1 0,0-1 0,0-1 0,0 2 0,0 0 0,-1-1 0,1 1 0,0 0 0,-1 0 0,1-1 0,0 1 0,-1 0 0,1 0 0,0 0 0,-1 0 0,1-1 0,0 1 0,-1 0 0,1 0 0,-1 0 0,1 0 0,0 0 0,-1 0 0,1 0 0,-1 0 0,1 0 0,0 0 0,-1 0 0,1 0 0,-1 0 0,1 0 0,0 1 0,-1-1 0,1 0 0,-1 0 0,1 0 0,0 1 0,-1-1 0,1 0 0,0 0 0,0 1 0,-1-1 0,-22 12 0,1 1 0,1 1 0,-24 21 0,36-28 0,1 1 0,0-1 0,0 2 0,1-1 0,0 1 0,0 0 0,1 1 0,0-1 0,-8 21 0,13-25 0,-1 0 0,1 0 0,1 1 0,-1-1 0,1 0 0,0 1 0,0-1 0,0 0 0,1 1 0,0-1 0,0 0 0,0 0 0,1 1 0,-1-1 0,1 0 0,0-1 0,1 1 0,-1 0 0,1 0 0,0-1 0,0 0 0,1 0 0,-1 0 0,7 6 0,2 1 0,0-2 0,0 1 0,0-1 0,1-1 0,0-1 0,1 1 0,21 6 0,-13-6-227,-1-2-1,1-1 1,0 0-1,1-2 1,37 1-1,-11-4-6598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376"/>
    </inkml:context>
    <inkml:brush xml:id="br0">
      <inkml:brushProperty name="width" value="0.05" units="cm"/>
      <inkml:brushProperty name="height" value="0.05" units="cm"/>
    </inkml:brush>
  </inkml:definitions>
  <inkml:trace contextRef="#ctx0" brushRef="#br0">72 19 24575,'0'-18'0,"0"19"0,0 33 0,-4 185 0,-36 238 0,20-338-1365,12-78-5461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611"/>
    </inkml:context>
    <inkml:brush xml:id="br0">
      <inkml:brushProperty name="width" value="0.05" units="cm"/>
      <inkml:brushProperty name="height" value="0.05" units="cm"/>
    </inkml:brush>
  </inkml:definitions>
  <inkml:trace contextRef="#ctx0" brushRef="#br0">1 977 24575,'0'-116'0,"6"0"0,4 0 0,40-179 0,-40 257 0,1 0 0,26-59 0,-31 85 0,0 0 0,1 0 0,0 0 0,1 0 0,0 1 0,1 1 0,0 0 0,1 0 0,0 0 0,22-15 0,-27 22 0,1-1 0,0 1 0,0 1 0,0-1 0,0 1 0,0 0 0,1 0 0,-1 1 0,1 0 0,-1 0 0,1 0 0,0 1 0,-1 0 0,10 2 0,-6-1 0,-1 2 0,0-1 0,0 1 0,0 1 0,-1-1 0,1 1 0,-1 1 0,0 0 0,9 7 0,2 3 0,-1 2 0,-1-1 0,-1 2 0,0 0 0,-2 1 0,0 1 0,13 24 0,-13-18 0,-1-1 0,-2 2 0,0 0 0,-2 0 0,-1 1 0,-1 0 0,-2 0 0,0 1 0,-2-1 0,-2 1 0,-1 35 0,-2-39 0,-1-1 0,-1 0 0,-1 0 0,-1 0 0,-2 0 0,0-1 0,-1 0 0,-1-1 0,-2 0 0,0-1 0,-1 0 0,-1-1 0,-25 28 0,14-22-170,-1-1-1,-1-2 0,-1-1 1,-1-1-1,-2-1 0,1-1 1,-53 22-1,24-17-6655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6.985"/>
    </inkml:context>
    <inkml:brush xml:id="br0">
      <inkml:brushProperty name="width" value="0.05" units="cm"/>
      <inkml:brushProperty name="height" value="0.05" units="cm"/>
    </inkml:brush>
  </inkml:definitions>
  <inkml:trace contextRef="#ctx0" brushRef="#br0">30 345 24575,'-1'6'0,"1"0"0,-1 1 0,0-1 0,-1 0 0,0 0 0,0 0 0,-3 7 0,-5 16 0,10-28 0,0 0 0,-1 0 0,1 0 0,0-1 0,0 1 0,0 0 0,0 0 0,0 0 0,1 0 0,-1 0 0,0 0 0,0 0 0,1-1 0,-1 1 0,0 0 0,1 0 0,-1 0 0,1 0 0,-1-1 0,1 1 0,-1 0 0,1-1 0,0 1 0,-1 0 0,1-1 0,0 1 0,-1-1 0,1 1 0,0-1 0,0 1 0,0-1 0,-1 1 0,1-1 0,0 0 0,0 0 0,0 1 0,0-1 0,0 0 0,1 0 0,5 1 0,1 0 0,-1 0 0,12-1 0,-18 0 0,16-1 0,-1-1 0,1 0 0,0-2 0,-1 0 0,1 0 0,-1-2 0,-1 0 0,1-1 0,-1 0 0,0-1 0,0-1 0,19-16 0,-22 16 0,0-1 0,-1 0 0,0-1 0,-1 0 0,-1-1 0,1 0 0,-2-1 0,0 0 0,0 0 0,-1 0 0,-1-1 0,0 0 0,-1-1 0,3-16 0,-6 23 0,-1 0 0,0 0 0,-1 0 0,0 0 0,0 0 0,-1 0 0,0 0 0,0 0 0,-1 0 0,0 0 0,0 0 0,-6-12 0,6 16 0,0 0 0,0 0 0,-1 1 0,1-1 0,-1 1 0,0 0 0,0 0 0,0 0 0,0 0 0,0 0 0,-1 1 0,1-1 0,-1 1 0,0 0 0,1 0 0,-1 0 0,0 1 0,0 0 0,0-1 0,-1 1 0,1 0 0,0 1 0,0-1 0,-1 1 0,-6 0 0,3 1 0,-1 1 0,0-1 0,0 1 0,1 1 0,0 0 0,-1 0 0,1 1 0,0 0 0,1 0 0,-1 0 0,1 1 0,-1 1 0,-10 10 0,1 0 0,1 1 0,0 1 0,-26 39 0,27-32 0,0 0 0,2 1 0,1 0 0,-15 47 0,22-57 0,1 0 0,1 1 0,0-1 0,1 0 0,1 1 0,1 0 0,0-1 0,1 1 0,5 26 0,-5-37-76,1 1 1,0-1-1,0 0 0,1 0 0,0 0 0,0 0 0,0 0 0,0-1 1,1 1-1,0-1 0,0 0 0,1 0 0,0 0 0,-1-1 1,1 0-1,1 0 0,9 6 0,18 6-6750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7.343"/>
    </inkml:context>
    <inkml:brush xml:id="br0">
      <inkml:brushProperty name="width" value="0.05" units="cm"/>
      <inkml:brushProperty name="height" value="0.05" units="cm"/>
    </inkml:brush>
  </inkml:definitions>
  <inkml:trace contextRef="#ctx0" brushRef="#br0">303 173 24575,'7'-32'0,"-1"8"0,-5 16 0,0 0 0,-1 0 0,1 0 0,-1 0 0,-1 0 0,-2-16 0,2 21 0,0 1 0,0 0 0,0-1 0,0 1 0,0 0 0,0-1 0,-1 1 0,1 0 0,-1 0 0,0 0 0,1 0 0,-1 1 0,0-1 0,0 0 0,0 1 0,0-1 0,-1 1 0,1 0 0,0 0 0,0-1 0,-1 2 0,1-1 0,-1 0 0,1 0 0,-6 0 0,1 0 0,-1 1 0,0 0 0,0 1 0,0-1 0,0 1 0,0 1 0,0-1 0,1 1 0,-1 1 0,1 0 0,-1 0 0,1 0 0,0 1 0,0 0 0,-7 6 0,4-4 0,1 1 0,1 0 0,-1 0 0,1 1 0,1 1 0,-1-1 0,1 1 0,1 0 0,0 1 0,-6 11 0,9-14 0,0 0 0,0 0 0,1 0 0,1 1 0,-1-1 0,1 0 0,0 1 0,1-1 0,-1 1 0,2-1 0,-1 0 0,1 1 0,0-1 0,1 0 0,-1 1 0,1-1 0,1 0 0,-1 0 0,1 0 0,1-1 0,-1 1 0,1-1 0,7 9 0,8 9 0,2-2 0,1 0 0,0-1 0,37 26 0,3 4 0,-57-47 0,-1 0 0,1 1 0,-1 0 0,0 0 0,0 0 0,0 0 0,5 11 0,-9-15 0,1 1 0,-1-1 0,1 1 0,-1-1 0,0 1 0,0 0 0,1-1 0,-1 1 0,0-1 0,0 1 0,-1 0 0,1-1 0,0 1 0,0-1 0,-1 1 0,1-1 0,-1 1 0,1-1 0,-1 1 0,0-1 0,0 0 0,1 1 0,-1-1 0,0 0 0,0 0 0,0 1 0,0-1 0,-1 0 0,1 0 0,0 0 0,0 0 0,-1 0 0,1-1 0,-1 1 0,1 0 0,-3 0 0,-6 4 0,0-2 0,0 1 0,0-1 0,-1-1 0,1 0 0,-1 0 0,-20 0 0,13-2 0,0-1 0,0-1 0,-34-7 0,10-3-1365,7-2-5461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7.935"/>
    </inkml:context>
    <inkml:brush xml:id="br0">
      <inkml:brushProperty name="width" value="0.05" units="cm"/>
      <inkml:brushProperty name="height" value="0.05" units="cm"/>
    </inkml:brush>
  </inkml:definitions>
  <inkml:trace contextRef="#ctx0" brushRef="#br0">1 5 24575,'3'0'0,"0"-3"0,3 2 0,1 4 0,-2 7 0,-1 7 0,-1 9 0,1 8 0,1 9 0,-2 9 0,0 3 0,-1 3 0,-2 1 0,1-5 0,-1-7 0,0-7 0,0-11-8191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090"/>
    </inkml:context>
    <inkml:brush xml:id="br0">
      <inkml:brushProperty name="width" value="0.05" units="cm"/>
      <inkml:brushProperty name="height" value="0.05" units="cm"/>
    </inkml:brush>
  </inkml:definitions>
  <inkml:trace contextRef="#ctx0" brushRef="#br0">1 116 24575,'2'-11'0,"2"-9"0,-1-6 0,0-2 0,-4 6 0,-1 13 0,-1 14 0,1 10 0,0 4-8191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339"/>
    </inkml:context>
    <inkml:brush xml:id="br0">
      <inkml:brushProperty name="width" value="0.05" units="cm"/>
      <inkml:brushProperty name="height" value="0.05" units="cm"/>
    </inkml:brush>
  </inkml:definitions>
  <inkml:trace contextRef="#ctx0" brushRef="#br0">217 35 24575,'1'-1'0,"1"1"0,0 0 0,0-1 0,-1 1 0,1-1 0,0 1 0,-1-1 0,1 0 0,-1 0 0,1 0 0,0 0 0,-1 0 0,0 0 0,1 0 0,-1 0 0,0 0 0,0-1 0,1 1 0,-1-1 0,0 1 0,-1-1 0,1 1 0,0-1 0,1-2 0,-2 3 0,0 1 0,0 0 0,0 0 0,0 0 0,0 0 0,0-1 0,0 1 0,0 0 0,0 0 0,0 0 0,0 0 0,0-1 0,0 1 0,0 0 0,0 0 0,0 0 0,0-1 0,0 1 0,0 0 0,0 0 0,0 0 0,0 0 0,0-1 0,0 1 0,0 0 0,0 0 0,0 0 0,-1 0 0,1 0 0,0 0 0,0-1 0,0 1 0,0 0 0,0 0 0,-1 0 0,1 0 0,0 0 0,0 0 0,0 0 0,0 0 0,-1 0 0,1 0 0,0 0 0,0-1 0,0 1 0,0 0 0,-1 0 0,1 0 0,0 0 0,0 0 0,0 1 0,-1-1 0,1 0 0,0 0 0,0 0 0,0 0 0,0 0 0,-1 0 0,1 0 0,0 0 0,0 0 0,0 1 0,-13 5 0,-2 8 0,1 0 0,0 0 0,0 1 0,-15 25 0,-40 72 0,67-109 0,-14 25 0,1 2 0,-17 45 0,29-67 0,1-1 0,0 0 0,0 1 0,1-1 0,0 1 0,0-1 0,0 1 0,1 0 0,1-1 0,-1 1 0,1 0 0,0-1 0,1 1 0,0-1 0,0 1 0,6 11 0,-5-14-72,0-1 1,0 0-1,1 0 0,-1 0 0,1 0 0,0 0 0,1-1 0,-1 0 1,0 0-1,1 0 0,0 0 0,0-1 0,0 0 0,0 0 0,0 0 1,0-1-1,0 0 0,8 2 0,27 3-6754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38.649"/>
    </inkml:context>
    <inkml:brush xml:id="br0">
      <inkml:brushProperty name="width" value="0.05" units="cm"/>
      <inkml:brushProperty name="height" value="0.05" units="cm"/>
    </inkml:brush>
  </inkml:definitions>
  <inkml:trace contextRef="#ctx0" brushRef="#br0">255 173 24575,'0'-5'0,"0"1"0,0-1 0,0 1 0,-1 0 0,0-1 0,0 1 0,0 0 0,0 0 0,-1 0 0,0 0 0,1 0 0,-2 0 0,1 0 0,0 1 0,-1-1 0,-4-5 0,4 7 0,0-1 0,-1 1 0,1 0 0,0 0 0,-1 0 0,0 0 0,1 1 0,-1-1 0,0 1 0,1 0 0,-1 0 0,0 0 0,0 1 0,0 0 0,0-1 0,0 1 0,0 0 0,-6 2 0,2-1 0,1 1 0,0 0 0,0 1 0,0-1 0,0 1 0,1 1 0,-1-1 0,1 1 0,0 1 0,0-1 0,0 1 0,1 0 0,-1 0 0,1 0 0,0 1 0,1 0 0,-1 0 0,1 0 0,1 0 0,-1 1 0,-2 7 0,2-5 0,0 0 0,0 0 0,1 0 0,1 0 0,-1 1 0,2-1 0,-1 1 0,1 0 0,1-1 0,0 1 0,0 0 0,1 0 0,0-1 0,0 1 0,5 15 0,-3-19 0,-1-1 0,1 1 0,0 0 0,0-1 0,0 1 0,1-1 0,0 0 0,0 0 0,0 0 0,1-1 0,0 0 0,0 1 0,0-2 0,8 6 0,-6-5 0,0-1 0,1 0 0,-1-1 0,1 0 0,-1 0 0,1 0 0,-1-1 0,1 0 0,0-1 0,13 0 0,-7-1 0,0-1 0,0-1 0,-1 0 0,1-1 0,-1 0 0,0-1 0,0 0 0,-1-1 0,0-1 0,0 0 0,0 0 0,-1-1 0,11-10 0,-12 8 0,0 0 0,-1-1 0,-1-1 0,1 1 0,-2-1 0,0-1 0,0 1 0,-1-1 0,0 0 0,-2-1 0,6-22 0,-8 28 0,-1 0 0,0-1 0,0 1 0,-1 0 0,0-1 0,-1 1 0,0 0 0,0-1 0,-3-10 0,2 13 0,-1 1 0,1-1 0,-1 0 0,0 1 0,0-1 0,-1 1 0,1 0 0,-1 0 0,0 1 0,-1-1 0,1 1 0,-1 0 0,-8-6 0,7 6 29,-1 0-1,0 0 1,0 1-1,0 0 0,-1 0 1,1 1-1,-1 0 1,1 0-1,-1 1 1,0 0-1,-9 0 1,0 1-371,0 1 1,1 1 0,-1 0-1,-18 6 1,-14 5-6485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6.525"/>
    </inkml:context>
    <inkml:brush xml:id="br0">
      <inkml:brushProperty name="width" value="0.05" units="cm"/>
      <inkml:brushProperty name="height" value="0.05" units="cm"/>
    </inkml:brush>
  </inkml:definitions>
  <inkml:trace contextRef="#ctx0" brushRef="#br0">1 0 23920,'274'2561'0,"10002"-2561"0,-10550-2561 0,-10002 2561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1.421"/>
    </inkml:context>
    <inkml:brush xml:id="br0">
      <inkml:brushProperty name="width" value="0.05" units="cm"/>
      <inkml:brushProperty name="height" value="0.05" units="cm"/>
    </inkml:brush>
  </inkml:definitions>
  <inkml:trace contextRef="#ctx0" brushRef="#br0">1 0 23778,'0'1834'0,"9130"-1834"0,-9130-1834 0,-9130 1834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3.917"/>
    </inkml:context>
    <inkml:brush xml:id="br0">
      <inkml:brushProperty name="width" value="0.05" units="cm"/>
      <inkml:brushProperty name="height" value="0.05" units="cm"/>
    </inkml:brush>
  </inkml:definitions>
  <inkml:trace contextRef="#ctx0" brushRef="#br0">210 122 24575,'0'-4'0,"1"0"0,0 0 0,0 0 0,0 0 0,1 0 0,-1 1 0,5-8 0,5-13 0,-10 19 0,0 0 0,0 0 0,0 0 0,-1 0 0,1 0 0,-2-8 0,1 12 0,0 0 0,0 0 0,0 0 0,0 1 0,-1-1 0,1 0 0,0 0 0,-1 0 0,1 1 0,0-1 0,-1 0 0,1 0 0,-1 1 0,1-1 0,-1 1 0,1-1 0,-1 0 0,0 1 0,0-1 0,0 0 0,0 1 0,0 0 0,0 0 0,0 0 0,0-1 0,0 1 0,0 0 0,0 1 0,0-1 0,0 0 0,0 0 0,0 0 0,0 1 0,0-1 0,0 0 0,0 1 0,0-1 0,0 1 0,0-1 0,-1 2 0,-6 3 0,0 1 0,1 0 0,-1 1 0,1 0 0,1 0 0,-1 0 0,-7 13 0,-35 61 0,44-71 0,-14 25 0,-25 63 0,38-83 0,1 1 0,1-1 0,1 1 0,0-1 0,1 1 0,0 0 0,2 19 0,0-31 0,0 0 0,0-1 0,1 1 0,0 0 0,0-1 0,0 1 0,0-1 0,0 1 0,1-1 0,-1 1 0,1-1 0,0 0 0,0 0 0,0 0 0,0 0 0,1 0 0,-1 0 0,1-1 0,0 1 0,6 3 0,-5-4 0,0 0 0,0 0 0,0-1 0,0 0 0,1 1 0,-1-2 0,0 1 0,1 0 0,-1-1 0,0 0 0,1 0 0,-1 0 0,1 0 0,-1-1 0,0 0 0,1 0 0,4-2 0,2-1 0,0 0 0,0-1 0,0 0 0,0-1 0,-1 0 0,0-1 0,0 0 0,-1-1 0,11-11 0,5-8 0,36-51 0,-12 14 0,-82 159 0,31-89-105,1 0 0,0 0 0,0 1 0,1-1 0,0 0 0,0 1 0,0-1 0,1 0 0,0 1 0,0-1 0,1 0 0,3 11 0,7 5-6721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4.134"/>
    </inkml:context>
    <inkml:brush xml:id="br0">
      <inkml:brushProperty name="width" value="0.05" units="cm"/>
      <inkml:brushProperty name="height" value="0.05" units="cm"/>
    </inkml:brush>
  </inkml:definitions>
  <inkml:trace contextRef="#ctx0" brushRef="#br0">235 97 24575,'-1'-6'0,"1"0"0,-1-1 0,0 1 0,0 0 0,-1 0 0,-4-11 0,4 14 0,1-1 0,-1 1 0,1 0 0,-1 1 0,0-1 0,0 0 0,0 0 0,0 1 0,0-1 0,-1 1 0,1 0 0,-1 0 0,0 0 0,-3-2 0,5 3 0,-1 1 0,0 0 0,1-1 0,-1 1 0,0 0 0,0 0 0,1 0 0,-1 0 0,0 0 0,0 1 0,1-1 0,-1 0 0,0 1 0,1-1 0,-1 1 0,1 0 0,-1 0 0,1-1 0,-1 1 0,1 0 0,-1 0 0,1 0 0,0 0 0,-1 1 0,1-1 0,0 0 0,0 1 0,-2 1 0,-4 6 0,1 0 0,-1 1 0,-4 10 0,10-18 0,-19 37 0,1 1 0,2 0 0,-14 51 0,25-68 0,0-1 0,2 2 0,1-1 0,1 0 0,0 1 0,2-1 0,4 39 0,-2-53 31,-1 1 0,2-1 0,-1 0 0,1-1 0,1 1 0,-1 0 0,1-1 0,1 0 1,0 0-1,10 13 0,-11-16-138,1 0 0,0-1 1,0 1-1,0-1 0,1-1 1,-1 1-1,1-1 0,0 0 1,0 0-1,0-1 0,0 1 1,0-1-1,1-1 0,-1 1 1,12 0-1,25 0-6719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04.256"/>
    </inkml:context>
    <inkml:brush xml:id="br0">
      <inkml:brushProperty name="width" value="0.05" units="cm"/>
      <inkml:brushProperty name="height" value="0.05" units="cm"/>
    </inkml:brush>
  </inkml:definitions>
  <inkml:trace contextRef="#ctx0" brushRef="#br0">246 0 24575,'-11'3'0,"-18"1"0,-11 5 0,-7 1 0,-2 1 0,8 2 0,16 2 0,21-2 0,22-4 0,21-2 0,19-4 0,-2-1-8191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5.470"/>
    </inkml:context>
    <inkml:brush xml:id="br0">
      <inkml:brushProperty name="width" value="0.05" units="cm"/>
      <inkml:brushProperty name="height" value="0.05" units="cm"/>
    </inkml:brush>
  </inkml:definitions>
  <inkml:trace contextRef="#ctx0" brushRef="#br0">94 559 24575,'-6'-2'0,"0"-1"0,0 1 0,0-1 0,1 0 0,-1 0 0,1-1 0,-1 0 0,1 0 0,-5-5 0,7 6 0,0 1 0,0-1 0,1 0 0,-1 0 0,1 1 0,0-1 0,0-1 0,0 1 0,1 0 0,-1 0 0,1-1 0,-1 1 0,1-1 0,0 1 0,0-1 0,1 0 0,-1 1 0,1-7 0,0 4 0,1 1 0,0 0 0,1-1 0,-1 1 0,1 0 0,0 0 0,0 0 0,0 0 0,1 0 0,0 0 0,4-5 0,5-5 0,1 1 0,1 0 0,0 1 0,0 1 0,1 0 0,20-11 0,14-6-107,1 3 0,2 2 0,0 3 0,61-17 0,225-40-428,-154 48 286,1 9-1,0 8 1,1 8-1,0 8 1,0 9 0,-1 7-1,313 75 1,-389-65 114,-1 5 1,-2 4-1,-2 5 1,109 62-1,-155-71 52,-1 2 0,-3 3 0,-1 1-1,-1 4 1,-3 1 0,-2 2 0,-2 3-1,48 66 1,-54-57 139,63 127-1,-82-141 337,-1 2 0,-3 0 0,16 78 0,-27-96-5775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5.796"/>
    </inkml:context>
    <inkml:brush xml:id="br0">
      <inkml:brushProperty name="width" value="0.05" units="cm"/>
      <inkml:brushProperty name="height" value="0.05" units="cm"/>
    </inkml:brush>
  </inkml:definitions>
  <inkml:trace contextRef="#ctx0" brushRef="#br0">0 170 24575,'39'-40'0,"32"-31"0,-61 62 0,1 0 0,1 1 0,0 0 0,25-12 0,-36 19 0,0 1 0,0-1 0,0 1 0,0 0 0,0-1 0,0 1 0,0 0 0,0-1 0,0 1 0,0 0 0,0 0 0,0 0 0,0 0 0,0 0 0,0 0 0,0 0 0,0 0 0,0 1 0,0-1 0,0 0 0,0 0 0,0 1 0,0-1 0,-1 1 0,1-1 0,0 1 0,0-1 0,0 1 0,0 0 0,-1-1 0,1 1 0,0 0 0,0 0 0,-1-1 0,1 1 0,-1 0 0,1 0 0,-1 0 0,1 0 0,-1 0 0,1 0 0,-1 0 0,0 0 0,0 0 0,1 0 0,-1 0 0,0 0 0,0 1 0,1 8 0,0 0 0,-1 1 0,0-1 0,-1 11 0,0-5 0,0 70 0,2-44 0,-1 0 0,-3-1 0,-14 77 0,16-114 14,0 0 1,0 0-1,-1 0 0,0-1 0,0 1 1,0 0-1,0-1 0,0 1 0,-1-1 0,0 0 1,1 0-1,-1 0 0,0 0 0,-1-1 1,1 1-1,0-1 0,-1 1 0,1-1 0,-1 0 1,0-1-1,0 1 0,0-1 0,-4 2 1,-7 0-357,-1 0 1,1-1 0,-1-1-1,-26-1 1,14 0-6485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6.620"/>
    </inkml:context>
    <inkml:brush xml:id="br0">
      <inkml:brushProperty name="width" value="0.05" units="cm"/>
      <inkml:brushProperty name="height" value="0.05" units="cm"/>
    </inkml:brush>
  </inkml:definitions>
  <inkml:trace contextRef="#ctx0" brushRef="#br0">1681 215 24575,'1'-1'0,"2"-2"0,1-1 0,-1 1 0,0-1 0,0 0 0,0 0 0,3-6 0,-5 9 0,-1 0 0,0 1 0,0-1 0,1 0 0,-1 1 0,0-1 0,0 0 0,0 1 0,0-1 0,0 1 0,0-1 0,0 0 0,0 1 0,0-1 0,-1 0 0,1 1 0,0-1 0,0 0 0,0 1 0,-1-1 0,1 1 0,-1-2 0,0 1 0,0 0 0,0 0 0,0 0 0,-1 1 0,1-1 0,0 0 0,-1 0 0,1 1 0,-1-1 0,1 1 0,-1-1 0,1 1 0,-3-1 0,-11-1 0,0 0 0,0 1 0,0 1 0,-1 0 0,1 1 0,0 0 0,-22 6 0,-105 35 0,128-37 0,-96 36-215,-162 85-1,-86 89-216,257-145 432,-106 95 0,166-128 0,1 3 0,2 1 0,2 2 0,-58 88 0,81-108 0,0 1 0,2 1 0,0 0 0,2 0 0,1 1 0,0 0 0,-3 31 0,9-37 0,0 0 0,1 0 0,1 0 0,2 1 0,-1-1 0,2 0 0,1-1 0,0 1 0,2 0 0,9 23 0,-1-13 11,2-1-1,0-1 0,2 0 0,1-1 1,1-1-1,1 0 0,2-2 0,28 24 0,2-3-163,1-3 0,116 66-1,-54-47-483,2-5 0,3-5 0,155 42 0,396 59-1928,-289-94 1821,392 8 1,-451-60 343,514-54-1,-642 22 96,259-67 0,-363 68 199,-2-5 1,-1-3 0,-2-4 0,158-93 0,-205 105 220,-2-2-1,-1-2 1,-1-1-1,-2-2 1,-1-2-1,-1 0 1,26-40-1,-43 53-58,-1-1-1,-1-1 0,-1 0 1,-1-1-1,-1 0 0,-2 0 1,0-1-1,-1 0 1,-2-1-1,0 1 0,-2-1 1,-1 0-1,-1 0 1,-2-28-1,-2 25-36,-2 0 1,-1 1 0,-1 0-1,-1 0 1,-21-47-1,12 39 54,-2 0 1,-2 2-1,-41-53 0,15 31 79,-3 3 1,-2 2-1,-3 3 0,-76-54 1,13 23-103,-4 4 1,-3 6-1,-244-96 1,135 83-658,-333-73 1,305 101 643,-324-23 0,389 64-350,0 9 1,-264 28-1,337-8 284,-207 54-1,258-49 90,2 3 0,0 4 1,2 2-1,-69 42 0,41-10 231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335"/>
    </inkml:context>
    <inkml:brush xml:id="br0">
      <inkml:brushProperty name="width" value="0.05" units="cm"/>
      <inkml:brushProperty name="height" value="0.05" units="cm"/>
    </inkml:brush>
  </inkml:definitions>
  <inkml:trace contextRef="#ctx0" brushRef="#br0">0 303 24575,'1'-5'0,"0"-1"0,0 1 0,0-1 0,1 1 0,0-1 0,0 1 0,0 0 0,0 0 0,1 0 0,5-7 0,2-3 0,24-26 0,-26 32 0,1 1 0,0-1 0,1 2 0,0-1 0,0 1 0,0 1 0,19-9 0,-26 13 0,1 1 0,0-1 0,-1 1 0,1 0 0,0 0 0,0 0 0,0 1 0,0-1 0,0 1 0,0 0 0,0 0 0,0 0 0,0 1 0,0 0 0,-1-1 0,1 1 0,0 0 0,0 1 0,0-1 0,-1 1 0,1 0 0,-1 0 0,1 0 0,-1 0 0,0 0 0,0 1 0,4 3 0,-1 1 0,-1 1 0,0-1 0,0 1 0,-1 0 0,1 0 0,-2 0 0,1 0 0,-1 1 0,-1 0 0,1-1 0,1 17 0,0 11 0,-2 58 0,-2-72 0,0-22 0,-3 128 0,2-107 0,-2 1 0,0-1 0,-12 38 0,12-54 0,1-5 0,-2-15 0,2-23 0,4-11 0,2 1 0,2-1 0,3 1 0,1 1 0,3 0 0,1 0 0,3 2 0,28-58 0,-38 90 0,1 0 0,0 1 0,1 0 0,0 0 0,17-16 0,-23 25 0,0 0 0,0 1 0,0 0 0,0-1 0,0 1 0,1 1 0,0-1 0,-1 0 0,1 1 0,0 0 0,5-2 0,-6 3 0,-1 0 0,1 0 0,0 0 0,-1 0 0,1 1 0,-1-1 0,1 1 0,-1-1 0,1 1 0,-1 0 0,0 0 0,1 0 0,-1 0 0,0 1 0,0-1 0,0 1 0,1-1 0,-2 1 0,4 2 0,0 2 0,0 1 0,0-1 0,-1 1 0,1-1 0,-2 1 0,1 0 0,-1 1 0,0-1 0,0 0 0,1 12 0,3 12 0,3 39 0,-7-45 0,0 4 0,4 24 0,-7-52 0,0-1 0,0 0 0,0 1 0,0-1 0,0 1 0,0-1 0,1 1 0,-1-1 0,0 0 0,0 1 0,0-1 0,1 1 0,-1-1 0,0 0 0,0 1 0,1-1 0,-1 0 0,0 1 0,1-1 0,-1 0 0,0 1 0,1-1 0,-1 0 0,0 0 0,1 1 0,-1-1 0,1 0 0,-1 0 0,1 0 0,0 0 0,11-7 0,13-28 0,-20 28 0,15-23 0,1 2 0,1 0 0,1 2 0,53-47 0,-73 71 0,0 0 0,-1 0 0,1 0 0,0 1 0,0-1 0,0 1 0,0 0 0,0 0 0,0 0 0,0 0 0,1 0 0,-1 0 0,0 1 0,0 0 0,1 0 0,-1 0 0,0 0 0,7 1 0,-7 0 0,0 1 0,0-1 0,1 1 0,-1-1 0,0 1 0,-1 0 0,1 0 0,0 0 0,-1 1 0,1-1 0,-1 1 0,0-1 0,1 1 0,-1 0 0,-1 0 0,1 0 0,0 0 0,1 3 0,6 19 46,0-1 0,-2 2 0,-1-1-1,-1 1 1,3 32 0,11 56-1686,-10-82-5186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665"/>
    </inkml:context>
    <inkml:brush xml:id="br0">
      <inkml:brushProperty name="width" value="0.05" units="cm"/>
      <inkml:brushProperty name="height" value="0.05" units="cm"/>
    </inkml:brush>
  </inkml:definitions>
  <inkml:trace contextRef="#ctx0" brushRef="#br0">2 28 24575,'0'-21'0,"0"15"0,0 14 0,-1 54 0,0-16 0,7 70 0,-6-110 0,1-1 0,0 1 0,0-1 0,1 0 0,0 0 0,0 1 0,0-1 0,0 0 0,1-1 0,0 1 0,5 7 0,-7-11 0,1 1 0,0-1 0,0 1 0,0-1 0,0 1 0,0-1 0,0 0 0,0 0 0,1 0 0,-1 0 0,0-1 0,0 1 0,1-1 0,-1 1 0,1-1 0,-1 0 0,0 0 0,1 0 0,-1 0 0,1 0 0,-1 0 0,0-1 0,1 1 0,-1-1 0,0 0 0,0 1 0,1-1 0,2-2 0,5-3 0,0 1 0,0-1 0,-1-1 0,0 0 0,0 0 0,-1 0 0,0-1 0,0-1 0,-1 1 0,12-19 0,-12 15 0,1 0 0,-2-1 0,0 1 0,0-2 0,-1 1 0,-1-1 0,0 1 0,2-18 0,-6 8 0,0 22 0,0 1 0,0 0 0,-1-1 0,1 1 0,0 0 0,0-1 0,0 1 0,0 0 0,0-1 0,0 1 0,0 0 0,0 0 0,-1-1 0,1 1 0,0 0 0,0 0 0,0-1 0,-1 1 0,1 0 0,0 0 0,0 0 0,-1-1 0,1 1 0,0 0 0,0 0 0,-1 0 0,1 0 0,0-1 0,-1 1 0,1 0 0,0 0 0,0 0 0,-1 0 0,1 0 0,0 0 0,-1 0 0,1 0 0,0 0 0,-1 0 0,1 0 0,0 0 0,-1 0 0,1 0 0,0 0 0,0 1 0,-1-1 0,1 0 0,0 0 0,-1 0 0,1 0 0,0 1 0,0-1 0,-1 0 0,1 0 0,0 0 0,0 1 0,0-1 0,-1 0 0,1 0 0,0 1 0,0-1 0,0 0 0,0 0 0,0 1 0,-1 0 0,-5 6 0,0 2 0,0-1 0,1 0 0,0 1 0,1 0 0,-5 14 0,-18 63 0,23-74 0,-21 87 171,-12 108 0,3 102-1878,29-243-5119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7.959"/>
    </inkml:context>
    <inkml:brush xml:id="br0">
      <inkml:brushProperty name="width" value="0.05" units="cm"/>
      <inkml:brushProperty name="height" value="0.05" units="cm"/>
    </inkml:brush>
  </inkml:definitions>
  <inkml:trace contextRef="#ctx0" brushRef="#br0">446 99 24575,'0'-2'0,"-1"0"0,1-1 0,-1 1 0,0 0 0,0 0 0,0-1 0,0 1 0,0 0 0,0 0 0,0 0 0,-1 0 0,-2-2 0,-20-21 0,18 20 0,0 0 0,-1 1 0,0-1 0,0 2 0,0-1 0,0 1 0,-1 0 0,1 0 0,-1 1 0,0 0 0,1 1 0,-1-1 0,0 1 0,0 1 0,0 0 0,0 0 0,0 0 0,-8 2 0,4 0 0,0 1 0,0-1 0,1 2 0,-1 0 0,1 0 0,0 1 0,0 0 0,1 1 0,-1 0 0,1 1 0,-12 9 0,11-4 22,0-1-1,1 1 0,1 0 1,0 1-1,0 0 0,1 1 1,1 0-1,0 0 0,1 1 1,1-1-1,0 1 0,1 0 1,0 1-1,1-1 0,-1 27 1,4-31-57,0 0 1,1 0 0,0 0 0,0 0 0,1 0 0,1 0 0,0 0 0,0 0-1,10 19 1,-9-23-63,1 1-1,0-1 1,0 0-1,0 0 1,1-1-1,0 1 1,1-1-1,-1-1 1,1 1-1,0-1 1,0 0-1,1-1 0,13 7 1,21 5-6729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8.716"/>
    </inkml:context>
    <inkml:brush xml:id="br0">
      <inkml:brushProperty name="width" value="0.05" units="cm"/>
      <inkml:brushProperty name="height" value="0.05" units="cm"/>
    </inkml:brush>
  </inkml:definitions>
  <inkml:trace contextRef="#ctx0" brushRef="#br0">286 311 24575,'18'-17'0,"-1"-2"0,18-25 0,-30 38 0,-1 0 0,-1 0 0,1-1 0,-1 1 0,0-1 0,-1 1 0,1-1 0,-1 0 0,-1 0 0,1 0 0,-1 0 0,0-12 0,-1 16 0,0 1 0,-1-1 0,1 1 0,-1-1 0,1 1 0,-1-1 0,0 1 0,0 0 0,0-1 0,0 1 0,0 0 0,-1 0 0,1-1 0,-1 1 0,1 0 0,-1 0 0,0 1 0,-2-3 0,0 1 0,1 1 0,-1 0 0,0-1 0,-1 2 0,1-1 0,0 0 0,0 1 0,-1 0 0,-6-2 0,-3 2 0,0 0 0,0 1 0,0 0 0,0 1 0,-25 4 0,29-2 0,-1 0 0,1 1 0,0 0 0,0 0 0,1 1 0,-1 0 0,1 1 0,0 0 0,0 0 0,1 1 0,0 0 0,0 1 0,0 0 0,1 0 0,-11 17 0,10-13 0,1 1 0,0 0 0,1 0 0,0 0 0,1 1 0,1-1 0,0 1 0,1 0 0,0 1 0,2-1 0,-2 22 0,3-29 0,1-1 0,-1 0 0,1 0 0,0 0 0,0 0 0,1 0 0,0 0 0,0 0 0,0 0 0,1-1 0,0 1 0,0-1 0,0 0 0,1 0 0,0 0 0,0 0 0,7 6 0,-7-7 0,1-1 0,-1 0 0,1 0 0,0 0 0,0-1 0,0 1 0,1-1 0,-1-1 0,0 1 0,1-1 0,-1 0 0,1 0 0,0 0 0,-1-1 0,1 0 0,0 0 0,-1 0 0,1-1 0,7-1 0,-2-1 0,0-1 0,0 0 0,-1 0 0,1-1 0,-1-1 0,0 0 0,0 0 0,-1 0 0,0-2 0,0 1 0,-1-1 0,0 0 0,0-1 0,-1 0 0,0 0 0,9-16 0,-7 10 0,0-1 0,-2 0 0,0 0 0,0 0 0,-2-1 0,0 0 0,-1-1 0,-1 1 0,0-1 0,0-18 0,-3 32 0,0 1 0,-1 0 0,1-1 0,-1 1 0,1 0 0,-1 0 0,0-1 0,0 1 0,-1 0 0,1 0 0,-3-4 0,4 7 0,-1-1 0,1 1 0,-1-1 0,1 0 0,-1 1 0,1-1 0,-1 1 0,1 0 0,-1-1 0,0 1 0,1-1 0,-1 1 0,1 0 0,-1 0 0,0-1 0,0 1 0,1 0 0,-1 0 0,0 0 0,1 0 0,-2 0 0,0 0 0,1 0 0,0 1 0,0-1 0,-1 1 0,1-1 0,0 1 0,0-1 0,-1 1 0,1 0 0,0 0 0,0 0 0,0 0 0,0 0 0,0 0 0,0 0 0,0 1 0,-5 6 0,0 0 0,1 1 0,0 0 0,0 0 0,1 0 0,0 0 0,1 1 0,0 0 0,1-1 0,-3 16 0,4-17 0,0 0 0,1-1 0,0 1 0,0 0 0,1 0 0,-1-1 0,2 1 0,-1 0 0,1-1 0,0 1 0,1-1 0,0 0 0,0 0 0,5 9 0,-6-14 0,0 1 0,0-1 0,1 1 0,-1-1 0,1 0 0,-1 0 0,1 0 0,0 0 0,-1-1 0,1 1 0,0-1 0,0 1 0,0-1 0,0 0 0,1 0 0,-1 0 0,0-1 0,0 1 0,1-1 0,-1 0 0,0 0 0,0 0 0,1 0 0,-1 0 0,0-1 0,0 0 0,5-1 0,5-2 0,0 0 0,-1-1 0,1 0 0,-1-1 0,15-11 0,-1-1 0,-1 0 0,-1-2 0,-1-1 0,-1-1 0,-1-1 0,29-39 0,-63 91 0,1 2 0,1 0 0,-7 33 0,7-18 0,2 0 0,2 0 0,2 1 0,1 61 0,5-76 0,1 0 0,2 0 0,1 0 0,1-1 0,2 0 0,1 0 0,15 35 0,-23-64 0,18 34 0,-18-35 0,0 1 0,-1-1 0,1 0 0,0 1 0,0-1 0,1 0 0,-1 0 0,0 0 0,0 1 0,0-1 0,1-1 0,-1 1 0,0 0 0,1 0 0,-1 0 0,1-1 0,-1 1 0,1-1 0,-1 1 0,3-1 0,-3 0 0,0 0 0,0-1 0,0 1 0,0-1 0,0 1 0,0-1 0,0 1 0,0-1 0,0 0 0,-1 0 0,1 1 0,0-1 0,0 0 0,-1 0 0,1 0 0,-1 0 0,1 0 0,-1 0 0,1 0 0,-1 0 0,1 0 0,-1 0 0,0 0 0,0 0 0,1 0 0,-1 0 0,0-2 0,3-34 0,-3 34 0,-2-76 0,-17-113 0,7 87 0,4 30 0,-1 7 0,3 0 0,7-133 0,0 191 0,0 0 0,1 0 0,0 0 0,1 0 0,0 1 0,7-14 0,-9 21 0,-1 0 0,1 0 0,1 0 0,-1 0 0,0 0 0,0 1 0,1-1 0,-1 0 0,1 1 0,-1-1 0,1 1 0,0 0 0,0 0 0,-1-1 0,1 1 0,0 0 0,0 0 0,0 1 0,0-1 0,0 0 0,0 1 0,0-1 0,1 1 0,-1 0 0,0 0 0,0-1 0,0 2 0,0-1 0,1 0 0,-1 0 0,0 1 0,0-1 0,0 1 0,0-1 0,4 3 0,2 1 0,0 0 0,0 1 0,0 0 0,-1 1 0,1 0 0,-1 0 0,-1 0 0,1 1 0,-1 0 0,0 0 0,-1 1 0,0 0 0,0-1 0,-1 2 0,0-1 0,0 0 0,3 11 0,-3-6 0,0-1 0,-1 1 0,-1 0 0,0 0 0,0 0 0,-1 0 0,-1 0 0,0 0 0,-1 0 0,0 0 0,-6 21 0,2-19-105,-1 0 0,-1 0 0,0 0 0,-1-1 0,0 0 0,-1-1 0,-1 0 0,0-1 0,-1 1 0,0-2 0,-1 0 0,-20 15 0,3-5-6721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9.589"/>
    </inkml:context>
    <inkml:brush xml:id="br0">
      <inkml:brushProperty name="width" value="0.05" units="cm"/>
      <inkml:brushProperty name="height" value="0.05" units="cm"/>
    </inkml:brush>
  </inkml:definitions>
  <inkml:trace contextRef="#ctx0" brushRef="#br0">193 371 24575,'21'-8'0,"-1"0"0,0-1 0,34-22 0,-46 26 0,0 0 0,0-1 0,-1 0 0,0-1 0,0 1 0,-1-1 0,1-1 0,-2 1 0,1-1 0,-1 0 0,5-10 0,-8 14 0,-1 1 0,0 0 0,0-1 0,0 1 0,0-1 0,-1 1 0,1-1 0,-1 1 0,0-1 0,0 1 0,0-1 0,0 0 0,-1 1 0,1-1 0,-1 1 0,0 0 0,-3-7 0,2 6 0,0 0 0,-1 1 0,0-1 0,1 0 0,-2 1 0,1 0 0,0-1 0,0 1 0,-1 1 0,0-1 0,0 0 0,-5-2 0,1 1 0,-1 0 0,0 1 0,0 0 0,0 0 0,0 1 0,0 0 0,0 0 0,-1 1 0,1 1 0,-1 0 0,1 0 0,-17 2 0,14 2 0,0 0 0,0 1 0,1 0 0,-1 0 0,2 1 0,-1 1 0,0 0 0,1 0 0,1 1 0,-1 0 0,1 1 0,1 0 0,-1 0 0,2 1 0,-1 0 0,-11 22 0,14-23 0,0 1 0,1 0 0,0 0 0,1 1 0,0-1 0,0 0 0,1 1 0,-1 21 0,3-24 0,1-1 0,-1 1 0,1 0 0,0-1 0,1 1 0,0-1 0,0 0 0,1 1 0,0-1 0,0 0 0,1 0 0,-1-1 0,7 9 0,-6-10 0,0-1 0,0 1 0,0-1 0,0 0 0,1 0 0,0 0 0,-1-1 0,2 1 0,-1-1 0,0 0 0,1-1 0,-1 1 0,1-1 0,-1 0 0,1-1 0,0 1 0,0-1 0,0-1 0,0 1 0,0-1 0,10 0 0,-8-1 0,1 0 0,-1-1 0,0 0 0,0 0 0,0-1 0,-1 0 0,1 0 0,-1-1 0,1 0 0,-1 0 0,0-1 0,-1 1 0,1-2 0,-1 1 0,7-8 0,-3 1 0,-1 0 0,0-1 0,-1 0 0,0 0 0,-1-1 0,-1 0 0,7-21 0,-2-1 0,11-67 0,-24 147 0,7 61 0,-3-91 0,0 1 0,1-1 0,1 1 0,0-1 0,0 0 0,11 18 0,-13-28 0,0 0 0,0 0 0,1-1 0,-1 1 0,1-1 0,0 1 0,0-1 0,1 0 0,-1-1 0,1 1 0,4 3 0,-5-5 0,0 0 0,0 0 0,0 0 0,0 0 0,0 0 0,0-1 0,0 0 0,0 1 0,0-1 0,0 0 0,0 0 0,0-1 0,0 1 0,0-1 0,0 1 0,0-1 0,-1 0 0,5-2 0,1 0 0,-1-1 0,0-1 0,0 1 0,0-1 0,0-1 0,-1 1 0,0-1 0,0 0 0,-1 0 0,9-13 0,-2 1 0,-1 0 0,-1-1 0,9-21 0,-8 16 0,-2-1 0,-1 0 0,-1-1 0,-1 0 0,-1 0 0,3-43 0,-11 57 0,-3 18 0,-4 21 0,-10 63 0,3 1 0,-7 158 0,23-235 0,0-8 0,1 0 0,-1 0 0,1 0 0,0-1 0,0 1 0,1 0 0,0 0 0,0-1 0,3 9 0,-4-14 0,1-1 0,-1 1 0,1-1 0,-1 1 0,1-1 0,-1 1 0,1-1 0,-1 0 0,0 1 0,1-1 0,-1 0 0,0 0 0,0 1 0,1-1 0,-1 0 0,0 0 0,0 1 0,0-1 0,0 0 0,0-1 0,14-196 0,-11 127 0,3 1 0,15-75 0,-18 133 0,0 0 0,1 1 0,0-1 0,0 1 0,2 0 0,-1 0 0,13-18 0,-16 27 0,0-1 0,0 0 0,1 1 0,-1 0 0,0 0 0,1-1 0,0 1 0,-1 1 0,1-1 0,0 0 0,0 1 0,0-1 0,0 1 0,0 0 0,0 0 0,0 0 0,0 0 0,1 1 0,-1-1 0,0 1 0,0 0 0,1 0 0,-1 0 0,0 0 0,0 1 0,1-1 0,-1 1 0,0 0 0,0 0 0,0 0 0,0 0 0,6 4 0,-4-3 0,0 1 0,-1 0 0,1 1 0,-1-1 0,1 1 0,-1 0 0,0 0 0,0 0 0,-1 1 0,1-1 0,-1 1 0,0 0 0,0 0 0,-1 0 0,0 0 0,0 0 0,0 1 0,0-1 0,-1 1 0,0-1 0,0 1 0,0 0 0,-1-1 0,1 1 0,-2 0 0,1-1 0,-1 7 0,-1-1 0,0 0 0,0-1 0,-1 1 0,-1 0 0,0-1 0,0 0 0,-1 0 0,0 0 0,-1-1 0,0 0 0,0 0 0,-1 0 0,-9 9 0,8-11-195,0 0 0,0 0 0,-1-1 0,0 0 0,0-1 0,-18 8 0,7-6-6631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09.964"/>
    </inkml:context>
    <inkml:brush xml:id="br0">
      <inkml:brushProperty name="width" value="0.05" units="cm"/>
      <inkml:brushProperty name="height" value="0.05" units="cm"/>
    </inkml:brush>
  </inkml:definitions>
  <inkml:trace contextRef="#ctx0" brushRef="#br0">0 100 24575,'7'0'0,"-1"0"0,0 1 0,1 0 0,-1 0 0,0 0 0,0 0 0,1 1 0,-1 0 0,0 1 0,-1-1 0,8 5 0,-10-5 0,1 1 0,-1 0 0,1 0 0,-1 0 0,0 0 0,0 1 0,0-1 0,-1 1 0,1 0 0,-1 0 0,0 0 0,0 0 0,0 0 0,-1 0 0,0 1 0,2 6 0,0 5 0,-1-1 0,-1 1 0,0 1 0,-1-1 0,-4 31 0,-23 81 0,10-54 0,15-68 0,1-8 0,0-19 0,0-39 0,2 56 0,5-182 0,-2 142 0,2 0 0,14-51 0,-19 90 0,1-1 0,-1 1 0,2-1 0,-1 1 0,0 0 0,1 0 0,0 0 0,5-6 0,-7 10 0,0 0 0,0 0 0,1-1 0,-1 1 0,0 0 0,1 0 0,-1 0 0,1 1 0,-1-1 0,1 0 0,0 0 0,-1 1 0,1-1 0,0 1 0,-1 0 0,1-1 0,0 1 0,0 0 0,-1 0 0,1 0 0,0 0 0,0 0 0,-1 0 0,1 1 0,0-1 0,0 1 0,-1-1 0,1 1 0,0 0 0,2 1 0,5 4 0,1 0 0,-1 1 0,-1 0 0,1 0 0,-1 1 0,0 0 0,-1 0 0,0 1 0,-1 0 0,1 1 0,-2-1 0,1 1 0,-1 0 0,-1 0 0,0 1 0,3 13 0,-6-21 9,0 1 1,-1-1-1,0 1 0,0-1 0,0 1 0,0 0 1,0-1-1,-1 1 0,1-1 0,-1 1 0,0-1 0,0 0 1,-1 1-1,1-1 0,-1 0 0,1 0 0,-4 4 1,2-3 7,-1 1 1,0-1-1,-1 0 1,1 0-1,-1 0 1,0-1-1,0 0 1,0 1 0,-8 2-1,-8 3-325,-1-2 0,0-1 0,-1 0 0,-24 2 0,43-7 142,-70 10-6660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1.579"/>
    </inkml:context>
    <inkml:brush xml:id="br0">
      <inkml:brushProperty name="width" value="0.05" units="cm"/>
      <inkml:brushProperty name="height" value="0.05" units="cm"/>
    </inkml:brush>
  </inkml:definitions>
  <inkml:trace contextRef="#ctx0" brushRef="#br0">3642 25 24575,'0'-1'0,"0"0"0,0 0 0,0 0 0,0 0 0,0 0 0,-1 0 0,1 0 0,0 0 0,-1 0 0,1 0 0,-1 0 0,1 0 0,-1 0 0,1 0 0,-1 0 0,0 0 0,0 1 0,1-1 0,-1 0 0,0 0 0,0 1 0,0-1 0,0 1 0,0-1 0,1 1 0,-1-1 0,0 1 0,0-1 0,-1 1 0,1 0 0,0 0 0,0-1 0,0 1 0,0 0 0,0 0 0,0 0 0,0 0 0,0 0 0,0 0 0,0 1 0,0-1 0,-2 1 0,-6 0 0,-1 1 0,1 1 0,-15 5 0,24-8 0,-57 24 0,1 3 0,-59 37 0,-101 77 0,-537 433-2176,46 58-552,52 36 2429,73 62-913,379-413 1017,155-230 418,-66 163 0,110-239-98,-10 26 591,-11 47-1,23-75-503,0 0 0,1 0 0,0 1 0,0-1 0,1 1 0,0-1 0,0 1 0,1-1 0,1 1 0,3 15 0,-3-21-122,0 0 1,0-1-1,0 1 0,1 0 0,-1-1 0,1 1 0,0-1 0,0 0 0,0 1 1,1-2-1,-1 1 0,1 0 0,-1-1 0,1 1 0,0-1 0,0 0 0,0 0 1,0-1-1,0 1 0,0-1 0,1 0 0,-1 0 0,0-1 0,1 1 0,5-1 1,6 1-330,0-1 0,0-1 0,-1-1 0,1 0 1,26-8-1,-14 2-6587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249"/>
    </inkml:context>
    <inkml:brush xml:id="br0">
      <inkml:brushProperty name="width" value="0.05" units="cm"/>
      <inkml:brushProperty name="height" value="0.05" units="cm"/>
    </inkml:brush>
  </inkml:definitions>
  <inkml:trace contextRef="#ctx0" brushRef="#br0">1281 48 24575,'-1'-1'0,"1"-1"0,0 0 0,-1 1 0,1-1 0,-1 1 0,1-1 0,-1 1 0,0-1 0,0 1 0,0 0 0,0-1 0,0 1 0,0 0 0,0 0 0,0-1 0,0 1 0,0 0 0,-1 0 0,1 0 0,0 1 0,-1-1 0,1 0 0,-1 0 0,1 1 0,-1-1 0,-1 0 0,-6-2 0,0 1 0,0 0 0,-11-1 0,-11 0 0,0 1 0,0 2 0,0 1 0,-49 8 0,-121 38 0,88-12 0,1 6 0,2 4 0,-140 80 0,217-107 0,-59 47 0,83-59 0,1 1 0,0 1 0,0 0 0,1 0 0,0 0 0,1 1 0,-1 0 0,2 0 0,-1 1 0,1-1 0,-5 16 0,9-21 0,0 0 0,1 0 0,-1 0 0,1 0 0,0 0 0,0 0 0,0 0 0,0 0 0,1 0 0,0 0 0,-1 0 0,2 0 0,-1 0 0,0 0 0,1-1 0,-1 1 0,1 0 0,0-1 0,1 0 0,-1 1 0,0-1 0,1 0 0,0 0 0,0 0 0,0-1 0,6 5 0,4 3 0,0-2 0,1 0 0,0-1 0,0 0 0,27 8 0,8-1-75,0-1 1,1-3-1,57 5 0,157-2-480,-66-12 448,208-27 0,-269 9 121,0-7 1,180-55-1,-149 18-14,-140 48 0,0-1 0,-1-1 0,41-32 0,-59 40 0,0 0 0,-1-1 0,0 0 0,0 0 0,-1-1 0,11-17 0,-15 22 0,-1 0 0,0 0 0,0-1 0,-1 1 0,1 0 0,-1-1 0,0 1 0,0-1 0,0 0 0,-1 1 0,0-1 0,0 0 0,0 1 0,0-1 0,-1 0 0,0 1 0,0-1 0,-2-7 0,0 6 21,0-1 1,-1 1-1,0 0 0,0 0 1,0 0-1,0 0 0,-1 0 1,0 1-1,-1 0 0,1 0 1,-1 1-1,0-1 1,-8-4-1,-5-1 118,-1 0 0,0 1-1,-28-8 1,-4 2-137,-2 2 0,0 3 0,0 2-1,-62-2 1,-223 18-695,-70 50-530,304-35-4890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700"/>
    </inkml:context>
    <inkml:brush xml:id="br0">
      <inkml:brushProperty name="width" value="0.05" units="cm"/>
      <inkml:brushProperty name="height" value="0.05" units="cm"/>
    </inkml:brush>
  </inkml:definitions>
  <inkml:trace contextRef="#ctx0" brushRef="#br0">416 1 24575,'-7'0'0,"-1"0"0,1 1 0,0 0 0,0 0 0,0 1 0,0 0 0,0 0 0,0 1 0,0 0 0,1 0 0,-1 1 0,1-1 0,0 1 0,0 1 0,0-1 0,1 1 0,-1 0 0,1 0 0,0 1 0,1 0 0,-1-1 0,1 1 0,-6 13 0,-2 7 0,1 0 0,1 2 0,1-1 0,-9 47 0,-32 187 0,-7 32 0,25-168 0,9-34 0,-16 117 0,38-202 0,0 1 0,1-1 0,0 1 0,0 0 0,0-1 0,1 1 0,0-1 0,2 7 0,-2-11 0,0 1 0,0-1 0,0 0 0,0 0 0,0 0 0,1 0 0,-1 0 0,1-1 0,-1 1 0,1 0 0,0-1 0,0 1 0,0-1 0,0 1 0,0-1 0,0 0 0,0 0 0,0 0 0,0 0 0,0 0 0,1 0 0,-1-1 0,0 1 0,1-1 0,2 1 0,18 0 0,0-1 0,0 0 0,34-7 0,0 2 0,382-3-250,2 28-208,-29 0 233,-348-18 225,534-1 0,-590-1 0,29-1 0,0-2 0,72-16 0,-106 18 67,1 0 0,-1 0 1,0 0-1,1-1 0,-1 1 1,0-1-1,1 0 0,-1 0 1,0 0-1,-1 0 0,6-5 1,-7 6-114,-1 0 0,1-1 0,0 1 0,0 0 0,0-1 0,-1 1 0,1-1 0,-1 0 1,1 1-1,-1-1 0,0 1 0,0-1 0,1 0 0,-1 1 0,0-1 0,0 1 0,-1-1 0,1 0 0,0 1 0,-1-1 0,1 1 1,0-1-1,-1 1 0,0-1 0,1 1 0,-2-3 0,-10-16-6780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2.919"/>
    </inkml:context>
    <inkml:brush xml:id="br0">
      <inkml:brushProperty name="width" value="0.05" units="cm"/>
      <inkml:brushProperty name="height" value="0.05" units="cm"/>
    </inkml:brush>
  </inkml:definitions>
  <inkml:trace contextRef="#ctx0" brushRef="#br0">243 87 24575,'4'-11'0,"0"0"0,1 0 0,1 0 0,0 1 0,0 0 0,8-10 0,-14 20 0,0 0 0,0 0 0,0 0 0,0 0 0,0-1 0,1 1 0,-1 0 0,0 0 0,0 0 0,0 0 0,0 0 0,0 0 0,0 0 0,0-1 0,0 1 0,0 0 0,0 0 0,0 0 0,0 0 0,1 0 0,-1 0 0,0 0 0,0 0 0,0 0 0,0 0 0,0 0 0,0 0 0,0 0 0,1-1 0,-1 1 0,0 0 0,0 0 0,0 0 0,0 0 0,0 0 0,0 0 0,1 0 0,-1 0 0,0 0 0,0 1 0,0-1 0,0 0 0,0 0 0,0 0 0,1 0 0,-1 0 0,0 0 0,0 0 0,0 0 0,0 0 0,0 0 0,0 9 0,-5 15 0,5-23 0,-144 603 0,131-537 13,-88 426-2052,71-373-4126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
    </inkml:context>
    <inkml:brush xml:id="br0">
      <inkml:brushProperty name="width" value="0.05" units="cm"/>
      <inkml:brushProperty name="height" value="0.05" units="cm"/>
    </inkml:brush>
  </inkml:definitions>
  <inkml:trace contextRef="#ctx0" brushRef="#br0">2168 169 24575,'6'-13'0,"0"1"0,-2-1 0,6-18 0,-9 26 0,0 1 0,0-1 0,-1 0 0,1 1 0,-1-1 0,0 0 0,0 1 0,-1-1 0,1 0 0,-1 1 0,0-1 0,0 1 0,-3-7 0,3 9 0,-1 0 0,0 0 0,1 0 0,-1 0 0,0 0 0,0 0 0,0 0 0,0 1 0,-1-1 0,1 1 0,0 0 0,-1-1 0,1 1 0,-1 0 0,1 0 0,-1 1 0,0-1 0,1 1 0,-1-1 0,0 1 0,1 0 0,-1 0 0,0 0 0,-4 1 0,-8 0 0,0 1 0,0 1 0,-16 4 0,-48 17-142,-92 41-1,-74 47-456,143-64 342,-194 90-26,-758 346-799,949-438-4603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450"/>
    </inkml:context>
    <inkml:brush xml:id="br0">
      <inkml:brushProperty name="width" value="0.05" units="cm"/>
      <inkml:brushProperty name="height" value="0.05" units="cm"/>
    </inkml:brush>
  </inkml:definitions>
  <inkml:trace contextRef="#ctx0" brushRef="#br0">27 134 24575,'-1'-6'0,"0"1"0,0-1 0,0 1 0,-1-1 0,0 1 0,-4-9 0,-4-14 0,9 25 0,0-1 0,1 0 0,-1 1 0,1-1 0,0 0 0,0 1 0,0-1 0,1 1 0,-1-1 0,3-6 0,-3 10 0,0-1 0,1 0 0,-1 0 0,0 1 0,1-1 0,-1 0 0,1 0 0,-1 1 0,1-1 0,-1 0 0,1 1 0,0-1 0,-1 1 0,1-1 0,0 1 0,-1-1 0,1 1 0,0 0 0,0-1 0,0 1 0,1-1 0,-1 1 0,0 0 0,1 0 0,-1 0 0,0 1 0,1-1 0,-1 0 0,0 0 0,1 1 0,-1-1 0,0 1 0,0-1 0,1 1 0,-1-1 0,0 1 0,2 1 0,9 8 0,0 1 0,-1 0 0,-1 0 0,0 1 0,0 0 0,-1 1 0,8 14 0,1 1 0,33 54 262,-33-51-668,1-1-1,2 0 0,27 30 0,-34-47-6419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589"/>
    </inkml:context>
    <inkml:brush xml:id="br0">
      <inkml:brushProperty name="width" value="0.05" units="cm"/>
      <inkml:brushProperty name="height" value="0.05" units="cm"/>
    </inkml:brush>
  </inkml:definitions>
  <inkml:trace contextRef="#ctx0" brushRef="#br0">428 148 24575,'0'-8'0,"0"-11"0,0-8 0,0-2 0,0 1 0,-3 6 0,-3 9 0,-7 12 0,-6 15 0,-8 15 0,-8 14 0,-9 14 0,-4 7 0,-4 8 0,0 1 0,3 0 0,4-5 0,10-13-8191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4.900"/>
    </inkml:context>
    <inkml:brush xml:id="br0">
      <inkml:brushProperty name="width" value="0.05" units="cm"/>
      <inkml:brushProperty name="height" value="0.05" units="cm"/>
    </inkml:brush>
  </inkml:definitions>
  <inkml:trace contextRef="#ctx0" brushRef="#br0">164 112 24575,'27'-17'0,"24"-17"0,-47 31 0,0 0 0,0 0 0,0-1 0,-1 0 0,1 0 0,-1 0 0,0 0 0,4-8 0,-7 12 0,1-1 0,-1 1 0,0-1 0,0 1 0,0 0 0,1-1 0,-1 1 0,0-1 0,0 1 0,0-1 0,0 1 0,0-1 0,0 1 0,0-1 0,0 1 0,0-1 0,0 1 0,0-1 0,0 1 0,0-1 0,0 1 0,0 0 0,0-1 0,-1 1 0,1-1 0,0 1 0,0-1 0,-1 1 0,1 0 0,0-1 0,0 1 0,-1-1 0,0 1 0,0-1 0,0 0 0,-1 1 0,1-1 0,-1 1 0,1 0 0,-1-1 0,1 1 0,-1 0 0,1 0 0,-1 0 0,-1 0 0,-41 8 0,43-8 0,-17 5 0,1 0 0,-1 2 0,2 0 0,-1 0 0,-25 17 0,36-20 0,-1 0 0,1 1 0,0-1 0,1 1 0,-1 1 0,1-1 0,0 1 0,0 0 0,1 0 0,0 0 0,0 0 0,0 1 0,1 0 0,0 0 0,0 0 0,-3 10 0,6-12 0,-1 0 0,1 0 0,0-1 0,0 1 0,0 0 0,0 0 0,1 0 0,0 0 0,0 0 0,1-1 0,-1 1 0,1 0 0,0-1 0,0 1 0,0-1 0,1 0 0,-1 0 0,1 0 0,7 7 0,3 2 0,2 0 0,-1-2 0,1 1 0,17 8 0,-14-9 0,30 25 0,-47-35 10,0 0-1,0 0 1,0 0-1,0 0 1,0 0-1,0 0 1,0 0-1,-1 0 1,1 0-1,0 1 1,-1-1-1,1 0 0,-1 0 1,0 1-1,1-1 1,-1 0-1,0 2 1,0-2-1,0 0 0,0 0 0,0 0 0,0-1 0,-1 1 0,1 0 0,0 0 0,-1 0 0,1 0 0,-1 0 0,1-1 0,-1 1 0,1 0 0,-1 0 0,0-1 0,1 1 0,-1-1 0,-1 2 0,-2 0-223,0 1 1,0-1 0,-1 0-1,1 0 1,-1 0 0,1-1-1,-8 2 1,-15 3-6613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6.033"/>
    </inkml:context>
    <inkml:brush xml:id="br0">
      <inkml:brushProperty name="width" value="0.05" units="cm"/>
      <inkml:brushProperty name="height" value="0.05" units="cm"/>
    </inkml:brush>
  </inkml:definitions>
  <inkml:trace contextRef="#ctx0" brushRef="#br0">0 32 24575,'14'-4'0,"46"-14"0,-55 16 0,1 1 0,-1 1 0,1-1 0,-1 1 0,1 0 0,-1 0 0,1 0 0,8 2 0,-12-1 0,0 0 0,0 0 0,0 0 0,0 0 0,0 0 0,0 1 0,-1-1 0,1 0 0,0 1 0,-1-1 0,1 1 0,-1 0 0,1-1 0,-1 1 0,0 0 0,0 0 0,0 0 0,0 0 0,0 0 0,0 0 0,-1 0 0,1 0 0,-1 1 0,1-1 0,-1 4 0,2 7 0,-2 0 0,0 1 0,-2 16 0,0-9 0,1 7 0,-1-4 0,2 30 0,0-48 0,0-1 0,1 1 0,0-1 0,0 0 0,1 0 0,-1 1 0,1-1 0,0 0 0,1 0 0,-1 0 0,5 6 0,-5-10 0,-1 1 0,1 0 0,0-1 0,0 1 0,0-1 0,0 1 0,1-1 0,-1 0 0,0 0 0,0 0 0,1 0 0,-1 0 0,1-1 0,-1 1 0,1-1 0,-1 0 0,1 1 0,-1-1 0,1 0 0,-1 0 0,1-1 0,-1 1 0,1-1 0,-1 1 0,0-1 0,1 0 0,-1 1 0,1-1 0,-1-1 0,2 0 0,7-4 0,0 1 0,-1-2 0,0 0 0,18-15 0,-11 6 0,-2-1 0,0 0 0,0-1 0,22-38 0,-19 23 0,-1-1 0,15-43 0,-30 69 0,-7 19 0,-7 22 0,10-26 0,1 0 0,0 0 0,0-1 0,0 1 0,1 0 0,0 0 0,0 0 0,1 0 0,2 13 0,-2-17 0,1 0 0,-1 1 0,1-1 0,-1 0 0,1 0 0,0 0 0,0-1 0,0 1 0,1 0 0,-1-1 0,0 0 0,1 1 0,0-1 0,0 0 0,-1 0 0,1 0 0,0-1 0,0 1 0,1-1 0,-1 0 0,0 0 0,4 1 0,3 1 0,1-1 0,-1 0 0,1-1 0,-1 0 0,1 0 0,-1-1 0,1-1 0,0 0 0,-1 0 0,1-1 0,-1-1 0,0 1 0,0-2 0,0 1 0,0-1 0,0-1 0,-1 0 0,0 0 0,0-1 0,0 0 0,-1-1 0,0 0 0,0 0 0,0 0 0,-1-1 0,0 0 0,6-12 0,-11 18 0,-1 0 0,0 0 0,0 0 0,0 0 0,0 0 0,0 0 0,0 0 0,-1-1 0,1 1 0,-1 0 0,1 0 0,-1-1 0,0 1 0,0 0 0,0-1 0,0 1 0,-1 0 0,1-1 0,-1 1 0,1 0 0,-1 0 0,0-1 0,0 1 0,0 0 0,0 0 0,0 0 0,0 0 0,-3-3 0,2 3 0,0 0 0,0 1 0,0-1 0,-1 1 0,1-1 0,0 1 0,-1 0 0,1 0 0,-1 0 0,1 0 0,-1 1 0,1-1 0,-1 1 0,0-1 0,1 1 0,-1 0 0,0 0 0,1 0 0,-1 0 0,0 0 0,1 1 0,-1 0 0,0-1 0,-4 3 0,-1 1 0,-1 0 0,1 1 0,0 0 0,0 1 0,1 0 0,-1 0 0,1 0 0,1 1 0,-1 0 0,1 1 0,0-1 0,1 1 0,0 0 0,0 1 0,1-1 0,0 1 0,-5 15 0,8-23 0,1 0 0,0 0 0,-1 0 0,1 0 0,0 1 0,0-1 0,0 0 0,0 0 0,0 0 0,0 0 0,0 0 0,0 0 0,0 0 0,0 0 0,1 0 0,-1 0 0,0 0 0,1 0 0,-1 0 0,1 0 0,-1 0 0,1 0 0,-1 0 0,1 0 0,0 0 0,0-1 0,0 2 0,1-1 0,0 0 0,0 0 0,0-1 0,0 1 0,0-1 0,0 1 0,0-1 0,0 0 0,0 1 0,0-1 0,0 0 0,0 0 0,3-1 0,6-1 0,0 0 0,0-1 0,-1 0 0,12-5 0,-11 3 0,-7 3 0,1 0 0,-1 0 0,0 1 0,1-1 0,-1 1 0,1 0 0,7 0 0,-10 1 0,-1 0 0,0 0 0,1 1 0,-1-1 0,0 1 0,1-1 0,-1 1 0,0 0 0,1-1 0,-1 1 0,0 0 0,0 0 0,0 0 0,0 0 0,0 0 0,0 0 0,0 0 0,0 0 0,0 0 0,-1 0 0,1 1 0,0-1 0,-1 0 0,1 0 0,-1 1 0,1-1 0,-1 1 0,0-1 0,1 0 0,-1 3 0,3 23 0,-3-19 0,1-1 0,0 1 0,0 0 0,3 8 0,-4-15 0,1 0 0,-1 0 0,0 1 0,1-1 0,-1 0 0,1 0 0,0 0 0,-1 0 0,1 0 0,0 0 0,0 0 0,0 0 0,-1-1 0,1 1 0,0 0 0,0 0 0,0-1 0,0 1 0,1 0 0,-1-1 0,0 1 0,0-1 0,0 0 0,0 1 0,0-1 0,1 0 0,-1 0 0,0 1 0,0-1 0,1 0 0,0 0 0,8-2 0,0 0 0,0 0 0,0-1 0,0 0 0,0-1 0,16-8 0,-2-2 0,29-19 0,-30 14 0,41-40 0,-3 2 0,-60 56 0,0 0 0,1 0 0,-1 0 0,0-1 0,0 1 0,1 0 0,-1-1 0,0 1 0,0 0 0,-1-1 0,1 1 0,0-1 0,0 0 0,-1 1 0,1-1 0,-1 1 0,1-1 0,-1 0 0,0 1 0,0-1 0,1 0 0,-1 0 0,0 1 0,-1-1 0,1-3 0,-1 4 0,0 0 0,0 0 0,1-1 0,-1 1 0,0 0 0,0 0 0,0 0 0,0 0 0,-1 0 0,1 0 0,0 0 0,0 1 0,0-1 0,-1 0 0,1 1 0,0-1 0,-1 1 0,1-1 0,-1 1 0,1 0 0,-1-1 0,1 1 0,-1 0 0,1 0 0,0 0 0,-1 0 0,1 0 0,-1 0 0,1 1 0,-2 0 0,-4 0 0,1 1 0,0 0 0,0 0 0,0 0 0,0 1 0,1 0 0,-1 0 0,1 1 0,-1 0 0,1 0 0,0 0 0,1 0 0,-9 10 0,8-9 0,0 1 0,1 0 0,-1 1 0,1-1 0,1 1 0,-1 0 0,1 0 0,0 0 0,1 0 0,0 0 0,-2 12 0,3-17 0,1 0 0,0 0 0,0 0 0,0 0 0,0-1 0,0 1 0,1 0 0,-1 0 0,0 0 0,1-1 0,-1 1 0,1 0 0,0-1 0,0 1 0,0 0 0,-1-1 0,2 1 0,-1-1 0,0 1 0,0-1 0,0 0 0,1 1 0,-1-1 0,0 0 0,1 0 0,-1 0 0,1 0 0,-1 0 0,1 0 0,0-1 0,-1 1 0,1 0 0,0-1 0,0 1 0,0-1 0,-1 0 0,1 1 0,0-1 0,0 0 0,3-1 0,2 2 0,1-2 0,0 1 0,0-1 0,-1-1 0,1 1 0,0-1 0,-1 0 0,10-5 0,9-8 0,-19 11 0,0 0 0,0 0 0,0 1 0,10-3 0,-15 5 0,0 1 0,0-1 0,0 1 0,1 0 0,-1 0 0,0 0 0,0 0 0,1 0 0,-1 0 0,0 0 0,0 1 0,1-1 0,-1 1 0,0 0 0,0 0 0,0 0 0,0 0 0,0 0 0,2 2 0,34 31-68,-28-24-1229,4 4-5529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6.531"/>
    </inkml:context>
    <inkml:brush xml:id="br0">
      <inkml:brushProperty name="width" value="0.05" units="cm"/>
      <inkml:brushProperty name="height" value="0.05" units="cm"/>
    </inkml:brush>
  </inkml:definitions>
  <inkml:trace contextRef="#ctx0" brushRef="#br0">2482 34 24575,'-4'-4'0,"-1"1"0,1 0 0,-1 0 0,0 0 0,0 0 0,0 1 0,0-1 0,0 1 0,0 1 0,-1-1 0,1 1 0,-1 0 0,1 0 0,-8 0 0,-10 0 0,0 2 0,-27 3 0,18-1 0,-577 71-921,429-48 781,-83 12-899,-855 116-623,1017-141-2767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7.011"/>
    </inkml:context>
    <inkml:brush xml:id="br0">
      <inkml:brushProperty name="width" value="0.05" units="cm"/>
      <inkml:brushProperty name="height" value="0.05" units="cm"/>
    </inkml:brush>
  </inkml:definitions>
  <inkml:trace contextRef="#ctx0" brushRef="#br0">269 133 24575,'23'-20'0,"-15"13"0,1-1 0,-1 1 0,7-11 0,-13 16 0,0 0 0,-1 0 0,1 0 0,-1-1 0,0 1 0,0 0 0,0-1 0,0 1 0,0-1 0,0 1 0,-1-1 0,1 0 0,-1 1 0,0-1 0,0 0 0,0 1 0,0-6 0,0 7 0,-1 0 0,1 0 0,0 0 0,-1 0 0,1 0 0,-1 0 0,1 0 0,-1 0 0,1 0 0,-1 0 0,0 0 0,1 1 0,-1-1 0,0 0 0,0 0 0,0 1 0,1-1 0,-1 0 0,0 1 0,0-1 0,-2 0 0,0 0 0,0 0 0,0 1 0,0-1 0,0 0 0,0 1 0,0 0 0,-5 0 0,-2 1 0,0 0 0,0 1 0,-16 4 0,8 1 0,1 0 0,0 0 0,1 2 0,0 0 0,0 1 0,1 0 0,0 2 0,1-1 0,0 2 0,1 0 0,1 0 0,0 2 0,0-1 0,-10 20 0,19-30 0,1 1 0,0 0 0,0-1 0,0 1 0,1 0 0,-1 0 0,1 0 0,0 0 0,1 0 0,-1 1 0,1-1 0,0 0 0,1 8 0,0-9 0,0-1 0,0 0 0,1 1 0,-1-1 0,1 0 0,-1 1 0,1-1 0,0 0 0,1 0 0,-1-1 0,0 1 0,1 0 0,-1-1 0,1 1 0,0-1 0,0 0 0,0 0 0,0 0 0,0 0 0,4 1 0,8 3 0,0-1 0,0 0 0,0-2 0,1 1 0,-1-2 0,1 0 0,0-1 0,0 0 0,23-3 0,4-2 0,0-2 0,52-15 0,-28 3-1365,-9 0-5461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7.665"/>
    </inkml:context>
    <inkml:brush xml:id="br0">
      <inkml:brushProperty name="width" value="0.05" units="cm"/>
      <inkml:brushProperty name="height" value="0.05" units="cm"/>
    </inkml:brush>
  </inkml:definitions>
  <inkml:trace contextRef="#ctx0" brushRef="#br0">138 84 24575,'0'-3'0,"0"1"0,0-1 0,0 0 0,-1 1 0,1-1 0,-1 0 0,1 1 0,-1-1 0,0 1 0,0-1 0,0 1 0,-1 0 0,1-1 0,0 1 0,-1 0 0,0 0 0,1 0 0,-1 0 0,0 0 0,0 0 0,0 1 0,-3-3 0,3 4 0,1-1 0,-1 0 0,0 1 0,0-1 0,0 1 0,0-1 0,0 1 0,0 0 0,0 0 0,0 0 0,0 0 0,0 0 0,0 1 0,0-1 0,0 0 0,0 1 0,0 0 0,1-1 0,-1 1 0,0 0 0,0 0 0,1 0 0,-1 0 0,0 0 0,1 1 0,-1-1 0,1 0 0,-1 1 0,1-1 0,-2 3 0,-4 6 0,1 0 0,0 1 0,1 0 0,0-1 0,0 2 0,2-1 0,-1 1 0,-3 19 0,5-20 0,1-10 0,1-1 0,0 1 0,0-1 0,-1 1 0,1-1 0,0 1 0,0 0 0,0-1 0,0 1 0,0-1 0,0 1 0,0 0 0,0-1 0,0 1 0,0-1 0,0 1 0,0 0 0,0-1 0,0 1 0,0-1 0,1 1 0,-1 0 0,0-1 0,0 1 0,1-1 0,-1 1 0,0-1 0,1 1 0,-1-1 0,1 1 0,-1-1 0,1 0 0,-1 1 0,1-1 0,-1 0 0,1 1 0,-1-1 0,1 0 0,-1 1 0,1-1 0,-1 0 0,1 0 0,0 0 0,-1 0 0,1 1 0,-1-1 0,1 0 0,0 0 0,-1 0 0,1 0 0,-1 0 0,1-1 0,0 1 0,-1 0 0,1 0 0,0-1 0,4 0 0,-1 0 0,0 0 0,0-1 0,0 0 0,0 0 0,6-3 0,1-4 0,0 0 0,0 0 0,0-1 0,-2 0 0,14-17 0,-20 23 0,0 0 0,0 0 0,-1-1 0,1 1 0,-1-1 0,0 1 0,0-1 0,-1 0 0,1 0 0,-1 1 0,0-1 0,-1 0 0,1 0 0,-1 0 0,0-1 0,0 1 0,0 0 0,-2-8 0,-2 6 0,1 7 0,4 0 0,-1 1 0,0-1 0,0 1 0,0-1 0,0 1 0,1-1 0,-1 1 0,0-1 0,0 0 0,1 1 0,-1-1 0,0 1 0,1-1 0,-1 0 0,0 1 0,1-1 0,-1 0 0,1 1 0,-1-1 0,0 0 0,1 1 0,-1-1 0,1 0 0,-1 0 0,1 0 0,0 1 0,8 1 0,0 1 0,0-1 0,0 0 0,0-1 0,1 0 0,-1-1 0,0 0 0,14-2 0,-14 1 0,0 1 0,-1-1 0,1 2 0,0-1 0,0 1 0,0 0 0,-1 1 0,1 0 0,13 5 0,-16-4 0,-1 0 0,1-1 0,0 0 0,0 0 0,0-1 0,0 0 0,1 0 0,-1 0 0,10 0 0,-5-2 0,0-1 0,0 0 0,0 0 0,15-6 0,-8 2 0,48-13 0,-55 19-1365,-3 1-5461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18.269"/>
    </inkml:context>
    <inkml:brush xml:id="br0">
      <inkml:brushProperty name="width" value="0.05" units="cm"/>
      <inkml:brushProperty name="height" value="0.05" units="cm"/>
    </inkml:brush>
  </inkml:definitions>
  <inkml:trace contextRef="#ctx0" brushRef="#br0">2747 362 24575,'2'0'0,"-1"-1"0,0 1 0,0 0 0,0 0 0,0 0 0,0-1 0,0 1 0,0-1 0,-1 1 0,1-1 0,0 1 0,0-1 0,0 1 0,0-1 0,0 0 0,-1 1 0,1-1 0,0 0 0,-1 0 0,1 0 0,-1 0 0,1 1 0,-1-1 0,1 0 0,-1 0 0,1 0 0,-1-1 0,1 0 0,-1 1 0,1-1 0,-1 1 0,0-1 0,1 0 0,-1 1 0,0-1 0,0 1 0,0-1 0,-1 0 0,1 1 0,0-1 0,0 1 0,-1-1 0,1 0 0,-1 1 0,0-2 0,-3-2 0,0 0 0,0 0 0,0 1 0,0 0 0,-1 0 0,0 0 0,0 0 0,0 1 0,-10-6 0,-57-23 0,59 27 0,-75-26-186,-140-32 0,-98 3-506,-2 17-252,-1 14 1,-586 25-1,863 7 866,-119 9-21,130-7 203,-78 19 0,116-24-20,1 1-1,-1 0 1,1 0-1,-1 0 1,1 0-1,0 0 1,-1 0-1,1 1 1,0-1-1,-3 3 1,5-4-68,0 1-1,0-1 1,-1 0 0,1 0-1,0 1 1,0-1 0,0 0-1,0 0 1,0 1 0,0-1-1,-1 0 1,1 1 0,0-1-1,0 0 1,0 0 0,0 1-1,0-1 1,0 0 0,0 1 0,0-1-1,1 0 1,-1 0 0,0 1-1,0-1 1,0 0 0,0 1-1,0-1 1,0 0 0,0 0-1,1 1 1,13 7-130,10 0-5504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250"/>
    </inkml:context>
    <inkml:brush xml:id="br0">
      <inkml:brushProperty name="width" value="0.05" units="cm"/>
      <inkml:brushProperty name="height" value="0.05" units="cm"/>
    </inkml:brush>
  </inkml:definitions>
  <inkml:trace contextRef="#ctx0" brushRef="#br0">428 109 24575,'11'0'0,"0"-1"0,0 0 0,1 0 0,20-6 0,-30 6 0,0 1 0,1-1 0,-1 0 0,0 0 0,0 0 0,1 0 0,-1 0 0,0 0 0,0 0 0,0-1 0,0 1 0,0-1 0,-1 0 0,1 1 0,0-1 0,-1 0 0,1 0 0,-1 0 0,0 0 0,0 0 0,0 0 0,0-1 0,0 1 0,0 0 0,0-1 0,-1 1 0,1 0 0,-1-1 0,1-3 0,-2 4 0,1 0 0,-1 0 0,1 1 0,-1-1 0,1 0 0,-1 0 0,0 1 0,0-1 0,0 0 0,0 1 0,0-1 0,0 1 0,-1-1 0,1 1 0,0-1 0,-1 1 0,1 0 0,-1 0 0,0 0 0,1 0 0,-1 0 0,0 0 0,1 0 0,-1 1 0,0-1 0,0 0 0,0 1 0,-2-1 0,-7-1 0,1 0 0,-1 1 0,-18 0 0,-7 1 0,0 2 0,1 2 0,-1 1 0,-37 11 0,52-11 0,-1 2 0,1 1 0,1 0 0,0 1 0,0 2 0,1 0 0,-33 24 0,49-32 0,-1 0 0,1 0 0,0 1 0,0-1 0,0 1 0,0-1 0,1 1 0,-1 0 0,1 0 0,0 0 0,0 0 0,0 1 0,1-1 0,-3 9 0,4-9 0,0-1 0,0 1 0,0 0 0,1 0 0,-1-1 0,1 1 0,-1-1 0,1 1 0,1 0 0,-1-1 0,0 0 0,1 1 0,0-1 0,-1 0 0,1 0 0,1 0 0,-1 0 0,5 5 0,2 1 0,1-2 0,0 1 0,0-1 0,0 0 0,1-1 0,0-1 0,0 1 0,1-2 0,0 1 0,21 3 0,30 14 0,-63-22 0,1 0 0,0 0 0,-1 0 0,1 1 0,-1-1 0,1 0 0,-1 1 0,1-1 0,-1 0 0,1 1 0,-1-1 0,1 0 0,-1 1 0,0-1 0,1 1 0,-1-1 0,0 1 0,1-1 0,-1 1 0,0-1 0,1 1 0,-1-1 0,0 1 0,0 0 0,0-1 0,0 1 0,1 0 0,-2 0 0,1 1 0,0-1 0,0 0 0,-1 0 0,1 0 0,-1 0 0,1 1 0,-1-1 0,0 0 0,1 0 0,-1 0 0,0 0 0,-1 1 0,-5 5 0,-1 0 0,-15 11 0,11-9 0,3-1 0,-1 1 0,1 0 0,1 0 0,-1 1 0,2 1 0,-1-1 0,-7 15 0,14-22 0,-1 0 0,1 0 0,0 0 0,0 0 0,0 0 0,0 0 0,0 1 0,0-1 0,1 0 0,0 0 0,0 0 0,0 1 0,0-1 0,0 0 0,0 0 0,1 1 0,0-1 0,-1 0 0,1 0 0,0 0 0,1 0 0,-1 0 0,1 0 0,-1 0 0,1-1 0,0 1 0,0 0 0,0-1 0,0 1 0,0-1 0,1 0 0,-1 0 0,1 0 0,2 2 0,6 2 0,0 0 0,0-1 0,0 0 0,1-1 0,-1 0 0,1-1 0,0-1 0,0 1 0,0-2 0,1 0 0,23-1 0,-9-1 0,1-2 0,-1-1 0,-1-1 0,36-11 0,-47 11 0,1 0 0,-1-1 0,0-1 0,0-1 0,-1 0 0,23-17 0,-32 21 0,0 0 0,0-1 0,0 0 0,0 0 0,-1 0 0,0-1 0,0 1 0,-1-1 0,1 0 0,-1 0 0,0 0 0,-1 0 0,0-1 0,0 1 0,0-1 0,-1 1 0,0-1 0,1-13 0,-4-1 0,0 0 0,-1 0 0,-2 0 0,0 0 0,-9-23 0,5 19 0,2-1 0,-7-40 0,14 62 0,0 1 0,-1 0 0,1-1 0,1 1 0,-1-1 0,0 1 0,1 0 0,0-1 0,-1 1 0,1 0 0,1 0 0,-1-1 0,0 1 0,3-3 0,-4 5 0,1 1 0,0-1 0,-1 0 0,1 0 0,0 1 0,0-1 0,-1 0 0,1 1 0,0-1 0,0 1 0,0-1 0,0 1 0,0 0 0,0-1 0,0 1 0,0 0 0,0 0 0,0-1 0,1 1 0,0 0 0,0 1 0,0-1 0,0 0 0,0 1 0,0-1 0,0 1 0,0 0 0,-1 0 0,1-1 0,0 1 0,0 0 0,-1 1 0,3 1 0,3 2 0,-1 2 0,0-1 0,-1 1 0,1-1 0,-1 2 0,0-1 0,-1 0 0,0 1 0,0 0 0,-1 0 0,0 0 0,3 13 0,0 3 0,-1 0 0,-2 1 0,2 29 0,-4-31 0,-2 0 0,0 1 0,-1-1 0,-1 0 0,-2 0 0,0 0 0,-1-1 0,-11 24 0,29-73 0,86-178 0,-78 167 0,2 2 0,1 0 0,41-47 0,-60 79 0,0 0 0,1 0 0,-1 0 0,1 0 0,7-5 0,-11 9 0,0-1 0,-1 1 0,1-1 0,0 1 0,0 0 0,0-1 0,0 1 0,0 0 0,0-1 0,0 1 0,0 0 0,0 0 0,0 0 0,0 0 0,0 0 0,-1 0 0,1 0 0,0 0 0,0 0 0,0 1 0,0-1 0,0 0 0,0 0 0,0 1 0,0-1 0,0 1 0,0-1 0,-1 1 0,1-1 0,0 1 0,0 0 0,-1-1 0,1 1 0,0 0 0,-1-1 0,1 1 0,-1 0 0,1 0 0,-1 0 0,1 0 0,0 1 0,1 4 0,0 0 0,0 1 0,0-1 0,-1 1 0,0 0 0,0 0 0,0 7 0,-3 53 0,1-35 0,-2 12 0,2-21 0,0 0 0,3 27 0,4-58 0,3-10 0,7-18 0,36-76 0,-44 97 0,1 1 0,0 0 0,0 1 0,2 0 0,15-15 0,-24 26 0,1-1 0,-1 1 0,0 0 0,1 0 0,-1 1 0,1-1 0,0 1 0,0-1 0,0 1 0,0 0 0,0 0 0,0 0 0,0 0 0,0 1 0,0-1 0,0 1 0,0 0 0,3 0 0,-3 0 0,-1 1 0,1 0 0,-1 0 0,0 0 0,1 0 0,-1 0 0,0 0 0,0 0 0,0 1 0,0 0 0,0-1 0,0 1 0,0 0 0,0 0 0,-1 0 0,1 0 0,-1 0 0,0 0 0,1 0 0,-1 0 0,0 1 0,1 3 0,6 19 49,-2-1-1,0 1 1,-2 0-1,0 0 1,-2 1 0,-1 25-1,-1-24-389,2 0 0,0 0 0,2 0 0,14 52 0,-10-58-6485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467"/>
    </inkml:context>
    <inkml:brush xml:id="br0">
      <inkml:brushProperty name="width" value="0.05" units="cm"/>
      <inkml:brushProperty name="height" value="0.05" units="cm"/>
    </inkml:brush>
  </inkml:definitions>
  <inkml:trace contextRef="#ctx0" brushRef="#br0">269 65 24575,'6'-14'0,"5"-13"0,-10 26 0,-1 0 0,0 0 0,1 1 0,-1-1 0,0 0 0,0 0 0,0 0 0,0 0 0,0 0 0,0 0 0,0 0 0,0 0 0,0 0 0,0 0 0,0 0 0,0 0 0,-1 0 0,1 0 0,0 0 0,-2-1 0,2 1 0,-1 1 0,0 0 0,0-1 0,0 1 0,0 0 0,0 0 0,0 0 0,0-1 0,0 1 0,0 0 0,0 0 0,0 0 0,0 1 0,0-1 0,0 0 0,0 0 0,0 0 0,0 1 0,0-1 0,0 0 0,1 1 0,-1-1 0,0 1 0,0-1 0,-1 2 0,-26 17 0,25-17 0,-22 17 0,0 1 0,2 1 0,0 1 0,1 1 0,2 1 0,0 1 0,-27 46 0,43-64 0,1 1 0,-1 0 0,2 0 0,-1 0 0,1 0 0,0 0 0,1 1 0,-1-1 0,1 11 0,1-15 0,1 0 0,-1 0 0,1 0 0,-1 0 0,1 0 0,0 0 0,1 0 0,-1-1 0,1 1 0,0 0 0,0-1 0,0 1 0,0-1 0,0 1 0,1-1 0,-1 0 0,1 0 0,0 0 0,0-1 0,0 1 0,5 2 0,0 0 38,0-1 0,1 0 0,0 0 0,0-1 0,0 0 0,0-1 0,1 0 0,17 2 0,-4-3-607,0 0 0,33-4 0,-1-4-6257</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6:58.747"/>
    </inkml:context>
    <inkml:brush xml:id="br0">
      <inkml:brushProperty name="width" value="0.05" units="cm"/>
      <inkml:brushProperty name="height" value="0.05" units="cm"/>
    </inkml:brush>
  </inkml:definitions>
  <inkml:trace contextRef="#ctx0" brushRef="#br0">154 64 24575,'-5'-5'0,"0"1"0,-1 0 0,1 0 0,-1 0 0,0 1 0,0 0 0,-10-4 0,-48-12 0,29 9 0,39 10 0,-1 0 0,1 0 0,-1 0 0,1 0 0,-1 0 0,1 1 0,-1-1 0,1 1 0,-1 0 0,0 0 0,5 3 0,-5-3 0,-1 2 0,0-1 0,1 0 0,-1 0 0,0 1 0,0-1 0,-1 1 0,1 0 0,0 0 0,-1-1 0,0 1 0,0 0 0,1 0 0,-2 0 0,1 0 0,0 0 0,-1 1 0,1-1 0,-1 0 0,0 0 0,0 0 0,0 0 0,0 1 0,-1-1 0,1 0 0,-3 5 0,-1 8 0,-1-1 0,0 1 0,-14 25 0,16-35 0,-5 10 0,4-9 0,0 0 0,0 0 0,1 0 0,1 1 0,-1-1 0,-1 8 0,4-13 0,0-1 0,0 1 0,0-1 0,0 1 0,0-1 0,0 1 0,1-1 0,-1 1 0,0-1 0,1 1 0,-1-1 0,1 1 0,-1-1 0,1 0 0,0 1 0,0-1 0,0 0 0,0 0 0,-1 1 0,2-1 0,-1 0 0,0 0 0,0 0 0,0 0 0,0 0 0,1-1 0,-1 1 0,0 0 0,1-1 0,-1 1 0,0-1 0,1 1 0,-1-1 0,1 1 0,-1-1 0,1 0 0,1 0 0,17 3 0,-1 0 0,0-2 0,34-2 0,63-10 0,-67 5 0,161-21-1365,-114 13-5461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0.631"/>
    </inkml:context>
    <inkml:brush xml:id="br0">
      <inkml:brushProperty name="width" value="0.05" units="cm"/>
      <inkml:brushProperty name="height" value="0.05" units="cm"/>
    </inkml:brush>
  </inkml:definitions>
  <inkml:trace contextRef="#ctx0" brushRef="#br0">11269 0 24575,'-5'3'0,"1"0"0,-1-1 0,0 0 0,0 0 0,0 0 0,0 0 0,0-1 0,0 0 0,0 0 0,-9 0 0,-4 2 0,-39 6 0,-63 1 0,33-3 0,-573 35-258,-3-25-174,213-7 300,-1684 101-1304,557-21 1507,1497-86-76,-1544 44-653,1132-40 2006,-37 0 154,-47-28-1502,263 7 0,-129-13 0,5-38 0,415 59 0,6 1 0,0 0 0,0 1 0,0 1 0,-1 0 0,1 1 0,-1 1 0,-31 4 0,-14 4 0,-1-3 0,-112-6 0,69 0 0,47 1 0,-76 9 0,-24 14 0,155-23-1365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0.957"/>
    </inkml:context>
    <inkml:brush xml:id="br0">
      <inkml:brushProperty name="width" value="0.05" units="cm"/>
      <inkml:brushProperty name="height" value="0.05" units="cm"/>
    </inkml:brush>
  </inkml:definitions>
  <inkml:trace contextRef="#ctx0" brushRef="#br0">511 149 24575,'20'-45'0,"-14"30"0,1 0 0,0 1 0,1 0 0,16-22 0,-24 35 0,1 1 0,-1-1 0,1 0 0,0 1 0,-1-1 0,1 0 0,0 1 0,-1-1 0,1 1 0,0-1 0,0 1 0,-1-1 0,1 1 0,0 0 0,1-1 0,-2 1 0,1 0 0,-1 0 0,0 0 0,0 0 0,1 1 0,-1-1 0,0 0 0,0 0 0,1 0 0,-1 0 0,0 1 0,0-1 0,0 0 0,1 0 0,-1 0 0,0 1 0,0-1 0,0 0 0,0 0 0,0 1 0,1-1 0,-1 0 0,0 0 0,0 1 0,0-1 0,0 0 0,0 0 0,0 1 0,0-1 0,0 0 0,0 1 0,0 2 0,0 0 0,0 1 0,-1-1 0,1 0 0,-1 0 0,1 1 0,-3 3 0,-6 15 0,-1-1 0,-2 0 0,0-1 0,-1-1 0,-28 33 0,-89 81 0,-39 10 0,134-117 0,-1-2 0,-2-1 0,-41 18 0,68-37 0,14-7 0,17-8 0,3 3 31,0 2 0,0 0 0,1 1 0,0 1 0,-1 1 0,1 2 0,0 0 0,0 2 1,0 0-1,30 6 0,-20-1-275,-1 2 0,0 2 0,-1 0 0,0 2 1,-1 2-1,48 28 0,-24-7-6582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1.686"/>
    </inkml:context>
    <inkml:brush xml:id="br0">
      <inkml:brushProperty name="width" value="0.05" units="cm"/>
      <inkml:brushProperty name="height" value="0.05" units="cm"/>
    </inkml:brush>
  </inkml:definitions>
  <inkml:trace contextRef="#ctx0" brushRef="#br0">383 192 24575,'4'-4'0,"-1"-1"0,0 1 0,0-1 0,0 1 0,0-1 0,-1 0 0,0 0 0,0 0 0,0-1 0,0 1 0,-1 0 0,0-1 0,0 1 0,-1-1 0,1 1 0,-1-6 0,0 7 0,0 0 0,-1 0 0,1 0 0,-1 0 0,0 1 0,0-1 0,0 0 0,0 0 0,0 1 0,-1-1 0,0 1 0,0-1 0,0 1 0,0 0 0,0 0 0,-1 0 0,1 0 0,-1 0 0,0 0 0,0 1 0,0-1 0,-6-3 0,-1 2 0,1 1 0,-1 0 0,0 0 0,0 1 0,0 0 0,0 1 0,0 0 0,0 1 0,0 0 0,0 0 0,-1 1 0,-18 4 0,6 0 0,1 2 0,0 0 0,0 1 0,-33 18 0,49-23 0,-1 1 0,1 0 0,0 0 0,0 1 0,0-1 0,0 1 0,1 1 0,0-1 0,-8 11 0,12-13 0,-1 0 0,1 0 0,-1 0 0,1 0 0,0 0 0,0 0 0,0 0 0,1 0 0,-1 1 0,1-1 0,0 0 0,0 0 0,0 1 0,0-1 0,0 0 0,1 0 0,-1 0 0,1 1 0,0-1 0,0 0 0,0 0 0,0 0 0,1 0 0,2 4 0,2 2 0,0-1 0,1 0 0,-1 0 0,2 0 0,-1-1 0,1 0 0,0-1 0,18 12 0,8 1 0,38 15 0,-42-20 0,36 12 0,-47-20 0,-1 1 0,0 0 0,-1 2 0,25 15 0,-40-24 0,-1 1 0,0 0 0,1 0 0,-1 0 0,0 0 0,0 0 0,0 1 0,0-1 0,0 0 0,0 0 0,0 1 0,0-1 0,0 0 0,-1 1 0,1-1 0,0 1 0,-1-1 0,1 1 0,-1-1 0,0 1 0,0 0 0,1-1 0,-1 1 0,0-1 0,0 1 0,0 0 0,-1-1 0,1 1 0,0-1 0,-1 1 0,1-1 0,-1 1 0,1-1 0,-1 1 0,0-1 0,1 1 0,-1-1 0,0 0 0,0 1 0,0-1 0,0 0 0,0 0 0,0 0 0,-1 0 0,-1 2 0,-5 3 0,0 1 0,-1-1 0,1 0 0,-1-1 0,-15 7 0,-6 1 0,0-2 0,-1-1 0,0-1 0,-1-2 0,-34 4 0,61-11-136,0 1-1,-1-1 1,1 0-1,0 0 1,0 0-1,-1-1 1,1 0-1,0 0 0,-7-3 1,-6-5-6690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009"/>
    </inkml:context>
    <inkml:brush xml:id="br0">
      <inkml:brushProperty name="width" value="0.05" units="cm"/>
      <inkml:brushProperty name="height" value="0.05" units="cm"/>
    </inkml:brush>
  </inkml:definitions>
  <inkml:trace contextRef="#ctx0" brushRef="#br0">0 52 24575,'26'-5'0,"-22"4"0,-1 0 0,1 1 0,-1-1 0,1 0 0,0 1 0,-1 0 0,5 0 0,-7 1 0,0-1 0,1 0 0,-1 1 0,0-1 0,0 1 0,0-1 0,0 1 0,0 0 0,0-1 0,0 1 0,0 0 0,0 0 0,-1-1 0,1 1 0,0 0 0,0 0 0,-1 0 0,1 0 0,-1 0 0,1 0 0,-1 0 0,1 1 0,-1-1 0,1 0 0,-1 0 0,0 2 0,3 11 0,-1 0 0,1 16 0,-3-22 0,0 0 0,1 0 0,0 0 0,0-1 0,1 1 0,0 0 0,0-1 0,1 1 0,0-1 0,0 0 0,6 10 0,-6-13 0,0 0 0,0 0 0,1-1 0,-1 1 0,1-1 0,0 1 0,0-1 0,0 0 0,0 0 0,0-1 0,1 0 0,-1 1 0,1-1 0,0-1 0,0 1 0,-1-1 0,8 2 0,-5-3 0,0 0 0,0 0 0,0 0 0,0-1 0,0 0 0,0 0 0,0 0 0,-1-1 0,1-1 0,-1 1 0,11-6 0,-7 3 0,-1 0 0,0-1 0,0 0 0,-1-1 0,0 0 0,0 0 0,0 0 0,-1-1 0,0-1 0,-1 1 0,0-1 0,0 0 0,-1 0 0,0-1 0,0 1 0,4-16 0,-8 22 13,0-1 0,-1 1-1,1-1 1,-1 1-1,1-1 1,-1 1 0,-1-1-1,1 1 1,0-1 0,-1 1-1,0-1 1,1 1 0,-1 0-1,-1-1 1,1 1 0,0 0-1,-1 0 1,0 0-1,1 0 1,-1 0 0,-1 0-1,1 0 1,0 1 0,-1-1-1,1 1 1,-4-3 0,2 2-120,-1 0 0,0 0 1,0 1-1,-1-1 0,1 1 1,0 1-1,-1-1 0,1 1 1,-1-1-1,0 2 0,1-1 1,-1 1-1,0-1 0,1 2 1,-8 0-1,-9 2-6719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445"/>
    </inkml:context>
    <inkml:brush xml:id="br0">
      <inkml:brushProperty name="width" value="0.05" units="cm"/>
      <inkml:brushProperty name="height" value="0.05" units="cm"/>
    </inkml:brush>
  </inkml:definitions>
  <inkml:trace contextRef="#ctx0" brushRef="#br0">2 72 24575,'-1'-19'0,"1"13"0,-1 1 0,1 0 0,0 0 0,0-1 0,1 1 0,0 0 0,2-10 0,1 15 0,2 8 0,3 10 0,5 24 0,-2 1 0,9 59 0,2 92 0,-21-166 0,1-11 0,-1 1 0,-1-1 0,-1 0 0,-1 0 0,0 1 0,-5 24 0,6-42 0,0 0 0,0 0 0,0 0 0,0 1 0,0-1 0,0 0 0,0 0 0,0 0 0,0 0 0,0 0 0,0 1 0,0-1 0,0 0 0,0 0 0,0 0 0,0 0 0,0 0 0,0 0 0,0 1 0,0-1 0,0 0 0,0 0 0,-1 0 0,1 0 0,0 0 0,0 0 0,0 0 0,0 1 0,0-1 0,0 0 0,0 0 0,0 0 0,0 0 0,-1 0 0,1 0 0,0 0 0,0 0 0,0 0 0,0 0 0,0 0 0,0 0 0,-1 0 0,1 0 0,0 0 0,0 0 0,0 0 0,0 0 0,0 0 0,-1 0 0,1 0 0,0 0 0,0 0 0,0 0 0,0 0 0,-4-10 0,1-16 0,4 10 0,1-1 0,0 1 0,2-1 0,-1 1 0,2 0 0,0 0 0,1 1 0,1 0 0,16-29 0,-16 32 0,1 1 0,0 0 0,0 0 0,1 0 0,1 1 0,0 1 0,0 0 0,1 0 0,0 1 0,0 0 0,1 1 0,18-9 0,-23 14 0,1 0 0,-1 0 0,1 0 0,0 1 0,0 0 0,0 1 0,-1 0 0,1 0 0,0 1 0,0-1 0,0 2 0,-1-1 0,1 1 0,0 0 0,-1 1 0,0 0 0,1 0 0,-1 1 0,-1-1 0,1 2 0,9 6 0,-11-7 0,0-1 0,-1 1 0,1 1 0,-1-1 0,0 1 0,0-1 0,-1 1 0,0 0 0,1 1 0,-1-1 0,-1 0 0,1 1 0,-1 0 0,0 0 0,-1-1 0,1 1 0,-1 0 0,0 0 0,0 0 0,-1 0 0,0 1 0,0-1 0,0 0 0,-1 0 0,0 0 0,0 0 0,-1 0 0,-2 6 0,2-6 23,-1 0 0,0-1 0,0 1-1,0-1 1,-1 0 0,0 0 0,0 0-1,0 0 1,0-1 0,-1 1 0,0-1-1,0 0 1,0-1 0,-7 4 0,3-2-237,-1 0 1,1-2 0,-1 1-1,0-1 1,0 0 0,-1-1-1,-17 1 1,2-1-6613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2.769"/>
    </inkml:context>
    <inkml:brush xml:id="br0">
      <inkml:brushProperty name="width" value="0.05" units="cm"/>
      <inkml:brushProperty name="height" value="0.05" units="cm"/>
    </inkml:brush>
  </inkml:definitions>
  <inkml:trace contextRef="#ctx0" brushRef="#br0">151 49 24575,'3'-1'0,"1"1"0,0-1 0,-1 1 0,1-1 0,0 0 0,-1 0 0,5-2 0,-7 2 0,1 0 0,-1 1 0,1-1 0,-1 0 0,0 0 0,0 1 0,1-1 0,-1 0 0,0 0 0,0 0 0,0-1 0,0 1 0,0 0 0,0 0 0,0 0 0,-1-1 0,1 1 0,0-1 0,0-1 0,-1 2 0,0 0 0,0 1 0,-1-1 0,1 0 0,0 0 0,0 1 0,-1-1 0,1 0 0,0 0 0,-1 1 0,1-1 0,0 0 0,-1 1 0,1-1 0,-1 1 0,1-1 0,-1 1 0,0-1 0,1 1 0,-1-1 0,0 1 0,1-1 0,-1 1 0,0-1 0,1 1 0,-1 0 0,0 0 0,0-1 0,1 1 0,-1 0 0,0 0 0,0 0 0,0 0 0,1 0 0,-1 0 0,-1 0 0,-31 1 0,14 3 0,1 0 0,-33 13 0,47-15 0,0-1 0,0 1 0,0 0 0,0 0 0,1 0 0,-1 1 0,0-1 0,1 1 0,0 0 0,-1 0 0,1 0 0,1 1 0,-1-1 0,0 1 0,1-1 0,0 1 0,-1 0 0,-1 5 0,4-6 0,0-1 0,0 1 0,0 0 0,0-1 0,0 1 0,0 0 0,1-1 0,-1 1 0,1 0 0,0-1 0,0 1 0,0-1 0,0 1 0,0-1 0,1 0 0,-1 0 0,0 1 0,1-1 0,0 0 0,0 0 0,0 0 0,0-1 0,2 3 0,7 5 0,0-1 0,25 14 0,53 21 0,-63-32 0,0 1 0,45 30 0,-69-41 0,0 0 0,-1 0 0,1 0 0,0 0 0,-1 1 0,1-1 0,-1 1 0,0-1 0,1 1 0,-1 0 0,0 0 0,0-1 0,0 1 0,0 0 0,0 0 0,-1 0 0,1 0 0,0 4 0,-1-5 0,0 1 0,-1-1 0,1 1 0,-1-1 0,1 1 0,-1-1 0,0 1 0,1-1 0,-1 0 0,0 1 0,0-1 0,0 0 0,0 0 0,0 0 0,-1 0 0,1 0 0,0 0 0,0 0 0,-1 0 0,1 0 0,0 0 0,-1-1 0,1 1 0,-1-1 0,-1 1 0,-19 7-1365,1-3-5461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4.102"/>
    </inkml:context>
    <inkml:brush xml:id="br0">
      <inkml:brushProperty name="width" value="0.05" units="cm"/>
      <inkml:brushProperty name="height" value="0.05" units="cm"/>
    </inkml:brush>
  </inkml:definitions>
  <inkml:trace contextRef="#ctx0" brushRef="#br0">0 32 24575,'8'1'0,"-1"0"0,1 0 0,-1 0 0,0 1 0,0 0 0,0 1 0,0-1 0,0 1 0,0 1 0,0-1 0,9 8 0,-14-9 0,0-1 0,0 0 0,0 1 0,0-1 0,0 1 0,-1-1 0,1 1 0,-1 0 0,1 0 0,-1 0 0,0 0 0,0 0 0,0 0 0,0 0 0,0 0 0,0 0 0,0 1 0,-1-1 0,1 0 0,-1 1 0,0-1 0,0 0 0,0 1 0,0-1 0,0 0 0,0 1 0,0-1 0,-1 0 0,1 0 0,-1 1 0,0-1 0,0 0 0,1 0 0,-2 0 0,1 0 0,0 0 0,0 0 0,0 0 0,-1 0 0,-1 2 0,2-3 0,0 0 0,0 0 0,0 1 0,0-1 0,-1 0 0,1 0 0,0 0 0,0-1 0,-1 1 0,1 0 0,0 0 0,-1-1 0,1 1 0,-3 0 0,3-1 0,0 0 0,0 0 0,0 0 0,0 0 0,0-1 0,0 1 0,0 0 0,0 0 0,0-1 0,0 1 0,1-1 0,-1 1 0,0-1 0,0 1 0,0-1 0,0 1 0,1-1 0,-1 0 0,0 1 0,1-1 0,-1 0 0,0-1 0,8 38 0,-6-32 0,-1 0 0,1 0 0,-1 0 0,0-1 0,0 1 0,0 0 0,0 0 0,-1 0 0,-1 5 0,2-7 0,-1 0 0,0 0 0,0 0 0,0 0 0,1 0 0,-2 0 0,1 0 0,0 0 0,0-1 0,-1 1 0,1 0 0,-1-1 0,1 1 0,-1-1 0,1 0 0,-1 1 0,0-1 0,-3 1 0,5-1 0,-1-1 0,0 0 0,1 1 0,-1-1 0,0 0 0,1 0 0,-1 0 0,0 0 0,1 0 0,-1 0 0,0 0 0,1 0 0,-1 0 0,0 0 0,1 0 0,-1 0 0,0 0 0,1 0 0,-1-1 0,0 1 0,1 0 0,-1-1 0,1 1 0,-1 0 0,0-1 0,1 1 0,-1-1 0,1 1 0,-1 0 0,1-1 0,-1 0 0,1 1 0,0-1 0,-1 1 0,1-1 0,0 1 0,-1-1 0,1 0 0,0 1 0,0-1 0,-1 0 0,1 1 0,0-1 0,0 0 0,0 1 0,0-1 0,0 0 0,0 1 0,0-2 0,0-2 0,0-1 0,0 1 0,0-1 0,0 1 0,1-1 0,1-5 0,5-10 0,2 1 0,0 0 0,1 1 0,0 0 0,2 1 0,0 0 0,1 1 0,16-16 0,-28 31 0,-1 0 0,1 0 0,-1 1 0,1-1 0,0 0 0,0 1 0,-1-1 0,1 1 0,0-1 0,0 1 0,0-1 0,0 1 0,-1-1 0,1 1 0,0 0 0,0 0 0,0-1 0,0 1 0,0 0 0,1 0 0,-1 0 0,-1 1 0,0-1 0,1 1 0,-1-1 0,0 1 0,0-1 0,0 1 0,1-1 0,-1 1 0,0-1 0,0 1 0,0-1 0,0 1 0,0-1 0,0 1 0,0-1 0,0 1 0,0-1 0,0 1 0,0-1 0,-1 1 0,1-1 0,0 1 0,0-1 0,0 1 0,-1-1 0,1 1 0,0-1 0,0 1 0,-1-1 0,1 0 0,0 1 0,-1-1 0,1 1 0,-1-1 0,-12 14 0,12-14 0,6-5 0,-12 13 0,1-1 0,1 1 0,-1 1 0,1-1 0,1 1 0,-1-1 0,1 1 0,1 1 0,-3 9 0,4-10 0,-1 0 0,2 0 0,-1 1 0,1-1 0,1 1 0,0-1 0,0 1 0,1-1 0,0 1 0,0-1 0,1 1 0,4 10 0,-4-15 0,0 1 0,1-1 0,-1 0 0,1 0 0,0 0 0,1-1 0,-1 1 0,1-1 0,0 0 0,0 0 0,0 0 0,1 0 0,-1-1 0,1 1 0,0-1 0,0-1 0,0 1 0,0-1 0,1 1 0,-1-2 0,9 3 0,-5-2 0,0-1 0,1 0 0,-1-1 0,1 0 0,-1-1 0,1 0 0,-1 0 0,1-1 0,-1 0 0,0 0 0,0-1 0,0-1 0,0 1 0,-1-1 0,15-10 0,-18 12 0,-1-1 0,1-1 0,-1 1 0,1-1 0,-1 1 0,-1-1 0,1 0 0,0-1 0,-1 1 0,0-1 0,0 1 0,0-1 0,-1 0 0,1 0 0,-1 0 0,0 0 0,-1 0 0,1-1 0,-1 1 0,0-1 0,-1 1 0,1-1 0,-1 1 0,0-1 0,0 1 0,-1-1 0,0 1 0,-1-8 0,-1 6 0,0 0 0,0 0 0,-1 0 0,0 1 0,0-1 0,-1 1 0,1 0 0,-1 0 0,-12-10 0,-14-19 0,31 35 0,0-1 0,-1 1 0,1 0 0,0 0 0,-1-1 0,1 1 0,0-1 0,-1 1 0,1 0 0,0-1 0,0 1 0,0-1 0,-1 1 0,1-1 0,0 1 0,0 0 0,0-1 0,0 1 0,0-1 0,0 1 0,0-1 0,0 1 0,0-1 0,0 1 0,0-1 0,0 1 0,0 0 0,0-1 0,1 0 0,12-1 0,18 10 0,-14-1 0,-1 0 0,-1 1 0,1 0 0,-1 1 0,-1 1 0,23 19 0,-31-23 0,-1-1 0,0 1 0,0 0 0,-1 0 0,1 0 0,-2 0 0,8 15 0,-10-17 0,1 1 0,-1-1 0,0 1 0,0 0 0,0 0 0,-1 0 0,0 0 0,0-1 0,0 1 0,0 0 0,-1 0 0,0 0 0,-1 6 0,1-9 0,1-1 0,-1 0 0,0 1 0,1-1 0,-1 0 0,0 1 0,0-1 0,0 0 0,0 0 0,0 0 0,0 0 0,0 0 0,0 0 0,0 0 0,0 0 0,-1 0 0,1-1 0,0 1 0,-3 1 0,3-2 0,1 0 0,-1 0 0,0 0 0,0 0 0,1 0 0,-1 0 0,0 0 0,1 0 0,-1 0 0,0-1 0,1 1 0,-1 0 0,0 0 0,1-1 0,-1 1 0,1 0 0,-1-1 0,1 1 0,-1 0 0,0-1 0,1 1 0,-1-1 0,1 1 0,0-1 0,-1 1 0,1-1 0,-1 0 0,1 1 0,0-1 0,-1 1 0,1-1 0,0 0 0,0 1 0,0-1 0,-1 0 0,1 1 0,0-1 0,0 0 0,0 1 0,0-1 0,0 0 0,0 1 0,0-1 0,0 0 0,1 0 0,-1-6 0,1 0 0,0 0 0,0 0 0,1 1 0,0-1 0,0 0 0,0 1 0,1 0 0,0-1 0,0 1 0,5-6 0,6-9 0,27-31 0,-28 38 0,-1 0 0,2 2 0,0-1 0,0 2 0,1 0 0,1 1 0,0 0 0,27-12 0,-35 19 0,0 1 0,0-1 0,0 1 0,0 1 0,0-1 0,0 1 0,0 1 0,1-1 0,11 2 0,-14 0 0,0 1 0,0-1 0,0 1 0,0 0 0,-1 0 0,1 0 0,-1 1 0,1 0 0,-1 0 0,0 1 0,0-1 0,0 1 0,8 9 0,-5-4 0,-1 0 0,-1 0 0,0 0 0,0 1 0,-1 0 0,0 1 0,0-1 0,4 19 0,-4-13 0,-2 0 0,0 0 0,-1 0 0,0 0 0,-1 25 0,-4-25-1365,0-5-5461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4.242"/>
    </inkml:context>
    <inkml:brush xml:id="br0">
      <inkml:brushProperty name="width" value="0.05" units="cm"/>
      <inkml:brushProperty name="height" value="0.05" units="cm"/>
    </inkml:brush>
  </inkml:definitions>
  <inkml:trace contextRef="#ctx0" brushRef="#br0">1 14 24575,'0'-2'0,"0"-5"0,0 3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5.055"/>
    </inkml:context>
    <inkml:brush xml:id="br0">
      <inkml:brushProperty name="width" value="0.05" units="cm"/>
      <inkml:brushProperty name="height" value="0.05" units="cm"/>
    </inkml:brush>
  </inkml:definitions>
  <inkml:trace contextRef="#ctx0" brushRef="#br0">0 35 24575,'0'0'0,"0"0"0,0-1 0,0 1 0,0 0 0,0-1 0,1 1 0,-1 0 0,0-1 0,0 1 0,0 0 0,0 0 0,1-1 0,-1 1 0,0 0 0,0-1 0,0 1 0,1 0 0,-1 0 0,0-1 0,0 1 0,1 0 0,-1 0 0,0 0 0,1 0 0,-1-1 0,0 1 0,1 0 0,-1 0 0,0 0 0,1 0 0,-1 0 0,0 0 0,1 0 0,-1 0 0,0 0 0,1 0 0,-1 0 0,0 0 0,1 0 0,-1 0 0,0 0 0,1 0 0,-1 1 0,0-1 0,1 0 0,-1 0 0,0 0 0,1 0 0,-1 1 0,0-1 0,1 0 0,17 11 0,-10-4 0,-1 1 0,0-1 0,0 2 0,-1-1 0,0 1 0,-1 0 0,0 0 0,0 0 0,6 19 0,0 4 0,11 58 0,-17-68 0,-1 0 0,-1 1 0,-1-1 0,-1 1 0,-4 42 0,-1-51 0,4-14 0,0 0 0,0 0 0,0 0 0,0 0 0,0 0 0,0 0 0,0 0 0,0 0 0,0 0 0,0 0 0,0 0 0,0 1 0,-1-1 0,1 0 0,0 0 0,0 0 0,0 0 0,0 0 0,0 0 0,0 0 0,0 0 0,0 0 0,0 0 0,-1 0 0,1 0 0,0 0 0,0 0 0,0 0 0,0 0 0,0 0 0,0 0 0,0 0 0,0 0 0,-1 0 0,1 0 0,0 0 0,0 0 0,0 0 0,0 0 0,0 0 0,0 0 0,0 0 0,0-1 0,0 1 0,0 0 0,0 0 0,-1 0 0,1 0 0,0 0 0,0 0 0,-1-2 0,1 0 0,-1 0 0,0 1 0,1-1 0,-1 0 0,1 0 0,0 0 0,-1 0 0,1-3 0,1-10 0,0-1 0,0 1 0,2-1 0,0 1 0,8-25 0,2 3 0,20-38 0,-24 58 0,0-1 0,1 2 0,24-31 0,-30 42 0,0 0 0,0 1 0,1-1 0,-1 1 0,1 0 0,0 1 0,0-1 0,1 1 0,-1 0 0,1 0 0,-1 0 0,1 1 0,0 0 0,0 0 0,0 1 0,9-2 0,-11 3 0,0 1 0,0-1 0,0 1 0,0 0 0,0 0 0,0 0 0,0 1 0,0-1 0,-1 1 0,1 0 0,0 0 0,-1 0 0,0 1 0,0-1 0,1 1 0,-1 0 0,-1 0 0,1 0 0,0 0 0,-1 0 0,4 7 0,4 6 0,-2-1 0,0 1 0,9 27 0,-15-38 0,15 49 0,-17-51 0,1-1 0,0 1 0,-1 0 0,0 0 0,0 0 0,0-1 0,0 1 0,0 0 0,0 0 0,-1 0 0,1-1 0,-1 1 0,0 0 0,0-1 0,0 1 0,-2 4 0,2-6 0,1 0 0,-1 0 0,0-1 0,0 1 0,0 0 0,0 0 0,0-1 0,0 1 0,0-1 0,0 1 0,-1-1 0,1 1 0,0-1 0,0 0 0,0 1 0,0-1 0,-1 0 0,1 0 0,0 0 0,0 0 0,0 0 0,-1 0 0,1 0 0,0 0 0,0-1 0,0 1 0,-1 0 0,1-1 0,0 1 0,0-1 0,0 1 0,0-1 0,0 1 0,0-1 0,0 0 0,0 0 0,0 0 0,0 1 0,0-1 0,1 0 0,-2-1 0,0-1 0,-1 1 0,1-1 0,0 0 0,0 1 0,0-1 0,0 0 0,0 0 0,1-1 0,-1 1 0,1 0 0,0 0 0,0-1 0,-1-5 0,2 8 0,0-1 0,0 0 0,0 1 0,0-1 0,0 0 0,1 1 0,-1-1 0,0 1 0,1-1 0,-1 1 0,1-1 0,0 1 0,0-1 0,-1 1 0,1-1 0,0 1 0,0 0 0,0 0 0,0-1 0,0 1 0,1 0 0,0-1 0,0 1 0,1 0 0,-1 0 0,0 0 0,0 0 0,1 1 0,-1-1 0,1 1 0,-1 0 0,0-1 0,1 1 0,-1 0 0,1 0 0,2 1 0,4 1 0,1 0 0,-1 0 0,0 1 0,0 0 0,0 1 0,11 5 0,-15-6 0,1 0 0,0 0 0,0 0 0,0-1 0,0 0 0,0-1 0,0 1 0,0-1 0,1 0 0,-1-1 0,1 1 0,-1-1 0,0-1 0,11-1 0,-10 0 0,0 0 0,0 0 0,0-1 0,0 0 0,0-1 0,0 0 0,-1 0 0,0 0 0,0-1 0,0 1 0,0-1 0,5-7 0,-3 3 0,0-1 0,0 0 0,-1 0 0,0 0 0,-1-1 0,6-13 0,-11 21 0,1-1 0,-1 1 0,1-1 0,-1 0 0,0 1 0,0-1 0,-1 0 0,1 1 0,-1-1 0,0 0 0,0 0 0,0 0 0,0 1 0,-1-1 0,0 0 0,1 1 0,-1-1 0,-1 0 0,1 1 0,0-1 0,-1 1 0,0-1 0,0 1 0,-3-4 0,3 5 0,1 0 0,-1 0 0,-1 0 0,1 0 0,0 1 0,0-1 0,-1 1 0,1-1 0,0 1 0,-1 0 0,1 0 0,-1 0 0,0 0 0,1 1 0,-1-1 0,0 1 0,-4-1 0,3 1 0,-1 1 0,1-1 0,0 1 0,-1 0 0,1 0 0,0 1 0,0-1 0,0 1 0,0 0 0,-5 3 0,1 0 0,1 0 0,0 1 0,0 0 0,1 0 0,-1 0 0,1 1 0,0 0 0,1 0 0,0 0 0,-5 11 0,7-11 13,0 0 1,1 0-1,0 1 0,0-1 0,0 1 0,1-1 0,0 1 0,1 0 0,0-1 1,0 1-1,1 0 0,1 7 0,0-4 6,0-1 0,1 0 0,1 0 0,0 0 0,0 0 0,1-1 0,0 1 0,9 12 0,-8-14-54,0-1 1,1 0 0,-1 0 0,1 0 0,1 0 0,0-1 0,-1-1 0,2 1-1,10 4 1,-13-7-63,0 0-1,0-1 1,1 1-1,0-2 1,-1 1-1,1-1 1,0 0-1,0 0 1,-1-1-1,1 0 1,0 0-1,0-1 0,11-2 1,7-4-6729</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6.354"/>
    </inkml:context>
    <inkml:brush xml:id="br0">
      <inkml:brushProperty name="width" value="0.05" units="cm"/>
      <inkml:brushProperty name="height" value="0.05" units="cm"/>
    </inkml:brush>
  </inkml:definitions>
  <inkml:trace contextRef="#ctx0" brushRef="#br0">55 341 24575,'-8'-7'0,"1"-1"0,-1 0 0,2 0 0,-8-11 0,12 15 0,0 1 0,1-1 0,-1 0 0,1 0 0,0 0 0,0 0 0,1 1 0,-1-1 0,1 0 0,-1 0 0,1 0 0,1-1 0,-1 1 0,1-5 0,1 1 0,1 0 0,-1 0 0,1 1 0,1 0 0,-1-1 0,1 1 0,1 1 0,-1-1 0,1 0 0,0 1 0,0 0 0,1 0 0,0 1 0,0 0 0,0 0 0,1 0 0,12-7 0,-4 4 0,1 0 0,-1 2 0,1-1 0,0 2 0,1 0 0,-1 1 0,25-3 0,-29 6 0,-1 0 0,1 1 0,-1 0 0,1 1 0,0 0 0,-1 1 0,0 0 0,1 1 0,-1 0 0,0 1 0,0 0 0,-1 1 0,15 8 0,-14-6 0,-1 1 0,0 0 0,0 1 0,-1-1 0,0 2 0,0-1 0,-1 1 0,-1 1 0,0-1 0,0 1 0,-1 1 0,5 11 0,-3-3 0,-1-1 0,-1 1 0,-1 0 0,-1 1 0,-1-1 0,0 1 0,-2-1 0,0 1 0,-1 0 0,-1 0 0,-1-1 0,-1 1 0,-1-1 0,-11 35 0,13-51 0,1-1 0,-1 1 0,0 0 0,0-1 0,0 0 0,0 0 0,-1 1 0,1-1 0,-1-1 0,-4 5 0,6-7 0,1 1 0,-1-1 0,0 1 0,1-1 0,-1 0 0,0 1 0,1-1 0,-1 0 0,0 0 0,0 1 0,1-1 0,-1 0 0,0 0 0,0 0 0,1 0 0,-1 0 0,0 0 0,0 0 0,0 0 0,1-1 0,-1 1 0,-1 0 0,1-1 0,0 0 0,0 0 0,-1 0 0,1 0 0,0 0 0,0 0 0,0-1 0,0 1 0,0 0 0,0 0 0,1-1 0,-1 1 0,0-1 0,1 1 0,-1-3 0,-2-6 0,0-1 0,1 0 0,0 1 0,1-1 0,0 0 0,1 0 0,1 0 0,-1 0 0,4-16 0,3-8 0,18-52 0,-15 58 0,1 0 0,1 1 0,1 0 0,2 0 0,1 2 0,22-29 0,-28 43 0,0 1 0,1 0 0,0 0 0,1 1 0,0 1 0,15-10 0,-18 14 0,1 0 0,-1 1 0,1 0 0,1 0 0,-1 1 0,0 0 0,1 1 0,-1 0 0,18-1 0,-20 3 0,-1 0 0,1 1 0,-1 0 0,1 0 0,-1 0 0,0 1 0,1 0 0,-1 0 0,0 1 0,0 0 0,-1 1 0,1-1 0,-1 1 0,7 5 0,-5-2 0,0 0 0,0 1 0,-1 0 0,0 0 0,0 0 0,-1 1 0,0 0 0,-1 1 0,5 10 0,-3-4 0,-1 0 0,-1 1 0,0 0 0,-1 0 0,-1 1 0,0-1 0,-1 1 0,-1-1 0,-1 1 0,-1-1 0,-4 31 0,0-32 0,5-16 0,0 0 0,0 0 0,0 0 0,0 0 0,0 0 0,0 0 0,0 0 0,0 0 0,0 0 0,0 0 0,0 0 0,0 1 0,0-1 0,0 0 0,0 0 0,0 0 0,0 0 0,0 0 0,0 0 0,0 0 0,0 0 0,0 0 0,0 0 0,0 0 0,0 0 0,0 0 0,0 0 0,0 0 0,-1 0 0,1 1 0,0-1 0,0 0 0,0 0 0,0 0 0,0 0 0,0 0 0,0 0 0,0 0 0,0 0 0,0 0 0,0 0 0,0 0 0,-1 0 0,1 0 0,0 0 0,0 0 0,0 0 0,0 0 0,0 0 0,0 0 0,0 0 0,0 0 0,0-1 0,0 1 0,0 0 0,0 0 0,0 0 0,0 0 0,-1 0 0,1 0 0,0 0 0,0 0 0,0 0 0,0 0 0,0 0 0,0 0 0,0 0 0,0-3 0,0 1 0,-1-1 0,1 1 0,1 0 0,-1-1 0,0 1 0,0-1 0,1 1 0,0-3 0,10-26 0,2 0 0,1 0 0,1 1 0,1 1 0,2 1 0,40-51 0,-46 65 0,0 1 0,0 0 0,16-12 0,-25 22 0,0 0 0,0 1 0,1-1 0,-1 1 0,0 0 0,1 0 0,0 0 0,-1 1 0,1-1 0,0 1 0,0 0 0,0 0 0,0 0 0,0 1 0,0-1 0,0 1 0,0 0 0,0 0 0,0 1 0,5 0 0,-7 0 0,1 0 0,-1 1 0,0-1 0,0 1 0,1 0 0,-1 0 0,0 0 0,-1 0 0,1 0 0,0 0 0,0 0 0,-1 0 0,1 1 0,-1-1 0,0 1 0,0-1 0,0 1 0,0-1 0,0 1 0,0 5 0,3 8 0,-2 0 0,1 22 0,-2-21 0,3 33 0,8 68 0,-10-107 0,0 0 0,1-1 0,0 1 0,1-1 0,0 1 0,1-1 0,0 0 0,7 10 0,-10-17 0,0-1 0,0 0 0,0 1 0,0-1 0,0 0 0,0 0 0,0 0 0,1 0 0,-1-1 0,1 1 0,0-1 0,-1 1 0,1-1 0,0 0 0,0 0 0,-1 0 0,1 0 0,3 0 0,-2-1 0,0 0 0,0-1 0,0 1 0,0-1 0,0 1 0,0-1 0,0 0 0,0-1 0,0 1 0,-1-1 0,8-3 0,1-3 0,0-1 0,0 0 0,-1-1 0,0-1 0,0 1 0,9-14 0,19-31 0,-2-1 0,43-89 0,-56 100 0,-22 43 0,-2 7 0,-3 19 0,-8 32 0,11-56 0,-9 43 0,-5 50 0,13-82 0,0 1 0,1 0 0,1-1 0,-1 1 0,2 0 0,0-1 0,0 1 0,1-1 0,7 19 0,-9-28 0,0 0 0,0 0 0,-1 0 0,1 0 0,1-1 0,-1 1 0,0 0 0,0-1 0,0 1 0,1-1 0,-1 1 0,1-1 0,-1 0 0,1 1 0,0-1 0,0 0 0,-1 0 0,1 0 0,0 0 0,0-1 0,0 1 0,0 0 0,0-1 0,0 1 0,0-1 0,0 0 0,0 0 0,0 0 0,0 0 0,0 0 0,0 0 0,0 0 0,0-1 0,0 1 0,0-1 0,0 1 0,0-1 0,0 0 0,3-1 0,2-3 0,0 1 0,1-1 0,-1 0 0,-1-1 0,1 0 0,-1 0 0,0 0 0,6-9 0,14-25 0,-1-1 0,29-64 0,-41 77 0,-4 15 0,-7 17 0,-7 27 0,-109 646-1365,110-647-5461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7.689"/>
    </inkml:context>
    <inkml:brush xml:id="br0">
      <inkml:brushProperty name="width" value="0.05" units="cm"/>
      <inkml:brushProperty name="height" value="0.05" units="cm"/>
    </inkml:brush>
  </inkml:definitions>
  <inkml:trace contextRef="#ctx0" brushRef="#br0">141 169 24575,'18'-9'0,"31"-22"0,-43 27 0,-1-1 0,1 0 0,-1 0 0,1 0 0,-1 0 0,-1-1 0,1 0 0,4-8 0,-8 13 0,-1 0 0,1-1 0,0 1 0,-1 0 0,1 0 0,-1-1 0,1 1 0,-1 0 0,0-1 0,0 1 0,0-1 0,1 1 0,-1 0 0,0-1 0,-1 1 0,1 0 0,0-1 0,0 1 0,0 0 0,-1-1 0,1 1 0,-1 0 0,1-1 0,-2 0 0,1 0 0,-1 1 0,1-1 0,-1 1 0,1 0 0,-1 0 0,0 0 0,1 0 0,-1 0 0,0 0 0,0 0 0,0 1 0,1-1 0,-1 1 0,-4-1 0,-1 0 0,0 0 0,1 1 0,-1 0 0,0 0 0,1 1 0,-1 0 0,0 0 0,1 1 0,-8 2 0,5 0 0,0 2 0,1-1 0,0 1 0,0 0 0,0 1 0,1-1 0,0 2 0,0-1 0,1 1 0,0 0 0,0 0 0,1 1 0,-7 15 0,2-4 0,2 0 0,1 1 0,0 0 0,1 0 0,-3 27 0,8-38 0,0 1 0,0 0 0,1 0 0,0 0 0,1 0 0,0-1 0,1 1 0,0 0 0,1-1 0,3 12 0,-3-16 0,0 0 0,0-1 0,0 1 0,1 0 0,0-1 0,0 0 0,0 0 0,0 0 0,1-1 0,0 1 0,0-1 0,0 0 0,1 0 0,-1-1 0,1 0 0,0 0 0,11 4 0,-5-3 0,-1-1 0,1 0 0,0-1 0,0 0 0,0-1 0,0 0 0,0-1 0,18-2 0,-11-1 0,-1-1 0,1 0 0,-1-1 0,32-14 0,-6-4 0,0-1 0,-2-2 0,48-38 0,-32 18 0,-2-2 0,71-80 0,-123 123 0,1 0 0,-1 0 0,0-1 0,-1 0 0,6-9 0,-9 14 0,0 1 0,0-1 0,1 0 0,-1 1 0,0-1 0,0 1 0,0-1 0,0 0 0,0 1 0,0-1 0,0 0 0,0 1 0,0-1 0,0 0 0,0 1 0,0-1 0,0 0 0,0 1 0,-1-1 0,1 0 0,0 1 0,0-1 0,-1 1 0,0-2 0,0 2 0,0-1 0,0 0 0,0 1 0,-1-1 0,1 1 0,0 0 0,-1-1 0,1 1 0,0 0 0,-1 0 0,1 0 0,0 0 0,-1 0 0,1 0 0,0 0 0,-1 0 0,-1 1 0,-6 1 0,0 0 0,0 1 0,0 0 0,0 0 0,1 1 0,-1 0 0,1 1 0,0-1 0,0 2 0,1-1 0,-11 10 0,13-10 0,0-1 0,1 1 0,-1 0 0,1 0 0,0 1 0,1-1 0,-1 1 0,1 0 0,0 0 0,0 0 0,1 1 0,0-1 0,0 0 0,0 1 0,1 0 0,-1 11 0,2-14 0,1 0 0,-1 0 0,1 0 0,0 0 0,0 0 0,0 0 0,0 0 0,1 0 0,0 0 0,0 0 0,0-1 0,0 1 0,0-1 0,1 0 0,-1 1 0,1-1 0,0 0 0,0-1 0,0 1 0,1 0 0,-1-1 0,1 0 0,-1 0 0,6 2 0,-5-2 0,0 0 0,1 0 0,-1-1 0,0 0 0,1 0 0,0 0 0,-1 0 0,1-1 0,-1 0 0,1 0 0,-1 0 0,1-1 0,0 1 0,-1-1 0,1 0 0,-1 0 0,0-1 0,1 1 0,-1-1 0,0 0 0,7-4 0,1-4 0,0 0 0,-1-1 0,17-19 0,-16 17 0,-12 13 0,0 0 0,0 0 0,0 0 0,0-1 0,0 1 0,0 0 0,0 0 0,0 0 0,0 0 0,1 0 0,-1 0 0,0 0 0,0 0 0,0 0 0,0 0 0,0 0 0,0 0 0,0 0 0,0 0 0,1 0 0,-1 0 0,0 0 0,0 0 0,0 0 0,0 0 0,0 0 0,0 0 0,0 0 0,0 0 0,1 0 0,-1 0 0,0 0 0,0 0 0,0 0 0,0 0 0,0 0 0,0 0 0,0 0 0,0 0 0,1 0 0,-1 0 0,0 0 0,0 0 0,0 0 0,0 0 0,0 0 0,0 1 0,0-1 0,0 0 0,0 0 0,0 0 0,0 0 0,0 0 0,0 0 0,0 0 0,0 0 0,1 1 0,-1-1 0,2 11 0,-2 15 0,0-26 0,0 4 0,0 0 0,0 0 0,0 0 0,1 0 0,-1 1 0,1-1 0,0 0 0,0 0 0,1-1 0,-1 1 0,1 0 0,0 0 0,0-1 0,0 1 0,0-1 0,1 1 0,-1-1 0,1 0 0,4 4 0,-3-4 0,1 0 0,-1-1 0,1 1 0,-1-1 0,1 0 0,0 0 0,0 0 0,0 0 0,0-1 0,0 0 0,0 0 0,1-1 0,-1 1 0,0-1 0,6-1 0,-4 1 0,0-1 0,0 0 0,-1-1 0,1 1 0,0-1 0,-1-1 0,0 1 0,1-1 0,-1 0 0,0-1 0,0 1 0,-1-1 0,1-1 0,-1 1 0,0-1 0,0 1 0,8-11 0,-1-2 0,-1 0 0,0-1 0,-1-1 0,12-30 0,-22 48 0,0 0 0,1 0 0,-1 0 0,0 0 0,1 0 0,-1 0 0,1 0 0,-1 0 0,1 0 0,-1 0 0,1 0 0,0 1 0,-1-1 0,1 0 0,0 0 0,0 1 0,0-1 0,1 0 0,-2 1 0,1 0 0,-1 1 0,0-1 0,1 0 0,-1 1 0,1-1 0,-1 0 0,0 1 0,1-1 0,-1 1 0,0-1 0,0 0 0,1 1 0,-1-1 0,0 1 0,0-1 0,1 1 0,-1-1 0,0 1 0,0-1 0,0 1 0,0-1 0,0 1 0,0 0 0,3 42 0,-4 183 0,2-259 0,1-1 0,1 1 0,2 0 0,1 1 0,13-40 0,-13 54 0,1 0 0,0 0 0,2 1 0,0 0 0,1 0 0,0 1 0,2 0 0,0 1 0,0 1 0,21-19 0,-29 30 0,-1 0 0,1 1 0,-1-1 0,1 1 0,0 0 0,-1 0 0,1 0 0,0 1 0,1-1 0,5 0 0,-8 1 0,-1 1 0,1 0 0,-1 0 0,1 0 0,-1 0 0,1 1 0,-1-1 0,0 0 0,1 0 0,-1 1 0,1-1 0,-1 1 0,0 0 0,1-1 0,-1 1 0,0 0 0,0 0 0,1 0 0,-1 0 0,0 0 0,0 0 0,0 0 0,0 0 0,0 0 0,0 0 0,-1 0 0,1 1 0,0-1 0,-1 0 0,1 1 0,0-1 0,-1 1 0,1 1 0,0 4 0,0 0 0,0 0 0,0 0 0,-1 0 0,0 0 0,0 0 0,-1 0 0,0 0 0,0 0 0,-5 12 0,0 1 0,-1-1 0,-14 26 0,10-25 114,0 0 0,-26 32 0,30-44-304,1-1 0,-1 1 1,-1-1-1,1-1 0,-1 0 1,0 0-1,-1 0 1,-15 7-1,7-6-6636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9.145"/>
    </inkml:context>
    <inkml:brush xml:id="br0">
      <inkml:brushProperty name="width" value="0.05" units="cm"/>
      <inkml:brushProperty name="height" value="0.05" units="cm"/>
    </inkml:brush>
  </inkml:definitions>
  <inkml:trace contextRef="#ctx0" brushRef="#br0">0 120 24575,'9'-1'0,"0"2"0,0-1 0,0 1 0,-1 0 0,12 3 0,-17-3 0,0 1 0,0-1 0,0 1 0,0-1 0,0 1 0,-1 0 0,1 0 0,-1 0 0,1 0 0,-1 1 0,0-1 0,0 1 0,0-1 0,0 1 0,0 0 0,0 0 0,1 5 0,2 4 0,-1 2 0,0-1 0,-1 0 0,-1 1 0,0-1 0,-1 1 0,-1 0 0,-1 17 0,2 28 0,-1-59 0,0 0 0,0 1 0,0-1 0,0 0 0,0 0 0,0 0 0,0 0 0,0 0 0,0 1 0,0-1 0,0 0 0,0 0 0,0 0 0,0 0 0,0 1 0,0-1 0,0 0 0,0 0 0,0 0 0,0 0 0,0 0 0,0 1 0,1-1 0,-1 0 0,0 0 0,0 0 0,0 0 0,0 0 0,0 0 0,0 0 0,0 1 0,0-1 0,1 0 0,-1 0 0,0 0 0,0 0 0,0 0 0,0 0 0,0 0 0,1 0 0,-1 0 0,0 0 0,0 0 0,0 0 0,6-6 0,5-16 0,-10 20 0,64-117 0,-42 79 0,31-69 0,-53 107 0,-1 1 0,1 0 0,-1 0 0,1 0 0,-1 0 0,0 0 0,1 0 0,-1-1 0,0 1 0,0 0 0,0 0 0,0 0 0,0-1 0,0 1 0,0 0 0,0 0 0,0 0 0,-1-1 0,1 1 0,0 0 0,-1 0 0,1 0 0,-1 0 0,-1-2 0,1 2 0,0 0 0,0 1 0,-1-1 0,1 0 0,0 1 0,-1-1 0,1 1 0,-1-1 0,1 1 0,0-1 0,-1 1 0,1 0 0,-1 0 0,1 0 0,-1 0 0,-2 0 0,-6 2 0,0-1 0,0 2 0,0-1 0,-15 7 0,16-6 0,0 2 0,-1-1 0,1 1 0,1 0 0,-1 1 0,1 0 0,0 0 0,0 1 0,1 0 0,0 0 0,0 1 0,1 0 0,0 0 0,0 1 0,1 0 0,0-1 0,0 2 0,1-1 0,0 1 0,1-1 0,0 1 0,-2 15 0,4-21 0,1-1 0,0 0 0,0 0 0,0 0 0,1 0 0,-1 0 0,1 0 0,-1 0 0,1 0 0,0 0 0,0 0 0,1 0 0,-1 0 0,0 0 0,1 0 0,0-1 0,-1 1 0,1-1 0,0 1 0,1-1 0,-1 0 0,0 0 0,1 0 0,-1 0 0,1 0 0,-1-1 0,1 1 0,0-1 0,4 2 0,-2-1 0,-1 0 0,1-1 0,0 0 0,1 0 0,-1 0 0,0-1 0,0 0 0,0 0 0,0 0 0,0 0 0,1-1 0,-1 0 0,0 0 0,0 0 0,0-1 0,0 0 0,5-2 0,1-3 0,0 0 0,-1 0 0,0-1 0,0 0 0,-1-1 0,0 0 0,0 0 0,-1-1 0,0-1 0,9-16 0,3-9 0,28-72 0,-40 94 0,-8 14 0,1 0 0,-1 1 0,0-1 0,1 0 0,-1 0 0,0 0 0,0 1 0,1-1 0,-1 0 0,0 0 0,0 0 0,0 1 0,0-1 0,1 0 0,-1 1 0,0-1 0,0 0 0,0 0 0,0 1 0,0-1 0,0 0 0,0 1 0,1-1 0,-1 0 0,0 1 0,0-1 0,0 0 0,-1 1 0,3 39 0,-2-30 0,1-4 0,0 0 0,0-1 0,0 1 0,0-1 0,1 1 0,0-1 0,0 0 0,0 0 0,1 0 0,0 0 0,0 0 0,0 0 0,0-1 0,1 1 0,0-1 0,7 7 0,-9-10 0,1 1 0,-1 0 0,1-1 0,0 1 0,-1-1 0,1 0 0,0 0 0,-1 0 0,1 0 0,0-1 0,0 1 0,0-1 0,0 0 0,0 1 0,0-1 0,0-1 0,0 1 0,0 0 0,0-1 0,-1 1 0,1-1 0,0 0 0,0 0 0,0 0 0,-1 0 0,1-1 0,0 1 0,-1-1 0,0 1 0,1-1 0,-1 0 0,0 0 0,3-3 0,42-53 0,-47 58 0,0-1 0,0 1 0,0 0 0,0-1 0,1 1 0,-1 0 0,0-1 0,0 1 0,1 0 0,-1 0 0,0-1 0,0 1 0,1 0 0,-1 0 0,0 0 0,1-1 0,-1 1 0,0 0 0,1 0 0,-1 0 0,0 0 0,1 0 0,-1 0 0,0-1 0,1 1 0,-1 0 0,0 0 0,1 0 0,-1 0 0,1 0 0,-1 1 0,0-1 0,1 0 0,-1 0 0,0 0 0,1 0 0,-1 0 0,0 0 0,1 0 0,-1 1 0,0-1 0,1 1 0,5 18 0,-4 29 0,-2-48 0,-9 155 0,1 69 0,8-218 0,0 1 0,0 0 0,1-1 0,0 1 0,1-1 0,2 10 0,-4-16 0,0-1 0,0 1 0,1 0 0,-1 0 0,0-1 0,0 1 0,0 0 0,0 0 0,0 0 0,0-1 0,1 1 0,-1 0 0,0 0 0,0-1 0,0 1 0,1 0 0,-1 0 0,0 0 0,0 0 0,0 0 0,1-1 0,-1 1 0,0 0 0,0 0 0,1 0 0,-1 0 0,0 0 0,1 0 0,-1 0 0,0 0 0,0 0 0,1 0 0,-1 0 0,0 0 0,0 0 0,1 0 0,-1 0 0,0 0 0,0 0 0,1 0 0,-1 0 0,0 0 0,0 1 0,1-1 0,-1 0 0,0 0 0,0 0 0,1 0 0,-1 0 0,0 1 0,0-1 0,0 0 0,0 0 0,1 1 0,-1-1 0,0 0 0,0 0 0,0 0 0,0 1 0,0-1 0,0 0 0,0 0 0,0 1 0,1-1 0,-1 0 0,0 1 0,0-1 0,6-22 0,-1-32 0,-2-58 0,5-43 0,13 27 0,-17 112 0,0 0 0,1 0 0,1 1 0,1-1 0,14-24 0,-20 38 0,0 0 0,1-1 0,-1 1 0,1 0 0,0 0 0,0 0 0,0 0 0,0 0 0,0 1 0,0-1 0,0 0 0,1 1 0,-1 0 0,0 0 0,1-1 0,-1 1 0,1 1 0,0-1 0,-1 0 0,1 1 0,0-1 0,-1 1 0,1 0 0,4 0 0,-4 0 0,0 1 0,0 0 0,0 0 0,0 0 0,-1 1 0,1-1 0,0 1 0,0-1 0,-1 1 0,1 0 0,-1 0 0,0 0 0,1 0 0,-1 1 0,0-1 0,0 0 0,-1 1 0,1 0 0,0-1 0,2 6 0,0 2 0,0 0 0,-1 1 0,0-1 0,-1 1 0,1-1 0,-2 1 0,0 0 0,0 0 0,-1-1 0,0 1 0,-1 0 0,0 0 0,-1 0 0,0-1 0,-1 1 0,0-1 0,-1 0 0,0 0 0,0 0 0,-1 0 0,0-1 0,-10 14 0,13-21 0,0-1 0,1 1 0,-1 0 0,0-1 0,0 1 0,0-1 0,-5 3 0,0-5 0,8-12 0,5-1 0,0 1 0,1 0 0,0 0 0,1 0 0,0 1 0,1 0 0,0 1 0,1 0 0,0 1 0,1 0 0,0 0 0,1 1 0,0 0 0,0 1 0,19-9 0,-29 16 0,0 0 0,0 0 0,0 0 0,1 1 0,-1-1 0,0 0 0,0 1 0,1 0 0,-1-1 0,1 1 0,-1 0 0,0 0 0,1 0 0,-1 1 0,0-1 0,1 0 0,-1 1 0,0 0 0,0-1 0,1 1 0,-1 0 0,0 0 0,4 3 0,-3-1 0,0 0 0,-1 0 0,1 0 0,-1 1 0,0-1 0,1 1 0,-2 0 0,1-1 0,0 1 0,-1 0 0,1 0 0,-1 0 0,0 5 0,5 23 0,-2 0 0,-1 1 0,-2 0 0,-1-1 0,-2 1 0,-7 45 0,-4-29 0,12-46 0,0 0 0,0 0 0,-1 0 0,1-1 0,-1 1 0,0 0 0,0-1 0,0 1 0,0-1 0,0 0 0,0 0 0,-1 0 0,-2 3 0,4-5 0,0 1 0,1-1 0,-1 0 0,0 1 0,1-1 0,-1 0 0,0 0 0,1 0 0,-1 1 0,0-1 0,1 0 0,-1 0 0,0 0 0,1 0 0,-1 0 0,0 0 0,0 0 0,1 0 0,-1-1 0,0 1 0,1 0 0,-1 0 0,0-1 0,1 1 0,-1 0 0,0-1 0,1 1 0,-1 0 0,1-1 0,-1 1 0,1-1 0,-1 1 0,1-1 0,-1 1 0,1-1 0,-1 1 0,1-1 0,0 0 0,-1 1 0,1-1 0,0 0 0,0 1 0,-1-1 0,1 0 0,0 1 0,0-1 0,0-1 0,-1-3 0,0 0 0,0-1 0,0 1 0,1 0 0,0-7 0,3-18 0,1 0 0,2 1 0,1-1 0,1 1 0,2 0 0,0 1 0,2 0 0,1 1 0,2 0 0,26-38 0,-32 54 0,0 0 0,0 0 0,1 1 0,0 0 0,1 0 0,0 1 0,1 1 0,-1 0 0,24-11 0,-30 16 0,0 1 0,0 1 0,0-1 0,0 1 0,0-1 0,0 1 0,0 1 0,1-1 0,-1 1 0,0 0 0,1 0 0,-1 1 0,0-1 0,0 1 0,0 0 0,1 1 0,-1-1 0,0 1 0,-1 0 0,1 0 0,0 1 0,0-1 0,-1 1 0,0 0 0,1 0 0,-1 1 0,0-1 0,6 9 0,-1-2 0,-2 1 0,1 0 0,-1 0 0,-1 1 0,0 0 0,-1 0 0,0 0 0,-1 1 0,3 13 0,-2-3 0,-1 0 0,-1 0 0,-1 1 0,-1 29 0,-1-49-76,0 0 1,0 0-1,-1 0 0,1 1 0,-1-1 0,0 0 0,0 0 0,0 0 1,-1 0-1,1 0 0,-1-1 0,0 1 0,0 0 0,-1-1 1,1 1-1,-1-1 0,-2 3 0,-10 5-6750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19.611"/>
    </inkml:context>
    <inkml:brush xml:id="br0">
      <inkml:brushProperty name="width" value="0.05" units="cm"/>
      <inkml:brushProperty name="height" value="0.05" units="cm"/>
    </inkml:brush>
  </inkml:definitions>
  <inkml:trace contextRef="#ctx0" brushRef="#br0">5945 673 24575,'-4'-14'0,"-1"0"0,-1 0 0,0 1 0,-1 0 0,0 0 0,-1 1 0,-1 0 0,0 0 0,0 1 0,-1 0 0,0 1 0,-1 0 0,-13-9 0,-6-3 0,-1 2 0,0 1 0,-2 1 0,-35-13 0,-27-6-667,-179-45 0,-115 4-1286,-756-66-3335,-12 100 3318,345 67 1988,8 75-241,499-28-598,72 6 648,187-57 231,1 2 0,-73 46-1,100-54 37,-1 0-1,2 1 0,0 1 1,1 0-1,0 1 0,1 1 0,1 0 1,-14 23-1,22-29-29,0 0 0,0 1 0,1 0-1,1 0 1,0 0 0,0 0 0,2 1 0,-1-1 0,2 1 0,-1 0 0,2 0 0,0 0 0,0-1 0,1 1-1,4 17 1,-1-11-65,2 0-1,0 0 1,1-1-1,1 1 1,1-1-1,16 24 1,-3-10 123,1 0-1,42 41 1,-13-22 317,3-1 0,2-4 0,87 56-1,213 93-342,-117-88-1184,484 144 1,288-22-1557,-453-140 1679,4-25-1,896-12 1,-574-109 514,-651 26 550,397-105-1,-328 31 146,-240 77 169,108-64-1,-145 76-188,0-2 0,-1-1 1,0-1-1,-2-1 0,-1-1 0,25-31 1,-39 44-159,-1-1 0,-1 0 1,0-1-1,0 0 0,-1 1 1,0-2-1,-1 1 0,0 0 1,-1-1-1,-1 0 1,1 0-1,-2 0 0,0 0 1,0 0-1,-1 0 0,0 0 1,-1 0-1,-5-20 0,2 17-66,-1 0 0,-1-1 0,0 2 0,-1-1 0,0 1 0,-2 0 0,1 1 0,-21-24 0,5 11 0,-1 1 0,-1 2 0,-37-27 0,5 10 132,-103-52-1,-124-35 919,-61 9-817,-522-101-358,-17 67-204,-162 37-1543,6 96 1362,752 35 5182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1.507"/>
    </inkml:context>
    <inkml:brush xml:id="br0">
      <inkml:brushProperty name="width" value="0.05" units="cm"/>
      <inkml:brushProperty name="height" value="0.05" units="cm"/>
    </inkml:brush>
  </inkml:definitions>
  <inkml:trace contextRef="#ctx0" brushRef="#br0">451 21 24575,'-2'-21'0,"-8"29"0,-6 9 0,-26 20 0,-2-2 0,-1-1 0,-2-3 0,-1-1 0,-74 33 0,106-57 0,11-4 0,0-1 0,0 1 0,1 0 0,-1 1 0,1-1 0,-1 1 0,1 0 0,0 0 0,0 0 0,0 0 0,-4 5 0,8-7 0,0-1 0,0 1 0,-1-1 0,1 1 0,0 0 0,0-1 0,0 1 0,0 0 0,0-1 0,0 1 0,0 0 0,0-1 0,0 1 0,0 0 0,0-1 0,0 1 0,0 0 0,1-1 0,-1 1 0,0-1 0,0 1 0,1 0 0,-1-1 0,0 1 0,1-1 0,-1 1 0,1-1 0,-1 1 0,0-1 0,1 1 0,-1-1 0,2 1 0,20 13 0,-20-13 0,52 26 0,-1 3 0,-2 2 0,60 49 0,-40-19-1365,-42-37-5461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2.424"/>
    </inkml:context>
    <inkml:brush xml:id="br0">
      <inkml:brushProperty name="width" value="0.05" units="cm"/>
      <inkml:brushProperty name="height" value="0.05" units="cm"/>
    </inkml:brush>
  </inkml:definitions>
  <inkml:trace contextRef="#ctx0" brushRef="#br0">26 7 24575,'0'0'0,"0"-1"0,-1 1 0,1-1 0,0 1 0,-1-1 0,1 1 0,-1 0 0,1-1 0,0 1 0,-1 0 0,1-1 0,-1 1 0,1 0 0,-1 0 0,1-1 0,-1 1 0,0 0 0,1 0 0,-1 0 0,1 0 0,-1 0 0,1 0 0,-1-1 0,1 2 0,-1-1 0,0 0 0,1 0 0,-1 0 0,1 0 0,-1 0 0,1 0 0,-1 0 0,1 1 0,-1-1 0,1 0 0,-1 0 0,1 1 0,-1-1 0,1 0 0,-1 1 0,0 0 0,1 0 0,-1 0 0,1 0 0,-1 0 0,1 0 0,-1 0 0,1 0 0,0 1 0,-1-1 0,1 0 0,0 0 0,0 0 0,0 0 0,0 1 0,0-1 0,0 0 0,0 0 0,0 0 0,1 0 0,-1 1 0,1 0 0,3 8 0,1-1 0,0 1 0,1-1 0,0 0 0,0 0 0,1-1 0,15 14 0,1 0 0,37 24 0,-15-16 7,2-2-1,0-2 0,2-2 1,86 30-1,218 44-90,-255-73 4,755 217-2071,-106 33 568,-7 25-1045,-255-100 1865,631 234 812,-146-58-68,-11 29-249,364 253-838,-1096-540 1494,77 48 1427,-10 10 4390,-280-164-5971,-1 3-275,3-1 41,0-1 0,1 0 0,0-1 0,1-1 0,0-1 0,31 13 0,122 36 0,-142-50 0,93 26 0,151 53 0,-205-66 0,-48-16 0,0 0 0,0 1 0,34 19 0,-47-22 69,-2-1 184,-7-6-470,-5-6-1253,1 1-5356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3.325"/>
    </inkml:context>
    <inkml:brush xml:id="br0">
      <inkml:brushProperty name="width" value="0.05" units="cm"/>
      <inkml:brushProperty name="height" value="0.05" units="cm"/>
    </inkml:brush>
  </inkml:definitions>
  <inkml:trace contextRef="#ctx0" brushRef="#br0">2905 512 24575,'-1'-4'0,"1"0"0,-1 0 0,0 0 0,0 1 0,0-1 0,0 0 0,-1 0 0,0 1 0,1-1 0,-1 1 0,-1-1 0,1 1 0,0 0 0,-1 0 0,0 0 0,0 0 0,1 1 0,-2-1 0,1 1 0,-4-3 0,-7-4 0,-1 1 0,0 0 0,-23-8 0,-10-1-48,0 2 0,-2 3 0,1 2 0,-76-7-1,-207 9-398,-722 92-1043,657-25 1494,300-39-19,2 4 0,-97 38 1,156-49-38,2 3 1,-1 0-1,-31 22 0,56-32 61,1 1 0,0-1-1,0 2 1,0-1 0,1 1-1,0 1 1,1-1 0,0 1-1,0 1 1,1-1 0,0 1-1,1 0 1,0 1 0,-5 12-1,9-14 48,-1-1-1,1 0 0,1 0 1,-1 1-1,1-1 0,1 1 1,-1-1-1,2 0 0,-1 0 1,1 1-1,0-1 0,1 0 0,0 0 1,0-1-1,0 1 0,1-1 1,0 0-1,1 0 0,10 12 1,2 2 96,1-2 1,1 0 0,1-1 0,1 0-1,24 14 1,18 8-473,2-2 0,0-4 0,96 36 0,225 53-1529,576 71-1525,19-88 570,1366-42 881,-1550-116 1425,-565 24 376,315-81 0,-252 17 848,-235 68-551,-1-2 0,91-58 0,-128 70 82,0-1 0,-1-1 0,-1-1 0,0-1 0,-1-1 0,24-32 0,-37 43-133,0 1 1,-1-1-1,-1-1 0,1 1 0,-1 0 1,-1-1-1,1 0 0,-1 0 0,-1 0 0,0 0 1,0-1-1,-1 1 0,0 0 0,-1-1 1,0 1-1,0-1 0,-1 1 0,0 0 1,-1-1-1,0 1 0,-4-12 0,0 7-76,-1 0 0,0 1 1,-1 0-1,0 1 0,-1-1 0,-1 1 0,0 1 0,0 0 1,-1 1-1,-23-18 0,-2 3 31,-2 1 0,-61-28-1,-13 1 106,-1 6-1,-130-33 0,-249-39-29,-605-74-1582,-11 56 1,-539 18-108,1213 117 1434,277 7 1392</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4.013"/>
    </inkml:context>
    <inkml:brush xml:id="br0">
      <inkml:brushProperty name="width" value="0.05" units="cm"/>
      <inkml:brushProperty name="height" value="0.05" units="cm"/>
    </inkml:brush>
  </inkml:definitions>
  <inkml:trace contextRef="#ctx0" brushRef="#br0">136 238 24575,'-12'-4'0,"0"-1"0,0-1 0,0 0 0,1-1 0,-21-15 0,28 20 0,1-1 0,-1 1 0,1-1 0,0 0 0,0-1 0,0 1 0,1 0 0,-1-1 0,1 0 0,0 1 0,0-1 0,0 0 0,0 0 0,1 0 0,-1 0 0,1-1 0,0 1 0,1 0 0,-1 0 0,1-1 0,-1-5 0,2 7 0,-1 0 0,1 0 0,0 0 0,0 0 0,0 0 0,0 0 0,0 1 0,0-1 0,1 0 0,-1 1 0,1-1 0,0 1 0,0-1 0,0 1 0,0 0 0,0 0 0,4-3 0,-2 3 0,0-1 0,1 1 0,-1 0 0,0 0 0,1 1 0,-1-1 0,1 1 0,-1 0 0,1 0 0,7 0 0,-4 1 0,-1 0 0,1 0 0,0 1 0,-1 0 0,0 0 0,1 0 0,-1 1 0,0 1 0,0-1 0,0 1 0,0 0 0,0 1 0,0-1 0,6 6 0,-5-1 0,0 1 0,-1 0 0,1 0 0,-2 0 0,0 1 0,0 0 0,0 0 0,-1 0 0,-1 1 0,0 0 0,5 21 0,-2 2 0,-1 1 0,2 56 0,-6-63 0,-4 35 0,2-55 0,-1 0 0,0 0 0,-1 0 0,0 0 0,0-1 0,-1 1 0,0-1 0,0 1 0,-5 7 0,8-14 0,-1 0 0,1 0 0,-1 0 0,1-1 0,-1 1 0,1 0 0,-1 0 0,0-1 0,1 1 0,-1-1 0,0 1 0,1 0 0,-1-1 0,0 1 0,0-1 0,0 1 0,1-1 0,-1 0 0,0 1 0,0-1 0,0 0 0,-2 1 0,3-2 0,-1 1 0,0 0 0,0-1 0,1 1 0,-1-1 0,0 1 0,1-1 0,-1 1 0,1-1 0,-1 1 0,1-1 0,-1 0 0,1 1 0,-1-1 0,1 0 0,-1 1 0,1-1 0,0 0 0,-1 1 0,1-2 0,-2-4 0,0 0 0,1 0 0,0 0 0,0 0 0,0-9 0,3-15 0,0 1 0,2 0 0,2 0 0,0 1 0,2-1 0,1 1 0,2 1 0,0 0 0,2 0 0,0 2 0,2-1 0,25-30 0,-36 50 0,2 0 0,-1 0 0,1 1 0,0 0 0,0 0 0,0 1 0,1-1 0,0 1 0,0 1 0,11-5 0,-15 7 0,0 0 0,0 0 0,0 1 0,0-1 0,0 1 0,0 0 0,0 0 0,0 0 0,0 0 0,0 1 0,0-1 0,0 1 0,0 0 0,0-1 0,0 1 0,0 1 0,0-1 0,-1 0 0,1 1 0,0-1 0,-1 1 0,1 0 0,-1 0 0,0 0 0,0 0 0,0 0 0,0 1 0,0-1 0,2 5 0,3 4 0,-1 0 0,-1 1 0,0-1 0,0 1 0,-1 0 0,-1 1 0,0-1 0,1 15 0,5 103 0,-10-116 0,1 16 0,3-26 0,4-16 0,14-38 0,57-111 0,-69 145 0,0 1 0,2 0 0,0 1 0,0 0 0,1 1 0,1 0 0,25-19 0,-34 29 0,1 0 0,-1 0 0,1 1 0,-1 0 0,1-1 0,0 2 0,0-1 0,0 1 0,0-1 0,0 1 0,0 1 0,0-1 0,0 1 0,6 0 0,-8 0 0,1 1 0,0 0 0,0 0 0,-1 0 0,1 0 0,-1 0 0,1 1 0,-1 0 0,1 0 0,-1 0 0,0 0 0,0 0 0,0 1 0,0-1 0,-1 1 0,1 0 0,-1 0 0,1 0 0,2 5 0,2 4 0,0 1 0,-1 0 0,-1 1 0,0-1 0,0 1 0,-2 0 0,3 17 0,6 106 0,-8-75 0,-2-35 202,-1-9-986,5 31 1,-2-34-6043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4.337"/>
    </inkml:context>
    <inkml:brush xml:id="br0">
      <inkml:brushProperty name="width" value="0.05" units="cm"/>
      <inkml:brushProperty name="height" value="0.05" units="cm"/>
    </inkml:brush>
  </inkml:definitions>
  <inkml:trace contextRef="#ctx0" brushRef="#br0">1 141 24575,'19'-74'0,"-10"34"0,5 124 0,-11-72 0,0 1 0,0-1 0,2 0 0,-1 0 0,1-1 0,1 0 0,14 21 0,-18-28 0,1-1 0,0 1 0,0-1 0,1 0 0,-1 0 0,0-1 0,1 1 0,0-1 0,0 1 0,0-1 0,0-1 0,0 1 0,0 0 0,0-1 0,0 0 0,1 0 0,-1 0 0,0 0 0,1-1 0,-1 0 0,1 0 0,-1 0 0,0 0 0,1-1 0,-1 0 0,6-1 0,0-1 0,1-1 0,-1 0 0,0-1 0,0 0 0,-1 0 0,1-1 0,-1 0 0,0-1 0,-1 0 0,0 0 0,0-1 0,0 0 0,6-10 0,-6 7 0,0 0 0,0-1 0,-1 0 0,-1 0 0,0-1 0,-1 0 0,0 0 0,-1 0 0,5-25 0,-9 36 0,0 0 0,0 0 0,1 0 0,-1 1 0,-1-1 0,1 0 0,0 0 0,0 0 0,-2-3 0,-2 5 0,-2 12 0,-4 17 0,1 0 0,-8 54 0,1 65 0,14-123 0,-29 536-1365,31-524-5461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5.227"/>
    </inkml:context>
    <inkml:brush xml:id="br0">
      <inkml:brushProperty name="width" value="0.05" units="cm"/>
      <inkml:brushProperty name="height" value="0.05" units="cm"/>
    </inkml:brush>
  </inkml:definitions>
  <inkml:trace contextRef="#ctx0" brushRef="#br0">245 209 24575,'7'-8'0,"-1"0"0,1 0 0,-1 0 0,-1-1 0,0 0 0,0 0 0,0-1 0,4-16 0,-7 23 0,-1-1 0,0 0 0,0 0 0,0 1 0,0-1 0,-1 0 0,0 0 0,0 0 0,0 0 0,0 0 0,0 1 0,-1-1 0,0 0 0,0 0 0,0 0 0,0 1 0,0-1 0,-1 1 0,0-1 0,0 1 0,0-1 0,0 1 0,0 0 0,-1 0 0,-4-5 0,4 6 0,0 0 0,0 0 0,0 1 0,0 0 0,0-1 0,0 1 0,0 0 0,0 1 0,0-1 0,-1 0 0,1 1 0,0 0 0,-1 0 0,1 0 0,0 0 0,0 0 0,-1 1 0,1-1 0,0 1 0,0 0 0,0 0 0,0 0 0,-1 1 0,2-1 0,-1 1 0,0-1 0,-3 4 0,-6 2 0,2 1 0,-1 0 0,1 1 0,1 0 0,-13 15 0,8-6 0,0 1 0,2 0 0,1 1 0,0 0 0,1 1 0,1 0 0,1 1 0,-5 23 0,9-31 0,1 0 0,1 0 0,0 0 0,1 0 0,0 1 0,1-1 0,1 0 0,0 0 0,1 0 0,1 0 0,0 0 0,1 0 0,0-1 0,7 16 0,-6-21 27,0 0-1,0 0 0,1 0 0,0-1 1,0 0-1,0 0 0,1-1 0,0 0 1,0 0-1,1-1 0,0 1 0,8 3 1,-3-3-271,0 0 0,1-1 0,-1 0 0,1-1 1,0-1-1,29 3 0,8-3-6582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5.615"/>
    </inkml:context>
    <inkml:brush xml:id="br0">
      <inkml:brushProperty name="width" value="0.05" units="cm"/>
      <inkml:brushProperty name="height" value="0.05" units="cm"/>
    </inkml:brush>
  </inkml:definitions>
  <inkml:trace contextRef="#ctx0" brushRef="#br0">149 190 24575,'4'-14'0,"0"0"0,-2 0 0,1 0 0,-1 0 0,-1 0 0,-1-1 0,0 1 0,-3-22 0,3 34 0,-1 0 0,1 0 0,0 0 0,-1 1 0,1-1 0,-1 0 0,0 0 0,0 0 0,0 1 0,0-1 0,0 1 0,0-1 0,0 0 0,0 1 0,0 0 0,-1-1 0,1 1 0,-1 0 0,1 0 0,-1-1 0,1 1 0,-1 0 0,0 1 0,0-1 0,1 0 0,-1 0 0,-4 0 0,4 1 0,-1 0 0,1 0 0,-1 1 0,0-1 0,1 0 0,-1 1 0,1 0 0,-1 0 0,1 0 0,0 0 0,-1 0 0,1 0 0,0 0 0,0 1 0,0-1 0,0 1 0,0 0 0,0-1 0,0 1 0,-2 3 0,-5 7 0,0 0 0,0 1 0,2 0 0,-1 0 0,2 1 0,0-1 0,-4 16 0,7-21 0,1 1 0,0-1 0,0 1 0,1 0 0,0 0 0,0-1 0,1 1 0,1 0 0,-1 0 0,1-1 0,1 1 0,0 0 0,3 11 0,-3-17 0,-1 1 0,1-1 0,0 1 0,0-1 0,0 0 0,0 0 0,1 0 0,-1 0 0,1 0 0,0-1 0,0 1 0,0-1 0,0 0 0,0 0 0,0 0 0,0 0 0,1 0 0,-1-1 0,1 1 0,0-1 0,-1 0 0,1 0 0,0-1 0,-1 1 0,1-1 0,0 1 0,0-1 0,0 0 0,0-1 0,-1 1 0,1-1 0,6-1 0,0-1 0,0 0 0,0 0 0,0-1 0,-1 0 0,1 0 0,-1-1 0,0-1 0,-1 0 0,1 0 0,13-13 0,-15 11 0,-1 0 0,0 0 0,-1-1 0,0 0 0,0 0 0,-1 0 0,0 0 0,0-1 0,-1 1 0,0-1 0,1-11 0,8-25 0,-12 46 0,1 0 0,-1 0 0,0 0 0,0 0 0,0 0 0,0 0 0,0 0 0,0 0 0,0 0 0,0 0 0,0 0 0,0 0 0,0 0 0,0 0 0,0 0 0,0 0 0,0 0 0,0 0 0,0 0 0,1 0 0,-1 0 0,0 0 0,0 0 0,0 0 0,0 0 0,0 0 0,0 0 0,0 0 0,0 0 0,0 0 0,0 0 0,0 0 0,0 0 0,0 0 0,0 0 0,1 0 0,-1 0 0,0 0 0,0 0 0,0 0 0,0 0 0,0 0 0,0 0 0,0 0 0,0 0 0,0 0 0,0 0 0,0 0 0,0-1 0,0 1 0,0 0 0,0 0 0,2 12 0,0 16 0,-2-12 12,0 16 97,2 0-1,8 51 1,-9-74-222,1-1-1,1 1 1,0-1-1,0 0 1,0 0-1,1 0 0,0 0 1,1-1-1,-1 1 1,2-1-1,-1 0 1,1-1-1,0 1 1,10 7-1,7 2-6712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6.193"/>
    </inkml:context>
    <inkml:brush xml:id="br0">
      <inkml:brushProperty name="width" value="0.05" units="cm"/>
      <inkml:brushProperty name="height" value="0.05" units="cm"/>
    </inkml:brush>
  </inkml:definitions>
  <inkml:trace contextRef="#ctx0" brushRef="#br0">1 216 24575,'0'2'0,"0"0"0,0 0 0,0 1 0,0-1 0,1 0 0,-1 0 0,1 0 0,-1 0 0,1 0 0,0 1 0,1 2 0,-2-5 0,1 0 0,-1 0 0,0 1 0,0-1 0,0 0 0,1 0 0,-1 0 0,0 0 0,0 1 0,1-1 0,-1 0 0,0 0 0,0 0 0,1 0 0,-1 0 0,0 0 0,1 0 0,-1 0 0,0 0 0,0 0 0,1 0 0,-1 0 0,0 0 0,0 0 0,1 0 0,-1 0 0,0 0 0,1 0 0,-1 0 0,0 0 0,1-1 0,11-12 0,-1-11 0,3-6 0,-13 28 0,-1 1 0,1 0 0,0 0 0,0 0 0,-1-1 0,1 1 0,0 0 0,0 0 0,1 0 0,-1 0 0,0 1 0,0-1 0,0 0 0,0 0 0,1 1 0,2-2 0,-4 2 0,1 0 0,0 0 0,0 0 0,-1 1 0,1-1 0,0 0 0,0 0 0,-1 0 0,1 1 0,0-1 0,0 0 0,-1 1 0,1-1 0,0 1 0,-1-1 0,1 1 0,-1-1 0,1 1 0,-1-1 0,1 1 0,-1-1 0,1 1 0,-1 0 0,1-1 0,-1 1 0,0 0 0,1-1 0,-1 1 0,0 0 0,0 0 0,1-1 0,-1 1 0,0 1 0,6 31 0,-6-27 0,11 101 0,4 37 0,-10-118 0,1 1 0,0-1 0,15 34 0,-20-57 0,0 0 0,1 0 0,-1 0 0,1-1 0,0 1 0,0 0 0,0-1 0,4 5 0,-6-7 0,0 0 0,1 0 0,-1 0 0,0 0 0,0 1 0,0-1 0,0 0 0,0 0 0,1 0 0,-1 0 0,0 0 0,0 0 0,0 0 0,1 0 0,-1 0 0,0 0 0,0 0 0,0 0 0,0 0 0,1 0 0,-1 0 0,0 0 0,0 0 0,0 0 0,0 0 0,1 0 0,-1 0 0,0 0 0,0 0 0,0 0 0,0 0 0,1 0 0,-1-1 0,0 1 0,0 0 0,0 0 0,0 0 0,0 0 0,1 0 0,-1 0 0,0-1 0,0 1 0,0 0 0,0 0 0,0 0 0,1-21 0,-10-27 0,-20-63 0,-2-11 0,23 77 0,-4-46 0,11 78 0,1 0 0,0 1 0,1-1 0,0 0 0,1 0 0,0 1 0,1-1 0,7-18 0,-8 27 0,0 0 0,0 0 0,0 1 0,0-1 0,1 0 0,-1 1 0,1 0 0,0-1 0,0 1 0,0 0 0,1 1 0,-1-1 0,1 1 0,-1-1 0,1 1 0,6-3 0,-5 3 0,1 1 0,0-1 0,0 1 0,0 0 0,0 1 0,0-1 0,0 1 0,0 0 0,0 1 0,10 1 0,0 2 0,1 0 0,-2 2 0,1 0 0,-1 0 0,0 1 0,0 1 0,22 16 0,-23-14 0,0 1 0,-1 0 0,0 1 0,-1 0 0,-1 1 0,14 18 0,-23-28 0,0 0 0,0 1 0,0 0 0,0 0 0,-1-1 0,0 1 0,1 0 0,-2 0 0,1 0 0,0 1 0,-1-1 0,1 0 0,-1 6 0,-1-6 0,0-1 0,0 1 0,0-1 0,-1 0 0,1 1 0,-1-1 0,1 0 0,-1 0 0,0 0 0,0 0 0,0-1 0,-1 1 0,1 0 0,-1-1 0,0 0 0,1 1 0,-1-1 0,-4 2 0,-4 2-195,-1 0 0,1 0 0,-1-2 0,0 1 0,0-2 0,-24 5 0,0-2-6631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7.680"/>
    </inkml:context>
    <inkml:brush xml:id="br0">
      <inkml:brushProperty name="width" value="0.05" units="cm"/>
      <inkml:brushProperty name="height" value="0.05" units="cm"/>
    </inkml:brush>
  </inkml:definitions>
  <inkml:trace contextRef="#ctx0" brushRef="#br0">135 338 24575,'19'-17'0,"0"1"0,2 1 0,41-23 0,21-15 0,-80 51 0,0-1 0,0 1 0,-1-1 0,1 1 0,0-1 0,-1 0 0,0 0 0,0 0 0,0-1 0,0 1 0,0 0 0,-1-1 0,1 1 0,-1-1 0,0 0 0,1-5 0,-2 7 0,0 0 0,0 0 0,0 0 0,0-1 0,-1 1 0,1 0 0,-1 0 0,1 0 0,-1 0 0,0 0 0,0 0 0,0 0 0,0 0 0,0 1 0,0-1 0,-1 0 0,1 1 0,0-1 0,-1 0 0,1 1 0,-1 0 0,0-1 0,1 1 0,-1 0 0,0 0 0,0 0 0,0 0 0,0 0 0,0 0 0,-3 0 0,-2-1 0,-1 0 0,1 1 0,0 0 0,-1 1 0,1-1 0,-1 1 0,1 1 0,-1-1 0,1 1 0,-1 1 0,1-1 0,0 1 0,0 1 0,0-1 0,0 1 0,0 0 0,1 1 0,-10 5 0,-2 3 0,1 1 0,0 0 0,0 1 0,2 1 0,-17 20 0,22-24 0,1 1 0,1 0 0,0 0 0,1 1 0,0 0 0,-7 20 0,12-26 0,-1 0 0,1 1 0,1-1 0,-1 0 0,1 1 0,1-1 0,-1 1 0,1-1 0,1 1 0,-1-1 0,1 1 0,1-1 0,-1 1 0,5 9 0,-5-15 0,0 1 0,0 0 0,1-1 0,-1 1 0,1-1 0,0 0 0,0 1 0,0-1 0,0 0 0,0 0 0,0 0 0,1-1 0,-1 1 0,1 0 0,-1-1 0,4 2 0,-1-1 0,0 0 0,1-1 0,0 1 0,-1-1 0,1 0 0,0-1 0,10 1 0,-5-2 0,0 0 0,0 0 0,0-1 0,0 0 0,-1-1 0,1 0 0,-1-1 0,13-6 0,-15 5 0,0 0 0,0-1 0,-1 0 0,1 0 0,-1 0 0,-1-1 0,1 0 0,-1-1 0,-1 0 0,1 1 0,8-18 0,-9 13 0,0 0 0,0 0 0,-1-1 0,-1 0 0,0 1 0,-1-1 0,0 0 0,0-14 0,-2 28 0,0 21 0,5 32 0,-2-43 0,-1 0 0,2 0 0,-1 0 0,1 0 0,1-1 0,0 1 0,0-1 0,11 14 0,-12-19 0,0 0 0,1-1 0,0 1 0,-1-1 0,1 0 0,0-1 0,1 1 0,-1-1 0,1 0 0,-1 0 0,1-1 0,0 1 0,0-1 0,0-1 0,1 1 0,-1-1 0,7 0 0,-5 0 0,0-1 0,0 0 0,0-1 0,1 1 0,-1-2 0,0 1 0,0-1 0,0-1 0,-1 1 0,1-1 0,0-1 0,-1 1 0,0-1 0,0-1 0,0 1 0,11-10 0,-7 3 0,0 0 0,0 0 0,-1-1 0,-1 0 0,0-1 0,-1 0 0,13-28 0,-12 27 0,-9 14 0,0-1 0,0 1 0,0 0 0,0 0 0,0 0 0,0 0 0,0 0 0,0 0 0,0 0 0,1 0 0,-1 0 0,0 0 0,0 0 0,0 0 0,0 0 0,0 0 0,0 0 0,0 0 0,0 0 0,0 0 0,1 0 0,-1 0 0,0 0 0,0 0 0,0 0 0,0 0 0,0 0 0,0 0 0,0 0 0,0 0 0,0 0 0,1 0 0,-1 0 0,0 0 0,0 0 0,0 0 0,0 0 0,0 0 0,0 1 0,0-1 0,0 0 0,0 0 0,0 0 0,0 0 0,0 0 0,0 0 0,0 0 0,1 0 0,-1 0 0,0 0 0,0 1 0,0-1 0,0 0 0,0 0 0,0 0 0,0 0 0,0 0 0,0 0 0,0 0 0,0 29 0,0-18 0,0 82 0,21 165 0,-14-212 0,-24-134 0,-21-149 0,35 206 0,2 1 0,0 0 0,2-1 0,2 1 0,11-56 0,-12 76 0,1 1 0,0 0 0,1 0 0,0 0 0,0 0 0,1 0 0,0 1 0,1 0 0,0 0 0,0 1 0,1-1 0,10-8 0,-12 12 0,0 0 0,1 0 0,-1 1 0,1 0 0,0 0 0,0 1 0,1 0 0,-1 0 0,0 0 0,1 0 0,-1 1 0,1 0 0,-1 1 0,1 0 0,-1 0 0,1 0 0,-1 0 0,1 1 0,7 2 0,-1 0 0,0 1 0,0 1 0,0 0 0,-1 1 0,1 0 0,-1 1 0,-1 0 0,0 1 0,0 0 0,0 0 0,-1 2 0,0-1 0,-1 1 0,14 19 0,-18-22 0,0 0 0,-1 0 0,0 0 0,0 1 0,-1-1 0,0 1 0,0 0 0,-1 0 0,0 0 0,0 1 0,-1-1 0,0 0 0,-1 1 0,0-1 0,0 0 0,0 1 0,-1-1 0,-1 0 0,1 0 0,-1 1 0,-1-1 0,1 0 0,-1-1 0,-9 16 0,9-17 0,-1 1 0,-1 0 0,0-1 0,1 0 0,-2 0 0,1 0 0,-1-1 0,0 0 0,0 0 0,0 0 0,-1-1 0,-7 4 0,14-8 0,-1 1 0,1-1 0,0 0 0,0 0 0,-1 0 0,1 1 0,0-1 0,-1 0 0,1 0 0,0 0 0,-1 0 0,1 0 0,0 0 0,-1 0 0,1 0 0,0 0 0,-1 0 0,1 0 0,-1 0 0,1 0 0,0 0 0,-1 0 0,1 0 0,0 0 0,-1 0 0,1-1 0,0 1 0,-1 0 0,1 0 0,0 0 0,-1-1 0,4-9 0,13-13 0,-4 11 0,1 0 0,0 0 0,0 1 0,2 1 0,-1 0 0,1 1 0,0 1 0,1 0 0,20-6 0,-33 13 0,0 0 0,1 0 0,-1 1 0,0 0 0,1-1 0,-1 1 0,0 0 0,1 1 0,-1-1 0,0 1 0,0-1 0,1 1 0,-1 0 0,0 0 0,0 0 0,0 1 0,0-1 0,0 1 0,0-1 0,0 1 0,-1 0 0,1 0 0,0 1 0,-1-1 0,0 0 0,0 1 0,0-1 0,0 1 0,0 0 0,3 5 0,3 8 0,0 0 0,-1 1 0,-1 0 0,6 25 0,-9-30 0,1 4 0,42 169 0,-46-172 0,-6-10 0,4-4 0,1 1 0,-1-1 0,1 0 0,0 0 0,-1 0 0,1 0 0,0 0 0,0 0 0,-1-1 0,1 1 0,0 0 0,-1-2 0,-5-9 0,1 0 0,0 0 0,1-1 0,0 1 0,-6-26 0,-7-68 0,14 70 0,2-1 0,1 0 0,2 0 0,1 0 0,2 1 0,1-1 0,19-64 0,-20 89 0,1 1 0,0-1 0,0 1 0,8-12 0,-11 20 0,0 1 0,0-1 0,0 1 0,1 0 0,-1-1 0,0 1 0,1 0 0,0 0 0,3-2 0,-4 3 0,-1 1 0,1-1 0,-1 1 0,1-1 0,0 1 0,-1-1 0,1 1 0,0 0 0,-1 0 0,1 0 0,0 0 0,-1 0 0,1 0 0,0 1 0,-1-1 0,1 1 0,0-1 0,-1 1 0,3 0 0,1 2 0,0 0 0,1 1 0,-1 0 0,0-1 0,-1 2 0,1-1 0,-1 0 0,6 9 0,29 45 0,-27-39 0,7 12 0,5 5 0,-1 1 0,34 79 0,-56-113 0,0 1 0,0-1 0,0 0 0,0 0 0,-1 1 0,1-1 0,-1 0 0,0 1 0,0-1 0,0 0 0,0 1 0,-1-1 0,1 0 0,-1 1 0,-1 4 0,0-5 0,1-1 0,-1 1 0,0-1 0,0 1 0,0-1 0,0 0 0,0 0 0,0 0 0,-1 0 0,1 0 0,-1-1 0,1 1 0,-1-1 0,1 1 0,-1-1 0,0 0 0,-5 1 0,-33 8-1365,-3-4-5461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29.058"/>
    </inkml:context>
    <inkml:brush xml:id="br0">
      <inkml:brushProperty name="width" value="0.05" units="cm"/>
      <inkml:brushProperty name="height" value="0.05" units="cm"/>
    </inkml:brush>
  </inkml:definitions>
  <inkml:trace contextRef="#ctx0" brushRef="#br0">5063 207 24575,'23'-17'0,"-18"14"0,0-1 0,0 0 0,0 0 0,-1 0 0,1 0 0,6-9 0,-11 12 0,1 0 0,-1 0 0,1 0 0,-1 0 0,0 0 0,1 0 0,-1 0 0,0 0 0,0 0 0,1 0 0,-1 0 0,0 0 0,0 0 0,0 0 0,-1 0 0,1 0 0,0 0 0,-1-1 0,1 0 0,-1 0 0,0 0 0,-1 1 0,1-1 0,0 0 0,0 1 0,-1-1 0,1 1 0,-1 0 0,1 0 0,-1-1 0,0 1 0,-1-1 0,-11-5 0,0 0 0,0 0 0,-1 2 0,1 0 0,-27-5 0,-83-10 0,106 18 0,-907-47-1078,365 61 215,-594 92 0,332 42 443,626-96 280,3 8-1,-208 95 1,247-86 491,-183 111-1,325-170-377,-45 31 937,53-36-794,-1 1 0,1 0 0,1 0 1,-1 0-1,0 0 0,1 1 0,0-1 0,0 1 0,-4 9 0,7-13-86,-1 1 0,1 0 0,-1-1 0,1 1 0,0 0 0,0-1 0,-1 1 0,1 0 0,1 0 0,-1-1 0,0 1-1,0 0 1,0 0 0,1-1 0,-1 1 0,1 0 0,0-1 0,-1 1 0,1-1 0,0 1 0,0-1 0,0 1-1,0-1 1,0 1 0,0-1 0,0 0 0,3 2 0,2 2-22,0-1 0,0 0 0,0 0-1,1 0 1,9 3 0,21 7 1,1 0 1,63 12-1,88 6-113,-142-25 1,789 91-2296,8-36-511,-555-43 2126,1850 132-2197,-1199-91 2949,-2-38-1148,-477-40 1269,-375 9 375,-1-3 1,0-4-1,107-35 1,-163 41 221,0-1-1,0-1 1,44-27-1,-65 34-520,0 0-1,-1 0 1,0-1 0,0 0 0,0 0-1,0-1 1,-1 0 0,0 0-1,-1 0 1,0-1 0,0 0 0,0 0-1,-1 0 1,0-1 0,-1 1-1,4-13 1,-6 13-76,0 1 0,-1-1 0,0 0 1,0 1-1,-1-1 0,0 0 0,0 1 0,-1-1 0,0 1 0,0-1 0,-1 1 0,0 0 1,0 0-1,-1 0 0,0 0 0,0 1 0,0-1 0,-8-7 0,-4-5 143,-1 2 0,-1 0 0,-1 1 0,-33-23 0,-9 1-384,-1 2 0,-98-41 0,-145-38-784,-716-164-1321,-25 109 480,-169 94 428,1050 79 71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0.146"/>
    </inkml:context>
    <inkml:brush xml:id="br0">
      <inkml:brushProperty name="width" value="0.05" units="cm"/>
      <inkml:brushProperty name="height" value="0.05" units="cm"/>
    </inkml:brush>
  </inkml:definitions>
  <inkml:trace contextRef="#ctx0" brushRef="#br0">16 263 24575,'-2'-2'0,"0"-1"0,0 0 0,1 1 0,0-1 0,-1 0 0,1 0 0,0 0 0,1 0 0,-1 0 0,0 0 0,1 0 0,-1-4 0,0-38 0,1 45 0,0-4 0,1 0 0,-1 1 0,1-1 0,-1 0 0,1 1 0,0-1 0,0 0 0,1 1 0,-1 0 0,1-1 0,0 1 0,0 0 0,0 0 0,4-5 0,-5 6 0,1 1 0,-1 0 0,0 0 0,1 0 0,-1 0 0,1 0 0,-1 1 0,1-1 0,0 0 0,-1 1 0,1-1 0,0 1 0,-1-1 0,1 1 0,0 0 0,0 0 0,-1 0 0,1 0 0,0 0 0,0 0 0,-1 0 0,1 1 0,0-1 0,-1 1 0,1-1 0,0 1 0,-1-1 0,1 1 0,-1 0 0,1 0 0,-1 0 0,1 0 0,1 2 0,3 2 0,0 0 0,-1 0 0,1 1 0,-1 0 0,-1 0 0,1 0 0,-1 1 0,0 0 0,0 0 0,-1 0 0,4 11 0,3 12 0,9 48 0,-11-37 0,-3-18 0,-5-17 0,1-1 0,-1 0 0,1 1 0,1-1 0,-1 0 0,1 0 0,0 0 0,0 0 0,0 0 0,1-1 0,4 8 0,-7-12 0,1 1 0,-1-1 0,0 0 0,1 0 0,-1 0 0,1 1 0,-1-1 0,1 0 0,-1 0 0,1 0 0,-1 0 0,0 0 0,1 0 0,-1 0 0,1 0 0,-1 0 0,1 0 0,-1 0 0,1 0 0,-1 0 0,1 0 0,-1-1 0,0 1 0,1 0 0,-1 0 0,1 0 0,-1-1 0,0 1 0,1 0 0,-1 0 0,1-1 0,-1 1 0,0 0 0,1-1 0,-1 1 0,0 0 0,1-1 0,10-17 0,-10 15 0,59-120 0,10-20 0,-60 126 0,0 1 0,1 0 0,1 1 0,1 0 0,0 1 0,16-14 0,-26 25 0,1 1 0,-1-1 0,1 1 0,-1 0 0,1 0 0,0 0 0,0 0 0,0 0 0,0 1 0,0 0 0,0 0 0,5-1 0,-7 2 0,0 0 0,0 1 0,0-1 0,-1 0 0,1 0 0,0 1 0,0-1 0,0 1 0,0 0 0,-1 0 0,1-1 0,0 1 0,0 0 0,-1 1 0,1-1 0,-1 0 0,1 0 0,-1 1 0,0-1 0,1 0 0,-1 1 0,0 0 0,0-1 0,0 1 0,0 0 0,0-1 0,0 1 0,0 2 0,5 14 0,-1 0 0,-1 0 0,0 0 0,-2 1 0,0 0 0,-1 36 0,0-10 0,-2-43 0,1-1 0,0 1 0,0 0 0,1-1 0,-1 1 0,0-1 0,0 1 0,1 0 0,-1-1 0,1 1 0,-1-1 0,1 1 0,0-1 0,0 1 0,0-1 0,0 0 0,0 1 0,0-1 0,1 1 0,-2-2 0,1 1 0,-1-1 0,1 0 0,-1 0 0,1 0 0,-1 0 0,1 0 0,-1 0 0,1 0 0,-1 0 0,1 0 0,-1 0 0,1 0 0,-1 0 0,1 0 0,-1 0 0,1 0 0,-1 0 0,1-1 0,-1 1 0,1 0 0,0-1 0,14-13 0,34-57 0,-29 40 0,1 0 0,2 1 0,42-41 0,-62 67 0,1 1 0,0 0 0,0 0 0,0 0 0,0 1 0,0-1 0,1 1 0,-1 0 0,1 0 0,0 1 0,5-2 0,-8 3 0,0 0 0,0 0 0,0 0 0,1 0 0,-1 0 0,0 0 0,0 1 0,1-1 0,-1 1 0,0 0 0,0 0 0,0 0 0,0 0 0,0 0 0,0 0 0,0 0 0,0 0 0,-1 1 0,1-1 0,0 1 0,-1-1 0,1 1 0,-1 0 0,1 0 0,-1 0 0,1 2 0,6 11 0,-1 0 0,0 1 0,-1 0 0,-1 0 0,0 1 0,3 25 0,13 42 0,-18-75 0,0 0 0,1-1 0,0 0 0,0 0 0,1 0 0,0 0 0,8 8 0,-12-14 0,0-1 0,1 1 0,0 0 0,-1-1 0,1 1 0,0-1 0,-1 0 0,1 1 0,0-1 0,0 0 0,0 0 0,0 0 0,1 0 0,-1-1 0,0 1 0,0-1 0,0 1 0,1-1 0,-1 0 0,0 1 0,4-2 0,-3 1 0,0-1 0,1 0 0,-1-1 0,0 1 0,-1 0 0,1-1 0,0 0 0,0 1 0,-1-1 0,1-1 0,-1 1 0,1 0 0,2-4 0,6-7 0,-1-2 0,-1 1 0,0-1 0,9-21 0,23-74 0,-22 55 0,-19 55 0,0-1 0,0 1 0,0 0 0,0 0 0,0 0 0,0 0 0,0-1 0,0 1 0,0 0 0,0 0 0,0 0 0,0 0 0,0-1 0,0 1 0,0 0 0,0 0 0,0 0 0,0 0 0,1 0 0,-1-1 0,0 1 0,0 0 0,0 0 0,0 0 0,0 0 0,0 0 0,1 0 0,-1 0 0,0-1 0,0 1 0,0 0 0,0 0 0,1 0 0,-1 0 0,0 0 0,0 0 0,0 0 0,0 0 0,1 0 0,-1 0 0,0 0 0,0 0 0,0 0 0,1 0 0,3 9 0,2 15 0,-6-24 0,4 20 0,2 13 0,13 41 0,-17-65 0,1 0 0,1-1 0,0 0 0,0 0 0,0 0 0,1 0 0,1-1 0,-1 0 0,13 13 0,-16-18 0,1 0 0,-1 0 0,1 0 0,-1 0 0,1 0 0,0 0 0,0 0 0,0-1 0,0 0 0,0 1 0,0-1 0,0 0 0,0-1 0,0 1 0,0-1 0,1 1 0,-1-1 0,0 0 0,1 0 0,-1 0 0,0 0 0,0-1 0,0 0 0,1 1 0,-1-1 0,0 0 0,0 0 0,0-1 0,0 1 0,0-1 0,0 1 0,-1-1 0,1 0 0,0 0 0,4-5 0,1-2 0,0 0 0,0-1 0,0 0 0,-1-1 0,-1 0 0,0 0 0,0 0 0,3-13 0,13-39 0,-18 50 0,-14 44 0,-21 60 0,5 2 0,-19 123 0,43-197-341,1 1 0,0 0-1,3 21 1,3-4-6485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3.355"/>
    </inkml:context>
    <inkml:brush xml:id="br0">
      <inkml:brushProperty name="width" value="0.05" units="cm"/>
      <inkml:brushProperty name="height" value="0.05" units="cm"/>
    </inkml:brush>
  </inkml:definitions>
  <inkml:trace contextRef="#ctx0" brushRef="#br0">349 145 24575,'1'0'0,"0"-1"0,0 1 0,-1-1 0,1 1 0,0-1 0,0 1 0,0-1 0,-1 1 0,1-1 0,0 0 0,-1 0 0,1 1 0,0-1 0,-1 0 0,1 0 0,-1 0 0,1 0 0,0-1 0,10-23 0,-8 18 0,-1 3 0,-1 1 0,1 0 0,-1-1 0,0 1 0,0-1 0,0 1 0,0-1 0,-1 0 0,1 1 0,-1-1 0,0 0 0,0 1 0,0-1 0,-1-4 0,0 6 0,0 0 0,0 0 0,0 0 0,0 0 0,-1 0 0,1 0 0,-1 0 0,1 0 0,-1 0 0,1 1 0,-1-1 0,0 1 0,0-1 0,0 1 0,0 0 0,0 0 0,0 0 0,0 0 0,0 0 0,0 0 0,-1 0 0,1 1 0,-4-1 0,-6-1 0,0 0 0,0 1 0,-1 1 0,1 0 0,0 1 0,0 0 0,0 0 0,0 2 0,0-1 0,0 2 0,-15 6 0,13-5 0,0 1 0,0 1 0,1 1 0,0 0 0,1 0 0,-1 1 0,2 1 0,-20 19 0,26-23 0,0 1 0,0-1 0,1 1 0,0 0 0,0 0 0,1 0 0,0 1 0,0-1 0,0 1 0,1 0 0,0 0 0,1 0 0,0 0 0,0 0 0,1 0 0,0 0 0,0 0 0,1 0 0,0 0 0,0 0 0,1 0 0,0-1 0,0 1 0,1 0 0,0-1 0,0 0 0,1 1 0,0-1 0,0-1 0,1 1 0,0-1 0,0 1 0,0-1 0,1-1 0,9 8 0,-2-2 0,1-2 0,0 1 0,1-2 0,0 0 0,1-1 0,-1 0 0,1-1 0,0-1 0,1-1 0,24 4 0,-18-5 0,0 0 0,0-2 0,0-1 0,0-1 0,0-1 0,0-1 0,28-6 0,-41 6 0,0 0 0,0-1 0,0 1 0,-1-2 0,1 1 0,-1-2 0,0 1 0,-1-1 0,1 0 0,-1-1 0,-1 0 0,1 0 0,6-9 0,-6 5 0,-1 0 0,0 0 0,-1-1 0,0 0 0,-1 0 0,0 0 0,-1-1 0,0 1 0,3-26 0,-5 29 0,-1-1 0,0 1 0,0-1 0,-1 1 0,-1-1 0,1 1 0,-1-1 0,-1 1 0,0 0 0,0-1 0,-1 1 0,0 0 0,-7-14 0,9 21 0,0 1 0,1 0 0,-1 0 0,0 0 0,0 0 0,0-1 0,0 1 0,0 0 0,0 1 0,0-1 0,0 0 0,-1 0 0,1 0 0,0 1 0,-1-1 0,1 1 0,0-1 0,-1 1 0,1-1 0,0 1 0,-1 0 0,-1-1 0,1 2 0,0-1 0,0 0 0,0 1 0,0-1 0,0 1 0,0 0 0,0 0 0,0 0 0,1 0 0,-1 0 0,0 0 0,1 0 0,-4 3 0,-1 2 0,0 0 0,1 0 0,0 1 0,0 0 0,0 0 0,-4 10 0,4-7 0,1 0 0,0 0 0,1 0 0,0 1 0,0-1 0,-1 20 0,4-27 0,-1-1 0,1 0 0,0 1 0,0-1 0,0 1 0,1-1 0,-1 0 0,0 1 0,1-1 0,-1 0 0,1 1 0,0-1 0,0 0 0,0 0 0,0 0 0,0 0 0,1 0 0,-1 0 0,1 0 0,-1 0 0,1 0 0,-1-1 0,1 1 0,0-1 0,0 1 0,0-1 0,0 0 0,0 1 0,0-1 0,0 0 0,1-1 0,-1 1 0,0 0 0,0 0 0,1-1 0,1 1 0,4-1 0,0 1 0,0-1 0,0 0 0,-1-1 0,1 0 0,0 0 0,0-1 0,-1 0 0,1 0 0,-1-1 0,0 0 0,0 0 0,0-1 0,0 0 0,0 0 0,-1 0 0,0-1 0,0 0 0,0 0 0,0-1 0,-1 0 0,0 0 0,7-10 0,-12 15 0,2-1 0,-1 0 0,0 1 0,0-1 0,0 1 0,1-1 0,-1 1 0,1 0 0,-1-1 0,3 0 0,2 4 0,-3 13 0,-2 0 0,0-1 0,1 1 0,0-1 0,2 0 0,0 0 0,0 0 0,7 15 0,-9-25 0,0-1 0,0 1 0,0-1 0,0 0 0,0 0 0,1 0 0,-1 0 0,1 0 0,0-1 0,0 1 0,0-1 0,0 0 0,0 0 0,0 0 0,1 0 0,-1 0 0,1-1 0,-1 1 0,1-1 0,0 0 0,-1 0 0,1-1 0,0 1 0,0-1 0,-1 0 0,1 0 0,0 0 0,0 0 0,0-1 0,-1 1 0,1-1 0,6-2 0,-6 2 0,0-1 0,1 0 0,-1 0 0,0 0 0,0 0 0,-1-1 0,1 1 0,0-1 0,-1 0 0,1 0 0,-1 0 0,0-1 0,0 1 0,-1-1 0,4-5 0,3-6 0,-1-2 0,10-26 0,5-9 0,-16 45 0,-2 13 0,0 23 0,-4-20 0,-1-7 0,1-1 0,-1 1 0,0-1 0,1 1 0,-1-1 0,1 1 0,-1-1 0,1 0 0,0 1 0,0-1 0,0 0 0,-1 0 0,1 1 0,0-1 0,1 0 0,-1 0 0,0 0 0,0 0 0,0 0 0,0 0 0,1-1 0,-1 1 0,1 0 0,-1-1 0,0 1 0,1-1 0,2 1 0,0-1 0,0 0 0,0 0 0,0 0 0,0-1 0,0 1 0,0-1 0,0 0 0,0-1 0,6-2 0,-2 0 0,0 0 0,0 0 0,0-1 0,8-7 0,-13 10 0,-1 0 0,1 0 0,-1 0 0,0 0 0,0 0 0,0-1 0,0 1 0,0 0 0,-1-1 0,1 0 0,-1 1 0,0-1 0,1 0 0,-1 0 0,0 1 0,0-5 0,-10 38 0,7-18 0,1 1 0,0 0 0,1-1 0,0 1 0,1-1 0,5 27 0,-6-38 0,1 0 0,0 0 0,-1 1 0,1-1 0,-1 0 0,0 0 0,0 0 0,0 1 0,0-1 0,0 0 0,0 0 0,0 0 0,-1 1 0,1-1 0,-2 3 0,1-5 0,0-1 0,1 0 0,-1-1 0,1 1 0,-1 0 0,1 0 0,0 0 0,-1 0 0,1 0 0,0 0 0,0 0 0,0-3 0,0-2 0,0 0 0,1 0 0,0-1 0,0 1 0,0 0 0,1 0 0,0 0 0,0 1 0,1-1 0,0 0 0,4-6 0,-4 6 0,1 0 0,-1 0 0,-1-1 0,1 1 0,-1-1 0,0 1 0,-1-1 0,2-12 0,-3 17 0,0-1 0,0 1 0,0 0 0,-1-1 0,1 1 0,-1-1 0,1 1 0,-1 0 0,0 0 0,0-1 0,0 1 0,0 0 0,-1 0 0,1 0 0,0 0 0,-1 0 0,1 0 0,-1 1 0,0-1 0,0 0 0,0 1 0,0-1 0,0 1 0,0 0 0,0-1 0,0 1 0,0 0 0,-1 1 0,1-1 0,0 0 0,0 1 0,-1-1 0,1 1 0,-1-1 0,1 1 0,-1 0 0,1 0 0,0 0 0,-1 1 0,1-1 0,-1 1 0,1-1 0,0 1 0,-1 0 0,1-1 0,0 1 0,0 1 0,0-1 0,0 0 0,-1 0 0,2 1 0,-4 1 0,0 3 0,0-1 0,1 1 0,0 0 0,-1 0 0,2 0 0,-1 1 0,1-1 0,0 1 0,0 0 0,-2 12 0,2-7 0,1-1 0,0 1 0,1 0 0,0 0 0,2 22 0,-1-32 0,0 0 0,0 0 0,1 0 0,-1 0 0,1 0 0,-1 0 0,1-1 0,-1 1 0,1 0 0,0 0 0,0 0 0,0-1 0,0 1 0,0 0 0,1-1 0,-1 1 0,0-1 0,1 1 0,-1-1 0,1 0 0,-1 1 0,3 0 0,-1-1 0,0 0 0,1 0 0,-1 0 0,0 0 0,0-1 0,0 0 0,0 0 0,0 1 0,1-2 0,-1 1 0,0 0 0,6-2 0,4-1 0,-1-1 0,1-1 0,-1 0 0,1-1 0,15-10 0,-16 9 0,-1-1 0,0-1 0,0 0 0,-1 0 0,-1-1 0,1 0 0,-2-1 0,1 0 0,-1 0 0,-1 0 0,0-1 0,7-19 0,-14 30 0,1 0 0,-1 0 0,1 0 0,-1 0 0,0 0 0,1 0 0,0 0 0,-1 0 0,1 0 0,-1 0 0,1 0 0,0 0 0,0 1 0,0-1 0,-1 0 0,1 0 0,0 1 0,0-1 0,0 1 0,0-1 0,0 1 0,0-1 0,2 0 0,-1 1 0,1 1 0,-1-1 0,0 0 0,0 1 0,0-1 0,0 1 0,0 0 0,0 0 0,3 2 0,20 6 0,-11-6 0,-7-2 0,0 0 0,0 0 0,-1 1 0,1 0 0,9 5 0,-14-5 0,1 0 0,0-1 0,-1 2 0,1-1 0,-1 0 0,0 0 0,0 1 0,0-1 0,0 1 0,0 0 0,-1-1 0,1 1 0,-1 0 0,0 0 0,2 4 0,4 19 0,-1 0 0,-2 1 0,0 0 0,0 27 0,-2-20 0,0 6 0,-2-21 0,1-1 0,4 19 0,-5-36 0,0-1 0,0 0 0,0 1 0,0-1 0,0 0 0,0 1 0,0-1 0,0 0 0,0 1 0,0-1 0,0 1 0,0-1 0,0 0 0,0 1 0,0-1 0,1 0 0,-1 1 0,0-1 0,0 0 0,0 1 0,1-1 0,-1 0 0,0 0 0,0 1 0,1-1 0,-1 0 0,0 0 0,0 1 0,1-1 0,-1 0 0,0 0 0,1 1 0,3-14 0,0-24 0,-3-16 0,-2 11 0,3 0 0,2 0 0,1 0 0,11-42 0,-15 80 0,1-1 0,0 1 0,-1-1 0,1 1 0,1-1 0,-1 1 0,1 0 0,-1 0 0,1 0 0,0 0 0,1 1 0,-1-1 0,1 1 0,7-6 0,-8 8 0,0-1 0,0 1 0,0 0 0,0 0 0,0 0 0,0 0 0,0 0 0,1 1 0,-1 0 0,0 0 0,0-1 0,1 2 0,-1-1 0,0 0 0,1 1 0,-1-1 0,0 1 0,0 0 0,0 0 0,0 0 0,0 1 0,0-1 0,3 3 0,1 0 0,-1 1 0,1 0 0,-1 1 0,0-1 0,0 1 0,-1 0 0,0 1 0,0-1 0,0 1 0,-1 0 0,0 0 0,0 1 0,3 8 0,-4-8 0,0 1 0,0-1 0,-1 1 0,0-1 0,-1 1 0,1 0 0,-2 0 0,1-1 0,-1 1 0,-1 0 0,0 0 0,-2 10 0,3-18 0,0 1 0,0-1 0,-1 0 0,1 1 0,-1-1 0,1 0 0,-1 1 0,1-1 0,-1 0 0,1 0 0,-1 0 0,0 0 0,0 0 0,0 0 0,0 0 0,0 0 0,0 0 0,0 0 0,0 0 0,0 0 0,0-1 0,0 1 0,0-1 0,-1 1 0,1 0 0,0-1 0,-1 0 0,0 1 0,0-1 0,1-1 0,-1 1 0,1-1 0,0 1 0,-1-1 0,1 1 0,0-1 0,-1 0 0,1 1 0,0-1 0,0 0 0,0 0 0,0 0 0,0 0 0,0 0 0,0 0 0,0-1 0,0 1 0,0 0 0,1 0 0,-1-1 0,1 1 0,-1 0 0,0-1 0,1 1 0,-1-2 0,0-5 0,-1 0 0,1 0 0,0 0 0,1 0 0,-1 0 0,2 0 0,-1 0 0,1 0 0,1 0 0,-1 0 0,1 0 0,1 0 0,-1 1 0,7-13 0,-1 3 0,1 1 0,0 0 0,1 0 0,1 1 0,17-18 0,-18 21 0,1 2 0,1 0 0,0 0 0,0 1 0,1 0 0,0 1 0,0 1 0,26-11 0,-32 16 0,0-1 0,0 1 0,0 0 0,0 1 0,1 0 0,-1 0 0,0 1 0,1-1 0,-1 2 0,1-1 0,-1 1 0,0 0 0,1 1 0,-1-1 0,0 2 0,0-1 0,0 1 0,0 0 0,12 7 0,-3 2 0,-1 0 0,0 0 0,0 2 0,21 25 0,-29-31 0,0 1 0,-1 0 0,0 1 0,-1-1 0,1 1 0,-2 0 0,0 0 0,0 1 0,4 19 0,-7-27 0,-1 0 0,0 1 0,-1-1 0,1 0 0,-1 0 0,1 0 0,-1 1 0,0-1 0,0 0 0,0 0 0,-1 0 0,1 0 0,-1 0 0,1-1 0,-1 1 0,0 0 0,0-1 0,0 1 0,-1-1 0,1 0 0,-1 0 0,1 0 0,-1 0 0,1 0 0,-1 0 0,0-1 0,0 1 0,0-1 0,-4 2 0,43-28 0,-15 16 0,0 0 0,1 2 0,44-10 0,-65 17 0,0 0 0,1 0 0,-1 0 0,0 0 0,1 0 0,-1 0 0,0 0 0,1 0 0,-1 0 0,0 1 0,1-1 0,-1 1 0,0-1 0,0 1 0,0-1 0,1 1 0,-1 0 0,0-1 0,0 1 0,0 0 0,0 0 0,0 0 0,0 0 0,0 0 0,0 0 0,-1 0 0,1 0 0,0 0 0,-1 1 0,1-1 0,0 0 0,-1 0 0,0 1 0,1-1 0,-1 0 0,0 1 0,1-1 0,-1 3 0,1 7 0,-1 0 0,0 0 0,-2 22 0,0-14 0,3-2 0,-1-12 0,1-1 0,-1 0 0,0 0 0,0 1 0,0-1 0,-1 0 0,0 0 0,1 1 0,-2-1 0,1 0 0,0 0 0,-3 4 0,4-8 0,-1 0 0,1 0 0,0 0 0,-1 0 0,1 0 0,0 0 0,-1 0 0,1 0 0,0-1 0,-1 1 0,1 0 0,0 0 0,-1 0 0,1-1 0,0 1 0,-1 0 0,1 0 0,0-1 0,0 1 0,-1 0 0,1-1 0,0 1 0,0 0 0,0-1 0,-1 1 0,1 0 0,0-1 0,0 1 0,0 0 0,0-1 0,0 1 0,0-1 0,0 1 0,-6-16 0,2-2 0,1 0 0,0-1 0,2 1 0,0-1 0,1 1 0,1-1 0,1 0 0,0 1 0,2 0 0,0 0 0,1 0 0,1 0 0,0 1 0,1-1 0,1 2 0,1-1 0,0 1 0,20-25 0,-25 36 0,0 1 0,1-1 0,-1 1 0,1 0 0,0 0 0,0 1 0,0 0 0,0 0 0,1 0 0,-1 0 0,1 1 0,0 0 0,-1 0 0,9-1 0,-11 2 0,1 1 0,0 0 0,-1 0 0,1 0 0,-1 1 0,1-1 0,-1 1 0,1 0 0,-1 0 0,1 0 0,-1 0 0,0 0 0,0 1 0,1 0 0,-1 0 0,0 0 0,-1 0 0,1 0 0,0 0 0,-1 1 0,1-1 0,-1 1 0,1 0 0,-1 0 0,2 4 0,0-1-35,0 0 0,-1 1 0,0-1 0,0 1 0,-1 0 0,0 0 0,0 0 0,0 0 0,-1 0 0,0 0 0,0 0 0,-1 0 0,0 0 0,-1 0 0,1 1 0,-1-1 0,0 0 0,-1 0 0,0 0 0,0 0 0,-1-1 0,1 1 0,-1-1 0,-1 1 0,1-1 0,-1 0 0,0 0 0,-1 0 0,1-1 0,-1 0 0,0 0 0,-1 0 0,1 0 0,-1-1 0,0 0 0,0 0 0,0 0 0,-7 2 0,-24 9-6791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5.022"/>
    </inkml:context>
    <inkml:brush xml:id="br0">
      <inkml:brushProperty name="width" value="0.05" units="cm"/>
      <inkml:brushProperty name="height" value="0.05" units="cm"/>
    </inkml:brush>
  </inkml:definitions>
  <inkml:trace contextRef="#ctx0" brushRef="#br0">13295 8238 24575,'0'1'0,"0"0"0,0-1 0,-1 1 0,1 0 0,0 0 0,-1-1 0,1 1 0,-1-1 0,1 1 0,-1 0 0,1-1 0,-1 1 0,0-1 0,1 1 0,-1-1 0,0 1 0,1-1 0,-1 0 0,0 1 0,1-1 0,-1 0 0,0 1 0,0-1 0,1 0 0,-1 0 0,0 0 0,0 0 0,0 0 0,1 0 0,-1 0 0,0 0 0,0 0 0,1 0 0,-2 0 0,-29-4 0,-4-6 0,0-1 0,1-2 0,-58-30 0,49 22 0,-59-27 8,-389-196-129,-572-386-2534,49-79 1081,177 35 1757,228 178-2335,-1293-960 229,886 690 1441,-784-540-478,629 558 4716,-65 113 346,996 541-3019,185 77-838,-2 2 0,-81-11 0,-599-109-245,241 4 0,473 120 0,8 4 0,27 18 0,53 43-1365,-50-43-5461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35.317"/>
    </inkml:context>
    <inkml:brush xml:id="br0">
      <inkml:brushProperty name="width" value="0.05" units="cm"/>
      <inkml:brushProperty name="height" value="0.05" units="cm"/>
    </inkml:brush>
  </inkml:definitions>
  <inkml:trace contextRef="#ctx0" brushRef="#br0">362 1 24575,'0'2'0,"-1"0"0,1 0 0,0 0 0,-1 0 0,0 0 0,1 0 0,-1 0 0,0 0 0,0 0 0,0 0 0,0 0 0,-1-1 0,1 1 0,0 0 0,-1-1 0,1 1 0,-1-1 0,1 1 0,-4 0 0,-38 23 0,29-18 0,-221 105 0,230-110 0,1-1 0,0 1 0,0 0 0,-1 0 0,1 0 0,1 1 0,-1 0 0,-4 3 0,7-5 0,1-1 0,-1 1 0,1 0 0,-1 0 0,1-1 0,0 1 0,-1 0 0,1 0 0,0-1 0,-1 1 0,1 0 0,0 0 0,0 0 0,0 0 0,0-1 0,-1 1 0,1 0 0,1 0 0,-1 1 0,0 0 0,1-1 0,0 1 0,-1 0 0,1-1 0,0 1 0,0-1 0,0 1 0,0-1 0,0 0 0,0 1 0,0-1 0,3 2 0,112 90 287,-43-36-1939,-24-17-5174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40.634"/>
    </inkml:context>
    <inkml:brush xml:id="br0">
      <inkml:brushProperty name="width" value="0.05" units="cm"/>
      <inkml:brushProperty name="height" value="0.05" units="cm"/>
    </inkml:brush>
  </inkml:definitions>
  <inkml:trace contextRef="#ctx0" brushRef="#br0">30 970 24575,'-1'-1'0,"0"1"0,1 0 0,-1 0 0,0-1 0,1 1 0,-1-1 0,0 1 0,1-1 0,-1 1 0,1-1 0,-1 1 0,1-1 0,-1 1 0,1-1 0,-1 0 0,1 1 0,-1-1 0,1 0 0,0 1 0,-1-1 0,1 0 0,0 1 0,0-1 0,0 0 0,-1 0 0,1 1 0,0-2 0,-3-25 0,3 24 0,-14-374 0,16 266 0,21-153 0,-18 224 0,-3 19 0,1 1 0,0-1 0,2 1 0,9-25 0,-12 41 150,-2 7 35,-2 9-1306,2-10 542,-3 13-6247</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41.010"/>
    </inkml:context>
    <inkml:brush xml:id="br0">
      <inkml:brushProperty name="width" value="0.05" units="cm"/>
      <inkml:brushProperty name="height" value="0.05" units="cm"/>
    </inkml:brush>
  </inkml:definitions>
  <inkml:trace contextRef="#ctx0" brushRef="#br0">79 92 24575,'-20'34'0,"10"-7"0,8-18 0,-1 0 0,-1 0 0,0 0 0,0-1 0,0 0 0,-1 0 0,0 0 0,-8 9 0,13-17 0,0 0 0,0 0 0,0 0 0,0 1 0,-1-1 0,1 0 0,0 0 0,0 0 0,0 0 0,0 0 0,0 0 0,0 0 0,0 0 0,0 0 0,0 0 0,0 0 0,0 0 0,0 0 0,-1 0 0,1 1 0,0-1 0,0 0 0,0 0 0,0 0 0,0 0 0,0 0 0,0 0 0,0 0 0,0 0 0,-1 0 0,1 0 0,0 0 0,0 0 0,0 0 0,0 0 0,0 0 0,0-1 0,0 1 0,0 0 0,0 0 0,-1 0 0,1 0 0,0 0 0,0 0 0,0 0 0,0 0 0,0 0 0,0 0 0,0 0 0,0 0 0,0 0 0,0 0 0,0-1 0,0 1 0,0 0 0,0 0 0,0 0 0,0 0 0,-1 0 0,2-10 0,4-9 0,3-1 0,1 1 0,1 0 0,1 0 0,1 1 0,19-23 0,-26 35 0,0 0 0,1 0 0,0 0 0,0 1 0,0 0 0,0 0 0,1 0 0,0 1 0,0 0 0,0 1 0,1 0 0,-1 0 0,1 0 0,0 1 0,-1 0 0,1 0 0,13 0 0,-16 2 14,0 0 1,0 1-1,0-1 0,0 1 0,0 1 1,0-1-1,-1 1 0,1 0 0,0 0 0,-1 0 1,9 6-1,-6-3 14,0 1 1,0 0-1,0 0 1,-1 1-1,11 15 1,-2 0-456,-2 1 0,-1 1 1,14 35-1,-5-3-6399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7.559"/>
    </inkml:context>
    <inkml:brush xml:id="br0">
      <inkml:brushProperty name="width" value="0.05" units="cm"/>
      <inkml:brushProperty name="height" value="0.05" units="cm"/>
    </inkml:brush>
  </inkml:definitions>
  <inkml:trace contextRef="#ctx0" brushRef="#br0">476 212 24575,'5'-5'0,"1"0"0,0 1 0,12-7 0,17-14 0,-25 16 0,-1-2 0,0 1 0,14-22 0,-21 28 0,1 0 0,-1-1 0,0 1 0,0-1 0,0 0 0,0 0 0,-1 1 0,0-1 0,0 0 0,0 0 0,-1 0 0,1 0 0,-2-9 0,1 13 0,-1-1 0,1 1 0,-1 0 0,0-1 0,1 1 0,-1 0 0,0-1 0,0 1 0,0 0 0,0 0 0,0 0 0,0 0 0,0 0 0,0 0 0,0 0 0,-1 0 0,1 1 0,0-1 0,-1 0 0,1 1 0,0-1 0,-1 1 0,1-1 0,-1 1 0,1 0 0,-1-1 0,1 1 0,-1 0 0,1 0 0,0 0 0,-4 1 0,-6-1 0,0 1 0,0 0 0,-12 4 0,16-4 0,-47 10 0,0 3 0,-99 38 0,129-41 0,-1 0 0,2 2 0,0 1 0,0 0 0,1 2 0,1 0 0,1 2 0,-21 22 0,38-36 0,-1-1 0,1 1 0,1 0 0,-1 0 0,1 1 0,-1-1 0,1 0 0,0 1 0,1 0 0,-1-1 0,-1 10 0,3-11 0,0 0 0,0 1 0,0-1 0,0 0 0,1 0 0,-1 0 0,1 0 0,0 0 0,0 0 0,0 0 0,0-1 0,1 1 0,-1 0 0,1 0 0,0-1 0,-1 1 0,1-1 0,0 0 0,4 4 0,4 3 0,0-1 0,1-1 0,-1 0 0,1 0 0,1-1 0,22 9 0,82 21 0,-50-18 0,-45-11 0,-8-4 0,-1 1 0,0 0 0,0 0 0,0 1 0,0 1 0,-1 0 0,0 1 0,13 10 0,-23-17 0,0 1 0,0 0 0,0 0 0,-1 0 0,1 0 0,0 0 0,0 0 0,-1-1 0,1 2 0,-1-1 0,1 0 0,-1 0 0,1 0 0,-1 0 0,0 0 0,1 0 0,-1 0 0,0 1 0,0-1 0,0 0 0,0 0 0,0 0 0,-1 2 0,1-1 0,-1 0 0,0-1 0,0 1 0,0 0 0,0-1 0,0 1 0,0-1 0,0 0 0,-1 1 0,1-1 0,0 0 0,-1 0 0,-2 2 0,-5 2 0,-1 0 0,1-1 0,-21 7 0,29-11 0,-18 7-151,-2-1-1,1 0 0,0-2 0,-1-1 1,0 0-1,0-1 0,0-2 1,-27-1-1,22-5-6674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7.931"/>
    </inkml:context>
    <inkml:brush xml:id="br0">
      <inkml:brushProperty name="width" value="0.05" units="cm"/>
      <inkml:brushProperty name="height" value="0.05" units="cm"/>
    </inkml:brush>
  </inkml:definitions>
  <inkml:trace contextRef="#ctx0" brushRef="#br0">1 220 24575,'20'-8'0,"-11"5"0,1-1 0,-1 1 0,0 1 0,1-1 0,0 2 0,-1-1 0,1 1 0,11 1 0,-20 0 0,1 0 0,-1 0 0,1 1 0,-1-1 0,1 1 0,-1-1 0,0 1 0,1 0 0,-1-1 0,0 1 0,0 0 0,1 0 0,-1 0 0,0 0 0,0 0 0,0 0 0,0 0 0,0 0 0,0 0 0,0 0 0,-1 1 0,1-1 0,0 0 0,-1 1 0,1-1 0,-1 1 0,1-1 0,-1 0 0,1 1 0,-1-1 0,0 1 0,0-1 0,0 1 0,0-1 0,0 1 0,0-1 0,0 1 0,-1 2 0,-1 7 0,-1 0 0,1-1 0,-2 1 0,-4 10 0,6-14 0,-10 26 0,2 0 0,2 1 0,1 0 0,-3 46 0,27-114 0,69-183 0,-66 175 0,3 1 0,53-75 0,-70 107 0,1 1 0,1 0 0,-1 0 0,1 1 0,16-12 0,-22 17 0,0 1 0,0 0 0,0-1 0,0 1 0,0 0 0,1 0 0,-1 1 0,0-1 0,0 0 0,1 1 0,-1-1 0,0 1 0,1 0 0,-1 0 0,0 0 0,1 0 0,-1 0 0,0 0 0,1 1 0,-1-1 0,0 1 0,0-1 0,1 1 0,-1 0 0,0 0 0,0 0 0,0 0 0,0 1 0,0-1 0,0 0 0,0 1 0,-1-1 0,3 3 0,2 3 0,-1 1 0,0 0 0,0 0 0,0 0 0,-1 1 0,0-1 0,-1 1 0,0 0 0,3 13 0,1 14 0,2 39 0,-6-53 0,11 215-1365,-13-193-5461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8.290"/>
    </inkml:context>
    <inkml:brush xml:id="br0">
      <inkml:brushProperty name="width" value="0.05" units="cm"/>
      <inkml:brushProperty name="height" value="0.05" units="cm"/>
    </inkml:brush>
  </inkml:definitions>
  <inkml:trace contextRef="#ctx0" brushRef="#br0">14 284 24575,'-1'-1'0,"-1"0"0,1-1 0,0 1 0,0 0 0,0 0 0,0-1 0,0 1 0,0-1 0,1 1 0,-1-1 0,0 1 0,1-1 0,-1 0 0,1 1 0,0-1 0,-1 0 0,1-1 0,0 2 0,1 0 0,-1 0 0,0 1 0,1-1 0,-1 0 0,0 1 0,1-1 0,-1 0 0,1 1 0,-1-1 0,1 1 0,0-1 0,-1 1 0,1-1 0,0 1 0,-1-1 0,1 1 0,0-1 0,-1 1 0,1 0 0,0 0 0,0-1 0,-1 1 0,1 0 0,0 0 0,0 0 0,0 0 0,-1 0 0,1 0 0,0 0 0,0 0 0,0 0 0,-1 0 0,1 0 0,0 0 0,1 1 0,61 6 0,-17-1 0,52-1 0,-33-6 0,127-21 0,-156 15 0,0-2 0,0-1 0,-1-2 0,65-32 0,-87 38 0,-1-2 0,-1 1 0,20-17 0,-28 21 0,1-1 0,0 1 0,-1-1 0,0 0 0,0 0 0,0-1 0,0 1 0,-1 0 0,0-1 0,1 0 0,-2 1 0,1-1 0,1-8 0,-2 12 0,-1-1 0,0 1 0,0-1 0,1 1 0,-1-1 0,0 1 0,-1-1 0,1 0 0,0 1 0,0-1 0,-1 1 0,1 0 0,0-1 0,-1 1 0,0-1 0,1 1 0,-1 0 0,0-1 0,0 1 0,0 0 0,1 0 0,-1-1 0,-1 1 0,1 0 0,0 0 0,0 0 0,0 0 0,0 1 0,-1-1 0,1 0 0,0 0 0,-1 1 0,1-1 0,-1 1 0,1-1 0,-1 1 0,1 0 0,-1-1 0,1 1 0,-2 0 0,-4 0 0,1-1 0,0 2 0,0-1 0,0 1 0,0 0 0,-1 0 0,1 0 0,-10 5 0,6-1 0,0 0 0,-1 1 0,2 0 0,-1 1 0,1 0 0,0 1 0,0 0 0,1 0 0,0 1 0,1 0 0,0 0 0,0 1 0,1 0 0,0 0 0,1 0 0,0 1 0,-6 18 0,7-15 0,0 0 0,1 0 0,0 0 0,1 1 0,0-1 0,2 1 0,-1-1 0,2 1 0,0-1 0,1 0 0,0 1 0,1-1 0,9 27 0,-9-34 25,1 0-1,0 0 0,0 0 1,0-1-1,0 1 1,1-1-1,0 0 0,1 0 1,-1-1-1,1 0 0,0 0 1,0 0-1,10 5 1,-6-5-215,0 0 0,0-1 1,1 0-1,-1-1 0,1 0 1,0 0-1,0-1 1,18 1-1,17-3-6636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7:58.775"/>
    </inkml:context>
    <inkml:brush xml:id="br0">
      <inkml:brushProperty name="width" value="0.05" units="cm"/>
      <inkml:brushProperty name="height" value="0.05" units="cm"/>
    </inkml:brush>
  </inkml:definitions>
  <inkml:trace contextRef="#ctx0" brushRef="#br0">3146 137 24575,'-9'-9'0,"-1"1"0,0 1 0,-1-1 0,1 2 0,-2-1 0,1 2 0,-21-8 0,-6 0 0,-45-8 0,5 6-124,0 4 0,-1 3 0,-90 3 0,-238 31-886,-189 72-811,414-54 1876,-216 82 0,301-89-34,2 5-1,-164 99 1,214-112-132,1 2 0,2 2-1,1 2 1,1 2 0,3 1 0,1 1-1,-41 60 1,61-74 70,1 1 0,0 0 1,3 1-1,0 0 0,1 1 0,2 0 0,1 1 0,1 0 0,-5 55 0,10-63 31,2 1-1,0-1 0,2 0 1,0 0-1,2 0 0,0 0 0,1-1 1,1 0-1,1 0 0,1 0 1,0-1-1,2 0 0,0 0 1,21 27-1,-10-20-5,2-1-1,0-1 1,2-2 0,1 0 0,0-1 0,2-2-1,0-1 1,52 26 0,-16-16-31,1-2 0,1-4 0,83 19 0,-19-15-97,1-5-1,254 6 0,-218-30-479,318-44 0,-366 26 574,-1-5-1,0-4 0,-3-6 1,215-99-1,-262 99-99,-2-2-1,-1-4 0,85-71 1,-106 74 87,-1-1-1,-3-3 1,-1-1-1,-3-2 1,35-55 0,-52 69 81,-1 0 1,-1-1 0,-2-1-1,-1-1 1,-2 0 0,-1 0-1,-2-1 1,5-47 0,-12 64 41,-1-1 1,-1 1 0,-1-1 0,-1 1 0,0-1 0,-2 1 0,-7-27 0,5 31-2,1 0 1,-2 1 0,0 0 0,-1 0 0,0 1-1,-1 0 1,-1 0 0,0 1 0,-1 0 0,-12-11-1,3 6-49,-1 1-1,0 2 1,-1 0-1,0 1 0,-1 1 1,-1 2-1,0 0 1,-26-7-1,-5 3 235,0 2 1,-97-9-1,14 15-381,-210 16 1,111 10-2047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0.612"/>
    </inkml:context>
    <inkml:brush xml:id="br0">
      <inkml:brushProperty name="width" value="0.05" units="cm"/>
      <inkml:brushProperty name="height" value="0.05" units="cm"/>
    </inkml:brush>
  </inkml:definitions>
  <inkml:trace contextRef="#ctx0" brushRef="#br0">142 277 24575,'0'5'0,"-1"-1"0,0 1 0,0-1 0,0 0 0,0 1 0,-1-1 0,-2 5 0,-7 24 0,5 8 0,2 0 0,1 43 0,10 86 0,-2-59 0,-11 345 0,-2-354 0,-5 1 0,-35 141 0,32-193 0,10-33 0,0 0 0,2 0 0,0 0 0,1 1 0,-2 24 0,5-42 0,0-1 0,1 1 0,-1 0 0,0 0 0,0 0 0,0 0 0,1 0 0,-1 0 0,0-1 0,1 1 0,-1 0 0,0 0 0,1-1 0,-1 1 0,1 0 0,0 0 0,-1-1 0,1 1 0,-1-1 0,1 1 0,0 0 0,0-1 0,-1 1 0,1-1 0,0 0 0,0 1 0,0-1 0,-1 0 0,1 1 0,0-1 0,0 0 0,0 0 0,0 0 0,0 0 0,-1 0 0,1 0 0,0 0 0,0 0 0,0 0 0,1 0 0,6-1 0,0 0 0,-1-1 0,15-5 0,-10 3 0,66-14-70,1 4 0,0 3-1,0 3 1,106 4 0,320 40-389,-386-25 433,0 1 26,361 26 0,-355-34 0,230-23 0,-314 15-12,1-3 0,-1-1-1,0-2 1,72-29 0,-99 33 25,-1-1 0,-1 0-1,1-1 1,-1-1 0,-1 1 0,1-2 0,14-16-1,-19 18 43,-1 0 0,0 0-1,0-1 1,-1 0 0,0 0-1,-1 0 1,0-1-1,-1 0 1,1 0 0,-2 0-1,3-18 1,-3 7-27,-1 1 1,-1-1-1,-1 0 1,-1 1-1,-7-32 0,-33-103-49,23 92 11,-97-437 10,105 425 0,3 0 0,4-1 0,3 0 0,16-133 0,-5 151 0,-5 38 0,-1 0 0,-1-1 0,-1 1 0,-1-30 0,-2 47 0,1 1 0,-1-1 0,0 0 0,1 0 0,-1 1 0,-1-1 0,1 0 0,0 1 0,-1-1 0,1 1 0,-1 0 0,0-1 0,0 1 0,0 0 0,0 0 0,0 0 0,0 0 0,0 0 0,-1 1 0,1-1 0,-1 1 0,1 0 0,-1-1 0,0 1 0,1 0 0,-6-1 0,-6-1 0,-1 0 0,1 1 0,-30-1 0,37 3 0,-506 20-35,416-13-64,-1045 130-571,1063-124 54,-121 36 1,171-39-5541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019"/>
    </inkml:context>
    <inkml:brush xml:id="br0">
      <inkml:brushProperty name="width" value="0.05" units="cm"/>
      <inkml:brushProperty name="height" value="0.05" units="cm"/>
    </inkml:brush>
  </inkml:definitions>
  <inkml:trace contextRef="#ctx0" brushRef="#br0">401 110 24575,'-1'-4'0,"0"0"0,1 0 0,-1 1 0,0-1 0,-1 0 0,1 0 0,-1 1 0,0-1 0,0 1 0,0-1 0,0 1 0,0 0 0,-1 0 0,0 0 0,1 0 0,-1 0 0,-4-3 0,0 1 0,1 0 0,-1 0 0,0 1 0,0 0 0,-1 0 0,1 1 0,-11-4 0,8 5 0,-1 0 0,1 0 0,-1 1 0,1 0 0,-1 1 0,1 0 0,-1 1 0,1 0 0,-1 1 0,1 0 0,-18 7 0,13-4 0,1 0 0,1 2 0,-1 0 0,1 0 0,0 2 0,0-1 0,-17 17 0,28-23 0,-1 0 0,1 0 0,0 1 0,0-1 0,0 1 0,0 0 0,0-1 0,0 1 0,1 0 0,-1 0 0,1 0 0,0 0 0,0 0 0,0 0 0,0 1 0,0-1 0,1 0 0,0 0 0,-1 7 0,2-6 0,0 0 0,0-1 0,0 1 0,1 0 0,-1-1 0,1 1 0,0-1 0,0 1 0,0-1 0,0 0 0,1 0 0,-1 0 0,1 0 0,0 0 0,0-1 0,4 4 0,25 16 0,0-2 0,2-1 0,68 28 0,3 1 0,-102-46 0,1 0 0,-1 0 0,1 0 0,-1 0 0,0 1 0,0 0 0,0-1 0,0 1 0,4 5 0,-7-7 0,1 0 0,-1 0 0,0-1 0,1 1 0,-1 0 0,0 0 0,1 0 0,-1-1 0,0 1 0,0 0 0,0 0 0,0 0 0,0 0 0,0 0 0,0-1 0,0 1 0,0 0 0,0 0 0,-1 1 0,0-1 0,0 1 0,1-1 0,-1 0 0,0 1 0,0-1 0,0 0 0,0 0 0,-1 0 0,1 0 0,0 0 0,0 0 0,-1 0 0,1 0 0,-2 0 0,-12 5-200,0 0-1,-1-2 1,1 0 0,-1 0-1,-31 2 1,45-6 37,-31 3-6663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393"/>
    </inkml:context>
    <inkml:brush xml:id="br0">
      <inkml:brushProperty name="width" value="0.05" units="cm"/>
      <inkml:brushProperty name="height" value="0.05" units="cm"/>
    </inkml:brush>
  </inkml:definitions>
  <inkml:trace contextRef="#ctx0" brushRef="#br0">2 173 24575,'1'0'0,"1"0"0,0 0 0,0 0 0,0 0 0,0 1 0,-1-1 0,1 1 0,0-1 0,0 1 0,-1-1 0,1 1 0,0 0 0,-1 0 0,1 0 0,-1 0 0,1 0 0,-1 0 0,1 0 0,-1 1 0,1 0 0,0 1 0,-1-1 0,0 1 0,1-1 0,-1 1 0,0-1 0,0 1 0,-1 0 0,1-1 0,-1 1 0,1 0 0,-1 5 0,-1 6 0,0 1 0,-1-1 0,0 0 0,-6 16 0,6-23 0,-29 147 0,49-254 0,42-133 0,-48 190 0,-8 27 0,9-28 0,-12 41 0,1 0 0,-1-1 0,1 2 0,-1-1 0,1 0 0,0 0 0,0 0 0,0 1 0,1-1 0,3-2 0,-6 4 0,1 1 0,-1 0 0,1-1 0,-1 1 0,1 0 0,-1 0 0,1 0 0,-1 0 0,1-1 0,-1 1 0,1 0 0,-1 0 0,1 0 0,-1 0 0,1 0 0,0 0 0,-1 0 0,1 0 0,-1 0 0,1 1 0,-1-1 0,1 0 0,-1 0 0,1 0 0,-1 1 0,1-1 0,-1 0 0,1 1 0,-1-1 0,0 0 0,1 1 0,-1-1 0,1 0 0,-1 1 0,0-1 0,1 1 0,-1-1 0,0 1 0,0-1 0,1 1 0,-1-1 0,0 1 0,0-1 0,0 1 0,0-1 0,1 2 0,6 28 0,-6-27 0,23 255 0,-19-166 0,-2-52-1365,-1-7-5461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1.877"/>
    </inkml:context>
    <inkml:brush xml:id="br0">
      <inkml:brushProperty name="width" value="0.05" units="cm"/>
      <inkml:brushProperty name="height" value="0.05" units="cm"/>
    </inkml:brush>
  </inkml:definitions>
  <inkml:trace contextRef="#ctx0" brushRef="#br0">16 351 24575,'-2'-7'0,"-1"1"0,1 0 0,0 0 0,0-1 0,1 1 0,0-1 0,0 1 0,0-9 0,1 13 0,0 0 0,0 0 0,0 0 0,0 0 0,0 1 0,0-1 0,1 0 0,-1 0 0,1 0 0,-1 0 0,1 1 0,0-1 0,0 0 0,0 0 0,0 1 0,0-1 0,0 1 0,0-1 0,0 1 0,0-1 0,1 1 0,-1 0 0,1 0 0,-1 0 0,1 0 0,0 0 0,-1 0 0,1 0 0,0 0 0,-1 0 0,4 0 0,15-1 0,-1 0 0,1 1 0,36 4 0,-35-1 0,0-1 0,1-1 0,21-3 0,-38 2 0,-2 1 0,1-1 0,-1 1 0,0-1 0,0 1 0,1 0 0,-1 0 0,5 1 0,-7 0 0,0-1 0,0 1 0,0-1 0,0 1 0,0-1 0,-1 1 0,1-1 0,0 1 0,0 0 0,0 0 0,-1-1 0,1 1 0,0 0 0,-1 0 0,1 0 0,-1 0 0,1 0 0,-1 0 0,1 0 0,-1 0 0,1 0 0,-1 0 0,0 0 0,0 0 0,0 0 0,0 0 0,0 2 0,3 53 0,-5 75 0,-1-38 0,3-86 0,-1 12 0,1 0 0,1 1 0,1-1 0,0 0 0,6 19 0,-8-37 0,0 0 0,0 0 0,1 0 0,-1-1 0,0 1 0,1 0 0,-1 0 0,0 0 0,1-1 0,-1 1 0,1 0 0,-1 0 0,1-1 0,-1 1 0,1 0 0,0-1 0,-1 1 0,1-1 0,0 1 0,0 0 0,0-1 0,-1 0 0,1 0 0,-1-1 0,1 1 0,-1 0 0,1 0 0,-1-1 0,1 1 0,-1 0 0,0 0 0,1-1 0,-1 1 0,1-1 0,-1 1 0,0 0 0,0-1 0,1 1 0,-1-1 0,0 1 0,1 0 0,-1-1 0,0 1 0,0-2 0,11-35 0,-1-27 0,-4-1 0,-2-107 0,-5 103 0,4 0 0,10-69 0,-12 131 0,1 1 0,-1-1 0,1 1 0,0-1 0,1 1 0,-1 0 0,5-8 0,-6 13 0,0 0 0,-1 1 0,1-1 0,0 0 0,0 0 0,0 0 0,-1 1 0,1-1 0,0 0 0,0 1 0,0-1 0,0 0 0,0 1 0,0 0 0,0-1 0,1 1 0,-1-1 0,0 1 0,1 0 0,0 0 0,0 0 0,0 1 0,-1-1 0,1 0 0,0 1 0,-1 0 0,1-1 0,0 1 0,-1 0 0,1 0 0,-1 0 0,1 0 0,-1 0 0,0 0 0,1 0 0,1 2 0,6 8 0,1 0 0,-1 0 0,-1 1 0,0 0 0,-1 1 0,0 0 0,-1 0 0,0 0 0,-1 1 0,-1-1 0,0 1 0,0 0 0,-2 1 0,0-1 0,0 27 0,-2-35-68,-1 1 0,-1-1-1,1 0 1,-1-1 0,0 1 0,0 0-1,-1 0 1,0-1 0,0 1 0,0-1-1,-1 0 1,1 0 0,-1 0 0,-1-1-1,1 1 1,0-1 0,-1 0-1,0 0 1,-9 5 0,-17 11-6758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2.747"/>
    </inkml:context>
    <inkml:brush xml:id="br0">
      <inkml:brushProperty name="width" value="0.05" units="cm"/>
      <inkml:brushProperty name="height" value="0.05" units="cm"/>
    </inkml:brush>
  </inkml:definitions>
  <inkml:trace contextRef="#ctx0" brushRef="#br0">770 191 24575,'2'-5'0,"0"1"0,0-1 0,0 0 0,-1 0 0,1 0 0,-1 0 0,0 1 0,-1-2 0,1 1 0,-1 0 0,0 0 0,0 0 0,-1 0 0,1 0 0,-1 0 0,0 0 0,-1 0 0,1 0 0,-1 1 0,0-1 0,-4-6 0,3 5 0,-1 1 0,0 0 0,0 0 0,-1 0 0,0 0 0,1 1 0,-2 0 0,1 0 0,0 0 0,-1 1 0,0-1 0,1 1 0,-1 1 0,0-1 0,-1 1 0,-6-2 0,-6 1 0,0 0 0,0 1 0,-1 1 0,1 1 0,-1 1 0,1 0 0,-1 2 0,1 0 0,0 1 0,0 1 0,-28 11 0,13-3 0,1 2 0,0 2 0,1 1 0,1 1 0,-36 30 0,49-34 0,0 1 0,1 0 0,1 1 0,1 1 0,1 1 0,0 0 0,1 1 0,1 0 0,-16 40 0,23-48 0,2-1 0,0 1 0,0 0 0,1 0 0,0 0 0,1 0 0,0 0 0,1 0 0,2 13 0,-1-15 0,1-1 0,1 0 0,-1 0 0,1 1 0,1-2 0,0 1 0,0 0 0,1-1 0,0 0 0,0 0 0,1 0 0,11 11 0,-5-8 0,0 0 0,1-1 0,0-1 0,0 0 0,1-1 0,1-1 0,-1 0 0,1 0 0,0-2 0,1 0 0,23 5 0,2-3 0,0-1 0,1-3 0,54-1 0,-41-4 0,-1-2 0,0-2 0,0-3 0,104-31 0,-130 30 0,0-1 0,0 0 0,-1-3 0,-1 0 0,0-1 0,-1-2 0,0-1 0,-2 0 0,0-2 0,32-35 0,-46 43 0,1-1 0,-2 1 0,0-1 0,0-1 0,-1 0 0,-1 0 0,0 0 0,-1-1 0,0 1 0,2-21 0,-5 26 0,-1 0 0,-1 0 0,0-1 0,0 1 0,0 0 0,-2 0 0,1 0 0,-1 0 0,0 0 0,-1 0 0,0 0 0,0 0 0,-1 1 0,0 0 0,0 0 0,-1 0 0,0 0 0,-8-8 0,4 6 43,0 1 0,-1 1-1,1 0 1,-2 0 0,1 1-1,-1 0 1,-21-9 0,9 6-470,0 2 0,-1 0 1,-25-3-1,-35-4-6399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135"/>
    </inkml:context>
    <inkml:brush xml:id="br0">
      <inkml:brushProperty name="width" value="0.05" units="cm"/>
      <inkml:brushProperty name="height" value="0.05" units="cm"/>
    </inkml:brush>
  </inkml:definitions>
  <inkml:trace contextRef="#ctx0" brushRef="#br0">305 93 24575,'-3'-6'0,"0"-1"0,-1 1 0,0 0 0,0 0 0,-1 0 0,0 0 0,0 1 0,0 0 0,0 0 0,-1 0 0,0 1 0,-12-8 0,12 10 0,0-1 0,0 1 0,0 0 0,0 1 0,-1 0 0,1 0 0,-1 0 0,1 1 0,0-1 0,-1 2 0,1-1 0,-1 1 0,1 0 0,-12 3 0,9-2 0,0 1 0,1 1 0,-1 0 0,1 0 0,0 0 0,0 1 0,0 0 0,0 1 0,1 0 0,-9 9 0,13-13 0,1 1 0,-1 0 0,1-1 0,0 1 0,0 0 0,0 0 0,0 0 0,1 0 0,-1 1 0,1-1 0,0 0 0,0 1 0,0-1 0,0 1 0,1-1 0,-1 1 0,1-1 0,0 1 0,0-1 0,0 1 0,0-1 0,1 1 0,0-1 0,-1 1 0,1-1 0,0 0 0,1 1 0,-1-1 0,1 0 0,2 4 0,1 1 0,0-1 0,1 0 0,0-1 0,0 1 0,1-1 0,0 0 0,0-1 0,0 0 0,16 9 0,5-1 0,46 16 0,-45-19 0,31 15 0,-60-25 0,1 0 0,0 1 0,-1-1 0,1 0 0,0 1 0,-1-1 0,1 0 0,-1 1 0,1-1 0,-1 0 0,1 1 0,0-1 0,-1 1 0,0-1 0,1 1 0,-1 0 0,1-1 0,-1 1 0,0-1 0,1 1 0,-1 0 0,0-1 0,0 1 0,1 0 0,-1-1 0,0 2 0,0-1 0,-1 0 0,1 0 0,-1-1 0,1 1 0,-1 0 0,1 0 0,-1-1 0,1 1 0,-1-1 0,0 1 0,1 0 0,-1-1 0,0 1 0,0-1 0,0 0 0,1 1 0,-2 0 0,-40 11 0,-62 6-1365,72-13-5461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724"/>
    </inkml:context>
    <inkml:brush xml:id="br0">
      <inkml:brushProperty name="width" value="0.05" units="cm"/>
      <inkml:brushProperty name="height" value="0.05" units="cm"/>
    </inkml:brush>
  </inkml:definitions>
  <inkml:trace contextRef="#ctx0" brushRef="#br0">145 31 24575,'18'-11'0,"-16"11"0,-1-1 0,1 0 0,0 1 0,-1-1 0,1 0 0,-1 0 0,1-1 0,-1 1 0,1 0 0,-1 0 0,0-1 0,3-2 0,-4 4 0,-1 0 0,1 0 0,0-1 0,0 1 0,0 0 0,0 0 0,-1 0 0,1-1 0,0 1 0,0 0 0,0 0 0,-1 0 0,1 0 0,0 0 0,0-1 0,0 1 0,-1 0 0,1 0 0,0 0 0,0 0 0,-1 0 0,1 0 0,0 0 0,0 0 0,-1 0 0,1 0 0,0 0 0,0 0 0,-1 0 0,1 0 0,0 0 0,0 0 0,-1 0 0,1 0 0,0 1 0,0-1 0,-1 0 0,1 0 0,0 0 0,0 0 0,0 0 0,-1 1 0,1-1 0,-14 5 0,-1 2 0,0 1 0,0 1 0,1 0 0,0 1 0,-24 22 0,34-28 0,-1 0 0,1 1 0,0 0 0,0 0 0,0 0 0,1 0 0,0 1 0,0-1 0,0 1 0,0 0 0,1 0 0,0 0 0,1 0 0,-1 0 0,1 0 0,0 0 0,1 0 0,-1 1 0,2 6 0,-1-9 0,0 0 0,1-1 0,0 1 0,0 0 0,0-1 0,1 1 0,-1-1 0,1 1 0,-1-1 0,1 0 0,0 0 0,1 0 0,-1 0 0,0 0 0,1 0 0,5 4 0,-4-4 0,1-1 0,-1 1 0,0-1 0,1 0 0,0 0 0,0-1 0,-1 1 0,1-1 0,0 0 0,0-1 0,7 1 0,2-1 0,0 0 0,0-2 0,0 0 0,0 0 0,0-1 0,-1-1 0,26-10 0,-19 5 0,0-1 0,-1-1 0,28-21 0,-47 32 0,1 0 0,-1-1 0,0 1 0,1 0 0,-1 0 0,0 0 0,1-1 0,-1 1 0,0 0 0,0-1 0,1 1 0,-1 0 0,0-1 0,0 1 0,0 0 0,1-1 0,-1 1 0,0 0 0,0-1 0,0 1 0,0 0 0,0-1 0,0 1 0,0 0 0,0-1 0,0 1 0,0-1 0,0 1 0,0 0 0,0-1 0,0 1 0,0-1 0,0 1 0,0 0 0,-1-1 0,1 1 0,0 0 0,0-1 0,0 1 0,-1 0 0,1-1 0,0 1 0,-1-1 0,-19-11 0,0-2 0,18 11 0,0-1 0,1 1 0,-1-1 0,1 0 0,0 1 0,0-1 0,0 0 0,1 0 0,0 0 0,-1-5 0,1 5 0,0 0 0,0 0 0,-1 0 0,0 0 0,1 0 0,-1 1 0,-1-1 0,1 0 0,-2-3 0,4 34 0,5 0 114,1 0 0,12 26 0,-15-43-304,0 0 0,1 0 1,1-1-1,-1 1 0,2-1 1,-1-1-1,1 1 1,10 8-1,-5-7-6636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3.971"/>
    </inkml:context>
    <inkml:brush xml:id="br0">
      <inkml:brushProperty name="width" value="0.05" units="cm"/>
      <inkml:brushProperty name="height" value="0.05" units="cm"/>
    </inkml:brush>
  </inkml:definitions>
  <inkml:trace contextRef="#ctx0" brushRef="#br0">153 12 24575,'0'0'0,"1"0"0,-1 0 0,0 0 0,0 0 0,0 1 0,0-1 0,1 0 0,-1 0 0,0 0 0,0 0 0,0 0 0,1 0 0,-1 0 0,0 0 0,0 0 0,0 0 0,0 0 0,1-1 0,-1 1 0,0 0 0,0 0 0,0 0 0,0 0 0,1 0 0,-1 0 0,0 0 0,0 0 0,0 0 0,0-1 0,0 1 0,0 0 0,1 0 0,-1 0 0,0 0 0,0 0 0,0-1 0,0 1 0,0 0 0,0 0 0,0 0 0,0 0 0,0-1 0,0 1 0,0 0 0,0 0 0,0 0 0,0 0 0,0-1 0,0 1 0,0 0 0,0 0 0,0 0 0,0-1 0,0 1 0,0 0 0,0 0 0,0 0 0,0-1 0,-1 1 0,1-1 0,0 1 0,-1-1 0,1 1 0,-1 0 0,1-1 0,-1 1 0,1-1 0,-1 1 0,1 0 0,-1-1 0,0 1 0,1 0 0,-1 0 0,1 0 0,-1-1 0,0 1 0,0 0 0,-7 0 0,1 1 0,-1 0 0,1 0 0,-1 1 0,1 0 0,0 0 0,-1 1 0,1 0 0,1 0 0,-1 1 0,0-1 0,1 2 0,-1-1 0,1 1 0,1-1 0,-1 2 0,1-1 0,-1 1 0,-5 9 0,9-13 0,1-1 0,1 1 0,-1 0 0,0 1 0,0-1 0,1 0 0,-1 0 0,1 0 0,-1 0 0,1 0 0,0 1 0,0-1 0,0 0 0,0 0 0,0 0 0,1 1 0,-1-1 0,1 0 0,-1 0 0,1 0 0,0 0 0,0 0 0,0 0 0,0 0 0,0 0 0,0 0 0,1-1 0,-1 1 0,1 0 0,-1-1 0,1 1 0,-1-1 0,4 3 0,3 2 0,0 0 0,1-1 0,-1 0 0,1 0 0,18 6 0,3-1-341,-1-2 0,1-1-1,56 6 1,-50-10-6485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6.931"/>
    </inkml:context>
    <inkml:brush xml:id="br0">
      <inkml:brushProperty name="width" value="0.05" units="cm"/>
      <inkml:brushProperty name="height" value="0.05" units="cm"/>
    </inkml:brush>
  </inkml:definitions>
  <inkml:trace contextRef="#ctx0" brushRef="#br0">506 558 24575,'-1'-17'0,"-2"0"0,0 0 0,0 0 0,-12-32 0,3 11 0,11 34 0,-1-3 0,0 0 0,-1 0 0,-5-12 0,8 19 0,0 0 0,0 0 0,0-1 0,0 1 0,0 0 0,0 0 0,0 0 0,-1 0 0,1-1 0,0 1 0,0 0 0,0 0 0,0 0 0,0 0 0,0 0 0,-1 0 0,1 0 0,0-1 0,0 1 0,0 0 0,0 0 0,0 0 0,-1 0 0,1 0 0,0 0 0,0 0 0,0 0 0,0 0 0,-1 0 0,1 0 0,0 0 0,0 0 0,0 0 0,0 0 0,-1 0 0,1 0 0,0 0 0,0 0 0,0 0 0,0 0 0,-1 0 0,1 0 0,0 0 0,0 1 0,0-1 0,0 0 0,0 0 0,-1 0 0,1 0 0,0 0 0,0 0 0,0 0 0,0 1 0,0-1 0,0 0 0,0 0 0,0 0 0,-1 0 0,1 1 0,0-1 0,-4 13 0,-5 31 0,3 0 0,-2 52 0,2-14 0,-231 1493-2900,163-1267 2526,-13 63-121,86-365 506,-4 16 112,2 0 0,0 0 0,1 33 1,2-50-39,0-1 0,1 1 1,-1 0-1,1-1 1,0 1-1,0-1 0,0 1 1,1-1-1,-1 0 1,1 1-1,0-1 1,1 0-1,-1 0 0,1 0 1,-1 0-1,1-1 1,0 1-1,1-1 0,-1 0 1,1 0-1,-1 0 1,9 5-1,-1-4 28,1 0 1,0-1-1,0 0 0,0-1 0,0-1 1,0 0-1,0 0 0,0-1 0,20-3 1,293-38-512,-227 24-129,1326-153-2341,10 88 328,-454 60 1184,-347 10 926,-589 11 813,39-1 1119,99-14 1,-171 15-1175,0-1 1,0 0-1,-1-1 1,20-8-1,-29 11-263,1-1 0,-1 0 0,1 0 0,-1 1 0,1-1 0,-1 0 0,0 0 0,1 0 0,-1-1 0,0 1 0,0 0 0,0 0 0,0-1 0,0 1 0,0-1 0,0 1 0,0-1 0,0 1 0,-1-1 0,1 1 0,-1-1 0,1 0 0,-1 1 0,0-1 0,0 0 0,1 1 0,-1-1 0,0 0 0,0 1 0,-1-1 0,1 0 0,0 1-1,-1-1 1,1 0 0,-1 1 0,1-1 0,-1 1 0,-1-3 0,-8-14 62,0 1-1,-1 1 0,-1 0 0,-20-21 0,-15-20-34,29 31-104,1 0 0,2-2 0,1 0 0,1-1 0,-15-46 0,16 32-33,2-1 0,2 0 0,-4-58-1,10-8-110,4 0-1,23-149 1,82-350-2,35 9 175,-135 571-20,3-10 3,15-74 0,-23 99 0,0-1 0,-1 1 0,-1-1 0,0 1 0,-4-25 0,3 34 0,0 0 0,-1 0 0,0 0 0,1 1 0,-1-1 0,-1 0 0,1 1 0,-1 0 0,0-1 0,0 1 0,0 0 0,0 1 0,-1-1 0,1 0 0,-1 1 0,0 0 0,0 0 0,0 0 0,-1 1 0,1-1 0,-1 1 0,1 0 0,-1 0 0,-6-1 0,-7-2 0,-1 1 0,0 1 0,0 1 0,0 1 0,-25 1 0,-469 52-548,374-32 511,-1329 164-2579,-4-53 1820,1359-124 595,-254 13 454,336-20-3633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7.644"/>
    </inkml:context>
    <inkml:brush xml:id="br0">
      <inkml:brushProperty name="width" value="0.05" units="cm"/>
      <inkml:brushProperty name="height" value="0.05" units="cm"/>
    </inkml:brush>
  </inkml:definitions>
  <inkml:trace contextRef="#ctx0" brushRef="#br0">65 278 24575,'-17'-4'0,"9"3"0,12 17 0,0-1 0,1 1 0,-2 0 0,0-1 0,-1 1 0,-1 1 0,0-1 0,-1 0 0,-1 0 0,-2 18 0,-4 5 0,-1-1 0,-21 59 0,19-78 0,10-19 0,0 0 0,0 0 0,-1 0 0,1 0 0,0 0 0,0 0 0,0 0 0,-1 0 0,1 0 0,0 0 0,0-1 0,0 1 0,0 0 0,-1 0 0,1 0 0,0 0 0,0 0 0,0-1 0,0 1 0,0 0 0,-1 0 0,1 0 0,0-1 0,0 1 0,0 0 0,0 0 0,0 0 0,0-1 0,0 1 0,0 0 0,0 0 0,0-1 0,0 1 0,0 0 0,0 0 0,0 0 0,0-1 0,0 1 0,0 0 0,0 0 0,0-1 0,1-41 0,7-8 0,2 0 0,2 0 0,2 1 0,2 1 0,2 1 0,2 0 0,3 1 0,46-71 0,-56 99 0,23-26 0,-32 39 0,0 1 0,1 0 0,-1 0 0,1 0 0,0 0 0,0 1 0,0 0 0,1 0 0,-1 0 0,10-2 0,-14 4 0,0 1 0,0 0 0,-1 0 0,1-1 0,0 1 0,0 0 0,0 0 0,0 0 0,0 0 0,0 0 0,0 0 0,0 0 0,0 1 0,0-1 0,0 0 0,0 0 0,0 1 0,0-1 0,0 1 0,-1-1 0,1 1 0,0-1 0,0 1 0,0-1 0,-1 1 0,1 0 0,1 1 0,-1-1 0,0 1 0,0 0 0,-1 0 0,1 0 0,0 1 0,-1-1 0,0 0 0,1 0 0,-1 0 0,0 0 0,0 5 0,-1 4 0,-1 1 0,0-1 0,-5 17 0,-14 34 0,-39 76 0,10-24 0,48-110 0,1 0 0,-1 1 0,1-1 0,0 1 0,0-1 0,-1 9 0,2-12 0,0 0 0,0 0 0,0 0 0,1 0 0,-1 0 0,0 0 0,0 0 0,1 0 0,-1 0 0,1 0 0,-1-1 0,1 1 0,-1 0 0,1 0 0,-1 0 0,1-1 0,0 1 0,-1 0 0,1 0 0,0-1 0,0 1 0,-1-1 0,1 1 0,0-1 0,0 1 0,0-1 0,0 0 0,0 1 0,0-1 0,0 0 0,0 1 0,0-1 0,0 0 0,-1 0 0,1 0 0,0 0 0,0 0 0,2-1 0,13 1 0,1-2 0,27-5 0,-34 4 0,-1 1 0,1 0 0,0 0 0,0 1 0,0 1 0,0 0 0,0 0 0,0 1 0,0 0 0,-1 0 0,12 4 0,-19-4 0,0-1 0,0 1 0,-1 0 0,1 0 0,0 0 0,-1 0 0,1 0 0,0 0 0,-1 1 0,1-1 0,-1 0 0,0 1 0,1-1 0,-1 1 0,0-1 0,0 1 0,0 0 0,0-1 0,0 1 0,1 3 0,-2-2 0,0-1 0,0 1 0,0-1 0,0 1 0,0-1 0,0 1 0,0 0 0,-1-1 0,0 1 0,1-1 0,-1 1 0,0-1 0,-2 4 0,-2 3 0,-1 0 0,1-1 0,-2 0 0,1 0 0,-1 0 0,-14 11 0,2-3 0,-1-2 0,0 0 0,-38 18 0,46-27 0,1 1 0,-1-2 0,0 0 0,-1 0 0,1-1 0,-1-1 0,0 0 0,-23 0 0,12-6-1365,6-2-5461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8.470"/>
    </inkml:context>
    <inkml:brush xml:id="br0">
      <inkml:brushProperty name="width" value="0.05" units="cm"/>
      <inkml:brushProperty name="height" value="0.05" units="cm"/>
    </inkml:brush>
  </inkml:definitions>
  <inkml:trace contextRef="#ctx0" brushRef="#br0">1 198 24575,'28'-16'0,"2"1"0,0 1 0,48-15 0,-70 26 0,25-8 0,-32 10 0,1 1 0,-1-1 0,1 1 0,0 0 0,-1 0 0,1 0 0,-1 0 0,1 0 0,-1 0 0,1 0 0,-1 0 0,1 0 0,-1 1 0,1-1 0,-1 1 0,3 0 0,-4-1 0,1 1 0,-1-1 0,0 1 0,0-1 0,0 1 0,1-1 0,-1 1 0,0-1 0,0 1 0,0-1 0,0 1 0,0-1 0,0 1 0,0-1 0,0 1 0,0-1 0,0 1 0,0-1 0,0 0 0,0 1 0,-1-1 0,1 1 0,0-1 0,0 1 0,0-1 0,-1 1 0,1-1 0,0 1 0,0-1 0,-1 0 0,0 1 0,-12 15 0,11-13 0,-9 10 0,-36 48 0,43-56 0,1 0 0,0 1 0,1-1 0,-1 0 0,1 1 0,0 0 0,0-1 0,1 1 0,-1 0 0,1 7 0,0-12 0,1-1 0,0 1 0,0 0 0,0-1 0,0 1 0,0 0 0,0-1 0,0 1 0,0 0 0,0-1 0,0 1 0,1-1 0,-1 1 0,0 0 0,0-1 0,1 1 0,-1-1 0,0 1 0,1 0 0,-1-1 0,0 1 0,1-1 0,-1 1 0,1-1 0,-1 0 0,1 1 0,-1-1 0,1 1 0,-1-1 0,1 0 0,0 1 0,1-1 0,-1 0 0,1 0 0,-1 0 0,1 0 0,-1 0 0,1-1 0,-1 1 0,0-1 0,1 1 0,-1-1 0,1 1 0,-1-1 0,2 0 0,6-5 0,0 0 0,14-13 0,-21 18 0,7-6 0,0-2 0,0 1 0,0-1 0,-1 0 0,12-19 0,-18 26 0,-1-1 0,0 1 0,1-1 0,-1 0 0,0 0 0,0 0 0,-1 1 0,1-1 0,0 0 0,-1 0 0,0 0 0,0 0 0,0 0 0,0 0 0,0 0 0,0 0 0,-1 0 0,1 0 0,-1 0 0,0 0 0,0 1 0,0-1 0,-1 0 0,1 0 0,0 1 0,-1-1 0,0 1 0,-3-4 0,5 6 0,0-1 0,-1 1 0,1 0 0,0 0 0,0 0 0,0-1 0,-1 1 0,1 0 0,0 0 0,0-1 0,0 1 0,0 0 0,0 0 0,0-1 0,-1 1 0,1 0 0,0 0 0,0-1 0,0 1 0,0 0 0,0-1 0,0 1 0,0 0 0,0 0 0,0-1 0,0 1 0,0 0 0,0 0 0,0-1 0,0 1 0,1 0 0,-1-1 0,0 1 0,0 0 0,0 0 0,0-1 0,1 1 0,11-4 0,25 3 0,-31 2 0,10-2 0,0 0 0,-1 0 0,1-1 0,-1-1 0,0-1 0,0 0 0,0-1 0,0-1 0,-1 0 0,0-1 0,13-9 0,-24 15 0,-1 0 0,0 0 0,0-1 0,0 1 0,0-1 0,-1 1 0,1-1 0,0 0 0,-1 0 0,1 1 0,-1-1 0,1 0 0,-1 0 0,0-1 0,0 1 0,0 0 0,1-5 0,-2 7 0,0-1 0,0 1 0,0 0 0,0-1 0,0 1 0,0 0 0,0 0 0,0-1 0,0 1 0,0 0 0,-1-1 0,1 1 0,0 0 0,0-1 0,0 1 0,-1 0 0,1 0 0,0 0 0,0-1 0,-1 1 0,1 0 0,0 0 0,-1 0 0,1-1 0,0 1 0,0 0 0,-1 0 0,1 0 0,0 0 0,-1 0 0,1 0 0,0 0 0,-1 0 0,1 0 0,0 0 0,-1 0 0,1 0 0,0 0 0,-1 0 0,1 0 0,0 0 0,-1 0 0,1 0 0,0 0 0,-1 0 0,1 1 0,0-1 0,0 0 0,-1 0 0,1 1 0,-18 7 0,4 1 0,1 1 0,1 0 0,0 1 0,0 0 0,1 0 0,0 1 0,1 1 0,1 0 0,0 0 0,-13 26 0,21-38 0,0 1 0,1 0 0,-1 0 0,0 0 0,1 0 0,-1 0 0,1 0 0,0 0 0,-1 1 0,1-1 0,0 0 0,0 0 0,0 0 0,1 0 0,-1 0 0,1 2 0,0-2 0,0-1 0,0 0 0,0 0 0,0 1 0,0-1 0,0 0 0,0 0 0,0 0 0,0 0 0,1 0 0,-1-1 0,0 1 0,1 0 0,-1-1 0,0 1 0,1-1 0,-1 1 0,1-1 0,-1 1 0,1-1 0,-1 0 0,4 0 0,25 3 0,0-2 0,1-2 0,-1 0 0,0-2 0,52-11 0,-92 18 0,0 1 0,0 1 0,1 0 0,0 0 0,0 1 0,0 0 0,-13 15 0,-31 24 0,37-38 342,15-8-378,1 0 0,0 0 1,-1 0-1,1-1 1,0 1-1,-1 0 1,1 0-1,0 0 1,0 0-1,-1 0 0,1-1 1,0 1-1,-1 0 1,1 0-1,0 0 1,0-1-1,-1 1 1,1 0-1,0 0 1,0-1-1,0 1 0,-1 0 1,1 0-1,0-1 1,0 1-1,0 0 1,0-1-1,0 1 1,0 0-1,0-1 0,0 1 1,0 0-1,0-1 1,0 1-1,0 0 1,0-1-1,0 1 1,0 0-1,0-1 0,0 1 1,0 0-1,0-1 1,0 1-1,0 0 1,0-1-1,1 1 1,-1 0-1,2-9-6790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059"/>
    </inkml:context>
    <inkml:brush xml:id="br0">
      <inkml:brushProperty name="width" value="0.05" units="cm"/>
      <inkml:brushProperty name="height" value="0.05" units="cm"/>
    </inkml:brush>
  </inkml:definitions>
  <inkml:trace contextRef="#ctx0" brushRef="#br0">110 152 24575,'18'-27'0,"-15"23"0,0 1 0,-1-1 0,1 0 0,-1 0 0,0 0 0,0 0 0,0 0 0,0 0 0,-1-1 0,0 1 0,1-6 0,-2 10 0,0 0 0,0 0 0,0-1 0,0 1 0,0 0 0,0 0 0,0-1 0,0 1 0,0 0 0,0 0 0,0-1 0,0 1 0,0 0 0,0 0 0,0 0 0,0-1 0,0 1 0,0 0 0,0 0 0,-1 0 0,1-1 0,0 1 0,0 0 0,0 0 0,0 0 0,-1-1 0,1 1 0,0 0 0,0 0 0,0 0 0,-1 0 0,1 0 0,0 0 0,0 0 0,-1-1 0,1 1 0,0 0 0,0 0 0,-1 0 0,-11 5 0,-9 12 0,-2 7 0,-29 31 0,47-48 0,0 0 0,0 0 0,0 0 0,1 0 0,0 1 0,-4 13 0,7-20 0,1 0 0,0 0 0,-1 0 0,1 0 0,0 0 0,-1 1 0,1-1 0,0 0 0,0 0 0,0 0 0,0 0 0,0 0 0,0 0 0,0 1 0,1-1 0,-1 0 0,0 0 0,1 0 0,-1 0 0,0 0 0,1 0 0,-1 0 0,1 0 0,0 0 0,-1 0 0,1 0 0,1 1 0,0-1 0,0 0 0,-1-1 0,1 1 0,0 0 0,0-1 0,0 1 0,0-1 0,0 1 0,0-1 0,0 0 0,0 0 0,0 0 0,4 0 0,5-2 0,0 0 0,-1 0 0,1-1 0,15-6 0,-15 5 0,1-1 0,-1-1 0,-1 0 0,1 0 0,-1-1 0,0 0 0,0-1 0,-1 0 0,0 0 0,0-1 0,-1-1 0,-1 1 0,1-1 0,-1 0 0,-1-1 0,10-20 0,-18 47 0,2 1 0,0 0 0,4 23 0,-4-37 0,1-1 0,-1 1 0,1 0 0,-1-1 0,1 1 0,0-1 0,0 0 0,0 1 0,0-1 0,0 0 0,1 1 0,-1-1 0,1 0 0,-1 0 0,1 0 0,0 0 0,0 0 0,0-1 0,4 3 0,-4-3 0,0 0 0,1-1 0,-1 1 0,1-1 0,-1 0 0,0 0 0,1 0 0,-1 0 0,1 0 0,-1 0 0,0-1 0,1 1 0,-1-1 0,1 0 0,-1 0 0,0 1 0,0-2 0,0 1 0,1 0 0,-1 0 0,2-3 0,14-10 0,0 0 0,-1-2 0,-1 0 0,0-1 0,26-38 0,-20 27 0,-9 9 0,-11 14 0,0 1 0,1 0 0,0 0 0,0 0 0,0 1 0,0-1 0,0 1 0,8-6 0,-11 9 0,1 0 0,-1 0 0,0-1 0,0 1 0,0 0 0,1 0 0,-1 0 0,0 0 0,0 0 0,0 0 0,1 0 0,-1 0 0,0 0 0,0 0 0,0 0 0,1 1 0,-1-1 0,0 0 0,0 0 0,0 0 0,1 0 0,-1 0 0,0 0 0,0 0 0,0 0 0,0 1 0,1-1 0,-1 0 0,0 0 0,0 0 0,0 0 0,0 1 0,0-1 0,0 0 0,1 0 0,-1 0 0,0 1 0,3 12 0,-1 15 0,-2-26 0,-1 44 162,0 30-52,2-68-314,0-1-1,0 1 0,0-1 1,1 0-1,0 1 0,1-1 1,5 11-1,1-2-6621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569"/>
    </inkml:context>
    <inkml:brush xml:id="br0">
      <inkml:brushProperty name="width" value="0.05" units="cm"/>
      <inkml:brushProperty name="height" value="0.05" units="cm"/>
    </inkml:brush>
  </inkml:definitions>
  <inkml:trace contextRef="#ctx0" brushRef="#br0">426 72 24575,'8'-15'0,"-4"7"0,0 1 0,0-1 0,-1 1 0,5-16 0,-8 23 0,0 0 0,0 0 0,0 0 0,0 0 0,0 0 0,0-1 0,0 1 0,0 0 0,0 0 0,0 0 0,0 0 0,0 0 0,0-1 0,0 1 0,0 0 0,0 0 0,0 0 0,-1 0 0,1 0 0,0 0 0,0-1 0,0 1 0,0 0 0,0 0 0,0 0 0,0 0 0,0 0 0,0 0 0,-1 0 0,1 0 0,0 0 0,0 0 0,0-1 0,0 1 0,0 0 0,0 0 0,-1 0 0,1 0 0,0 0 0,0 0 0,0 0 0,0 0 0,0 0 0,-1 0 0,-8 3 0,-9 6 0,-169 119 0,75-49 0,90-65 0,-37 28 0,54-38 0,0 1 0,0-1 0,0 1 0,0 1 0,1-1 0,0 0 0,-6 12 0,10-16 0,-1 0 0,1 1 0,-1-1 0,1 1 0,0-1 0,0 0 0,0 1 0,0-1 0,0 1 0,0-1 0,0 1 0,0-1 0,0 1 0,1-1 0,-1 1 0,0-1 0,1 0 0,-1 1 0,1-1 0,0 0 0,0 1 0,-1-1 0,1 0 0,0 0 0,0 0 0,0 0 0,0 0 0,0 0 0,0 0 0,0 0 0,1 0 0,-1 0 0,2 0 0,6 5 0,1-1 0,0 0 0,16 5 0,-11-4 0,75 33-682,120 70-1,-183-92-6143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09.990"/>
    </inkml:context>
    <inkml:brush xml:id="br0">
      <inkml:brushProperty name="width" value="0.05" units="cm"/>
      <inkml:brushProperty name="height" value="0.05" units="cm"/>
    </inkml:brush>
  </inkml:definitions>
  <inkml:trace contextRef="#ctx0" brushRef="#br0">21 1 24575,'-19'2'0,"19"-2"0,-1 0 0,1 0 0,0 1 0,0-1 0,0 0 0,0 0 0,0 0 0,0 0 0,0 0 0,0 0 0,0 0 0,0 0 0,-1 1 0,1-1 0,0 0 0,0 0 0,0 0 0,0 0 0,0 0 0,0 0 0,0 1 0,0-1 0,0 0 0,0 0 0,0 0 0,0 0 0,0 0 0,0 1 0,0-1 0,0 0 0,0 0 0,0 0 0,0 0 0,0 0 0,0 0 0,1 1 0,-1-1 0,0 0 0,0 0 0,0 0 0,0 0 0,0 0 0,0 0 0,0 0 0,0 0 0,0 0 0,1 1 0,-1-1 0,0 0 0,0 0 0,0 0 0,0 0 0,0 0 0,1 0 0,31 14 0,44 4 0,1-4 0,102 7 0,-145-18 0,702 51-1672,4-22-1261,-325-16 1905,2657 92-781,-2956-106 2210,364 20 3867,-466-21-3828,22 5 953,-67-3-453,-66-3-2305,78 0-5461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2.782"/>
    </inkml:context>
    <inkml:brush xml:id="br0">
      <inkml:brushProperty name="width" value="0.05" units="cm"/>
      <inkml:brushProperty name="height" value="0.05" units="cm"/>
    </inkml:brush>
  </inkml:definitions>
  <inkml:trace contextRef="#ctx0" brushRef="#br0">1 39 24575,'0'-33'0,"0"28"0,0 21 0,0 33 0,8 54 0,-5-85 0,0 0 0,1-1 0,1 1 0,0-1 0,1 0 0,13 24 0,-18-38 0,1-1 0,0 1 0,-1 0 0,1-1 0,0 1 0,0-1 0,1 1 0,-1-1 0,0 0 0,1 0 0,-1 0 0,1 0 0,0-1 0,0 1 0,-1-1 0,1 1 0,0-1 0,0 0 0,1 0 0,-1 0 0,5 0 0,-4-1 0,-1 0 0,1-1 0,-1 1 0,1-1 0,-1 0 0,0 0 0,1 0 0,-1 0 0,0-1 0,0 1 0,0-1 0,0 0 0,0 0 0,0 0 0,0 0 0,-1-1 0,1 1 0,-1-1 0,4-4 0,4-7 0,0 0 0,-1 0 0,0-2 0,-1 1 0,-1-1 0,-1 0 0,0 0 0,-1-1 0,4-22 0,-10 36 0,-3 10 0,-4 10 0,8-16 0,-72 229-1365,65-196-5461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138"/>
    </inkml:context>
    <inkml:brush xml:id="br0">
      <inkml:brushProperty name="width" value="0.05" units="cm"/>
      <inkml:brushProperty name="height" value="0.05" units="cm"/>
    </inkml:brush>
  </inkml:definitions>
  <inkml:trace contextRef="#ctx0" brushRef="#br0">97 33 24575,'0'0'0,"0"-1"0,0 1 0,0-1 0,0 1 0,0 0 0,0-1 0,0 1 0,0 0 0,0-1 0,0 1 0,-1 0 0,1-1 0,0 1 0,0 0 0,0-1 0,-1 1 0,1 0 0,0-1 0,0 1 0,-1 0 0,1 0 0,0-1 0,0 1 0,-1 0 0,1 0 0,0 0 0,-1-1 0,1 1 0,0 0 0,-1 0 0,1 0 0,-1 0 0,1 0 0,0 0 0,-1 0 0,1 0 0,0 0 0,-1 0 0,1 0 0,0 0 0,-1 0 0,1 0 0,-1 0 0,1 0 0,0 0 0,-1 0 0,1 0 0,0 1 0,-1-1 0,-18 10 0,13-4 0,0 1 0,0 0 0,0 1 0,1-1 0,0 1 0,1 0 0,-1 0 0,2 0 0,-1 1 0,1 0 0,0-1 0,1 1 0,0 0 0,1 0 0,-1 0 0,1 15 0,1-17 0,0 1 0,0 0 0,0 0 0,1 0 0,0-1 0,1 1 0,0 0 0,0-1 0,0 1 0,1-1 0,0 0 0,1 0 0,0 0 0,0 0 0,0-1 0,1 1 0,0-1 0,0 0 0,10 8 0,-13-12 0,0-1 0,0 0 0,0 1 0,0-1 0,1 0 0,-1 0 0,0-1 0,1 1 0,-1 0 0,1-1 0,-1 1 0,1-1 0,-1 0 0,1 0 0,-1 0 0,1 0 0,-1-1 0,1 1 0,-1 0 0,1-1 0,-1 0 0,1 0 0,-1 0 0,0 0 0,1 0 0,-1 0 0,0 0 0,0-1 0,0 1 0,0-1 0,0 1 0,0-1 0,1-2 0,5-4 0,-1 0 0,0-1 0,-1 1 0,0-1 0,0-1 0,6-14 0,-5 7 0,-1 0 0,0-1 0,-1 1 0,2-22 0,-5 29 0,-1-1 0,0 1 0,-1 0 0,0-1 0,-1 1 0,0-1 0,0 1 0,-6-17 0,7 25 0,-1 0 0,1 0 0,-1 0 0,0 0 0,0 0 0,0 0 0,0 1 0,0-1 0,0 0 0,0 1 0,-1-1 0,1 1 0,-1-1 0,1 1 0,-1 0 0,1-1 0,-1 1 0,0 0 0,0 0 0,1 0 0,-1 1 0,-3-2 0,2 1 0,-1 1 0,1 0 0,0 0 0,0 0 0,0 1 0,0-1 0,0 1 0,0 0 0,0 0 0,0 0 0,0 0 0,0 0 0,-3 2 0,-6 5 0,0 0 0,0 0 0,1 1 0,0 1 0,-11 13 0,15-16-341,0 1 0,1 0-1,-7 13 1,4-2-6485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373"/>
    </inkml:context>
    <inkml:brush xml:id="br0">
      <inkml:brushProperty name="width" value="0.05" units="cm"/>
      <inkml:brushProperty name="height" value="0.05" units="cm"/>
    </inkml:brush>
  </inkml:definitions>
  <inkml:trace contextRef="#ctx0" brushRef="#br0">173 74 24575,'4'-4'0,"-1"0"0,1 0 0,-1-1 0,0 1 0,3-8 0,-5 11 0,0 0 0,-1 0 0,1 0 0,-1-1 0,1 1 0,-1 0 0,0-1 0,1 1 0,-1 0 0,0-1 0,0 1 0,0-1 0,0 1 0,0 0 0,0-1 0,0 1 0,0 0 0,-1-1 0,1 1 0,0 0 0,-1-1 0,1 1 0,-1 0 0,0 0 0,0-3 0,0 4 0,0-1 0,0 1 0,0-1 0,0 1 0,0-1 0,0 1 0,0 0 0,0-1 0,0 1 0,0 0 0,0 0 0,-1 0 0,1 0 0,0 0 0,0 0 0,0 0 0,0 0 0,0 0 0,0 1 0,0-1 0,0 0 0,0 1 0,0-1 0,0 0 0,0 1 0,0-1 0,-1 2 0,-26 18 0,13-5 0,2 0 0,-1 1 0,2 0 0,0 1 0,1 1 0,1 0 0,1 0 0,0 1 0,2 0 0,0 0 0,-7 34 0,13-48 0,0 0 0,0 0 0,0 0 0,1 0 0,0 0 0,0 0 0,0 0 0,0 1 0,1-1 0,0 0 0,0 0 0,1 0 0,-1 0 0,1-1 0,0 1 0,0 0 0,1-1 0,-1 1 0,1-1 0,0 0 0,0 0 0,1 0 0,-1 0 0,1-1 0,0 1 0,0-1 0,0 0 0,0 0 0,0 0 0,1-1 0,0 1 0,8 2 0,-2-1-227,1-1-1,-1-1 1,1 1-1,0-2 1,18 1-1,15-2-6598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669"/>
    </inkml:context>
    <inkml:brush xml:id="br0">
      <inkml:brushProperty name="width" value="0.05" units="cm"/>
      <inkml:brushProperty name="height" value="0.05" units="cm"/>
    </inkml:brush>
  </inkml:definitions>
  <inkml:trace contextRef="#ctx0" brushRef="#br0">1 60 24575,'0'-3'0,"1"1"0,0-1 0,0 1 0,0 0 0,0-1 0,0 1 0,0 0 0,0-1 0,1 1 0,-1 0 0,1 0 0,0 0 0,-1 0 0,1 1 0,0-1 0,0 0 0,0 1 0,0-1 0,1 1 0,3-2 0,-2 1 0,-1 0 0,1 0 0,0 0 0,0 1 0,0-1 0,0 1 0,0 0 0,0 0 0,0 1 0,1-1 0,-1 1 0,4 0 0,-7 0 0,0 0 0,-1 0 0,1 1 0,-1-1 0,1 0 0,0 0 0,-1 1 0,1-1 0,-1 0 0,1 1 0,-1-1 0,1 0 0,-1 1 0,0-1 0,1 1 0,-1-1 0,1 1 0,-1-1 0,0 1 0,1-1 0,-1 1 0,0 0 0,0-1 0,1 1 0,-1-1 0,0 1 0,0-1 0,0 1 0,0 0 0,0-1 0,0 1 0,0 0 0,0-1 0,0 1 0,0-1 0,0 2 0,-8 24 0,6-21 0,-5 15 0,-3 8 0,2 0 0,-10 52 0,16-73 0,1 0 0,1 0 0,0 1 0,0-1 0,0 0 0,1 0 0,0 0 0,0 1 0,1-1 0,-1 0 0,2-1 0,-1 1 0,1 0 0,0-1 0,0 1 0,8 10 0,-9-15-52,0 1-1,0-1 1,0 0-1,1 0 1,-1 0-1,0 0 1,1-1-1,0 1 1,-1-1-1,1 1 1,0-1-1,-1 0 1,1 0-1,0 0 1,0 0-1,0-1 1,0 1-1,0-1 1,0 0-1,0 0 0,0 0 1,0 0-1,0 0 1,0-1-1,5 0 1,9-5-6774</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3.870"/>
    </inkml:context>
    <inkml:brush xml:id="br0">
      <inkml:brushProperty name="width" value="0.05" units="cm"/>
      <inkml:brushProperty name="height" value="0.05" units="cm"/>
    </inkml:brush>
  </inkml:definitions>
  <inkml:trace contextRef="#ctx0" brushRef="#br0">26 149 24575,'-2'0'0,"-5"0"0,-3 3 0,3-2 0,8-4 0,7-1 0,9-3 0,11-3 0,9-3 0,6-1 0,6-1 0,4-2 0,1 1 0,-1-1 0,-4 3 0,-5 1 0,-9 3-8191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4.074"/>
    </inkml:context>
    <inkml:brush xml:id="br0">
      <inkml:brushProperty name="width" value="0.05" units="cm"/>
      <inkml:brushProperty name="height" value="0.05" units="cm"/>
    </inkml:brush>
  </inkml:definitions>
  <inkml:trace contextRef="#ctx0" brushRef="#br0">10 0 24575,'-3'0'0,"-3"0"0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4.927"/>
    </inkml:context>
    <inkml:brush xml:id="br0">
      <inkml:brushProperty name="width" value="0.05" units="cm"/>
      <inkml:brushProperty name="height" value="0.05" units="cm"/>
    </inkml:brush>
  </inkml:definitions>
  <inkml:trace contextRef="#ctx0" brushRef="#br0">29 273 24575,'-1'0'0,"0"0"0,-1 0 0,1 0 0,0 0 0,0 0 0,0 0 0,0 1 0,0-1 0,0 0 0,0 0 0,0 1 0,0-1 0,0 1 0,0-1 0,0 1 0,0 0 0,0-1 0,0 1 0,1 0 0,-1-1 0,0 1 0,0 0 0,1 0 0,-2 1 0,2 0 0,-1-1 0,0 1 0,1 0 0,0 0 0,-1 0 0,1 0 0,0-1 0,0 1 0,0 0 0,0 0 0,0 0 0,1 3 0,2 6 0,0 0 0,1-1 0,9 18 0,-12-25 0,4 7 0,1 0 0,0-1 0,0 0 0,1 0 0,0 0 0,1-1 0,12 12 0,-18-18 0,1 1 0,0-1 0,0 0 0,0 0 0,0 0 0,0-1 0,0 1 0,0-1 0,0 1 0,1-1 0,-1 0 0,1 0 0,-1-1 0,1 1 0,-1-1 0,1 1 0,-1-1 0,1 0 0,-1-1 0,1 1 0,-1-1 0,1 1 0,-1-1 0,1 0 0,-1 0 0,1-1 0,4-1 0,-5 0 0,0 0 0,0 0 0,0 0 0,0 0 0,0 0 0,0-1 0,-1 1 0,0-1 0,1 0 0,-1 0 0,-1 0 0,1 0 0,-1 0 0,1 0 0,0-8 0,2-8 0,2-40 0,-5 54 0,2-40 0,-5-69 0,2 114 0,0 0 0,0-1 0,-1 1 0,1 0 0,0 0 0,0-1 0,-1 1 0,1 0 0,-1 0 0,1-1 0,-1 1 0,0 0 0,1 0 0,-3-2 0,-1 5 0,2 11 0,3 4 0,1 1 0,0-1 0,2 0 0,0 0 0,1 0 0,8 18 0,-6-15 0,0-1 0,-2 1 0,7 40 0,-11-23 0,-1-30 0,-1-25 0,3-18 0,1 1 0,2-1 0,2 1 0,1 0 0,1 1 0,2 0 0,23-50 0,-29 74 0,0-1 0,0 2 0,1-1 0,0 1 0,1 0 0,0 0 0,13-12 0,-18 19 0,0 0 0,1 0 0,-1 0 0,1 0 0,-1 1 0,1-1 0,0 1 0,0 0 0,0-1 0,0 1 0,0 0 0,0 1 0,0-1 0,0 0 0,0 1 0,0 0 0,0 0 0,0 0 0,1 0 0,-1 0 0,0 1 0,0-1 0,0 1 0,0 0 0,0 0 0,0 0 0,0 0 0,0 0 0,-1 1 0,1-1 0,3 3 0,-1 0 0,0-1 0,0 1 0,-1 0 0,1 1 0,-1-1 0,0 1 0,0 0 0,-1 0 0,1 0 0,-1 1 0,0-1 0,0 1 0,-1-1 0,0 1 0,0 0 0,0 0 0,-1 0 0,1 0 0,-1 0 0,-1 1 0,1-1 0,-1 0 0,-1 7 0,0-5 0,-1 1 0,1-1 0,-2 0 0,1 1 0,-1-1 0,0 0 0,-1-1 0,0 1 0,0 0 0,0-1 0,-1 0 0,-1 0 0,1-1 0,-1 1 0,0-1 0,-8 6 0,-5 2 0,0-1 0,-1-1 0,-1-1 0,0-1 0,0 0 0,-32 8 0,111 4 0,-31-10-682,45 28-1,-57-31-6143</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09:58:15.175"/>
    </inkml:context>
    <inkml:brush xml:id="br0">
      <inkml:brushProperty name="width" value="0.05" units="cm"/>
      <inkml:brushProperty name="height" value="0.05" units="cm"/>
    </inkml:brush>
  </inkml:definitions>
  <inkml:trace contextRef="#ctx0" brushRef="#br0">229 275 24575,'-19'3'0,"-173"21"0,174-24 0,32-5 0,675-121-1446,-552 105 1079,857-113-2700,-865 119-244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8/10/2026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4EFDC-91CC-47CE-97E2-CDF953531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74345-6F5C-14B7-A1D2-602046151D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8299F3-1606-4D0B-6FD9-8F8A58BBC3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9D1847-03B4-9ED7-7098-50638015A8D6}"/>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1782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F3435-5112-E639-AFF5-24A2659FC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B0171-BAE3-CAB1-AE26-92C60C4FFB1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3CE262A-8BF7-8B71-A599-A9E56B76A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72F2C3-95B6-0476-E1D6-9682FDB1D85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7524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F16C-22A0-5813-51A9-80149BC3B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D56CF-66EB-4D1F-2653-D3896AC3882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3F9835-055C-97B1-C006-028CAF4D16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759727-95A4-3C6E-6A0B-6762C7439BB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43090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38ABE-9C9C-29A2-5364-8D8A873F6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5B02E-A148-EF1C-ECD0-54FE7743BCF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E80411C-8553-E0CC-708C-81E9122626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868699-EA56-E2F4-C9C3-DA235AF330F1}"/>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7238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F45E-D159-5C6D-5493-6AD89CFE2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B4D26-2364-170A-AADA-ACEB0155F1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0C7296D-779E-E304-DB36-EA6929FF1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78D30D-CDD3-2C8F-DF14-0DFA85B7522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71808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71EA3-45BE-2612-C0F5-B76F79447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27A52-D68A-6309-2553-938A5A30B0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16B33CF-6362-F807-CACA-A23C6AB39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6312EB-A368-050B-FEA8-BE59DCA8C51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53503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B915-DE23-6A13-28EC-3483E0659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48F4F-751F-223E-FE96-348E8D073B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8EE284F-DA17-94EA-9040-8CE318CF7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130B5-EB7D-C339-B42C-8B7C65F13AD7}"/>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89178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68F8-B0D6-348D-BF11-D63ADEEB2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142CF-DBC3-0F38-CE1C-950833FEBA5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2223019-7B9F-8753-C739-FDB88A111F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D5443B-1000-ADA5-1F65-10A5C96741ED}"/>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2195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5D4C1-C206-9885-4C68-B63D1D658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AC44E-5759-8EE0-281B-58F44FB61DD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C6C9AE-6ABE-EBB8-3E8E-5AD19A513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F340E-CD29-CAD4-C06C-C649DFEE49E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895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F75E-08D1-EBCB-F7A4-59CDC7911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407CD-142E-2E64-A076-446F333C84E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71A583C-603E-3D44-64B4-359F8CF4E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2C04BD-FF53-7CB4-0952-0F6AB09355FC}"/>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3780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F7747-A743-FF8D-4D47-1B81D1678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55B06-065F-951D-02F2-43CF1FEC3A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F8172AB-A18E-C448-4135-7E58C6A639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BFE938-5666-11B1-314D-5794F1B55A93}"/>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7045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71396-899F-5D59-DE43-962EA8068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D3D80-5402-0C2B-6A2A-D3174CC9785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C264E61-7F34-5D1A-2CD3-C6A1EAE11A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3342ED-7B21-6AD0-B1E7-66C14D748D57}"/>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9869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8D90-8703-7F5B-1F2D-19E45F2FF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305C5-C660-CFB0-D73B-55BC7B4E396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92910A-5BBC-A91E-3491-EFF277D373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BDA740-1B7A-2DB8-EBED-E5E8BC12BBA4}"/>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44606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9295D-C332-5793-512D-6F0DC841A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CBF5D-E7C3-7E39-1B36-8EF14EE6B54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32BB7C-9FE6-FDF3-12C0-1EED4D8641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1C1C52-6FD9-7EE6-19F5-1F1C415F4869}"/>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1475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DA44-25CE-C96B-9E71-CAF78A65C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2B14C-877C-3F20-E766-44E9390CEC9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501D994-D972-9A0C-26AF-C5703C290D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0B092B-FCB5-DABF-5E43-8E6034C589D0}"/>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7152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76EA-A9B7-0DDA-8F03-A2A2F6BD2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02E9E-BAC7-AB10-178F-E92E0A952F6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942628-8A43-77A0-A9F8-9F8112563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9D412-267B-B38D-DCFB-E42EE884CDFA}"/>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22203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3.xml"/><Relationship Id="rId1" Type="http://schemas.openxmlformats.org/officeDocument/2006/relationships/themeOverride" Target="../theme/themeOverride1.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5046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3255519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863837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1506552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629185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9972914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38662397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55713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2539402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4240901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644802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376959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18354927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367662" y="1498600"/>
            <a:ext cx="7008574" cy="711200"/>
          </a:xfrm>
          <a:prstGeom prst="rect">
            <a:avLst/>
          </a:prstGeom>
        </p:spPr>
        <p:txBody>
          <a:bodyPr vert="horz" lIns="91440" tIns="45720" rIns="91440" bIns="45720" rtlCol="0" anchor="ctr">
            <a:noAutofit/>
          </a:bodyPr>
          <a:lstStyle>
            <a:lvl1pPr algn="r">
              <a:defRPr lang="en-US" sz="4799" dirty="0"/>
            </a:lvl1pPr>
          </a:lstStyle>
          <a:p>
            <a:pPr lvl="0"/>
            <a:r>
              <a:rPr lang="en-US" dirty="0"/>
              <a:t>Click to edit title</a:t>
            </a:r>
          </a:p>
        </p:txBody>
      </p:sp>
      <p:sp>
        <p:nvSpPr>
          <p:cNvPr id="3" name="Subtitle 2"/>
          <p:cNvSpPr>
            <a:spLocks noGrp="1"/>
          </p:cNvSpPr>
          <p:nvPr>
            <p:ph type="subTitle" idx="1"/>
          </p:nvPr>
        </p:nvSpPr>
        <p:spPr>
          <a:xfrm>
            <a:off x="4367662" y="2209800"/>
            <a:ext cx="7008574" cy="1219200"/>
          </a:xfrm>
        </p:spPr>
        <p:txBody>
          <a:bodyPr/>
          <a:lstStyle>
            <a:lvl1pPr marL="0" indent="0" algn="r">
              <a:buNone/>
              <a:defRPr>
                <a:solidFill>
                  <a:schemeClr val="bg1">
                    <a:lumMod val="50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0172846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609441" y="6356351"/>
            <a:ext cx="2844059" cy="365125"/>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8109679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2833" y="4406901"/>
            <a:ext cx="10360501" cy="1362075"/>
          </a:xfrm>
          <a:prstGeom prst="rect">
            <a:avLst/>
          </a:prstGeom>
        </p:spPr>
        <p:txBody>
          <a:bodyPr anchor="t"/>
          <a:lstStyle>
            <a:lvl1pPr algn="l">
              <a:defRPr sz="4266" b="1" cap="none"/>
            </a:lvl1pPr>
          </a:lstStyle>
          <a:p>
            <a:r>
              <a:rPr lang="en-US"/>
              <a:t>Click to edit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666">
                <a:solidFill>
                  <a:schemeClr val="tx1">
                    <a:tint val="75000"/>
                  </a:schemeClr>
                </a:solidFill>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304721" y="6356351"/>
            <a:ext cx="2844059" cy="365125"/>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594379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2915507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8024310"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348578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4316876" y="1295400"/>
            <a:ext cx="3555074"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884222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203147" y="6375400"/>
            <a:ext cx="2844059" cy="365125"/>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222045" y="279401"/>
            <a:ext cx="10969943" cy="711201"/>
          </a:xfrm>
          <a:prstGeom prst="rect">
            <a:avLst/>
          </a:prstGeom>
        </p:spPr>
        <p:txBody>
          <a:bodyPr/>
          <a:lstStyle>
            <a:lvl1pPr>
              <a:defRPr sz="3466">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77810" y="76201"/>
            <a:ext cx="658210" cy="650287"/>
          </a:xfrm>
          <a:prstGeom prst="rect">
            <a:avLst/>
          </a:prstGeom>
        </p:spPr>
      </p:pic>
    </p:spTree>
    <p:extLst>
      <p:ext uri="{BB962C8B-B14F-4D97-AF65-F5344CB8AC3E}">
        <p14:creationId xmlns:p14="http://schemas.microsoft.com/office/powerpoint/2010/main" val="32292106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203147" y="6356351"/>
            <a:ext cx="2844059" cy="365125"/>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065643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1092200"/>
            <a:ext cx="4010039" cy="1162051"/>
          </a:xfrm>
          <a:prstGeom prst="rect">
            <a:avLst/>
          </a:prstGeom>
        </p:spPr>
        <p:txBody>
          <a:bodyPr anchor="b"/>
          <a:lstStyle>
            <a:lvl1pPr algn="l">
              <a:defRPr sz="2666" b="1"/>
            </a:lvl1pPr>
          </a:lstStyle>
          <a:p>
            <a:r>
              <a:rPr lang="en-US"/>
              <a:t>Click to edit Master title style</a:t>
            </a:r>
          </a:p>
        </p:txBody>
      </p:sp>
      <p:sp>
        <p:nvSpPr>
          <p:cNvPr id="3" name="Content Placeholder 2"/>
          <p:cNvSpPr>
            <a:spLocks noGrp="1"/>
          </p:cNvSpPr>
          <p:nvPr>
            <p:ph idx="1"/>
          </p:nvPr>
        </p:nvSpPr>
        <p:spPr>
          <a:xfrm>
            <a:off x="4765492" y="1092201"/>
            <a:ext cx="6813892" cy="5033964"/>
          </a:xfrm>
        </p:spPr>
        <p:txBody>
          <a:bodyPr>
            <a:normAutofit/>
          </a:bodyPr>
          <a:lstStyle>
            <a:lvl1pPr>
              <a:defRPr sz="3199"/>
            </a:lvl1pPr>
            <a:lvl2pPr>
              <a:defRPr sz="2666"/>
            </a:lvl2pPr>
            <a:lvl3pPr>
              <a:defRPr sz="2399"/>
            </a:lvl3pPr>
            <a:lvl4pPr>
              <a:defRPr sz="2133"/>
            </a:lvl4pPr>
            <a:lvl5pPr>
              <a:defRPr sz="2133"/>
            </a:lvl5pPr>
            <a:lvl6pPr>
              <a:defRPr sz="2666"/>
            </a:lvl6pPr>
            <a:lvl7pPr>
              <a:defRPr sz="2666"/>
            </a:lvl7pPr>
            <a:lvl8pPr>
              <a:defRPr sz="2666"/>
            </a:lvl8pPr>
            <a:lvl9pPr>
              <a:defRPr sz="2666"/>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443" y="2311401"/>
            <a:ext cx="4010039" cy="3814764"/>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90738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a:prstGeom prst="rect">
            <a:avLst/>
          </a:prstGeom>
        </p:spPr>
        <p:txBody>
          <a:bodyPr anchor="b"/>
          <a:lstStyle>
            <a:lvl1pPr algn="l">
              <a:defRPr sz="2666" b="1"/>
            </a:lvl1pPr>
          </a:lstStyle>
          <a:p>
            <a:r>
              <a:rPr lang="en-US"/>
              <a:t>Click to edit Master title style</a:t>
            </a:r>
          </a:p>
        </p:txBody>
      </p:sp>
      <p:sp>
        <p:nvSpPr>
          <p:cNvPr id="3" name="Picture Placeholder 2"/>
          <p:cNvSpPr>
            <a:spLocks noGrp="1"/>
          </p:cNvSpPr>
          <p:nvPr>
            <p:ph type="pic" idx="1"/>
          </p:nvPr>
        </p:nvSpPr>
        <p:spPr>
          <a:xfrm>
            <a:off x="2389095" y="1193799"/>
            <a:ext cx="7313295" cy="3533775"/>
          </a:xfrm>
        </p:spPr>
        <p:txBody>
          <a:bodyPr/>
          <a:lstStyle>
            <a:lvl1pPr marL="0" indent="0">
              <a:buNone/>
              <a:defRPr sz="4266"/>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endParaRPr lang="en-US"/>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866"/>
            </a:lvl1pPr>
            <a:lvl2pPr marL="609448" indent="0">
              <a:buNone/>
              <a:defRPr sz="1600"/>
            </a:lvl2pPr>
            <a:lvl3pPr marL="1218895" indent="0">
              <a:buNone/>
              <a:defRPr sz="1333"/>
            </a:lvl3pPr>
            <a:lvl4pPr marL="1828343" indent="0">
              <a:buNone/>
              <a:defRPr sz="1200"/>
            </a:lvl4pPr>
            <a:lvl5pPr marL="2437790" indent="0">
              <a:buNone/>
              <a:defRPr sz="1200"/>
            </a:lvl5pPr>
            <a:lvl6pPr marL="3047238" indent="0">
              <a:buNone/>
              <a:defRPr sz="1200"/>
            </a:lvl6pPr>
            <a:lvl7pPr marL="3656686" indent="0">
              <a:buNone/>
              <a:defRPr sz="1200"/>
            </a:lvl7pPr>
            <a:lvl8pPr marL="4266133" indent="0">
              <a:buNone/>
              <a:defRPr sz="1200"/>
            </a:lvl8pPr>
            <a:lvl9pPr marL="4875581"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34354166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609441" y="584201"/>
            <a:ext cx="10969943" cy="711201"/>
          </a:xfrm>
          <a:prstGeom prst="rect">
            <a:avLst/>
          </a:prstGeom>
        </p:spPr>
        <p:txBody>
          <a:bodyPr/>
          <a:lstStyle>
            <a:lvl1pPr>
              <a:defRPr sz="3732">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714369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6898" y="1396999"/>
            <a:ext cx="2742486" cy="4729164"/>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609441" y="1396999"/>
            <a:ext cx="8024310" cy="47291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14912332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441" y="1803400"/>
            <a:ext cx="10969943" cy="1727200"/>
          </a:xfrm>
          <a:prstGeom prst="rect">
            <a:avLst/>
          </a:prstGeom>
        </p:spPr>
        <p:txBody>
          <a:bodyPr/>
          <a:lstStyle>
            <a:lvl1pPr algn="l">
              <a:defRPr sz="7998"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609441" y="3530600"/>
            <a:ext cx="10969943" cy="1219200"/>
          </a:xfrm>
        </p:spPr>
        <p:txBody>
          <a:bodyPr/>
          <a:lstStyle>
            <a:lvl1pPr marL="0" indent="0" algn="l">
              <a:buNone/>
              <a:defRPr>
                <a:solidFill>
                  <a:schemeClr val="tx1">
                    <a:lumMod val="85000"/>
                    <a:lumOff val="15000"/>
                  </a:schemeClr>
                </a:solidFill>
                <a:effectLst/>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261988355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78D6DB-6798-42D2-B9AD-FC6F1C72FC30}"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2" name="Title 1"/>
          <p:cNvSpPr>
            <a:spLocks noGrp="1"/>
          </p:cNvSpPr>
          <p:nvPr>
            <p:ph type="ctrTitle"/>
          </p:nvPr>
        </p:nvSpPr>
        <p:spPr>
          <a:xfrm>
            <a:off x="765821" y="4172482"/>
            <a:ext cx="5256584" cy="1560774"/>
          </a:xfrm>
        </p:spPr>
        <p:txBody>
          <a:bodyPr anchor="t">
            <a:noAutofit/>
          </a:bodyPr>
          <a:lstStyle>
            <a:lvl1pPr algn="l">
              <a:defRPr lang="en-US" sz="4800" kern="1200" smtClean="0">
                <a:solidFill>
                  <a:schemeClr val="tx1">
                    <a:lumMod val="95000"/>
                    <a:lumOff val="5000"/>
                  </a:schemeClr>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27811664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7089114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atin typeface="Cooper Black" panose="0208090404030B0204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2701293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617727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1722487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E3D308-5757-C0AB-DF1B-BAAA1120B8A8}"/>
              </a:ext>
            </a:extLst>
          </p:cNvPr>
          <p:cNvSpPr>
            <a:spLocks noGrp="1"/>
          </p:cNvSpPr>
          <p:nvPr>
            <p:ph type="pic" sz="quarter" idx="10"/>
          </p:nvPr>
        </p:nvSpPr>
        <p:spPr>
          <a:xfrm>
            <a:off x="1583825" y="1922288"/>
            <a:ext cx="3303993" cy="3304854"/>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958488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399925A-B7E0-BC1F-AE78-65034C6C65DB}"/>
              </a:ext>
            </a:extLst>
          </p:cNvPr>
          <p:cNvSpPr>
            <a:spLocks noGrp="1"/>
          </p:cNvSpPr>
          <p:nvPr>
            <p:ph type="pic" sz="quarter" idx="10"/>
          </p:nvPr>
        </p:nvSpPr>
        <p:spPr>
          <a:xfrm>
            <a:off x="6334518" y="1721219"/>
            <a:ext cx="3706027" cy="3706992"/>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24972440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3D206DC-21C0-5B91-F039-7C7253B5257F}"/>
              </a:ext>
            </a:extLst>
          </p:cNvPr>
          <p:cNvSpPr>
            <a:spLocks noGrp="1"/>
          </p:cNvSpPr>
          <p:nvPr>
            <p:ph type="pic" sz="quarter" idx="10"/>
          </p:nvPr>
        </p:nvSpPr>
        <p:spPr>
          <a:xfrm>
            <a:off x="7803737" y="1748799"/>
            <a:ext cx="3247160" cy="3248006"/>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7680538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1683E417-1443-7CC4-BB89-9C4377324DF6}"/>
              </a:ext>
            </a:extLst>
          </p:cNvPr>
          <p:cNvSpPr>
            <a:spLocks noGrp="1"/>
          </p:cNvSpPr>
          <p:nvPr>
            <p:ph type="pic" sz="quarter" idx="13"/>
          </p:nvPr>
        </p:nvSpPr>
        <p:spPr>
          <a:xfrm>
            <a:off x="7027592" y="3020745"/>
            <a:ext cx="4715880" cy="2944148"/>
          </a:xfrm>
          <a:pattFill prst="pct10">
            <a:fgClr>
              <a:schemeClr val="accent1"/>
            </a:fgClr>
            <a:bgClr>
              <a:schemeClr val="bg1"/>
            </a:bgClr>
          </a:pattFill>
        </p:spPr>
        <p:txBody>
          <a:bodyPr>
            <a:normAutofit/>
          </a:bodyPr>
          <a:lstStyle>
            <a:lvl1pPr>
              <a:defRPr sz="1200"/>
            </a:lvl1pPr>
          </a:lstStyle>
          <a:p>
            <a:endParaRPr lang="en-US"/>
          </a:p>
        </p:txBody>
      </p:sp>
    </p:spTree>
    <p:extLst>
      <p:ext uri="{BB962C8B-B14F-4D97-AF65-F5344CB8AC3E}">
        <p14:creationId xmlns:p14="http://schemas.microsoft.com/office/powerpoint/2010/main" val="16032922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2FA1C9-6FC3-FE26-77FF-BF6E982FDFC1}"/>
              </a:ext>
            </a:extLst>
          </p:cNvPr>
          <p:cNvSpPr>
            <a:spLocks noGrp="1"/>
          </p:cNvSpPr>
          <p:nvPr>
            <p:ph type="pic" sz="quarter" idx="10"/>
          </p:nvPr>
        </p:nvSpPr>
        <p:spPr>
          <a:xfrm>
            <a:off x="8794487" y="-644779"/>
            <a:ext cx="4505509" cy="4506683"/>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7012867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A84E635-75CE-490A-A880-EFFBD03694EC}"/>
              </a:ext>
            </a:extLst>
          </p:cNvPr>
          <p:cNvSpPr>
            <a:spLocks noGrp="1"/>
          </p:cNvSpPr>
          <p:nvPr>
            <p:ph type="pic" sz="quarter" idx="13"/>
          </p:nvPr>
        </p:nvSpPr>
        <p:spPr>
          <a:xfrm>
            <a:off x="1343" y="0"/>
            <a:ext cx="12186138" cy="6858000"/>
          </a:xfrm>
        </p:spPr>
        <p:txBody>
          <a:bodyPr anchor="t"/>
          <a:lstStyle>
            <a:lvl1pPr marL="0" indent="0" algn="ctr">
              <a:buFontTx/>
              <a:buNone/>
              <a:defRPr/>
            </a:lvl1pPr>
          </a:lstStyle>
          <a:p>
            <a:endParaRPr lang="en-IN" dirty="0"/>
          </a:p>
        </p:txBody>
      </p:sp>
    </p:spTree>
    <p:extLst>
      <p:ext uri="{BB962C8B-B14F-4D97-AF65-F5344CB8AC3E}">
        <p14:creationId xmlns:p14="http://schemas.microsoft.com/office/powerpoint/2010/main" val="3318835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4.jp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41614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441" y="1295401"/>
            <a:ext cx="10969943" cy="48307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940CB006-912F-44E1-9560-9CBFEBE946EF}" type="datetime4">
              <a:rPr lang="en-US" smtClean="0"/>
              <a:t>August 10, 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98466706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hdr="0"/>
  <p:txStyles>
    <p:titleStyle>
      <a:lvl1pPr algn="l" defTabSz="1218895" rtl="0" eaLnBrk="1" latinLnBrk="0" hangingPunct="1">
        <a:spcBef>
          <a:spcPct val="0"/>
        </a:spcBef>
        <a:buNone/>
        <a:defRPr lang="en-US" sz="3732"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457086" indent="-457086"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23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133"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8/10/2026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941415187"/>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image" Target="../media/image12.jpeg"/><Relationship Id="rId5" Type="http://schemas.openxmlformats.org/officeDocument/2006/relationships/slide" Target="slide10.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hyperlink" Target="https://help.sap.com/docs/cloud-identity-services/cloud-identity-services/configure-idp-initiated-sso" TargetMode="External"/><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hyperlink" Target="https://help.sap.com/docs/btp/sap-business-technology-platform/developing-with-sap-cloud-application-programming-model"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17" Type="http://schemas.openxmlformats.org/officeDocument/2006/relationships/image" Target="../media/image81.png"/><Relationship Id="rId21" Type="http://schemas.openxmlformats.org/officeDocument/2006/relationships/image" Target="../media/image33.png"/><Relationship Id="rId42" Type="http://schemas.openxmlformats.org/officeDocument/2006/relationships/customXml" Target="../ink/ink21.xml"/><Relationship Id="rId63" Type="http://schemas.openxmlformats.org/officeDocument/2006/relationships/image" Target="../media/image54.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102.png"/><Relationship Id="rId170" Type="http://schemas.openxmlformats.org/officeDocument/2006/relationships/customXml" Target="../ink/ink85.xml"/><Relationship Id="rId191" Type="http://schemas.openxmlformats.org/officeDocument/2006/relationships/image" Target="../media/image118.png"/><Relationship Id="rId205" Type="http://schemas.openxmlformats.org/officeDocument/2006/relationships/image" Target="../media/image125.png"/><Relationship Id="rId226" Type="http://schemas.openxmlformats.org/officeDocument/2006/relationships/customXml" Target="../ink/ink113.xml"/><Relationship Id="rId247" Type="http://schemas.openxmlformats.org/officeDocument/2006/relationships/customXml" Target="../ink/ink124.xml"/><Relationship Id="rId107" Type="http://schemas.openxmlformats.org/officeDocument/2006/relationships/image" Target="../media/image76.png"/><Relationship Id="rId11" Type="http://schemas.openxmlformats.org/officeDocument/2006/relationships/image" Target="../media/image28.png"/><Relationship Id="rId32" Type="http://schemas.openxmlformats.org/officeDocument/2006/relationships/customXml" Target="../ink/ink16.xml"/><Relationship Id="rId53" Type="http://schemas.openxmlformats.org/officeDocument/2006/relationships/image" Target="../media/image49.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97.png"/><Relationship Id="rId5" Type="http://schemas.openxmlformats.org/officeDocument/2006/relationships/image" Target="../media/image25.png"/><Relationship Id="rId95" Type="http://schemas.openxmlformats.org/officeDocument/2006/relationships/image" Target="../media/image70.png"/><Relationship Id="rId160" Type="http://schemas.openxmlformats.org/officeDocument/2006/relationships/customXml" Target="../ink/ink80.xml"/><Relationship Id="rId181" Type="http://schemas.openxmlformats.org/officeDocument/2006/relationships/image" Target="../media/image113.png"/><Relationship Id="rId216" Type="http://schemas.openxmlformats.org/officeDocument/2006/relationships/customXml" Target="../ink/ink108.xml"/><Relationship Id="rId237" Type="http://schemas.openxmlformats.org/officeDocument/2006/relationships/image" Target="../media/image141.png"/><Relationship Id="rId22" Type="http://schemas.openxmlformats.org/officeDocument/2006/relationships/customXml" Target="../ink/ink11.xml"/><Relationship Id="rId43" Type="http://schemas.openxmlformats.org/officeDocument/2006/relationships/image" Target="../media/image44.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92.png"/><Relationship Id="rId85" Type="http://schemas.openxmlformats.org/officeDocument/2006/relationships/image" Target="../media/image65.png"/><Relationship Id="rId150" Type="http://schemas.openxmlformats.org/officeDocument/2006/relationships/customXml" Target="../ink/ink75.xml"/><Relationship Id="rId171" Type="http://schemas.openxmlformats.org/officeDocument/2006/relationships/image" Target="../media/image108.png"/><Relationship Id="rId192" Type="http://schemas.openxmlformats.org/officeDocument/2006/relationships/customXml" Target="../ink/ink96.xml"/><Relationship Id="rId206" Type="http://schemas.openxmlformats.org/officeDocument/2006/relationships/customXml" Target="../ink/ink103.xml"/><Relationship Id="rId227" Type="http://schemas.openxmlformats.org/officeDocument/2006/relationships/image" Target="../media/image136.png"/><Relationship Id="rId248" Type="http://schemas.openxmlformats.org/officeDocument/2006/relationships/image" Target="../media/image146.png"/><Relationship Id="rId12" Type="http://schemas.openxmlformats.org/officeDocument/2006/relationships/customXml" Target="../ink/ink6.xml"/><Relationship Id="rId33" Type="http://schemas.openxmlformats.org/officeDocument/2006/relationships/image" Target="../media/image39.png"/><Relationship Id="rId108" Type="http://schemas.openxmlformats.org/officeDocument/2006/relationships/customXml" Target="../ink/ink54.xml"/><Relationship Id="rId129" Type="http://schemas.openxmlformats.org/officeDocument/2006/relationships/image" Target="../media/image87.png"/><Relationship Id="rId54" Type="http://schemas.openxmlformats.org/officeDocument/2006/relationships/customXml" Target="../ink/ink27.xml"/><Relationship Id="rId75" Type="http://schemas.openxmlformats.org/officeDocument/2006/relationships/image" Target="../media/image60.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103.png"/><Relationship Id="rId182" Type="http://schemas.openxmlformats.org/officeDocument/2006/relationships/customXml" Target="../ink/ink91.xml"/><Relationship Id="rId217" Type="http://schemas.openxmlformats.org/officeDocument/2006/relationships/image" Target="../media/image131.png"/><Relationship Id="rId6" Type="http://schemas.openxmlformats.org/officeDocument/2006/relationships/customXml" Target="../ink/ink3.xml"/><Relationship Id="rId238" Type="http://schemas.openxmlformats.org/officeDocument/2006/relationships/customXml" Target="../ink/ink119.xml"/><Relationship Id="rId23" Type="http://schemas.openxmlformats.org/officeDocument/2006/relationships/image" Target="../media/image34.png"/><Relationship Id="rId119" Type="http://schemas.openxmlformats.org/officeDocument/2006/relationships/image" Target="../media/image82.png"/><Relationship Id="rId44" Type="http://schemas.openxmlformats.org/officeDocument/2006/relationships/customXml" Target="../ink/ink22.xml"/><Relationship Id="rId65" Type="http://schemas.openxmlformats.org/officeDocument/2006/relationships/image" Target="../media/image55.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98.png"/><Relationship Id="rId172" Type="http://schemas.openxmlformats.org/officeDocument/2006/relationships/customXml" Target="../ink/ink86.xml"/><Relationship Id="rId193" Type="http://schemas.openxmlformats.org/officeDocument/2006/relationships/image" Target="../media/image119.png"/><Relationship Id="rId207" Type="http://schemas.openxmlformats.org/officeDocument/2006/relationships/image" Target="../media/image126.png"/><Relationship Id="rId228" Type="http://schemas.openxmlformats.org/officeDocument/2006/relationships/customXml" Target="../ink/ink114.xml"/><Relationship Id="rId249" Type="http://schemas.openxmlformats.org/officeDocument/2006/relationships/customXml" Target="../ink/ink125.xml"/><Relationship Id="rId13" Type="http://schemas.openxmlformats.org/officeDocument/2006/relationships/image" Target="../media/image29.png"/><Relationship Id="rId109" Type="http://schemas.openxmlformats.org/officeDocument/2006/relationships/image" Target="../media/image77.png"/><Relationship Id="rId34" Type="http://schemas.openxmlformats.org/officeDocument/2006/relationships/customXml" Target="../ink/ink17.xml"/><Relationship Id="rId55" Type="http://schemas.openxmlformats.org/officeDocument/2006/relationships/image" Target="../media/image50.png"/><Relationship Id="rId76" Type="http://schemas.openxmlformats.org/officeDocument/2006/relationships/customXml" Target="../ink/ink38.xml"/><Relationship Id="rId97" Type="http://schemas.openxmlformats.org/officeDocument/2006/relationships/image" Target="../media/image71.png"/><Relationship Id="rId120" Type="http://schemas.openxmlformats.org/officeDocument/2006/relationships/customXml" Target="../ink/ink60.xml"/><Relationship Id="rId141" Type="http://schemas.openxmlformats.org/officeDocument/2006/relationships/image" Target="../media/image93.png"/><Relationship Id="rId7" Type="http://schemas.openxmlformats.org/officeDocument/2006/relationships/image" Target="../media/image26.png"/><Relationship Id="rId162" Type="http://schemas.openxmlformats.org/officeDocument/2006/relationships/customXml" Target="../ink/ink81.xml"/><Relationship Id="rId183" Type="http://schemas.openxmlformats.org/officeDocument/2006/relationships/image" Target="../media/image114.png"/><Relationship Id="rId218" Type="http://schemas.openxmlformats.org/officeDocument/2006/relationships/customXml" Target="../ink/ink109.xml"/><Relationship Id="rId239" Type="http://schemas.openxmlformats.org/officeDocument/2006/relationships/image" Target="../media/image142.png"/><Relationship Id="rId250" Type="http://schemas.openxmlformats.org/officeDocument/2006/relationships/image" Target="../media/image147.png"/><Relationship Id="rId24" Type="http://schemas.openxmlformats.org/officeDocument/2006/relationships/customXml" Target="../ink/ink12.xml"/><Relationship Id="rId45" Type="http://schemas.openxmlformats.org/officeDocument/2006/relationships/image" Target="../media/image45.png"/><Relationship Id="rId66" Type="http://schemas.openxmlformats.org/officeDocument/2006/relationships/customXml" Target="../ink/ink33.xml"/><Relationship Id="rId87" Type="http://schemas.openxmlformats.org/officeDocument/2006/relationships/image" Target="../media/image66.png"/><Relationship Id="rId110" Type="http://schemas.openxmlformats.org/officeDocument/2006/relationships/customXml" Target="../ink/ink55.xml"/><Relationship Id="rId131" Type="http://schemas.openxmlformats.org/officeDocument/2006/relationships/image" Target="../media/image88.png"/><Relationship Id="rId152" Type="http://schemas.openxmlformats.org/officeDocument/2006/relationships/customXml" Target="../ink/ink76.xml"/><Relationship Id="rId173" Type="http://schemas.openxmlformats.org/officeDocument/2006/relationships/image" Target="../media/image109.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37.png"/><Relationship Id="rId240" Type="http://schemas.openxmlformats.org/officeDocument/2006/relationships/customXml" Target="../ink/ink120.xml"/><Relationship Id="rId14" Type="http://schemas.openxmlformats.org/officeDocument/2006/relationships/customXml" Target="../ink/ink7.xml"/><Relationship Id="rId35" Type="http://schemas.openxmlformats.org/officeDocument/2006/relationships/image" Target="../media/image40.png"/><Relationship Id="rId56" Type="http://schemas.openxmlformats.org/officeDocument/2006/relationships/customXml" Target="../ink/ink28.xml"/><Relationship Id="rId77" Type="http://schemas.openxmlformats.org/officeDocument/2006/relationships/image" Target="../media/image61.png"/><Relationship Id="rId100" Type="http://schemas.openxmlformats.org/officeDocument/2006/relationships/customXml" Target="../ink/ink50.xml"/><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83.png"/><Relationship Id="rId142" Type="http://schemas.openxmlformats.org/officeDocument/2006/relationships/customXml" Target="../ink/ink71.xml"/><Relationship Id="rId163" Type="http://schemas.openxmlformats.org/officeDocument/2006/relationships/image" Target="../media/image104.png"/><Relationship Id="rId184" Type="http://schemas.openxmlformats.org/officeDocument/2006/relationships/customXml" Target="../ink/ink92.xml"/><Relationship Id="rId219" Type="http://schemas.openxmlformats.org/officeDocument/2006/relationships/image" Target="../media/image132.png"/><Relationship Id="rId230" Type="http://schemas.openxmlformats.org/officeDocument/2006/relationships/customXml" Target="../ink/ink115.xml"/><Relationship Id="rId25" Type="http://schemas.openxmlformats.org/officeDocument/2006/relationships/image" Target="../media/image35.png"/><Relationship Id="rId46" Type="http://schemas.openxmlformats.org/officeDocument/2006/relationships/customXml" Target="../ink/ink23.xml"/><Relationship Id="rId67" Type="http://schemas.openxmlformats.org/officeDocument/2006/relationships/image" Target="../media/image56.png"/><Relationship Id="rId88" Type="http://schemas.openxmlformats.org/officeDocument/2006/relationships/customXml" Target="../ink/ink44.xml"/><Relationship Id="rId111" Type="http://schemas.openxmlformats.org/officeDocument/2006/relationships/image" Target="../media/image78.png"/><Relationship Id="rId132" Type="http://schemas.openxmlformats.org/officeDocument/2006/relationships/customXml" Target="../ink/ink66.xml"/><Relationship Id="rId153" Type="http://schemas.openxmlformats.org/officeDocument/2006/relationships/image" Target="../media/image99.png"/><Relationship Id="rId174" Type="http://schemas.openxmlformats.org/officeDocument/2006/relationships/customXml" Target="../ink/ink87.xml"/><Relationship Id="rId195" Type="http://schemas.openxmlformats.org/officeDocument/2006/relationships/image" Target="../media/image120.png"/><Relationship Id="rId209" Type="http://schemas.openxmlformats.org/officeDocument/2006/relationships/image" Target="../media/image127.png"/><Relationship Id="rId220" Type="http://schemas.openxmlformats.org/officeDocument/2006/relationships/customXml" Target="../ink/ink110.xml"/><Relationship Id="rId241" Type="http://schemas.openxmlformats.org/officeDocument/2006/relationships/image" Target="../media/image143.png"/><Relationship Id="rId15" Type="http://schemas.openxmlformats.org/officeDocument/2006/relationships/image" Target="../media/image30.png"/><Relationship Id="rId36" Type="http://schemas.openxmlformats.org/officeDocument/2006/relationships/customXml" Target="../ink/ink18.xml"/><Relationship Id="rId57" Type="http://schemas.openxmlformats.org/officeDocument/2006/relationships/image" Target="../media/image51.png"/><Relationship Id="rId78" Type="http://schemas.openxmlformats.org/officeDocument/2006/relationships/customXml" Target="../ink/ink39.xml"/><Relationship Id="rId99" Type="http://schemas.openxmlformats.org/officeDocument/2006/relationships/image" Target="../media/image72.png"/><Relationship Id="rId101" Type="http://schemas.openxmlformats.org/officeDocument/2006/relationships/image" Target="../media/image73.png"/><Relationship Id="rId122" Type="http://schemas.openxmlformats.org/officeDocument/2006/relationships/customXml" Target="../ink/ink61.xml"/><Relationship Id="rId143" Type="http://schemas.openxmlformats.org/officeDocument/2006/relationships/image" Target="../media/image94.png"/><Relationship Id="rId164" Type="http://schemas.openxmlformats.org/officeDocument/2006/relationships/customXml" Target="../ink/ink82.xml"/><Relationship Id="rId185" Type="http://schemas.openxmlformats.org/officeDocument/2006/relationships/image" Target="../media/image115.png"/><Relationship Id="rId4" Type="http://schemas.openxmlformats.org/officeDocument/2006/relationships/customXml" Target="../ink/ink2.xml"/><Relationship Id="rId9" Type="http://schemas.openxmlformats.org/officeDocument/2006/relationships/image" Target="../media/image27.png"/><Relationship Id="rId180" Type="http://schemas.openxmlformats.org/officeDocument/2006/relationships/customXml" Target="../ink/ink90.xml"/><Relationship Id="rId210" Type="http://schemas.openxmlformats.org/officeDocument/2006/relationships/customXml" Target="../ink/ink105.xml"/><Relationship Id="rId215" Type="http://schemas.openxmlformats.org/officeDocument/2006/relationships/image" Target="../media/image130.png"/><Relationship Id="rId236" Type="http://schemas.openxmlformats.org/officeDocument/2006/relationships/customXml" Target="../ink/ink118.xml"/><Relationship Id="rId26" Type="http://schemas.openxmlformats.org/officeDocument/2006/relationships/customXml" Target="../ink/ink13.xml"/><Relationship Id="rId231" Type="http://schemas.openxmlformats.org/officeDocument/2006/relationships/image" Target="../media/image138.png"/><Relationship Id="rId47" Type="http://schemas.openxmlformats.org/officeDocument/2006/relationships/image" Target="../media/image46.png"/><Relationship Id="rId68" Type="http://schemas.openxmlformats.org/officeDocument/2006/relationships/customXml" Target="../ink/ink34.xml"/><Relationship Id="rId89" Type="http://schemas.openxmlformats.org/officeDocument/2006/relationships/image" Target="../media/image67.png"/><Relationship Id="rId112" Type="http://schemas.openxmlformats.org/officeDocument/2006/relationships/customXml" Target="../ink/ink56.xml"/><Relationship Id="rId133" Type="http://schemas.openxmlformats.org/officeDocument/2006/relationships/image" Target="../media/image89.png"/><Relationship Id="rId154" Type="http://schemas.openxmlformats.org/officeDocument/2006/relationships/customXml" Target="../ink/ink77.xml"/><Relationship Id="rId175" Type="http://schemas.openxmlformats.org/officeDocument/2006/relationships/image" Target="../media/image110.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33.png"/><Relationship Id="rId242" Type="http://schemas.openxmlformats.org/officeDocument/2006/relationships/customXml" Target="../ink/ink121.xml"/><Relationship Id="rId37" Type="http://schemas.openxmlformats.org/officeDocument/2006/relationships/image" Target="../media/image41.png"/><Relationship Id="rId58" Type="http://schemas.openxmlformats.org/officeDocument/2006/relationships/customXml" Target="../ink/ink29.xml"/><Relationship Id="rId79" Type="http://schemas.openxmlformats.org/officeDocument/2006/relationships/image" Target="../media/image62.png"/><Relationship Id="rId102" Type="http://schemas.openxmlformats.org/officeDocument/2006/relationships/customXml" Target="../ink/ink51.xml"/><Relationship Id="rId123" Type="http://schemas.openxmlformats.org/officeDocument/2006/relationships/image" Target="../media/image8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105.png"/><Relationship Id="rId186" Type="http://schemas.openxmlformats.org/officeDocument/2006/relationships/customXml" Target="../ink/ink93.xml"/><Relationship Id="rId211" Type="http://schemas.openxmlformats.org/officeDocument/2006/relationships/image" Target="../media/image128.png"/><Relationship Id="rId232" Type="http://schemas.openxmlformats.org/officeDocument/2006/relationships/customXml" Target="../ink/ink116.xml"/><Relationship Id="rId27" Type="http://schemas.openxmlformats.org/officeDocument/2006/relationships/image" Target="../media/image36.png"/><Relationship Id="rId48" Type="http://schemas.openxmlformats.org/officeDocument/2006/relationships/customXml" Target="../ink/ink24.xml"/><Relationship Id="rId69" Type="http://schemas.openxmlformats.org/officeDocument/2006/relationships/image" Target="../media/image57.png"/><Relationship Id="rId113" Type="http://schemas.openxmlformats.org/officeDocument/2006/relationships/image" Target="../media/image79.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100.png"/><Relationship Id="rId176" Type="http://schemas.openxmlformats.org/officeDocument/2006/relationships/customXml" Target="../ink/ink88.xml"/><Relationship Id="rId197" Type="http://schemas.openxmlformats.org/officeDocument/2006/relationships/image" Target="../media/image121.png"/><Relationship Id="rId201" Type="http://schemas.openxmlformats.org/officeDocument/2006/relationships/image" Target="../media/image123.png"/><Relationship Id="rId222" Type="http://schemas.openxmlformats.org/officeDocument/2006/relationships/customXml" Target="../ink/ink111.xml"/><Relationship Id="rId243" Type="http://schemas.openxmlformats.org/officeDocument/2006/relationships/image" Target="../media/image144.png"/><Relationship Id="rId17" Type="http://schemas.openxmlformats.org/officeDocument/2006/relationships/image" Target="../media/image31.png"/><Relationship Id="rId38" Type="http://schemas.openxmlformats.org/officeDocument/2006/relationships/customXml" Target="../ink/ink19.xml"/><Relationship Id="rId59" Type="http://schemas.openxmlformats.org/officeDocument/2006/relationships/image" Target="../media/image52.png"/><Relationship Id="rId103" Type="http://schemas.openxmlformats.org/officeDocument/2006/relationships/image" Target="../media/image74.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68.png"/><Relationship Id="rId145" Type="http://schemas.openxmlformats.org/officeDocument/2006/relationships/image" Target="../media/image95.png"/><Relationship Id="rId166" Type="http://schemas.openxmlformats.org/officeDocument/2006/relationships/customXml" Target="../ink/ink83.xml"/><Relationship Id="rId187" Type="http://schemas.openxmlformats.org/officeDocument/2006/relationships/image" Target="../media/image116.png"/><Relationship Id="rId1" Type="http://schemas.openxmlformats.org/officeDocument/2006/relationships/slideLayout" Target="../slideLayouts/slideLayout42.xml"/><Relationship Id="rId212" Type="http://schemas.openxmlformats.org/officeDocument/2006/relationships/customXml" Target="../ink/ink106.xml"/><Relationship Id="rId233" Type="http://schemas.openxmlformats.org/officeDocument/2006/relationships/image" Target="../media/image139.png"/><Relationship Id="rId28" Type="http://schemas.openxmlformats.org/officeDocument/2006/relationships/customXml" Target="../ink/ink14.xml"/><Relationship Id="rId49" Type="http://schemas.openxmlformats.org/officeDocument/2006/relationships/image" Target="../media/image47.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63.png"/><Relationship Id="rId135" Type="http://schemas.openxmlformats.org/officeDocument/2006/relationships/image" Target="../media/image90.png"/><Relationship Id="rId156" Type="http://schemas.openxmlformats.org/officeDocument/2006/relationships/customXml" Target="../ink/ink78.xml"/><Relationship Id="rId177" Type="http://schemas.openxmlformats.org/officeDocument/2006/relationships/image" Target="../media/image111.png"/><Relationship Id="rId198" Type="http://schemas.openxmlformats.org/officeDocument/2006/relationships/customXml" Target="../ink/ink99.xml"/><Relationship Id="rId202" Type="http://schemas.openxmlformats.org/officeDocument/2006/relationships/customXml" Target="../ink/ink101.xml"/><Relationship Id="rId223" Type="http://schemas.openxmlformats.org/officeDocument/2006/relationships/image" Target="../media/image134.png"/><Relationship Id="rId244" Type="http://schemas.openxmlformats.org/officeDocument/2006/relationships/customXml" Target="../ink/ink122.xml"/><Relationship Id="rId18" Type="http://schemas.openxmlformats.org/officeDocument/2006/relationships/customXml" Target="../ink/ink9.xml"/><Relationship Id="rId39" Type="http://schemas.openxmlformats.org/officeDocument/2006/relationships/image" Target="../media/image42.png"/><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85.png"/><Relationship Id="rId146" Type="http://schemas.openxmlformats.org/officeDocument/2006/relationships/customXml" Target="../ink/ink73.xml"/><Relationship Id="rId167" Type="http://schemas.openxmlformats.org/officeDocument/2006/relationships/image" Target="../media/image106.png"/><Relationship Id="rId188" Type="http://schemas.openxmlformats.org/officeDocument/2006/relationships/customXml" Target="../ink/ink94.xml"/><Relationship Id="rId71" Type="http://schemas.openxmlformats.org/officeDocument/2006/relationships/image" Target="../media/image58.png"/><Relationship Id="rId92" Type="http://schemas.openxmlformats.org/officeDocument/2006/relationships/customXml" Target="../ink/ink46.xml"/><Relationship Id="rId213" Type="http://schemas.openxmlformats.org/officeDocument/2006/relationships/image" Target="../media/image129.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37.png"/><Relationship Id="rId40" Type="http://schemas.openxmlformats.org/officeDocument/2006/relationships/customXml" Target="../ink/ink20.xml"/><Relationship Id="rId115" Type="http://schemas.openxmlformats.org/officeDocument/2006/relationships/image" Target="../media/image80.png"/><Relationship Id="rId136" Type="http://schemas.openxmlformats.org/officeDocument/2006/relationships/customXml" Target="../ink/ink68.xml"/><Relationship Id="rId157" Type="http://schemas.openxmlformats.org/officeDocument/2006/relationships/image" Target="../media/image101.png"/><Relationship Id="rId178" Type="http://schemas.openxmlformats.org/officeDocument/2006/relationships/customXml" Target="../ink/ink89.xml"/><Relationship Id="rId61" Type="http://schemas.openxmlformats.org/officeDocument/2006/relationships/image" Target="../media/image53.png"/><Relationship Id="rId82" Type="http://schemas.openxmlformats.org/officeDocument/2006/relationships/customXml" Target="../ink/ink41.xml"/><Relationship Id="rId199" Type="http://schemas.openxmlformats.org/officeDocument/2006/relationships/image" Target="../media/image122.png"/><Relationship Id="rId203" Type="http://schemas.openxmlformats.org/officeDocument/2006/relationships/image" Target="../media/image124.png"/><Relationship Id="rId19" Type="http://schemas.openxmlformats.org/officeDocument/2006/relationships/image" Target="../media/image32.png"/><Relationship Id="rId224" Type="http://schemas.openxmlformats.org/officeDocument/2006/relationships/customXml" Target="../ink/ink112.xml"/><Relationship Id="rId245" Type="http://schemas.openxmlformats.org/officeDocument/2006/relationships/image" Target="../media/image145.png"/><Relationship Id="rId30" Type="http://schemas.openxmlformats.org/officeDocument/2006/relationships/customXml" Target="../ink/ink15.xml"/><Relationship Id="rId105" Type="http://schemas.openxmlformats.org/officeDocument/2006/relationships/image" Target="../media/image75.png"/><Relationship Id="rId126" Type="http://schemas.openxmlformats.org/officeDocument/2006/relationships/customXml" Target="../ink/ink63.xml"/><Relationship Id="rId147" Type="http://schemas.openxmlformats.org/officeDocument/2006/relationships/image" Target="../media/image96.png"/><Relationship Id="rId168" Type="http://schemas.openxmlformats.org/officeDocument/2006/relationships/customXml" Target="../ink/ink84.xml"/><Relationship Id="rId51" Type="http://schemas.openxmlformats.org/officeDocument/2006/relationships/image" Target="../media/image48.png"/><Relationship Id="rId72" Type="http://schemas.openxmlformats.org/officeDocument/2006/relationships/customXml" Target="../ink/ink36.xml"/><Relationship Id="rId93" Type="http://schemas.openxmlformats.org/officeDocument/2006/relationships/image" Target="../media/image69.png"/><Relationship Id="rId189" Type="http://schemas.openxmlformats.org/officeDocument/2006/relationships/image" Target="../media/image117.png"/><Relationship Id="rId3" Type="http://schemas.openxmlformats.org/officeDocument/2006/relationships/image" Target="../media/image24.png"/><Relationship Id="rId214" Type="http://schemas.openxmlformats.org/officeDocument/2006/relationships/customXml" Target="../ink/ink107.xml"/><Relationship Id="rId235" Type="http://schemas.openxmlformats.org/officeDocument/2006/relationships/image" Target="../media/image140.png"/><Relationship Id="rId116" Type="http://schemas.openxmlformats.org/officeDocument/2006/relationships/customXml" Target="../ink/ink58.xml"/><Relationship Id="rId137" Type="http://schemas.openxmlformats.org/officeDocument/2006/relationships/image" Target="../media/image91.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43.png"/><Relationship Id="rId62" Type="http://schemas.openxmlformats.org/officeDocument/2006/relationships/customXml" Target="../ink/ink31.xml"/><Relationship Id="rId83" Type="http://schemas.openxmlformats.org/officeDocument/2006/relationships/image" Target="../media/image64.png"/><Relationship Id="rId179" Type="http://schemas.openxmlformats.org/officeDocument/2006/relationships/image" Target="../media/image112.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35.png"/><Relationship Id="rId246" Type="http://schemas.openxmlformats.org/officeDocument/2006/relationships/customXml" Target="../ink/ink123.xml"/><Relationship Id="rId106" Type="http://schemas.openxmlformats.org/officeDocument/2006/relationships/customXml" Target="../ink/ink53.xml"/><Relationship Id="rId127" Type="http://schemas.openxmlformats.org/officeDocument/2006/relationships/image" Target="../media/image86.png"/><Relationship Id="rId10" Type="http://schemas.openxmlformats.org/officeDocument/2006/relationships/customXml" Target="../ink/ink5.xml"/><Relationship Id="rId31" Type="http://schemas.openxmlformats.org/officeDocument/2006/relationships/image" Target="../media/image38.png"/><Relationship Id="rId52" Type="http://schemas.openxmlformats.org/officeDocument/2006/relationships/customXml" Target="../ink/ink26.xml"/><Relationship Id="rId73" Type="http://schemas.openxmlformats.org/officeDocument/2006/relationships/image" Target="../media/image59.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107.png"/></Relationships>
</file>

<file path=ppt/slides/_rels/slide2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4.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55.png"/><Relationship Id="rId4" Type="http://schemas.openxmlformats.org/officeDocument/2006/relationships/hyperlink" Target="http://www.dribbble.com/"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161.jpeg"/><Relationship Id="rId3" Type="http://schemas.openxmlformats.org/officeDocument/2006/relationships/image" Target="../media/image156.jpeg"/><Relationship Id="rId7" Type="http://schemas.openxmlformats.org/officeDocument/2006/relationships/image" Target="../media/image160.tiff"/><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159.tiff"/><Relationship Id="rId5" Type="http://schemas.openxmlformats.org/officeDocument/2006/relationships/image" Target="../media/image158.tiff"/><Relationship Id="rId4" Type="http://schemas.openxmlformats.org/officeDocument/2006/relationships/image" Target="../media/image157.tiff"/><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18</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18</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Add another UI inside app</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083770"/>
              <a:ext cx="2236930" cy="639170"/>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Working with Authorization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Serverless Fiori Apps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7F54-4532-E4E8-9F0B-6BA6890ABE1C}"/>
              </a:ext>
            </a:extLst>
          </p:cNvPr>
          <p:cNvSpPr>
            <a:spLocks noGrp="1"/>
          </p:cNvSpPr>
          <p:nvPr>
            <p:ph type="title"/>
          </p:nvPr>
        </p:nvSpPr>
        <p:spPr/>
        <p:txBody>
          <a:bodyPr/>
          <a:lstStyle/>
          <a:p>
            <a:r>
              <a:rPr lang="en-US" dirty="0"/>
              <a:t>Serverless Fiori App</a:t>
            </a:r>
          </a:p>
        </p:txBody>
      </p:sp>
      <p:pic>
        <p:nvPicPr>
          <p:cNvPr id="7170" name="Picture 2" descr="Deploy Serverless SAP Fiori Apps from the Kyma Runtime | SAP Blogs">
            <a:extLst>
              <a:ext uri="{FF2B5EF4-FFF2-40B4-BE49-F238E27FC236}">
                <a16:creationId xmlns:a16="http://schemas.microsoft.com/office/drawing/2014/main" id="{5DB90D4E-62D0-7285-B8BD-E5627D869EE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9155" y="1131394"/>
            <a:ext cx="9250189" cy="5406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935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A629-B27B-B77F-5242-BC5BC558C0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10471-2884-8CF4-FA16-EAFC9B4E9E69}"/>
              </a:ext>
            </a:extLst>
          </p:cNvPr>
          <p:cNvSpPr>
            <a:spLocks noGrp="1"/>
          </p:cNvSpPr>
          <p:nvPr>
            <p:ph type="title"/>
          </p:nvPr>
        </p:nvSpPr>
        <p:spPr>
          <a:xfrm>
            <a:off x="345105" y="0"/>
            <a:ext cx="9733444" cy="711081"/>
          </a:xfrm>
        </p:spPr>
        <p:txBody>
          <a:bodyPr/>
          <a:lstStyle/>
          <a:p>
            <a:r>
              <a:rPr lang="en-US" dirty="0"/>
              <a:t>Serverless Fiori Apps</a:t>
            </a:r>
          </a:p>
        </p:txBody>
      </p:sp>
      <p:sp>
        <p:nvSpPr>
          <p:cNvPr id="3" name="Text Placeholder 2">
            <a:extLst>
              <a:ext uri="{FF2B5EF4-FFF2-40B4-BE49-F238E27FC236}">
                <a16:creationId xmlns:a16="http://schemas.microsoft.com/office/drawing/2014/main" id="{8A840F89-164C-F0CD-C82C-E82333E318F0}"/>
              </a:ext>
            </a:extLst>
          </p:cNvPr>
          <p:cNvSpPr>
            <a:spLocks noGrp="1"/>
          </p:cNvSpPr>
          <p:nvPr>
            <p:ph type="body" sz="quarter" idx="10"/>
          </p:nvPr>
        </p:nvSpPr>
        <p:spPr/>
        <p:txBody>
          <a:bodyPr>
            <a:normAutofit/>
          </a:bodyPr>
          <a:lstStyle/>
          <a:p>
            <a:r>
              <a:rPr lang="en-US" sz="1400" dirty="0"/>
              <a:t>Hi Anubhav, when we have multiple </a:t>
            </a:r>
            <a:r>
              <a:rPr lang="en-US" sz="1400" dirty="0" err="1"/>
              <a:t>FIoRI</a:t>
            </a:r>
            <a:r>
              <a:rPr lang="en-US" sz="1400" dirty="0"/>
              <a:t> apps in the same </a:t>
            </a:r>
            <a:r>
              <a:rPr lang="en-US" sz="1400" dirty="0" err="1"/>
              <a:t>capm</a:t>
            </a:r>
            <a:r>
              <a:rPr lang="en-US" sz="1400" dirty="0"/>
              <a:t> service, </a:t>
            </a:r>
          </a:p>
          <a:p>
            <a:r>
              <a:rPr lang="en-US" sz="1400" dirty="0"/>
              <a:t>we have to create roles for all the </a:t>
            </a:r>
            <a:r>
              <a:rPr lang="en-US" sz="1400" dirty="0" err="1"/>
              <a:t>FIoRI</a:t>
            </a:r>
            <a:r>
              <a:rPr lang="en-US" sz="1400" dirty="0"/>
              <a:t> apps in the same </a:t>
            </a:r>
            <a:r>
              <a:rPr lang="en-US" sz="1400" dirty="0" err="1"/>
              <a:t>xs-security.json</a:t>
            </a:r>
            <a:r>
              <a:rPr lang="en-US" sz="1400" dirty="0"/>
              <a:t> and have to assign it to relevant app users right ? </a:t>
            </a:r>
          </a:p>
          <a:p>
            <a:r>
              <a:rPr lang="en-US" sz="1400" b="1" dirty="0"/>
              <a:t>Since these are independent apps, the security also needs to manage independently. Each app has its own </a:t>
            </a:r>
            <a:r>
              <a:rPr lang="en-US" sz="1400" b="1" dirty="0" err="1"/>
              <a:t>xs</a:t>
            </a:r>
            <a:r>
              <a:rPr lang="en-US" sz="1400" b="1" dirty="0"/>
              <a:t>-security file.</a:t>
            </a:r>
          </a:p>
          <a:p>
            <a:r>
              <a:rPr lang="en-US" sz="1400" dirty="0"/>
              <a:t>Also when we build multiple </a:t>
            </a:r>
            <a:r>
              <a:rPr lang="en-US" sz="1400" dirty="0" err="1"/>
              <a:t>fiori</a:t>
            </a:r>
            <a:r>
              <a:rPr lang="en-US" sz="1400" dirty="0"/>
              <a:t> apps, we will have multiple </a:t>
            </a:r>
            <a:r>
              <a:rPr lang="en-US" sz="1400" dirty="0" err="1"/>
              <a:t>ui</a:t>
            </a:r>
            <a:r>
              <a:rPr lang="en-US" sz="1400" dirty="0"/>
              <a:t> micro services for the same cap app right ?</a:t>
            </a:r>
          </a:p>
          <a:p>
            <a:r>
              <a:rPr lang="en-US" sz="1400" b="1" dirty="0"/>
              <a:t>No, CAP app has its own microservice. You have these loosely coupled Fiori apps which are indepent apps.</a:t>
            </a:r>
          </a:p>
          <a:p>
            <a:endParaRPr lang="en-US" sz="1800" dirty="0"/>
          </a:p>
          <a:p>
            <a:r>
              <a:rPr lang="en-US" sz="1800" dirty="0"/>
              <a:t>cds outbox messages pls show us how we can have different message displayed to the </a:t>
            </a:r>
            <a:r>
              <a:rPr lang="en-US" sz="1800" dirty="0" err="1"/>
              <a:t>user.I</a:t>
            </a:r>
            <a:r>
              <a:rPr lang="en-US" sz="1800" dirty="0"/>
              <a:t> checked in the </a:t>
            </a:r>
            <a:r>
              <a:rPr lang="en-US" sz="1800" dirty="0" err="1"/>
              <a:t>google,but</a:t>
            </a:r>
            <a:r>
              <a:rPr lang="en-US" sz="1800" dirty="0"/>
              <a:t> couldn't find example on it</a:t>
            </a:r>
          </a:p>
          <a:p>
            <a:r>
              <a:rPr lang="en-US" sz="1800" b="1" dirty="0"/>
              <a:t>Let me explore and come back </a:t>
            </a:r>
            <a:r>
              <a:rPr lang="en-US" sz="1800" b="1" dirty="0">
                <a:sym typeface="Wingdings" panose="05000000000000000000" pitchFamily="2" charset="2"/>
              </a:rPr>
              <a:t></a:t>
            </a:r>
            <a:endParaRPr lang="en-US" sz="1800" b="1" dirty="0"/>
          </a:p>
          <a:p>
            <a:endParaRPr lang="en-US" sz="1800" dirty="0"/>
          </a:p>
          <a:p>
            <a:r>
              <a:rPr lang="en-US" sz="1800" b="1" dirty="0"/>
              <a:t>one doubt regarding HDI </a:t>
            </a:r>
            <a:r>
              <a:rPr lang="en-US" sz="1800" b="1" dirty="0" err="1"/>
              <a:t>microservice.with</a:t>
            </a:r>
            <a:r>
              <a:rPr lang="en-US" sz="1800" b="1" dirty="0"/>
              <a:t> CICD and CTMS we are anyway deploying in Dev again and then release to QA. Can we avoid manual deployment first ( Mickey service ) .</a:t>
            </a:r>
          </a:p>
          <a:p>
            <a:r>
              <a:rPr lang="en-US" sz="1800" dirty="0"/>
              <a:t>Yes, you can but if you don’t do mickey, how you test whether your app after deployment will work with HANA or not?</a:t>
            </a:r>
          </a:p>
          <a:p>
            <a:endParaRPr lang="en-US" sz="1800" dirty="0"/>
          </a:p>
          <a:p>
            <a:r>
              <a:rPr lang="en-US" sz="1800" dirty="0"/>
              <a:t>Use CTMS to deploy in dev as well , test and then release to QA. is there any disadvantage if we do this way.</a:t>
            </a:r>
          </a:p>
          <a:p>
            <a:r>
              <a:rPr lang="en-US" sz="1800" b="1" dirty="0"/>
              <a:t>No</a:t>
            </a:r>
          </a:p>
        </p:txBody>
      </p:sp>
    </p:spTree>
    <p:extLst>
      <p:ext uri="{BB962C8B-B14F-4D97-AF65-F5344CB8AC3E}">
        <p14:creationId xmlns:p14="http://schemas.microsoft.com/office/powerpoint/2010/main" val="2548913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1412-93B0-FB18-627D-E63D59685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80814-4936-4285-A8F9-475F90717253}"/>
              </a:ext>
            </a:extLst>
          </p:cNvPr>
          <p:cNvSpPr>
            <a:spLocks noGrp="1"/>
          </p:cNvSpPr>
          <p:nvPr>
            <p:ph type="title"/>
          </p:nvPr>
        </p:nvSpPr>
        <p:spPr>
          <a:xfrm>
            <a:off x="345105" y="0"/>
            <a:ext cx="9733444" cy="711081"/>
          </a:xfrm>
        </p:spPr>
        <p:txBody>
          <a:bodyPr/>
          <a:lstStyle/>
          <a:p>
            <a:r>
              <a:rPr lang="en-US" dirty="0"/>
              <a:t>Fiori on Cloud Recipe ingredients </a:t>
            </a:r>
            <a:r>
              <a:rPr lang="en-US" dirty="0">
                <a:solidFill>
                  <a:srgbClr val="FF0000"/>
                </a:solidFill>
              </a:rPr>
              <a:t>3X3</a:t>
            </a:r>
          </a:p>
        </p:txBody>
      </p:sp>
      <p:sp>
        <p:nvSpPr>
          <p:cNvPr id="3" name="Text Placeholder 2">
            <a:extLst>
              <a:ext uri="{FF2B5EF4-FFF2-40B4-BE49-F238E27FC236}">
                <a16:creationId xmlns:a16="http://schemas.microsoft.com/office/drawing/2014/main" id="{4F04A336-9BEA-4F30-323B-B2E970D10BD7}"/>
              </a:ext>
            </a:extLst>
          </p:cNvPr>
          <p:cNvSpPr>
            <a:spLocks noGrp="1"/>
          </p:cNvSpPr>
          <p:nvPr>
            <p:ph type="body" sz="quarter" idx="10"/>
          </p:nvPr>
        </p:nvSpPr>
        <p:spPr/>
        <p:txBody>
          <a:bodyPr>
            <a:normAutofit/>
          </a:bodyPr>
          <a:lstStyle/>
          <a:p>
            <a:r>
              <a:rPr lang="en-US" sz="1800" b="1" dirty="0"/>
              <a:t>Modules</a:t>
            </a:r>
          </a:p>
          <a:p>
            <a:pPr marL="285750" indent="-285750">
              <a:buFontTx/>
              <a:buChar char="-"/>
            </a:pPr>
            <a:r>
              <a:rPr lang="en-US" sz="1800" dirty="0"/>
              <a:t>Our application (html5 module) – it is our actual Fiori app, when we build the </a:t>
            </a:r>
            <a:r>
              <a:rPr lang="en-US" sz="1800" dirty="0" err="1"/>
              <a:t>mta_archieve</a:t>
            </a:r>
            <a:r>
              <a:rPr lang="en-US" sz="1800" dirty="0"/>
              <a:t>, this will also package all the Fiori app content in a zip file.</a:t>
            </a:r>
          </a:p>
          <a:p>
            <a:pPr marL="285750" indent="-285750">
              <a:buFontTx/>
              <a:buChar char="-"/>
            </a:pPr>
            <a:r>
              <a:rPr lang="en-US" sz="1800" dirty="0"/>
              <a:t>HTML5 Content Deployer (app content)– this module will be used to take the zip file of our Fiori app and usage the html5-repo-host service and store our app in BTP HTML5 Repository.</a:t>
            </a:r>
          </a:p>
          <a:p>
            <a:pPr marL="285750" indent="-285750">
              <a:buFontTx/>
              <a:buChar char="-"/>
            </a:pPr>
            <a:r>
              <a:rPr lang="en-US" sz="1800" dirty="0"/>
              <a:t>Destination Content – The module will use the destination service and creates the destination for html5-repo-host service and auth (</a:t>
            </a:r>
            <a:r>
              <a:rPr lang="en-US" sz="1800" dirty="0" err="1"/>
              <a:t>xsuaa</a:t>
            </a:r>
            <a:r>
              <a:rPr lang="en-US" sz="1800" dirty="0"/>
              <a:t>) service which later will be used by managed app  router hence by build </a:t>
            </a:r>
            <a:r>
              <a:rPr lang="en-US" sz="1800" dirty="0" err="1"/>
              <a:t>workzone</a:t>
            </a:r>
            <a:r>
              <a:rPr lang="en-US" sz="1800" dirty="0"/>
              <a:t> and our app.</a:t>
            </a:r>
          </a:p>
          <a:p>
            <a:r>
              <a:rPr lang="en-US" sz="1800" b="1" dirty="0"/>
              <a:t>Resources</a:t>
            </a:r>
          </a:p>
          <a:p>
            <a:pPr marL="285750" indent="-285750">
              <a:buFontTx/>
              <a:buChar char="-"/>
            </a:pPr>
            <a:r>
              <a:rPr lang="en-US" sz="1800" dirty="0"/>
              <a:t>html5-repo-host service – this will be used by Build </a:t>
            </a:r>
            <a:r>
              <a:rPr lang="en-US" sz="1800" dirty="0" err="1"/>
              <a:t>workzone</a:t>
            </a:r>
            <a:r>
              <a:rPr lang="en-US" sz="1800" dirty="0"/>
              <a:t> and managed app router to </a:t>
            </a:r>
            <a:r>
              <a:rPr lang="en-US" sz="1800" b="1" dirty="0"/>
              <a:t>load</a:t>
            </a:r>
            <a:r>
              <a:rPr lang="en-US" sz="1800" dirty="0"/>
              <a:t> our Fiori app deployed in html5 repository @ Runtime when user tries to load our app.</a:t>
            </a:r>
          </a:p>
          <a:p>
            <a:pPr marL="285750" indent="-285750">
              <a:buFontTx/>
              <a:buChar char="-"/>
            </a:pPr>
            <a:r>
              <a:rPr lang="en-US" sz="1800" dirty="0"/>
              <a:t>Destination-service – this service will contain all the destinations inside and help app and managed app router to locate other services @ Runtime</a:t>
            </a:r>
          </a:p>
          <a:p>
            <a:pPr marL="285750" indent="-285750">
              <a:buFontTx/>
              <a:buChar char="-"/>
            </a:pPr>
            <a:r>
              <a:rPr lang="en-US" sz="1800" dirty="0"/>
              <a:t>Auth service (</a:t>
            </a:r>
            <a:r>
              <a:rPr lang="en-US" sz="1800" dirty="0" err="1"/>
              <a:t>xsuaa</a:t>
            </a:r>
            <a:r>
              <a:rPr lang="en-US" sz="1800" dirty="0"/>
              <a:t>) – so our app can call the XSUAA for JWT token for authentication.</a:t>
            </a:r>
          </a:p>
          <a:p>
            <a:pPr marL="285750" indent="-285750">
              <a:buFontTx/>
              <a:buChar char="-"/>
            </a:pPr>
            <a:endParaRPr lang="en-US" sz="1800" dirty="0"/>
          </a:p>
          <a:p>
            <a:r>
              <a:rPr lang="en-US" sz="1800" b="1" dirty="0"/>
              <a:t>Managed App Router (built-in in BTP)</a:t>
            </a:r>
            <a:r>
              <a:rPr lang="en-US" sz="1800" dirty="0"/>
              <a:t> – it is a built-in, FREE, app router provided by SAP in BTP. Which is responsible to communicate between all microservices of our Fiori UIs. It is used by build work zone (Fiori Launchpad). There is also a successor of managed app router called as Application frontend service.</a:t>
            </a:r>
          </a:p>
        </p:txBody>
      </p:sp>
    </p:spTree>
    <p:extLst>
      <p:ext uri="{BB962C8B-B14F-4D97-AF65-F5344CB8AC3E}">
        <p14:creationId xmlns:p14="http://schemas.microsoft.com/office/powerpoint/2010/main" val="85699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8D077-6F83-0965-5026-23BC05185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68963-D4DC-28FA-F233-F6AA01B99BDF}"/>
              </a:ext>
            </a:extLst>
          </p:cNvPr>
          <p:cNvSpPr>
            <a:spLocks noGrp="1"/>
          </p:cNvSpPr>
          <p:nvPr>
            <p:ph type="title"/>
          </p:nvPr>
        </p:nvSpPr>
        <p:spPr>
          <a:xfrm>
            <a:off x="345105" y="0"/>
            <a:ext cx="9733444" cy="711081"/>
          </a:xfrm>
        </p:spPr>
        <p:txBody>
          <a:bodyPr/>
          <a:lstStyle/>
          <a:p>
            <a:r>
              <a:rPr lang="en-US" dirty="0"/>
              <a:t>Persona</a:t>
            </a:r>
          </a:p>
        </p:txBody>
      </p:sp>
      <p:pic>
        <p:nvPicPr>
          <p:cNvPr id="2052" name="Picture 4" descr="Software engineer avatar Images - Free Download on Freepik">
            <a:extLst>
              <a:ext uri="{FF2B5EF4-FFF2-40B4-BE49-F238E27FC236}">
                <a16:creationId xmlns:a16="http://schemas.microsoft.com/office/drawing/2014/main" id="{453AADD2-EBDF-C003-5333-38152CAFD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9796" y="701363"/>
            <a:ext cx="1700809" cy="170080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Software developer avatar Vectors - Download Free High-Quality Vectors from  Freepik | Freepik">
            <a:extLst>
              <a:ext uri="{FF2B5EF4-FFF2-40B4-BE49-F238E27FC236}">
                <a16:creationId xmlns:a16="http://schemas.microsoft.com/office/drawing/2014/main" id="{B937F640-71E8-643D-3A3D-88FAD579E1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0076" y="836712"/>
            <a:ext cx="2088232" cy="13940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337E77D-89D3-9F9A-9BBC-8F7E474CEE0E}"/>
              </a:ext>
            </a:extLst>
          </p:cNvPr>
          <p:cNvSpPr txBox="1"/>
          <p:nvPr/>
        </p:nvSpPr>
        <p:spPr>
          <a:xfrm>
            <a:off x="345105" y="2276872"/>
            <a:ext cx="2724971" cy="338554"/>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Segoe UI"/>
                <a:ea typeface="+mn-ea"/>
                <a:cs typeface="+mn-cs"/>
              </a:rPr>
              <a:t>BTP Admin (Anubhav)</a:t>
            </a:r>
          </a:p>
        </p:txBody>
      </p:sp>
      <p:sp>
        <p:nvSpPr>
          <p:cNvPr id="8" name="TextBox 7">
            <a:extLst>
              <a:ext uri="{FF2B5EF4-FFF2-40B4-BE49-F238E27FC236}">
                <a16:creationId xmlns:a16="http://schemas.microsoft.com/office/drawing/2014/main" id="{15CD34E9-9734-7B92-C17E-A1056232C9AE}"/>
              </a:ext>
            </a:extLst>
          </p:cNvPr>
          <p:cNvSpPr txBox="1"/>
          <p:nvPr/>
        </p:nvSpPr>
        <p:spPr>
          <a:xfrm>
            <a:off x="3142084" y="2247365"/>
            <a:ext cx="2724971" cy="338554"/>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Segoe UI"/>
                <a:ea typeface="+mn-ea"/>
                <a:cs typeface="+mn-cs"/>
              </a:rPr>
              <a:t>BTP Developer (Rohan)</a:t>
            </a:r>
          </a:p>
        </p:txBody>
      </p:sp>
      <p:sp>
        <p:nvSpPr>
          <p:cNvPr id="9" name="TextBox 8">
            <a:extLst>
              <a:ext uri="{FF2B5EF4-FFF2-40B4-BE49-F238E27FC236}">
                <a16:creationId xmlns:a16="http://schemas.microsoft.com/office/drawing/2014/main" id="{4E8F9484-EE00-17D9-8A2C-2898F8AD44B6}"/>
              </a:ext>
            </a:extLst>
          </p:cNvPr>
          <p:cNvSpPr txBox="1"/>
          <p:nvPr/>
        </p:nvSpPr>
        <p:spPr>
          <a:xfrm>
            <a:off x="-23619" y="2550351"/>
            <a:ext cx="2952328" cy="3600986"/>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Subscribe to different services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Configure entitlements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Create Subscriptions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Create Roles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Manage Users in company</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Manages environment, spaces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Create destinations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Configure Landscape in CTMS</a:t>
            </a:r>
          </a:p>
          <a:p>
            <a:pPr marL="342900" marR="0" lvl="0" indent="-342900" algn="l" defTabSz="1218987" rtl="0" eaLnBrk="1" fontAlgn="auto" latinLnBrk="0" hangingPunct="1">
              <a:lnSpc>
                <a:spcPct val="100000"/>
              </a:lnSpc>
              <a:spcBef>
                <a:spcPts val="0"/>
              </a:spcBef>
              <a:spcAft>
                <a:spcPts val="0"/>
              </a:spcAft>
              <a:buClrTx/>
              <a:buSzTx/>
              <a:buFontTx/>
              <a:buAutoNum type="arabicPeriod"/>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Configure SAP BTP Cloud Identity service and Appoints </a:t>
            </a:r>
            <a:r>
              <a:rPr kumimoji="0" lang="en-IN" sz="1200" b="1" i="0" u="none" strike="noStrike" kern="1200" cap="none" spc="0" normalizeH="0" baseline="0" noProof="0" dirty="0" err="1">
                <a:ln>
                  <a:noFill/>
                </a:ln>
                <a:solidFill>
                  <a:prstClr val="black"/>
                </a:solidFill>
                <a:effectLst/>
                <a:uLnTx/>
                <a:uFillTx/>
                <a:latin typeface="Segoe UI"/>
                <a:ea typeface="+mn-ea"/>
                <a:cs typeface="+mn-cs"/>
              </a:rPr>
              <a:t>Subu</a:t>
            </a:r>
            <a:r>
              <a:rPr kumimoji="0" lang="en-IN" sz="1200" b="1" i="0" u="none" strike="noStrike" kern="1200" cap="none" spc="0" normalizeH="0" baseline="0" noProof="0" dirty="0">
                <a:ln>
                  <a:noFill/>
                </a:ln>
                <a:solidFill>
                  <a:prstClr val="black"/>
                </a:solidFill>
                <a:effectLst/>
                <a:uLnTx/>
                <a:uFillTx/>
                <a:latin typeface="Segoe UI"/>
                <a:ea typeface="+mn-ea"/>
                <a:cs typeface="+mn-cs"/>
              </a:rPr>
              <a:t> as Application Admin</a:t>
            </a:r>
          </a:p>
          <a:p>
            <a:pPr marL="342900" marR="0" lvl="0" indent="-342900" algn="l" defTabSz="1218987" rtl="0" eaLnBrk="1" fontAlgn="auto" latinLnBrk="0" hangingPunct="1">
              <a:lnSpc>
                <a:spcPct val="100000"/>
              </a:lnSpc>
              <a:spcBef>
                <a:spcPts val="0"/>
              </a:spcBef>
              <a:spcAft>
                <a:spcPts val="0"/>
              </a:spcAft>
              <a:buClrTx/>
              <a:buSzTx/>
              <a:buFontTx/>
              <a:buAutoNum type="arabicPeriod"/>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Create Trust Relation between Cloud Identity Service and BTP Sub Account </a:t>
            </a:r>
          </a:p>
          <a:p>
            <a:pPr marL="342900" marR="0" lvl="0" indent="-342900" algn="l" defTabSz="1218987" rtl="0" eaLnBrk="1" fontAlgn="auto" latinLnBrk="0" hangingPunct="1">
              <a:lnSpc>
                <a:spcPct val="100000"/>
              </a:lnSpc>
              <a:spcBef>
                <a:spcPts val="0"/>
              </a:spcBef>
              <a:spcAft>
                <a:spcPts val="0"/>
              </a:spcAft>
              <a:buClrTx/>
              <a:buSzTx/>
              <a:buFontTx/>
              <a:buAutoNum type="arabicPeriod"/>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Subscribe to SAP Build </a:t>
            </a:r>
            <a:r>
              <a:rPr kumimoji="0" lang="en-IN" sz="1200" b="1" i="0" u="none" strike="noStrike" kern="1200" cap="none" spc="0" normalizeH="0" baseline="0" noProof="0" dirty="0" err="1">
                <a:ln>
                  <a:noFill/>
                </a:ln>
                <a:solidFill>
                  <a:prstClr val="black"/>
                </a:solidFill>
                <a:effectLst/>
                <a:uLnTx/>
                <a:uFillTx/>
                <a:latin typeface="Segoe UI"/>
                <a:ea typeface="+mn-ea"/>
                <a:cs typeface="+mn-cs"/>
              </a:rPr>
              <a:t>Workzone</a:t>
            </a:r>
            <a:r>
              <a:rPr kumimoji="0" lang="en-IN" sz="1200" b="1" i="0" u="none" strike="noStrike" kern="1200" cap="none" spc="0" normalizeH="0" baseline="0" noProof="0" dirty="0">
                <a:ln>
                  <a:noFill/>
                </a:ln>
                <a:solidFill>
                  <a:prstClr val="black"/>
                </a:solidFill>
                <a:effectLst/>
                <a:uLnTx/>
                <a:uFillTx/>
                <a:latin typeface="Segoe UI"/>
                <a:ea typeface="+mn-ea"/>
                <a:cs typeface="+mn-cs"/>
              </a:rPr>
              <a:t> and give access to developer and also to App Admin</a:t>
            </a:r>
          </a:p>
          <a:p>
            <a:pPr marL="342900" marR="0" lvl="0" indent="-342900" algn="l" defTabSz="1218987" rtl="0" eaLnBrk="1" fontAlgn="auto" latinLnBrk="0" hangingPunct="1">
              <a:lnSpc>
                <a:spcPct val="100000"/>
              </a:lnSpc>
              <a:spcBef>
                <a:spcPts val="0"/>
              </a:spcBef>
              <a:spcAft>
                <a:spcPts val="0"/>
              </a:spcAft>
              <a:buClrTx/>
              <a:buSzTx/>
              <a:buFontTx/>
              <a:buAutoNum type="arabicPeriod"/>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Send email to </a:t>
            </a:r>
            <a:r>
              <a:rPr kumimoji="0" lang="en-IN" sz="1200" b="1" i="0" u="none" strike="noStrike" kern="1200" cap="none" spc="0" normalizeH="0" baseline="0" noProof="0" dirty="0" err="1">
                <a:ln>
                  <a:noFill/>
                </a:ln>
                <a:solidFill>
                  <a:prstClr val="black"/>
                </a:solidFill>
                <a:effectLst/>
                <a:uLnTx/>
                <a:uFillTx/>
                <a:latin typeface="Segoe UI"/>
                <a:ea typeface="+mn-ea"/>
                <a:cs typeface="+mn-cs"/>
              </a:rPr>
              <a:t>Subu</a:t>
            </a:r>
            <a:r>
              <a:rPr kumimoji="0" lang="en-IN" sz="1200" b="1" i="0" u="none" strike="noStrike" kern="1200" cap="none" spc="0" normalizeH="0" baseline="0" noProof="0" dirty="0">
                <a:ln>
                  <a:noFill/>
                </a:ln>
                <a:solidFill>
                  <a:prstClr val="black"/>
                </a:solidFill>
                <a:effectLst/>
                <a:uLnTx/>
                <a:uFillTx/>
                <a:latin typeface="Segoe UI"/>
                <a:ea typeface="+mn-ea"/>
                <a:cs typeface="+mn-cs"/>
              </a:rPr>
              <a:t> for build </a:t>
            </a:r>
            <a:r>
              <a:rPr kumimoji="0" lang="en-IN" sz="1200" b="1" i="0" u="none" strike="noStrike" kern="1200" cap="none" spc="0" normalizeH="0" baseline="0" noProof="0" dirty="0" err="1">
                <a:ln>
                  <a:noFill/>
                </a:ln>
                <a:solidFill>
                  <a:prstClr val="black"/>
                </a:solidFill>
                <a:effectLst/>
                <a:uLnTx/>
                <a:uFillTx/>
                <a:latin typeface="Segoe UI"/>
                <a:ea typeface="+mn-ea"/>
                <a:cs typeface="+mn-cs"/>
              </a:rPr>
              <a:t>workzone</a:t>
            </a:r>
            <a:endParaRPr kumimoji="0" lang="en-IN" sz="1200" b="1" i="0" u="none" strike="noStrike" kern="1200" cap="none" spc="0" normalizeH="0" baseline="0" noProof="0" dirty="0">
              <a:ln>
                <a:noFill/>
              </a:ln>
              <a:solidFill>
                <a:prstClr val="black"/>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8C1BFF91-1E83-2286-2768-E89B2B7D927B}"/>
              </a:ext>
            </a:extLst>
          </p:cNvPr>
          <p:cNvSpPr txBox="1"/>
          <p:nvPr/>
        </p:nvSpPr>
        <p:spPr>
          <a:xfrm>
            <a:off x="3070076" y="2550351"/>
            <a:ext cx="2952328" cy="3108543"/>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Use BAS tool </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Create Fiori on Cloud App</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Create CAPM app</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Deploy App</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Push code to git</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Configure Backing service</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Testing and deployment</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Manage Applications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Configure tiles for Build </a:t>
            </a:r>
            <a:r>
              <a:rPr kumimoji="0" lang="en-IN" sz="1400" b="0" i="0" u="none" strike="noStrike" kern="1200" cap="none" spc="0" normalizeH="0" baseline="0" noProof="0" dirty="0" err="1">
                <a:ln>
                  <a:noFill/>
                </a:ln>
                <a:solidFill>
                  <a:prstClr val="black"/>
                </a:solidFill>
                <a:effectLst/>
                <a:uLnTx/>
                <a:uFillTx/>
                <a:latin typeface="Segoe UI"/>
                <a:ea typeface="+mn-ea"/>
                <a:cs typeface="+mn-cs"/>
              </a:rPr>
              <a:t>Workzone</a:t>
            </a:r>
            <a:endParaRPr kumimoji="0" lang="en-IN" sz="14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1" i="0" u="none" strike="noStrike" kern="1200" cap="none" spc="0" normalizeH="0" baseline="0" noProof="0" dirty="0">
                <a:ln>
                  <a:noFill/>
                </a:ln>
                <a:solidFill>
                  <a:prstClr val="black"/>
                </a:solidFill>
                <a:effectLst/>
                <a:uLnTx/>
                <a:uFillTx/>
                <a:latin typeface="Segoe UI"/>
                <a:ea typeface="+mn-ea"/>
                <a:cs typeface="+mn-cs"/>
              </a:rPr>
              <a:t>Already created a Fiori on Cloud Application, Will deploy this app to BTP in HTML5 Repository</a:t>
            </a:r>
          </a:p>
        </p:txBody>
      </p:sp>
      <p:sp>
        <p:nvSpPr>
          <p:cNvPr id="11" name="TextBox 10">
            <a:extLst>
              <a:ext uri="{FF2B5EF4-FFF2-40B4-BE49-F238E27FC236}">
                <a16:creationId xmlns:a16="http://schemas.microsoft.com/office/drawing/2014/main" id="{818D1487-C1D3-EC83-557B-6DDA052DBEBE}"/>
              </a:ext>
            </a:extLst>
          </p:cNvPr>
          <p:cNvSpPr txBox="1"/>
          <p:nvPr/>
        </p:nvSpPr>
        <p:spPr>
          <a:xfrm>
            <a:off x="6235779" y="2276210"/>
            <a:ext cx="3098993" cy="338554"/>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Segoe UI"/>
                <a:ea typeface="+mn-ea"/>
                <a:cs typeface="+mn-cs"/>
              </a:rPr>
              <a:t>Application Admin (Subbu)</a:t>
            </a:r>
          </a:p>
        </p:txBody>
      </p:sp>
      <p:sp>
        <p:nvSpPr>
          <p:cNvPr id="12" name="TextBox 11">
            <a:extLst>
              <a:ext uri="{FF2B5EF4-FFF2-40B4-BE49-F238E27FC236}">
                <a16:creationId xmlns:a16="http://schemas.microsoft.com/office/drawing/2014/main" id="{8D1C3465-791E-4C8E-8A9A-B1D3801A01C5}"/>
              </a:ext>
            </a:extLst>
          </p:cNvPr>
          <p:cNvSpPr txBox="1"/>
          <p:nvPr/>
        </p:nvSpPr>
        <p:spPr>
          <a:xfrm>
            <a:off x="6163771" y="2579196"/>
            <a:ext cx="3096344" cy="3416320"/>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Admin for Business users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Create Application role</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Create Role Collections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Register business users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Reset their passwords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Configure Company SSO with BTP</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Grant Role Collections to business users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Give access to Build </a:t>
            </a:r>
            <a:r>
              <a:rPr kumimoji="0" lang="en-IN" sz="1200" b="0" i="0" u="none" strike="noStrike" kern="1200" cap="none" spc="0" normalizeH="0" baseline="0" noProof="0" dirty="0" err="1">
                <a:ln>
                  <a:noFill/>
                </a:ln>
                <a:solidFill>
                  <a:prstClr val="black"/>
                </a:solidFill>
                <a:effectLst/>
                <a:uLnTx/>
                <a:uFillTx/>
                <a:latin typeface="Segoe UI"/>
                <a:ea typeface="+mn-ea"/>
                <a:cs typeface="+mn-cs"/>
              </a:rPr>
              <a:t>workzone</a:t>
            </a:r>
            <a:r>
              <a:rPr kumimoji="0" lang="en-IN" sz="1200" b="0" i="0" u="none" strike="noStrike" kern="1200" cap="none" spc="0" normalizeH="0" baseline="0" noProof="0" dirty="0">
                <a:ln>
                  <a:noFill/>
                </a:ln>
                <a:solidFill>
                  <a:prstClr val="black"/>
                </a:solidFill>
                <a:effectLst/>
                <a:uLnTx/>
                <a:uFillTx/>
                <a:latin typeface="Segoe UI"/>
                <a:ea typeface="+mn-ea"/>
                <a:cs typeface="+mn-cs"/>
              </a:rPr>
              <a:t> app to business users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dirty="0">
                <a:ln>
                  <a:noFill/>
                </a:ln>
                <a:solidFill>
                  <a:prstClr val="black"/>
                </a:solidFill>
                <a:effectLst/>
                <a:uLnTx/>
                <a:uFillTx/>
                <a:latin typeface="Segoe UI"/>
                <a:ea typeface="+mn-ea"/>
                <a:cs typeface="+mn-cs"/>
              </a:rPr>
              <a:t>Grant Fiori App Access to business users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Receives email and access SAP Build Work zone</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Login to BWZ and configure a site</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rPr>
              <a:t>Fetch the apps deployed by deb to html5-repo</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dirty="0">
                <a:ln>
                  <a:noFill/>
                </a:ln>
                <a:solidFill>
                  <a:prstClr val="black"/>
                </a:solidFill>
                <a:effectLst/>
                <a:uLnTx/>
                <a:uFillTx/>
                <a:latin typeface="Segoe UI"/>
                <a:ea typeface="+mn-ea"/>
                <a:cs typeface="+mn-cs"/>
                <a:hlinkClick r:id="rId5" action="ppaction://hlinksldjump"/>
              </a:rPr>
              <a:t>Check slide</a:t>
            </a:r>
            <a:endParaRPr kumimoji="0" lang="en-IN" sz="1200" b="1" i="0" u="none" strike="noStrike" kern="1200" cap="none" spc="0" normalizeH="0" baseline="0" noProof="0" dirty="0">
              <a:ln>
                <a:noFill/>
              </a:ln>
              <a:solidFill>
                <a:prstClr val="black"/>
              </a:solidFill>
              <a:effectLst/>
              <a:uLnTx/>
              <a:uFillTx/>
              <a:latin typeface="Segoe UI"/>
              <a:ea typeface="+mn-ea"/>
              <a:cs typeface="+mn-cs"/>
            </a:endParaRPr>
          </a:p>
        </p:txBody>
      </p:sp>
      <p:pic>
        <p:nvPicPr>
          <p:cNvPr id="2060" name="Picture 12" descr="Old Man Avatar Vector Art, Icons, and Graphics for Free Download">
            <a:extLst>
              <a:ext uri="{FF2B5EF4-FFF2-40B4-BE49-F238E27FC236}">
                <a16:creationId xmlns:a16="http://schemas.microsoft.com/office/drawing/2014/main" id="{51621704-7E1F-3E04-2761-5EF9CDFE17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8534" y="675304"/>
            <a:ext cx="1656184" cy="165618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Multi Ethnic Avatar Collection: Over 552 Royalty-Free Licensable Stock  Illustrations &amp; Drawings | Shutterstock">
            <a:extLst>
              <a:ext uri="{FF2B5EF4-FFF2-40B4-BE49-F238E27FC236}">
                <a16:creationId xmlns:a16="http://schemas.microsoft.com/office/drawing/2014/main" id="{AB361495-BCB9-1FBA-BCD8-C7D7A220C6A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0177"/>
          <a:stretch>
            <a:fillRect/>
          </a:stretch>
        </p:blipFill>
        <p:spPr bwMode="auto">
          <a:xfrm>
            <a:off x="9334772" y="816296"/>
            <a:ext cx="2724325" cy="148306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386ECF8-1354-8545-3186-B054F91F593C}"/>
              </a:ext>
            </a:extLst>
          </p:cNvPr>
          <p:cNvSpPr txBox="1"/>
          <p:nvPr/>
        </p:nvSpPr>
        <p:spPr>
          <a:xfrm>
            <a:off x="9260115" y="2276210"/>
            <a:ext cx="3098993" cy="584775"/>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prstClr val="black"/>
                </a:solidFill>
                <a:effectLst/>
                <a:uLnTx/>
                <a:uFillTx/>
                <a:latin typeface="Segoe UI"/>
                <a:ea typeface="+mn-ea"/>
                <a:cs typeface="+mn-cs"/>
              </a:rPr>
              <a:t>Business users (Raj, Sonia, Rob, Sajeev, Bhagya)</a:t>
            </a:r>
          </a:p>
        </p:txBody>
      </p:sp>
      <p:sp>
        <p:nvSpPr>
          <p:cNvPr id="16" name="TextBox 15">
            <a:extLst>
              <a:ext uri="{FF2B5EF4-FFF2-40B4-BE49-F238E27FC236}">
                <a16:creationId xmlns:a16="http://schemas.microsoft.com/office/drawing/2014/main" id="{A9208EE4-0573-80A5-4732-3D12FEFFD811}"/>
              </a:ext>
            </a:extLst>
          </p:cNvPr>
          <p:cNvSpPr txBox="1"/>
          <p:nvPr/>
        </p:nvSpPr>
        <p:spPr>
          <a:xfrm>
            <a:off x="9188107" y="2979564"/>
            <a:ext cx="2952328" cy="1384995"/>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They are using actual apps in their respective departments</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Create Sales order</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Create purchase order</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Manage Service contract</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400" b="0" i="0" u="none" strike="noStrike" kern="1200" cap="none" spc="0" normalizeH="0" baseline="0" noProof="0" dirty="0">
                <a:ln>
                  <a:noFill/>
                </a:ln>
                <a:solidFill>
                  <a:prstClr val="black"/>
                </a:solidFill>
                <a:effectLst/>
                <a:uLnTx/>
                <a:uFillTx/>
                <a:latin typeface="Segoe UI"/>
                <a:ea typeface="+mn-ea"/>
                <a:cs typeface="+mn-cs"/>
              </a:rPr>
              <a:t>….</a:t>
            </a:r>
          </a:p>
        </p:txBody>
      </p:sp>
    </p:spTree>
    <p:extLst>
      <p:ext uri="{BB962C8B-B14F-4D97-AF65-F5344CB8AC3E}">
        <p14:creationId xmlns:p14="http://schemas.microsoft.com/office/powerpoint/2010/main" val="271326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6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0" end="0"/>
                                            </p:txEl>
                                          </p:spTgt>
                                        </p:tgtEl>
                                        <p:attrNameLst>
                                          <p:attrName>style.visibility</p:attrName>
                                        </p:attrNameLst>
                                      </p:cBhvr>
                                      <p:to>
                                        <p:strVal val="visible"/>
                                      </p:to>
                                    </p:set>
                                    <p:anim calcmode="lin" valueType="num">
                                      <p:cBhvr additive="base">
                                        <p:cTn id="31"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 calcmode="lin" valueType="num">
                                      <p:cBhvr additive="base">
                                        <p:cTn id="3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 calcmode="lin" valueType="num">
                                      <p:cBhvr additive="base">
                                        <p:cTn id="3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2" end="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xEl>
                                              <p:pRg st="3" end="3"/>
                                            </p:txEl>
                                          </p:spTgt>
                                        </p:tgtEl>
                                        <p:attrNameLst>
                                          <p:attrName>style.visibility</p:attrName>
                                        </p:attrNameLst>
                                      </p:cBhvr>
                                      <p:to>
                                        <p:strVal val="visible"/>
                                      </p:to>
                                    </p:set>
                                    <p:anim calcmode="lin" valueType="num">
                                      <p:cBhvr additive="base">
                                        <p:cTn id="4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xEl>
                                              <p:pRg st="4" end="4"/>
                                            </p:txEl>
                                          </p:spTgt>
                                        </p:tgtEl>
                                        <p:attrNameLst>
                                          <p:attrName>style.visibility</p:attrName>
                                        </p:attrNameLst>
                                      </p:cBhvr>
                                      <p:to>
                                        <p:strVal val="visible"/>
                                      </p:to>
                                    </p:set>
                                    <p:anim calcmode="lin" valueType="num">
                                      <p:cBhvr additive="base">
                                        <p:cTn id="4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9">
                                            <p:txEl>
                                              <p:pRg st="5" end="5"/>
                                            </p:txEl>
                                          </p:spTgt>
                                        </p:tgtEl>
                                        <p:attrNameLst>
                                          <p:attrName>style.visibility</p:attrName>
                                        </p:attrNameLst>
                                      </p:cBhvr>
                                      <p:to>
                                        <p:strVal val="visible"/>
                                      </p:to>
                                    </p:set>
                                    <p:anim calcmode="lin" valueType="num">
                                      <p:cBhvr additive="base">
                                        <p:cTn id="5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5" end="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
                                            <p:txEl>
                                              <p:pRg st="6" end="6"/>
                                            </p:txEl>
                                          </p:spTgt>
                                        </p:tgtEl>
                                        <p:attrNameLst>
                                          <p:attrName>style.visibility</p:attrName>
                                        </p:attrNameLst>
                                      </p:cBhvr>
                                      <p:to>
                                        <p:strVal val="visible"/>
                                      </p:to>
                                    </p:set>
                                    <p:anim calcmode="lin" valueType="num">
                                      <p:cBhvr additive="base">
                                        <p:cTn id="5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6" end="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9">
                                            <p:txEl>
                                              <p:pRg st="7" end="7"/>
                                            </p:txEl>
                                          </p:spTgt>
                                        </p:tgtEl>
                                        <p:attrNameLst>
                                          <p:attrName>style.visibility</p:attrName>
                                        </p:attrNameLst>
                                      </p:cBhvr>
                                      <p:to>
                                        <p:strVal val="visible"/>
                                      </p:to>
                                    </p:set>
                                    <p:anim calcmode="lin" valueType="num">
                                      <p:cBhvr additive="base">
                                        <p:cTn id="59"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0">
                                            <p:txEl>
                                              <p:pRg st="0" end="0"/>
                                            </p:txEl>
                                          </p:spTgt>
                                        </p:tgtEl>
                                        <p:attrNameLst>
                                          <p:attrName>style.visibility</p:attrName>
                                        </p:attrNameLst>
                                      </p:cBhvr>
                                      <p:to>
                                        <p:strVal val="visible"/>
                                      </p:to>
                                    </p:set>
                                    <p:anim calcmode="lin" valueType="num">
                                      <p:cBhvr additive="base">
                                        <p:cTn id="65"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0">
                                            <p:txEl>
                                              <p:pRg st="1" end="1"/>
                                            </p:txEl>
                                          </p:spTgt>
                                        </p:tgtEl>
                                        <p:attrNameLst>
                                          <p:attrName>style.visibility</p:attrName>
                                        </p:attrNameLst>
                                      </p:cBhvr>
                                      <p:to>
                                        <p:strVal val="visible"/>
                                      </p:to>
                                    </p:set>
                                    <p:anim calcmode="lin" valueType="num">
                                      <p:cBhvr additive="base">
                                        <p:cTn id="69"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0">
                                            <p:txEl>
                                              <p:pRg st="2" end="2"/>
                                            </p:txEl>
                                          </p:spTgt>
                                        </p:tgtEl>
                                        <p:attrNameLst>
                                          <p:attrName>style.visibility</p:attrName>
                                        </p:attrNameLst>
                                      </p:cBhvr>
                                      <p:to>
                                        <p:strVal val="visible"/>
                                      </p:to>
                                    </p:set>
                                    <p:anim calcmode="lin" valueType="num">
                                      <p:cBhvr additive="base">
                                        <p:cTn id="7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0">
                                            <p:txEl>
                                              <p:pRg st="3" end="3"/>
                                            </p:txEl>
                                          </p:spTgt>
                                        </p:tgtEl>
                                        <p:attrNameLst>
                                          <p:attrName>style.visibility</p:attrName>
                                        </p:attrNameLst>
                                      </p:cBhvr>
                                      <p:to>
                                        <p:strVal val="visible"/>
                                      </p:to>
                                    </p:set>
                                    <p:anim calcmode="lin" valueType="num">
                                      <p:cBhvr additive="base">
                                        <p:cTn id="77"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0">
                                            <p:txEl>
                                              <p:pRg st="4" end="4"/>
                                            </p:txEl>
                                          </p:spTgt>
                                        </p:tgtEl>
                                        <p:attrNameLst>
                                          <p:attrName>style.visibility</p:attrName>
                                        </p:attrNameLst>
                                      </p:cBhvr>
                                      <p:to>
                                        <p:strVal val="visible"/>
                                      </p:to>
                                    </p:set>
                                    <p:anim calcmode="lin" valueType="num">
                                      <p:cBhvr additive="base">
                                        <p:cTn id="8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0">
                                            <p:txEl>
                                              <p:pRg st="5" end="5"/>
                                            </p:txEl>
                                          </p:spTgt>
                                        </p:tgtEl>
                                        <p:attrNameLst>
                                          <p:attrName>style.visibility</p:attrName>
                                        </p:attrNameLst>
                                      </p:cBhvr>
                                      <p:to>
                                        <p:strVal val="visible"/>
                                      </p:to>
                                    </p:set>
                                    <p:anim calcmode="lin" valueType="num">
                                      <p:cBhvr additive="base">
                                        <p:cTn id="85"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0">
                                            <p:txEl>
                                              <p:pRg st="6" end="6"/>
                                            </p:txEl>
                                          </p:spTgt>
                                        </p:tgtEl>
                                        <p:attrNameLst>
                                          <p:attrName>style.visibility</p:attrName>
                                        </p:attrNameLst>
                                      </p:cBhvr>
                                      <p:to>
                                        <p:strVal val="visible"/>
                                      </p:to>
                                    </p:set>
                                    <p:anim calcmode="lin" valueType="num">
                                      <p:cBhvr additive="base">
                                        <p:cTn id="89"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0">
                                            <p:txEl>
                                              <p:pRg st="7" end="7"/>
                                            </p:txEl>
                                          </p:spTgt>
                                        </p:tgtEl>
                                        <p:attrNameLst>
                                          <p:attrName>style.visibility</p:attrName>
                                        </p:attrNameLst>
                                      </p:cBhvr>
                                      <p:to>
                                        <p:strVal val="visible"/>
                                      </p:to>
                                    </p:set>
                                    <p:anim calcmode="lin" valueType="num">
                                      <p:cBhvr additive="base">
                                        <p:cTn id="93"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0">
                                            <p:txEl>
                                              <p:pRg st="8" end="8"/>
                                            </p:txEl>
                                          </p:spTgt>
                                        </p:tgtEl>
                                        <p:attrNameLst>
                                          <p:attrName>style.visibility</p:attrName>
                                        </p:attrNameLst>
                                      </p:cBhvr>
                                      <p:to>
                                        <p:strVal val="visible"/>
                                      </p:to>
                                    </p:set>
                                    <p:anim calcmode="lin" valueType="num">
                                      <p:cBhvr additive="base">
                                        <p:cTn id="97"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2">
                                            <p:txEl>
                                              <p:pRg st="0" end="0"/>
                                            </p:txEl>
                                          </p:spTgt>
                                        </p:tgtEl>
                                        <p:attrNameLst>
                                          <p:attrName>style.visibility</p:attrName>
                                        </p:attrNameLst>
                                      </p:cBhvr>
                                      <p:to>
                                        <p:strVal val="visible"/>
                                      </p:to>
                                    </p:set>
                                    <p:anim calcmode="lin" valueType="num">
                                      <p:cBhvr additive="base">
                                        <p:cTn id="103"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12">
                                            <p:txEl>
                                              <p:pRg st="1" end="1"/>
                                            </p:txEl>
                                          </p:spTgt>
                                        </p:tgtEl>
                                        <p:attrNameLst>
                                          <p:attrName>style.visibility</p:attrName>
                                        </p:attrNameLst>
                                      </p:cBhvr>
                                      <p:to>
                                        <p:strVal val="visible"/>
                                      </p:to>
                                    </p:set>
                                    <p:anim calcmode="lin" valueType="num">
                                      <p:cBhvr additive="base">
                                        <p:cTn id="107"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12">
                                            <p:txEl>
                                              <p:pRg st="2" end="2"/>
                                            </p:txEl>
                                          </p:spTgt>
                                        </p:tgtEl>
                                        <p:attrNameLst>
                                          <p:attrName>style.visibility</p:attrName>
                                        </p:attrNameLst>
                                      </p:cBhvr>
                                      <p:to>
                                        <p:strVal val="visible"/>
                                      </p:to>
                                    </p:set>
                                    <p:anim calcmode="lin" valueType="num">
                                      <p:cBhvr additive="base">
                                        <p:cTn id="1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12">
                                            <p:txEl>
                                              <p:pRg st="3" end="3"/>
                                            </p:txEl>
                                          </p:spTgt>
                                        </p:tgtEl>
                                        <p:attrNameLst>
                                          <p:attrName>style.visibility</p:attrName>
                                        </p:attrNameLst>
                                      </p:cBhvr>
                                      <p:to>
                                        <p:strVal val="visible"/>
                                      </p:to>
                                    </p:set>
                                    <p:anim calcmode="lin" valueType="num">
                                      <p:cBhvr additive="base">
                                        <p:cTn id="115"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2">
                                            <p:txEl>
                                              <p:pRg st="3" end="3"/>
                                            </p:txEl>
                                          </p:spTgt>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12">
                                            <p:txEl>
                                              <p:pRg st="4" end="4"/>
                                            </p:txEl>
                                          </p:spTgt>
                                        </p:tgtEl>
                                        <p:attrNameLst>
                                          <p:attrName>style.visibility</p:attrName>
                                        </p:attrNameLst>
                                      </p:cBhvr>
                                      <p:to>
                                        <p:strVal val="visible"/>
                                      </p:to>
                                    </p:set>
                                    <p:anim calcmode="lin" valueType="num">
                                      <p:cBhvr additive="base">
                                        <p:cTn id="1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12">
                                            <p:txEl>
                                              <p:pRg st="5" end="5"/>
                                            </p:txEl>
                                          </p:spTgt>
                                        </p:tgtEl>
                                        <p:attrNameLst>
                                          <p:attrName>style.visibility</p:attrName>
                                        </p:attrNameLst>
                                      </p:cBhvr>
                                      <p:to>
                                        <p:strVal val="visible"/>
                                      </p:to>
                                    </p:set>
                                    <p:anim calcmode="lin" valueType="num">
                                      <p:cBhvr additive="base">
                                        <p:cTn id="123"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124" dur="500" fill="hold"/>
                                        <p:tgtEl>
                                          <p:spTgt spid="12">
                                            <p:txEl>
                                              <p:pRg st="5" end="5"/>
                                            </p:txEl>
                                          </p:spTgt>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12">
                                            <p:txEl>
                                              <p:pRg st="6" end="6"/>
                                            </p:txEl>
                                          </p:spTgt>
                                        </p:tgtEl>
                                        <p:attrNameLst>
                                          <p:attrName>style.visibility</p:attrName>
                                        </p:attrNameLst>
                                      </p:cBhvr>
                                      <p:to>
                                        <p:strVal val="visible"/>
                                      </p:to>
                                    </p:set>
                                    <p:anim calcmode="lin" valueType="num">
                                      <p:cBhvr additive="base">
                                        <p:cTn id="127"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12">
                                            <p:txEl>
                                              <p:pRg st="6" end="6"/>
                                            </p:txEl>
                                          </p:spTgt>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12">
                                            <p:txEl>
                                              <p:pRg st="7" end="7"/>
                                            </p:txEl>
                                          </p:spTgt>
                                        </p:tgtEl>
                                        <p:attrNameLst>
                                          <p:attrName>style.visibility</p:attrName>
                                        </p:attrNameLst>
                                      </p:cBhvr>
                                      <p:to>
                                        <p:strVal val="visible"/>
                                      </p:to>
                                    </p:set>
                                    <p:anim calcmode="lin" valueType="num">
                                      <p:cBhvr additive="base">
                                        <p:cTn id="131"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12">
                                            <p:txEl>
                                              <p:pRg st="7" end="7"/>
                                            </p:txEl>
                                          </p:spTgt>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12">
                                            <p:txEl>
                                              <p:pRg st="8" end="8"/>
                                            </p:txEl>
                                          </p:spTgt>
                                        </p:tgtEl>
                                        <p:attrNameLst>
                                          <p:attrName>style.visibility</p:attrName>
                                        </p:attrNameLst>
                                      </p:cBhvr>
                                      <p:to>
                                        <p:strVal val="visible"/>
                                      </p:to>
                                    </p:set>
                                    <p:anim calcmode="lin" valueType="num">
                                      <p:cBhvr additive="base">
                                        <p:cTn id="135"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16">
                                            <p:txEl>
                                              <p:pRg st="0" end="0"/>
                                            </p:txEl>
                                          </p:spTgt>
                                        </p:tgtEl>
                                        <p:attrNameLst>
                                          <p:attrName>style.visibility</p:attrName>
                                        </p:attrNameLst>
                                      </p:cBhvr>
                                      <p:to>
                                        <p:strVal val="visible"/>
                                      </p:to>
                                    </p:set>
                                    <p:anim calcmode="lin" valueType="num">
                                      <p:cBhvr additive="base">
                                        <p:cTn id="141"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142"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143" presetID="2" presetClass="entr" presetSubtype="4" fill="hold" nodeType="withEffect">
                                  <p:stCondLst>
                                    <p:cond delay="0"/>
                                  </p:stCondLst>
                                  <p:childTnLst>
                                    <p:set>
                                      <p:cBhvr>
                                        <p:cTn id="144" dur="1" fill="hold">
                                          <p:stCondLst>
                                            <p:cond delay="0"/>
                                          </p:stCondLst>
                                        </p:cTn>
                                        <p:tgtEl>
                                          <p:spTgt spid="16">
                                            <p:txEl>
                                              <p:pRg st="1" end="1"/>
                                            </p:txEl>
                                          </p:spTgt>
                                        </p:tgtEl>
                                        <p:attrNameLst>
                                          <p:attrName>style.visibility</p:attrName>
                                        </p:attrNameLst>
                                      </p:cBhvr>
                                      <p:to>
                                        <p:strVal val="visible"/>
                                      </p:to>
                                    </p:set>
                                    <p:anim calcmode="lin" valueType="num">
                                      <p:cBhvr additive="base">
                                        <p:cTn id="145"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47" presetID="2" presetClass="entr" presetSubtype="4" fill="hold" nodeType="withEffect">
                                  <p:stCondLst>
                                    <p:cond delay="0"/>
                                  </p:stCondLst>
                                  <p:childTnLst>
                                    <p:set>
                                      <p:cBhvr>
                                        <p:cTn id="148" dur="1" fill="hold">
                                          <p:stCondLst>
                                            <p:cond delay="0"/>
                                          </p:stCondLst>
                                        </p:cTn>
                                        <p:tgtEl>
                                          <p:spTgt spid="16">
                                            <p:txEl>
                                              <p:pRg st="2" end="2"/>
                                            </p:txEl>
                                          </p:spTgt>
                                        </p:tgtEl>
                                        <p:attrNameLst>
                                          <p:attrName>style.visibility</p:attrName>
                                        </p:attrNameLst>
                                      </p:cBhvr>
                                      <p:to>
                                        <p:strVal val="visible"/>
                                      </p:to>
                                    </p:set>
                                    <p:anim calcmode="lin" valueType="num">
                                      <p:cBhvr additive="base">
                                        <p:cTn id="149"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50"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51" presetID="2" presetClass="entr" presetSubtype="4" fill="hold" nodeType="withEffect">
                                  <p:stCondLst>
                                    <p:cond delay="0"/>
                                  </p:stCondLst>
                                  <p:childTnLst>
                                    <p:set>
                                      <p:cBhvr>
                                        <p:cTn id="152" dur="1" fill="hold">
                                          <p:stCondLst>
                                            <p:cond delay="0"/>
                                          </p:stCondLst>
                                        </p:cTn>
                                        <p:tgtEl>
                                          <p:spTgt spid="16">
                                            <p:txEl>
                                              <p:pRg st="3" end="3"/>
                                            </p:txEl>
                                          </p:spTgt>
                                        </p:tgtEl>
                                        <p:attrNameLst>
                                          <p:attrName>style.visibility</p:attrName>
                                        </p:attrNameLst>
                                      </p:cBhvr>
                                      <p:to>
                                        <p:strVal val="visible"/>
                                      </p:to>
                                    </p:set>
                                    <p:anim calcmode="lin" valueType="num">
                                      <p:cBhvr additive="base">
                                        <p:cTn id="153"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54"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55" presetID="2" presetClass="entr" presetSubtype="4" fill="hold" nodeType="withEffect">
                                  <p:stCondLst>
                                    <p:cond delay="0"/>
                                  </p:stCondLst>
                                  <p:childTnLst>
                                    <p:set>
                                      <p:cBhvr>
                                        <p:cTn id="156" dur="1" fill="hold">
                                          <p:stCondLst>
                                            <p:cond delay="0"/>
                                          </p:stCondLst>
                                        </p:cTn>
                                        <p:tgtEl>
                                          <p:spTgt spid="16">
                                            <p:txEl>
                                              <p:pRg st="4" end="4"/>
                                            </p:txEl>
                                          </p:spTgt>
                                        </p:tgtEl>
                                        <p:attrNameLst>
                                          <p:attrName>style.visibility</p:attrName>
                                        </p:attrNameLst>
                                      </p:cBhvr>
                                      <p:to>
                                        <p:strVal val="visible"/>
                                      </p:to>
                                    </p:set>
                                    <p:anim calcmode="lin" valueType="num">
                                      <p:cBhvr additive="base">
                                        <p:cTn id="157"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42" presetClass="entr" presetSubtype="0" fill="hold" nodeType="clickEffect">
                                  <p:stCondLst>
                                    <p:cond delay="0"/>
                                  </p:stCondLst>
                                  <p:childTnLst>
                                    <p:set>
                                      <p:cBhvr>
                                        <p:cTn id="162" dur="1" fill="hold">
                                          <p:stCondLst>
                                            <p:cond delay="0"/>
                                          </p:stCondLst>
                                        </p:cTn>
                                        <p:tgtEl>
                                          <p:spTgt spid="9">
                                            <p:txEl>
                                              <p:pRg st="8" end="8"/>
                                            </p:txEl>
                                          </p:spTgt>
                                        </p:tgtEl>
                                        <p:attrNameLst>
                                          <p:attrName>style.visibility</p:attrName>
                                        </p:attrNameLst>
                                      </p:cBhvr>
                                      <p:to>
                                        <p:strVal val="visible"/>
                                      </p:to>
                                    </p:set>
                                    <p:animEffect transition="in" filter="fade">
                                      <p:cBhvr>
                                        <p:cTn id="163" dur="1000"/>
                                        <p:tgtEl>
                                          <p:spTgt spid="9">
                                            <p:txEl>
                                              <p:pRg st="8" end="8"/>
                                            </p:txEl>
                                          </p:spTgt>
                                        </p:tgtEl>
                                      </p:cBhvr>
                                    </p:animEffect>
                                    <p:anim calcmode="lin" valueType="num">
                                      <p:cBhvr>
                                        <p:cTn id="164" dur="1000" fill="hold"/>
                                        <p:tgtEl>
                                          <p:spTgt spid="9">
                                            <p:txEl>
                                              <p:pRg st="8" end="8"/>
                                            </p:txEl>
                                          </p:spTgt>
                                        </p:tgtEl>
                                        <p:attrNameLst>
                                          <p:attrName>ppt_x</p:attrName>
                                        </p:attrNameLst>
                                      </p:cBhvr>
                                      <p:tavLst>
                                        <p:tav tm="0">
                                          <p:val>
                                            <p:strVal val="#ppt_x"/>
                                          </p:val>
                                        </p:tav>
                                        <p:tav tm="100000">
                                          <p:val>
                                            <p:strVal val="#ppt_x"/>
                                          </p:val>
                                        </p:tav>
                                      </p:tavLst>
                                    </p:anim>
                                    <p:anim calcmode="lin" valueType="num">
                                      <p:cBhvr>
                                        <p:cTn id="165" dur="1000" fill="hold"/>
                                        <p:tgtEl>
                                          <p:spTgt spid="9">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nodeType="clickEffect">
                                  <p:stCondLst>
                                    <p:cond delay="0"/>
                                  </p:stCondLst>
                                  <p:childTnLst>
                                    <p:set>
                                      <p:cBhvr>
                                        <p:cTn id="169" dur="1" fill="hold">
                                          <p:stCondLst>
                                            <p:cond delay="0"/>
                                          </p:stCondLst>
                                        </p:cTn>
                                        <p:tgtEl>
                                          <p:spTgt spid="9">
                                            <p:txEl>
                                              <p:pRg st="9" end="9"/>
                                            </p:txEl>
                                          </p:spTgt>
                                        </p:tgtEl>
                                        <p:attrNameLst>
                                          <p:attrName>style.visibility</p:attrName>
                                        </p:attrNameLst>
                                      </p:cBhvr>
                                      <p:to>
                                        <p:strVal val="visible"/>
                                      </p:to>
                                    </p:set>
                                    <p:animEffect transition="in" filter="fade">
                                      <p:cBhvr>
                                        <p:cTn id="170" dur="1000"/>
                                        <p:tgtEl>
                                          <p:spTgt spid="9">
                                            <p:txEl>
                                              <p:pRg st="9" end="9"/>
                                            </p:txEl>
                                          </p:spTgt>
                                        </p:tgtEl>
                                      </p:cBhvr>
                                    </p:animEffect>
                                    <p:anim calcmode="lin" valueType="num">
                                      <p:cBhvr>
                                        <p:cTn id="171" dur="1000" fill="hold"/>
                                        <p:tgtEl>
                                          <p:spTgt spid="9">
                                            <p:txEl>
                                              <p:pRg st="9" end="9"/>
                                            </p:txEl>
                                          </p:spTgt>
                                        </p:tgtEl>
                                        <p:attrNameLst>
                                          <p:attrName>ppt_x</p:attrName>
                                        </p:attrNameLst>
                                      </p:cBhvr>
                                      <p:tavLst>
                                        <p:tav tm="0">
                                          <p:val>
                                            <p:strVal val="#ppt_x"/>
                                          </p:val>
                                        </p:tav>
                                        <p:tav tm="100000">
                                          <p:val>
                                            <p:strVal val="#ppt_x"/>
                                          </p:val>
                                        </p:tav>
                                      </p:tavLst>
                                    </p:anim>
                                    <p:anim calcmode="lin" valueType="num">
                                      <p:cBhvr>
                                        <p:cTn id="172" dur="1000" fill="hold"/>
                                        <p:tgtEl>
                                          <p:spTgt spid="9">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42" presetClass="entr" presetSubtype="0" fill="hold" nodeType="clickEffect">
                                  <p:stCondLst>
                                    <p:cond delay="0"/>
                                  </p:stCondLst>
                                  <p:childTnLst>
                                    <p:set>
                                      <p:cBhvr>
                                        <p:cTn id="176" dur="1" fill="hold">
                                          <p:stCondLst>
                                            <p:cond delay="0"/>
                                          </p:stCondLst>
                                        </p:cTn>
                                        <p:tgtEl>
                                          <p:spTgt spid="9">
                                            <p:txEl>
                                              <p:pRg st="10" end="10"/>
                                            </p:txEl>
                                          </p:spTgt>
                                        </p:tgtEl>
                                        <p:attrNameLst>
                                          <p:attrName>style.visibility</p:attrName>
                                        </p:attrNameLst>
                                      </p:cBhvr>
                                      <p:to>
                                        <p:strVal val="visible"/>
                                      </p:to>
                                    </p:set>
                                    <p:animEffect transition="in" filter="fade">
                                      <p:cBhvr>
                                        <p:cTn id="177" dur="1000"/>
                                        <p:tgtEl>
                                          <p:spTgt spid="9">
                                            <p:txEl>
                                              <p:pRg st="10" end="10"/>
                                            </p:txEl>
                                          </p:spTgt>
                                        </p:tgtEl>
                                      </p:cBhvr>
                                    </p:animEffect>
                                    <p:anim calcmode="lin" valueType="num">
                                      <p:cBhvr>
                                        <p:cTn id="178" dur="1000" fill="hold"/>
                                        <p:tgtEl>
                                          <p:spTgt spid="9">
                                            <p:txEl>
                                              <p:pRg st="10" end="10"/>
                                            </p:txEl>
                                          </p:spTgt>
                                        </p:tgtEl>
                                        <p:attrNameLst>
                                          <p:attrName>ppt_x</p:attrName>
                                        </p:attrNameLst>
                                      </p:cBhvr>
                                      <p:tavLst>
                                        <p:tav tm="0">
                                          <p:val>
                                            <p:strVal val="#ppt_x"/>
                                          </p:val>
                                        </p:tav>
                                        <p:tav tm="100000">
                                          <p:val>
                                            <p:strVal val="#ppt_x"/>
                                          </p:val>
                                        </p:tav>
                                      </p:tavLst>
                                    </p:anim>
                                    <p:anim calcmode="lin" valueType="num">
                                      <p:cBhvr>
                                        <p:cTn id="179" dur="1000" fill="hold"/>
                                        <p:tgtEl>
                                          <p:spTgt spid="9">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80" fill="hold">
                      <p:stCondLst>
                        <p:cond delay="indefinite"/>
                      </p:stCondLst>
                      <p:childTnLst>
                        <p:par>
                          <p:cTn id="181" fill="hold">
                            <p:stCondLst>
                              <p:cond delay="0"/>
                            </p:stCondLst>
                            <p:childTnLst>
                              <p:par>
                                <p:cTn id="182" presetID="42" presetClass="entr" presetSubtype="0" fill="hold" nodeType="clickEffect">
                                  <p:stCondLst>
                                    <p:cond delay="0"/>
                                  </p:stCondLst>
                                  <p:childTnLst>
                                    <p:set>
                                      <p:cBhvr>
                                        <p:cTn id="183" dur="1" fill="hold">
                                          <p:stCondLst>
                                            <p:cond delay="0"/>
                                          </p:stCondLst>
                                        </p:cTn>
                                        <p:tgtEl>
                                          <p:spTgt spid="9">
                                            <p:txEl>
                                              <p:pRg st="11" end="11"/>
                                            </p:txEl>
                                          </p:spTgt>
                                        </p:tgtEl>
                                        <p:attrNameLst>
                                          <p:attrName>style.visibility</p:attrName>
                                        </p:attrNameLst>
                                      </p:cBhvr>
                                      <p:to>
                                        <p:strVal val="visible"/>
                                      </p:to>
                                    </p:set>
                                    <p:animEffect transition="in" filter="fade">
                                      <p:cBhvr>
                                        <p:cTn id="184" dur="1000"/>
                                        <p:tgtEl>
                                          <p:spTgt spid="9">
                                            <p:txEl>
                                              <p:pRg st="11" end="11"/>
                                            </p:txEl>
                                          </p:spTgt>
                                        </p:tgtEl>
                                      </p:cBhvr>
                                    </p:animEffect>
                                    <p:anim calcmode="lin" valueType="num">
                                      <p:cBhvr>
                                        <p:cTn id="185" dur="1000" fill="hold"/>
                                        <p:tgtEl>
                                          <p:spTgt spid="9">
                                            <p:txEl>
                                              <p:pRg st="11" end="11"/>
                                            </p:txEl>
                                          </p:spTgt>
                                        </p:tgtEl>
                                        <p:attrNameLst>
                                          <p:attrName>ppt_x</p:attrName>
                                        </p:attrNameLst>
                                      </p:cBhvr>
                                      <p:tavLst>
                                        <p:tav tm="0">
                                          <p:val>
                                            <p:strVal val="#ppt_x"/>
                                          </p:val>
                                        </p:tav>
                                        <p:tav tm="100000">
                                          <p:val>
                                            <p:strVal val="#ppt_x"/>
                                          </p:val>
                                        </p:tav>
                                      </p:tavLst>
                                    </p:anim>
                                    <p:anim calcmode="lin" valueType="num">
                                      <p:cBhvr>
                                        <p:cTn id="186" dur="1000" fill="hold"/>
                                        <p:tgtEl>
                                          <p:spTgt spid="9">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42" presetClass="entr" presetSubtype="0" fill="hold" nodeType="clickEffect">
                                  <p:stCondLst>
                                    <p:cond delay="0"/>
                                  </p:stCondLst>
                                  <p:childTnLst>
                                    <p:set>
                                      <p:cBhvr>
                                        <p:cTn id="190" dur="1" fill="hold">
                                          <p:stCondLst>
                                            <p:cond delay="0"/>
                                          </p:stCondLst>
                                        </p:cTn>
                                        <p:tgtEl>
                                          <p:spTgt spid="12">
                                            <p:txEl>
                                              <p:pRg st="9" end="9"/>
                                            </p:txEl>
                                          </p:spTgt>
                                        </p:tgtEl>
                                        <p:attrNameLst>
                                          <p:attrName>style.visibility</p:attrName>
                                        </p:attrNameLst>
                                      </p:cBhvr>
                                      <p:to>
                                        <p:strVal val="visible"/>
                                      </p:to>
                                    </p:set>
                                    <p:animEffect transition="in" filter="fade">
                                      <p:cBhvr>
                                        <p:cTn id="191" dur="1000"/>
                                        <p:tgtEl>
                                          <p:spTgt spid="12">
                                            <p:txEl>
                                              <p:pRg st="9" end="9"/>
                                            </p:txEl>
                                          </p:spTgt>
                                        </p:tgtEl>
                                      </p:cBhvr>
                                    </p:animEffect>
                                    <p:anim calcmode="lin" valueType="num">
                                      <p:cBhvr>
                                        <p:cTn id="192" dur="1000" fill="hold"/>
                                        <p:tgtEl>
                                          <p:spTgt spid="12">
                                            <p:txEl>
                                              <p:pRg st="9" end="9"/>
                                            </p:txEl>
                                          </p:spTgt>
                                        </p:tgtEl>
                                        <p:attrNameLst>
                                          <p:attrName>ppt_x</p:attrName>
                                        </p:attrNameLst>
                                      </p:cBhvr>
                                      <p:tavLst>
                                        <p:tav tm="0">
                                          <p:val>
                                            <p:strVal val="#ppt_x"/>
                                          </p:val>
                                        </p:tav>
                                        <p:tav tm="100000">
                                          <p:val>
                                            <p:strVal val="#ppt_x"/>
                                          </p:val>
                                        </p:tav>
                                      </p:tavLst>
                                    </p:anim>
                                    <p:anim calcmode="lin" valueType="num">
                                      <p:cBhvr>
                                        <p:cTn id="193" dur="1000" fill="hold"/>
                                        <p:tgtEl>
                                          <p:spTgt spid="1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94" fill="hold">
                      <p:stCondLst>
                        <p:cond delay="indefinite"/>
                      </p:stCondLst>
                      <p:childTnLst>
                        <p:par>
                          <p:cTn id="195" fill="hold">
                            <p:stCondLst>
                              <p:cond delay="0"/>
                            </p:stCondLst>
                            <p:childTnLst>
                              <p:par>
                                <p:cTn id="196" presetID="42" presetClass="entr" presetSubtype="0" fill="hold" nodeType="clickEffect">
                                  <p:stCondLst>
                                    <p:cond delay="0"/>
                                  </p:stCondLst>
                                  <p:childTnLst>
                                    <p:set>
                                      <p:cBhvr>
                                        <p:cTn id="197" dur="1" fill="hold">
                                          <p:stCondLst>
                                            <p:cond delay="0"/>
                                          </p:stCondLst>
                                        </p:cTn>
                                        <p:tgtEl>
                                          <p:spTgt spid="10">
                                            <p:txEl>
                                              <p:pRg st="9" end="9"/>
                                            </p:txEl>
                                          </p:spTgt>
                                        </p:tgtEl>
                                        <p:attrNameLst>
                                          <p:attrName>style.visibility</p:attrName>
                                        </p:attrNameLst>
                                      </p:cBhvr>
                                      <p:to>
                                        <p:strVal val="visible"/>
                                      </p:to>
                                    </p:set>
                                    <p:animEffect transition="in" filter="fade">
                                      <p:cBhvr>
                                        <p:cTn id="198" dur="1000"/>
                                        <p:tgtEl>
                                          <p:spTgt spid="10">
                                            <p:txEl>
                                              <p:pRg st="9" end="9"/>
                                            </p:txEl>
                                          </p:spTgt>
                                        </p:tgtEl>
                                      </p:cBhvr>
                                    </p:animEffect>
                                    <p:anim calcmode="lin" valueType="num">
                                      <p:cBhvr>
                                        <p:cTn id="199"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200"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42" presetClass="entr" presetSubtype="0" fill="hold" nodeType="clickEffect">
                                  <p:stCondLst>
                                    <p:cond delay="0"/>
                                  </p:stCondLst>
                                  <p:childTnLst>
                                    <p:set>
                                      <p:cBhvr>
                                        <p:cTn id="204" dur="1" fill="hold">
                                          <p:stCondLst>
                                            <p:cond delay="0"/>
                                          </p:stCondLst>
                                        </p:cTn>
                                        <p:tgtEl>
                                          <p:spTgt spid="12">
                                            <p:txEl>
                                              <p:pRg st="10" end="10"/>
                                            </p:txEl>
                                          </p:spTgt>
                                        </p:tgtEl>
                                        <p:attrNameLst>
                                          <p:attrName>style.visibility</p:attrName>
                                        </p:attrNameLst>
                                      </p:cBhvr>
                                      <p:to>
                                        <p:strVal val="visible"/>
                                      </p:to>
                                    </p:set>
                                    <p:animEffect transition="in" filter="fade">
                                      <p:cBhvr>
                                        <p:cTn id="205" dur="1000"/>
                                        <p:tgtEl>
                                          <p:spTgt spid="12">
                                            <p:txEl>
                                              <p:pRg st="10" end="10"/>
                                            </p:txEl>
                                          </p:spTgt>
                                        </p:tgtEl>
                                      </p:cBhvr>
                                    </p:animEffect>
                                    <p:anim calcmode="lin" valueType="num">
                                      <p:cBhvr>
                                        <p:cTn id="206" dur="1000" fill="hold"/>
                                        <p:tgtEl>
                                          <p:spTgt spid="12">
                                            <p:txEl>
                                              <p:pRg st="10" end="10"/>
                                            </p:txEl>
                                          </p:spTgt>
                                        </p:tgtEl>
                                        <p:attrNameLst>
                                          <p:attrName>ppt_x</p:attrName>
                                        </p:attrNameLst>
                                      </p:cBhvr>
                                      <p:tavLst>
                                        <p:tav tm="0">
                                          <p:val>
                                            <p:strVal val="#ppt_x"/>
                                          </p:val>
                                        </p:tav>
                                        <p:tav tm="100000">
                                          <p:val>
                                            <p:strVal val="#ppt_x"/>
                                          </p:val>
                                        </p:tav>
                                      </p:tavLst>
                                    </p:anim>
                                    <p:anim calcmode="lin" valueType="num">
                                      <p:cBhvr>
                                        <p:cTn id="207" dur="1000" fill="hold"/>
                                        <p:tgtEl>
                                          <p:spTgt spid="1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08" fill="hold">
                      <p:stCondLst>
                        <p:cond delay="indefinite"/>
                      </p:stCondLst>
                      <p:childTnLst>
                        <p:par>
                          <p:cTn id="209" fill="hold">
                            <p:stCondLst>
                              <p:cond delay="0"/>
                            </p:stCondLst>
                            <p:childTnLst>
                              <p:par>
                                <p:cTn id="210" presetID="42" presetClass="entr" presetSubtype="0" fill="hold" nodeType="clickEffect">
                                  <p:stCondLst>
                                    <p:cond delay="0"/>
                                  </p:stCondLst>
                                  <p:childTnLst>
                                    <p:set>
                                      <p:cBhvr>
                                        <p:cTn id="211" dur="1" fill="hold">
                                          <p:stCondLst>
                                            <p:cond delay="0"/>
                                          </p:stCondLst>
                                        </p:cTn>
                                        <p:tgtEl>
                                          <p:spTgt spid="12">
                                            <p:txEl>
                                              <p:pRg st="11" end="11"/>
                                            </p:txEl>
                                          </p:spTgt>
                                        </p:tgtEl>
                                        <p:attrNameLst>
                                          <p:attrName>style.visibility</p:attrName>
                                        </p:attrNameLst>
                                      </p:cBhvr>
                                      <p:to>
                                        <p:strVal val="visible"/>
                                      </p:to>
                                    </p:set>
                                    <p:animEffect transition="in" filter="fade">
                                      <p:cBhvr>
                                        <p:cTn id="212" dur="1000"/>
                                        <p:tgtEl>
                                          <p:spTgt spid="12">
                                            <p:txEl>
                                              <p:pRg st="11" end="11"/>
                                            </p:txEl>
                                          </p:spTgt>
                                        </p:tgtEl>
                                      </p:cBhvr>
                                    </p:animEffect>
                                    <p:anim calcmode="lin" valueType="num">
                                      <p:cBhvr>
                                        <p:cTn id="213" dur="1000" fill="hold"/>
                                        <p:tgtEl>
                                          <p:spTgt spid="12">
                                            <p:txEl>
                                              <p:pRg st="11" end="11"/>
                                            </p:txEl>
                                          </p:spTgt>
                                        </p:tgtEl>
                                        <p:attrNameLst>
                                          <p:attrName>ppt_x</p:attrName>
                                        </p:attrNameLst>
                                      </p:cBhvr>
                                      <p:tavLst>
                                        <p:tav tm="0">
                                          <p:val>
                                            <p:strVal val="#ppt_x"/>
                                          </p:val>
                                        </p:tav>
                                        <p:tav tm="100000">
                                          <p:val>
                                            <p:strVal val="#ppt_x"/>
                                          </p:val>
                                        </p:tav>
                                      </p:tavLst>
                                    </p:anim>
                                    <p:anim calcmode="lin" valueType="num">
                                      <p:cBhvr>
                                        <p:cTn id="214" dur="1000" fill="hold"/>
                                        <p:tgtEl>
                                          <p:spTgt spid="12">
                                            <p:txEl>
                                              <p:pRg st="11" end="11"/>
                                            </p:txEl>
                                          </p:spTgt>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12">
                                            <p:txEl>
                                              <p:pRg st="12" end="12"/>
                                            </p:txEl>
                                          </p:spTgt>
                                        </p:tgtEl>
                                        <p:attrNameLst>
                                          <p:attrName>style.visibility</p:attrName>
                                        </p:attrNameLst>
                                      </p:cBhvr>
                                      <p:to>
                                        <p:strVal val="visible"/>
                                      </p:to>
                                    </p:set>
                                    <p:animEffect transition="in" filter="fade">
                                      <p:cBhvr>
                                        <p:cTn id="217" dur="1000"/>
                                        <p:tgtEl>
                                          <p:spTgt spid="12">
                                            <p:txEl>
                                              <p:pRg st="12" end="12"/>
                                            </p:txEl>
                                          </p:spTgt>
                                        </p:tgtEl>
                                      </p:cBhvr>
                                    </p:animEffect>
                                    <p:anim calcmode="lin" valueType="num">
                                      <p:cBhvr>
                                        <p:cTn id="218" dur="1000" fill="hold"/>
                                        <p:tgtEl>
                                          <p:spTgt spid="12">
                                            <p:txEl>
                                              <p:pRg st="12" end="12"/>
                                            </p:txEl>
                                          </p:spTgt>
                                        </p:tgtEl>
                                        <p:attrNameLst>
                                          <p:attrName>ppt_x</p:attrName>
                                        </p:attrNameLst>
                                      </p:cBhvr>
                                      <p:tavLst>
                                        <p:tav tm="0">
                                          <p:val>
                                            <p:strVal val="#ppt_x"/>
                                          </p:val>
                                        </p:tav>
                                        <p:tav tm="100000">
                                          <p:val>
                                            <p:strVal val="#ppt_x"/>
                                          </p:val>
                                        </p:tav>
                                      </p:tavLst>
                                    </p:anim>
                                    <p:anim calcmode="lin" valueType="num">
                                      <p:cBhvr>
                                        <p:cTn id="219" dur="1000" fill="hold"/>
                                        <p:tgtEl>
                                          <p:spTgt spid="1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77192-09C6-FA74-855F-3A3AE8444A3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81A302E-9B86-4630-28D7-7376FAF0F06B}"/>
              </a:ext>
            </a:extLst>
          </p:cNvPr>
          <p:cNvSpPr>
            <a:spLocks noGrp="1"/>
          </p:cNvSpPr>
          <p:nvPr>
            <p:ph type="ftr" sz="quarter" idx="11"/>
          </p:nvPr>
        </p:nvSpPr>
        <p:spPr/>
        <p:txBody>
          <a:bodyP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5908BA6A-AB3E-281D-F2A0-664633C7C464}"/>
              </a:ext>
            </a:extLst>
          </p:cNvPr>
          <p:cNvSpPr>
            <a:spLocks noGrp="1"/>
          </p:cNvSpPr>
          <p:nvPr>
            <p:ph type="sldNum" sz="quarter" idx="12"/>
          </p:nvPr>
        </p:nvSpPr>
        <p:spPr>
          <a:xfrm>
            <a:off x="203147" y="6374633"/>
            <a:ext cx="609441" cy="365030"/>
          </a:xfrm>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1218895"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Title 4">
            <a:extLst>
              <a:ext uri="{FF2B5EF4-FFF2-40B4-BE49-F238E27FC236}">
                <a16:creationId xmlns:a16="http://schemas.microsoft.com/office/drawing/2014/main" id="{C12B93EF-AD27-E981-E7A1-10F7405B0D73}"/>
              </a:ext>
            </a:extLst>
          </p:cNvPr>
          <p:cNvSpPr>
            <a:spLocks noGrp="1"/>
          </p:cNvSpPr>
          <p:nvPr>
            <p:ph type="title"/>
          </p:nvPr>
        </p:nvSpPr>
        <p:spPr>
          <a:xfrm>
            <a:off x="101573" y="178647"/>
            <a:ext cx="10969943" cy="711016"/>
          </a:xfrm>
        </p:spPr>
        <p:txBody>
          <a:bodyPr/>
          <a:lstStyle/>
          <a:p>
            <a:r>
              <a:rPr lang="en-IN" sz="3333" dirty="0"/>
              <a:t>What is SAP Cloud Identity Service?</a:t>
            </a:r>
          </a:p>
        </p:txBody>
      </p:sp>
      <p:sp>
        <p:nvSpPr>
          <p:cNvPr id="2" name="TextBox 1">
            <a:extLst>
              <a:ext uri="{FF2B5EF4-FFF2-40B4-BE49-F238E27FC236}">
                <a16:creationId xmlns:a16="http://schemas.microsoft.com/office/drawing/2014/main" id="{E0B54309-BE9F-BD69-388E-833149DEC776}"/>
              </a:ext>
            </a:extLst>
          </p:cNvPr>
          <p:cNvSpPr txBox="1"/>
          <p:nvPr/>
        </p:nvSpPr>
        <p:spPr>
          <a:xfrm>
            <a:off x="203147" y="1295955"/>
            <a:ext cx="11680957" cy="2031472"/>
          </a:xfrm>
          <a:prstGeom prst="rect">
            <a:avLst/>
          </a:prstGeom>
        </p:spPr>
        <p:txBody>
          <a:bodyPr vert="horz" lIns="121888" tIns="60944" rIns="121888" bIns="60944" rtlCol="0">
            <a:normAutofit lnSpcReduction="10000"/>
          </a:bodyPr>
          <a:lstStyle/>
          <a:p>
            <a:pPr marL="0" marR="0" lvl="0" indent="0" algn="l" defTabSz="1218895" rtl="0" eaLnBrk="1" fontAlgn="t" latinLnBrk="0" hangingPunct="1">
              <a:lnSpc>
                <a:spcPct val="100000"/>
              </a:lnSpc>
              <a:spcBef>
                <a:spcPts val="0"/>
              </a:spcBef>
              <a:spcAft>
                <a:spcPts val="0"/>
              </a:spcAft>
              <a:buClrTx/>
              <a:buSzTx/>
              <a:buFontTx/>
              <a:buNone/>
              <a:tabLst/>
              <a:defRPr/>
            </a:pPr>
            <a:r>
              <a:rPr kumimoji="0" lang="en-US" sz="1866" b="0" i="0" u="none" strike="noStrike" kern="1200" cap="none" spc="0" normalizeH="0" baseline="0" noProof="0" dirty="0">
                <a:ln>
                  <a:noFill/>
                </a:ln>
                <a:solidFill>
                  <a:prstClr val="black"/>
                </a:solidFill>
                <a:effectLst/>
                <a:uLnTx/>
                <a:uFillTx/>
                <a:latin typeface="72" panose="020B0503030000000003" pitchFamily="34" charset="0"/>
                <a:ea typeface="+mn-ea"/>
                <a:cs typeface="+mn-cs"/>
              </a:rPr>
              <a:t>SAP Cloud Identity Services are a group of services of SAP Business Technology Platform (SAP BTP), which enable you to integrate identity and access management between systems. The goal is to provide a seamless single sign-on experience across systems while ensuring that system and data access are secure. SAP Cloud Identity Services include Identity Authentication, Identity Provisioning, Identity Directory and Authorization Management.</a:t>
            </a:r>
          </a:p>
          <a:p>
            <a:pPr marL="0" marR="0" lvl="0" indent="0" algn="l" defTabSz="1218895" rtl="0" eaLnBrk="1" fontAlgn="auto" latinLnBrk="0" hangingPunct="1">
              <a:lnSpc>
                <a:spcPct val="100000"/>
              </a:lnSpc>
              <a:spcBef>
                <a:spcPts val="0"/>
              </a:spcBef>
              <a:spcAft>
                <a:spcPts val="0"/>
              </a:spcAft>
              <a:buClrTx/>
              <a:buSzTx/>
              <a:buFontTx/>
              <a:buNone/>
              <a:tabLst/>
              <a:defRPr/>
            </a:pPr>
            <a:br>
              <a:rPr kumimoji="0" lang="en-US" sz="1866" b="0" i="0" u="none" strike="noStrike" kern="1200" cap="none" spc="0" normalizeH="0" baseline="0" noProof="0" dirty="0">
                <a:ln>
                  <a:noFill/>
                </a:ln>
                <a:solidFill>
                  <a:srgbClr val="0854A0"/>
                </a:solidFill>
                <a:effectLst/>
                <a:uLnTx/>
                <a:uFillTx/>
                <a:latin typeface="SAP-icons"/>
                <a:ea typeface="+mn-ea"/>
                <a:cs typeface="+mn-cs"/>
              </a:rPr>
            </a:br>
            <a:endParaRPr kumimoji="0" lang="en-US" sz="1866" b="0" i="0" u="none" strike="noStrike" kern="1200" cap="none" spc="0" normalizeH="0" baseline="0" noProof="0" dirty="0">
              <a:ln>
                <a:noFill/>
              </a:ln>
              <a:solidFill>
                <a:prstClr val="black"/>
              </a:solidFill>
              <a:effectLst/>
              <a:uLnTx/>
              <a:uFillTx/>
              <a:latin typeface="Calibri"/>
              <a:ea typeface="+mn-ea"/>
              <a:cs typeface="+mn-cs"/>
            </a:endParaRPr>
          </a:p>
        </p:txBody>
      </p:sp>
      <p:pic>
        <p:nvPicPr>
          <p:cNvPr id="7170" name="Picture 2">
            <a:extLst>
              <a:ext uri="{FF2B5EF4-FFF2-40B4-BE49-F238E27FC236}">
                <a16:creationId xmlns:a16="http://schemas.microsoft.com/office/drawing/2014/main" id="{8EB9557B-998B-0E71-561C-6C8DC8761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5176" y="2921132"/>
            <a:ext cx="8227457" cy="3129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69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988236-86EB-B182-FA1F-EB4AD9DA9ED8}"/>
              </a:ext>
            </a:extLst>
          </p:cNvPr>
          <p:cNvSpPr>
            <a:spLocks noGrp="1"/>
          </p:cNvSpPr>
          <p:nvPr>
            <p:ph type="ftr" sz="quarter" idx="11"/>
          </p:nvPr>
        </p:nvSpPr>
        <p:spPr/>
        <p:txBody>
          <a:bodyPr/>
          <a:lstStyle/>
          <a:p>
            <a:pPr marL="0" marR="0" lvl="0" indent="0" algn="ctr" defTabSz="121889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id="{4FD17648-E4D0-C5AB-AED2-C2E40B353359}"/>
              </a:ext>
            </a:extLst>
          </p:cNvPr>
          <p:cNvSpPr>
            <a:spLocks noGrp="1"/>
          </p:cNvSpPr>
          <p:nvPr>
            <p:ph type="sldNum" sz="quarter" idx="12"/>
          </p:nvPr>
        </p:nvSpPr>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1218895"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Title 3">
            <a:extLst>
              <a:ext uri="{FF2B5EF4-FFF2-40B4-BE49-F238E27FC236}">
                <a16:creationId xmlns:a16="http://schemas.microsoft.com/office/drawing/2014/main" id="{7F6F601F-ECA0-565F-15BB-8ACFEDC85B7F}"/>
              </a:ext>
            </a:extLst>
          </p:cNvPr>
          <p:cNvSpPr>
            <a:spLocks noGrp="1"/>
          </p:cNvSpPr>
          <p:nvPr>
            <p:ph type="title"/>
          </p:nvPr>
        </p:nvSpPr>
        <p:spPr/>
        <p:txBody>
          <a:bodyPr/>
          <a:lstStyle/>
          <a:p>
            <a:r>
              <a:rPr lang="en-IN" dirty="0"/>
              <a:t>Become Admin for your Identity Service</a:t>
            </a:r>
          </a:p>
        </p:txBody>
      </p:sp>
      <p:pic>
        <p:nvPicPr>
          <p:cNvPr id="6" name="Picture 5">
            <a:extLst>
              <a:ext uri="{FF2B5EF4-FFF2-40B4-BE49-F238E27FC236}">
                <a16:creationId xmlns:a16="http://schemas.microsoft.com/office/drawing/2014/main" id="{169993EA-C9BD-F6ED-1BC9-0BFF6E5DEFBD}"/>
              </a:ext>
            </a:extLst>
          </p:cNvPr>
          <p:cNvPicPr>
            <a:picLocks noChangeAspect="1"/>
          </p:cNvPicPr>
          <p:nvPr/>
        </p:nvPicPr>
        <p:blipFill>
          <a:blip r:embed="rId2"/>
          <a:stretch>
            <a:fillRect/>
          </a:stretch>
        </p:blipFill>
        <p:spPr>
          <a:xfrm>
            <a:off x="507868" y="1295956"/>
            <a:ext cx="8113978" cy="5124164"/>
          </a:xfrm>
          <a:prstGeom prst="rect">
            <a:avLst/>
          </a:prstGeom>
        </p:spPr>
      </p:pic>
    </p:spTree>
    <p:extLst>
      <p:ext uri="{BB962C8B-B14F-4D97-AF65-F5344CB8AC3E}">
        <p14:creationId xmlns:p14="http://schemas.microsoft.com/office/powerpoint/2010/main" val="2541025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8B43D-D00F-3073-A4B6-4AEE9CAE1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1FFCB-7022-9619-A353-2270C4EF51C4}"/>
              </a:ext>
            </a:extLst>
          </p:cNvPr>
          <p:cNvSpPr>
            <a:spLocks noGrp="1"/>
          </p:cNvSpPr>
          <p:nvPr>
            <p:ph type="title"/>
          </p:nvPr>
        </p:nvSpPr>
        <p:spPr>
          <a:xfrm>
            <a:off x="345105" y="0"/>
            <a:ext cx="9733444" cy="711081"/>
          </a:xfrm>
        </p:spPr>
        <p:txBody>
          <a:bodyPr/>
          <a:lstStyle/>
          <a:p>
            <a:r>
              <a:rPr lang="en-US" dirty="0"/>
              <a:t>How to configure Build </a:t>
            </a:r>
            <a:r>
              <a:rPr lang="en-US" dirty="0" err="1"/>
              <a:t>Workzone</a:t>
            </a:r>
            <a:endParaRPr lang="en-US" dirty="0"/>
          </a:p>
        </p:txBody>
      </p:sp>
      <p:sp>
        <p:nvSpPr>
          <p:cNvPr id="3" name="Text Placeholder 2">
            <a:extLst>
              <a:ext uri="{FF2B5EF4-FFF2-40B4-BE49-F238E27FC236}">
                <a16:creationId xmlns:a16="http://schemas.microsoft.com/office/drawing/2014/main" id="{66D9FCB3-7084-C29B-5E9A-276CE31A662B}"/>
              </a:ext>
            </a:extLst>
          </p:cNvPr>
          <p:cNvSpPr>
            <a:spLocks noGrp="1"/>
          </p:cNvSpPr>
          <p:nvPr>
            <p:ph type="body" sz="quarter" idx="10"/>
          </p:nvPr>
        </p:nvSpPr>
        <p:spPr/>
        <p:txBody>
          <a:bodyPr>
            <a:normAutofit fontScale="92500" lnSpcReduction="10000"/>
          </a:bodyPr>
          <a:lstStyle/>
          <a:p>
            <a:pPr marL="285750" indent="-285750">
              <a:buFont typeface="Arial" panose="020B0604020202020204" pitchFamily="34" charset="0"/>
              <a:buChar char="•"/>
            </a:pPr>
            <a:r>
              <a:rPr lang="en-IN" sz="1800" dirty="0"/>
              <a:t>Receives email and access SAP Build Work zone</a:t>
            </a:r>
          </a:p>
          <a:p>
            <a:pPr marL="285750" indent="-285750">
              <a:buFont typeface="Arial" panose="020B0604020202020204" pitchFamily="34" charset="0"/>
              <a:buChar char="•"/>
            </a:pPr>
            <a:r>
              <a:rPr lang="en-IN" sz="1800" dirty="0"/>
              <a:t>Login to BWZ and configure a site</a:t>
            </a:r>
          </a:p>
          <a:p>
            <a:pPr marL="285750" indent="-285750">
              <a:buFont typeface="Arial" panose="020B0604020202020204" pitchFamily="34" charset="0"/>
              <a:buChar char="•"/>
            </a:pPr>
            <a:r>
              <a:rPr lang="en-IN" sz="1800" dirty="0"/>
              <a:t>Fetch the apps deployed by developer to html5-repo from the channel manager</a:t>
            </a:r>
          </a:p>
          <a:p>
            <a:pPr marL="285750" indent="-285750">
              <a:buFont typeface="Arial" panose="020B0604020202020204" pitchFamily="34" charset="0"/>
              <a:buChar char="•"/>
            </a:pPr>
            <a:r>
              <a:rPr lang="en-IN" sz="1800" dirty="0"/>
              <a:t>Go to content explorer&gt;HTML5 Explorer&gt; Import the app for the user in the Content Manager</a:t>
            </a:r>
          </a:p>
          <a:p>
            <a:pPr marL="285750" indent="-285750">
              <a:buFont typeface="Arial" panose="020B0604020202020204" pitchFamily="34" charset="0"/>
              <a:buChar char="•"/>
            </a:pPr>
            <a:r>
              <a:rPr lang="en-IN" sz="1800" dirty="0"/>
              <a:t>Import the app to the Content Explorer and the app is now available [</a:t>
            </a:r>
            <a:r>
              <a:rPr lang="en-IN" sz="1800" dirty="0" err="1"/>
              <a:t>ToDo</a:t>
            </a:r>
            <a:r>
              <a:rPr lang="en-IN" sz="1800" dirty="0"/>
              <a:t>: Next session Anubhav has to show our deployed html5 app instead the mock app]</a:t>
            </a:r>
          </a:p>
          <a:p>
            <a:pPr marL="285750" indent="-285750">
              <a:buFont typeface="Arial" panose="020B0604020202020204" pitchFamily="34" charset="0"/>
              <a:buChar char="•"/>
            </a:pPr>
            <a:r>
              <a:rPr lang="en-IN" sz="1800" dirty="0"/>
              <a:t>Create a </a:t>
            </a:r>
            <a:r>
              <a:rPr lang="en-IN" sz="1800" dirty="0" err="1"/>
              <a:t>catalog</a:t>
            </a:r>
            <a:r>
              <a:rPr lang="en-IN" sz="1800" dirty="0"/>
              <a:t> – Collection of tiles, Add all apps to the </a:t>
            </a:r>
            <a:r>
              <a:rPr lang="en-IN" sz="1800" dirty="0" err="1"/>
              <a:t>catalog</a:t>
            </a:r>
            <a:r>
              <a:rPr lang="en-IN" sz="1800" dirty="0"/>
              <a:t> and save</a:t>
            </a:r>
          </a:p>
          <a:p>
            <a:pPr marL="285750" indent="-285750">
              <a:buFont typeface="Arial" panose="020B0604020202020204" pitchFamily="34" charset="0"/>
              <a:buChar char="•"/>
            </a:pPr>
            <a:r>
              <a:rPr lang="en-IN" sz="1800" dirty="0"/>
              <a:t>Create a group – Providing meaningful grouping of apps for easy navigation e.g. Employee, Manager etc.</a:t>
            </a:r>
          </a:p>
          <a:p>
            <a:pPr marL="285750" indent="-285750">
              <a:buFont typeface="Arial" panose="020B0604020202020204" pitchFamily="34" charset="0"/>
              <a:buChar char="•"/>
            </a:pPr>
            <a:r>
              <a:rPr lang="en-IN" sz="1800" dirty="0"/>
              <a:t>Create a role – once granted to our business users they can access the app</a:t>
            </a:r>
          </a:p>
          <a:p>
            <a:pPr marL="285750" indent="-285750">
              <a:buFont typeface="Arial" panose="020B0604020202020204" pitchFamily="34" charset="0"/>
              <a:buChar char="•"/>
            </a:pPr>
            <a:r>
              <a:rPr lang="en-IN" sz="1800" dirty="0"/>
              <a:t>Open the site settings, and perform role assignment to the site</a:t>
            </a:r>
          </a:p>
          <a:p>
            <a:r>
              <a:rPr lang="en-IN" sz="1800" dirty="0"/>
              <a:t>----</a:t>
            </a:r>
          </a:p>
          <a:p>
            <a:pPr marL="285750" indent="-285750">
              <a:buFont typeface="Arial" panose="020B0604020202020204" pitchFamily="34" charset="0"/>
              <a:buChar char="•"/>
            </a:pPr>
            <a:r>
              <a:rPr lang="en-IN" sz="1800" dirty="0"/>
              <a:t>Registers the business user</a:t>
            </a:r>
          </a:p>
          <a:p>
            <a:pPr marL="285750" indent="-285750">
              <a:buFont typeface="Arial" panose="020B0604020202020204" pitchFamily="34" charset="0"/>
              <a:buChar char="•"/>
            </a:pPr>
            <a:r>
              <a:rPr lang="en-IN" sz="1800" dirty="0"/>
              <a:t>[BU] Receives and email and activates his/her SAP account with SAP Custom </a:t>
            </a:r>
            <a:r>
              <a:rPr lang="en-IN" sz="1800" dirty="0" err="1"/>
              <a:t>Idp</a:t>
            </a:r>
            <a:r>
              <a:rPr lang="en-IN" sz="1800" dirty="0"/>
              <a:t> (Cloud Identity Service)</a:t>
            </a:r>
          </a:p>
          <a:p>
            <a:pPr marL="285750" indent="-285750">
              <a:buFont typeface="Arial" panose="020B0604020202020204" pitchFamily="34" charset="0"/>
              <a:buChar char="•"/>
            </a:pPr>
            <a:r>
              <a:rPr lang="en-IN" sz="1800" dirty="0"/>
              <a:t>Grant the business user access to our Role and Launchpad external user role so they can access our apps</a:t>
            </a:r>
          </a:p>
          <a:p>
            <a:pPr marL="285750" indent="-285750">
              <a:buFont typeface="Arial" panose="020B0604020202020204" pitchFamily="34" charset="0"/>
              <a:buChar char="•"/>
            </a:pPr>
            <a:r>
              <a:rPr lang="en-IN" sz="1800" dirty="0"/>
              <a:t>Share the link of the business site with the user which when they open, they can consume applications.</a:t>
            </a:r>
          </a:p>
          <a:p>
            <a:pPr marL="285750" indent="-285750">
              <a:buFont typeface="Arial" panose="020B0604020202020204" pitchFamily="34" charset="0"/>
              <a:buChar char="•"/>
            </a:pPr>
            <a:r>
              <a:rPr lang="en-IN" sz="1800" dirty="0"/>
              <a:t>[BU] Goes and access the launchpad (site)</a:t>
            </a:r>
          </a:p>
          <a:p>
            <a:r>
              <a:rPr lang="en-IN" sz="1800" dirty="0">
                <a:hlinkClick r:id="rId3"/>
              </a:rPr>
              <a:t>https://help.sap.com/docs/cloud-identity-services/cloud-identity-services/configure-idp-initiated-sso</a:t>
            </a:r>
            <a:endParaRPr lang="en-IN" sz="1800" dirty="0"/>
          </a:p>
          <a:p>
            <a:r>
              <a:rPr lang="en-IN" sz="1800" dirty="0">
                <a:hlinkClick r:id="rId4"/>
              </a:rPr>
              <a:t>https://help.sap.com/docs/btp/sap-business-technology-platform/developing-with-sap-cloud-application-programming-model</a:t>
            </a:r>
            <a:endParaRPr lang="en-IN" sz="1800" dirty="0"/>
          </a:p>
          <a:p>
            <a:endParaRPr lang="en-IN" sz="1800" dirty="0"/>
          </a:p>
          <a:p>
            <a:endParaRPr lang="en-IN" sz="1800" dirty="0"/>
          </a:p>
          <a:p>
            <a:endParaRPr lang="en-US" sz="1800" dirty="0"/>
          </a:p>
        </p:txBody>
      </p:sp>
    </p:spTree>
    <p:extLst>
      <p:ext uri="{BB962C8B-B14F-4D97-AF65-F5344CB8AC3E}">
        <p14:creationId xmlns:p14="http://schemas.microsoft.com/office/powerpoint/2010/main" val="3169341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19C45-BE39-6D0D-142E-C9FC3E35E53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C862020-8D71-E31A-09C9-A2797DAF017C}"/>
              </a:ext>
            </a:extLst>
          </p:cNvPr>
          <p:cNvSpPr>
            <a:spLocks noGrp="1"/>
          </p:cNvSpPr>
          <p:nvPr>
            <p:ph type="ftr" sz="quarter" idx="11"/>
          </p:nvPr>
        </p:nvSpPr>
        <p:spPr/>
        <p: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tint val="75000"/>
                  </a:prstClr>
                </a:solidFill>
                <a:effectLst/>
                <a:uLnTx/>
                <a:uFillTx/>
                <a:latin typeface="Segoe UI"/>
                <a:ea typeface="+mn-ea"/>
                <a:cs typeface="+mn-cs"/>
              </a:rPr>
              <a:t>www.anubhavtrainings.com</a:t>
            </a:r>
          </a:p>
        </p:txBody>
      </p:sp>
      <p:sp>
        <p:nvSpPr>
          <p:cNvPr id="4" name="Slide Number Placeholder 3">
            <a:extLst>
              <a:ext uri="{FF2B5EF4-FFF2-40B4-BE49-F238E27FC236}">
                <a16:creationId xmlns:a16="http://schemas.microsoft.com/office/drawing/2014/main" id="{69F43734-243A-5AED-8E4D-06E1D66AF16E}"/>
              </a:ext>
            </a:extLst>
          </p:cNvPr>
          <p:cNvSpPr>
            <a:spLocks noGrp="1"/>
          </p:cNvSpPr>
          <p:nvPr>
            <p:ph type="sldNum" sz="quarter" idx="12"/>
          </p:nvPr>
        </p:nvSpPr>
        <p:spPr>
          <a:xfrm>
            <a:off x="203147" y="6374633"/>
            <a:ext cx="609441" cy="365030"/>
          </a:xfrm>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Segoe U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prstClr val="black">
                  <a:tint val="75000"/>
                </a:prstClr>
              </a:solidFill>
              <a:effectLst/>
              <a:uLnTx/>
              <a:uFillTx/>
              <a:latin typeface="Segoe UI"/>
              <a:ea typeface="+mn-ea"/>
              <a:cs typeface="+mn-cs"/>
            </a:endParaRPr>
          </a:p>
        </p:txBody>
      </p:sp>
      <p:sp>
        <p:nvSpPr>
          <p:cNvPr id="5" name="Title 4">
            <a:extLst>
              <a:ext uri="{FF2B5EF4-FFF2-40B4-BE49-F238E27FC236}">
                <a16:creationId xmlns:a16="http://schemas.microsoft.com/office/drawing/2014/main" id="{F2B0E1C5-8A08-413F-8B09-C84C12CD5C27}"/>
              </a:ext>
            </a:extLst>
          </p:cNvPr>
          <p:cNvSpPr>
            <a:spLocks noGrp="1"/>
          </p:cNvSpPr>
          <p:nvPr>
            <p:ph type="title"/>
          </p:nvPr>
        </p:nvSpPr>
        <p:spPr>
          <a:xfrm>
            <a:off x="101573" y="178647"/>
            <a:ext cx="10969943" cy="711016"/>
          </a:xfrm>
        </p:spPr>
        <p:txBody>
          <a:bodyPr/>
          <a:lstStyle/>
          <a:p>
            <a:r>
              <a:rPr lang="en-IN" sz="3333" dirty="0"/>
              <a:t>SAP Build Work Zone?</a:t>
            </a:r>
          </a:p>
        </p:txBody>
      </p:sp>
      <p:sp>
        <p:nvSpPr>
          <p:cNvPr id="6" name="TextBox 5">
            <a:extLst>
              <a:ext uri="{FF2B5EF4-FFF2-40B4-BE49-F238E27FC236}">
                <a16:creationId xmlns:a16="http://schemas.microsoft.com/office/drawing/2014/main" id="{1C969C4F-071B-E3C7-E6AB-76054C04A9E0}"/>
              </a:ext>
            </a:extLst>
          </p:cNvPr>
          <p:cNvSpPr txBox="1"/>
          <p:nvPr/>
        </p:nvSpPr>
        <p:spPr>
          <a:xfrm>
            <a:off x="207028" y="889663"/>
            <a:ext cx="11696415" cy="1077218"/>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SAP Build Work Zone, is a powerful SAP Business Technology Platform service that consists of several components to integrate cloud and on-premise applications onto a single page including site designing capabilities.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72" panose="020B0503030000000003" pitchFamily="34" charset="0"/>
                <a:ea typeface="+mn-ea"/>
                <a:cs typeface="+mn-cs"/>
              </a:rPr>
              <a:t>SAP Launchpad Services is now called </a:t>
            </a:r>
            <a:r>
              <a:rPr kumimoji="0" lang="en-US" sz="1600" b="1" i="0" u="none" strike="noStrike" kern="1200" cap="none" spc="0" normalizeH="0" baseline="0" noProof="0" dirty="0">
                <a:ln>
                  <a:noFill/>
                </a:ln>
                <a:solidFill>
                  <a:prstClr val="white"/>
                </a:solidFill>
                <a:effectLst/>
                <a:uLnTx/>
                <a:uFillTx/>
                <a:latin typeface="72" panose="020B0503030000000003" pitchFamily="34" charset="0"/>
                <a:ea typeface="+mn-ea"/>
                <a:cs typeface="+mn-cs"/>
              </a:rPr>
              <a:t>SAP Build Work Zone, Standard</a:t>
            </a:r>
            <a:endParaRPr kumimoji="0" lang="en-IN" sz="1600" b="0" i="0" u="none" strike="noStrike" kern="1200" cap="none" spc="0" normalizeH="0" baseline="0" noProof="0" dirty="0">
              <a:ln>
                <a:noFill/>
              </a:ln>
              <a:solidFill>
                <a:prstClr val="white"/>
              </a:solidFill>
              <a:effectLst/>
              <a:uLnTx/>
              <a:uFillTx/>
              <a:latin typeface="Segoe UI"/>
              <a:ea typeface="+mn-ea"/>
              <a:cs typeface="+mn-cs"/>
            </a:endParaRPr>
          </a:p>
        </p:txBody>
      </p:sp>
      <p:pic>
        <p:nvPicPr>
          <p:cNvPr id="5122" name="Picture 2">
            <a:extLst>
              <a:ext uri="{FF2B5EF4-FFF2-40B4-BE49-F238E27FC236}">
                <a16:creationId xmlns:a16="http://schemas.microsoft.com/office/drawing/2014/main" id="{114857FC-F584-21F5-8924-5FA2ED7AC7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347"/>
          <a:stretch/>
        </p:blipFill>
        <p:spPr bwMode="auto">
          <a:xfrm>
            <a:off x="914274" y="2548199"/>
            <a:ext cx="10243245" cy="3743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6278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person wearing virtual reality goggles&#10;&#10;Description automatically generated">
            <a:extLst>
              <a:ext uri="{FF2B5EF4-FFF2-40B4-BE49-F238E27FC236}">
                <a16:creationId xmlns:a16="http://schemas.microsoft.com/office/drawing/2014/main" id="{D3D90AE4-C3C7-D65D-106A-847A74202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950"/>
          <a:stretch/>
        </p:blipFill>
        <p:spPr bwMode="auto">
          <a:xfrm>
            <a:off x="609441" y="1295956"/>
            <a:ext cx="10969943" cy="4829506"/>
          </a:xfrm>
          <a:prstGeom prst="rect">
            <a:avLst/>
          </a:prstGeom>
          <a:solidFill>
            <a:srgbClr val="FFFFFF"/>
          </a:solidFill>
        </p:spPr>
      </p:pic>
      <p:sp>
        <p:nvSpPr>
          <p:cNvPr id="2" name="Footer Placeholder 1">
            <a:extLst>
              <a:ext uri="{FF2B5EF4-FFF2-40B4-BE49-F238E27FC236}">
                <a16:creationId xmlns:a16="http://schemas.microsoft.com/office/drawing/2014/main" id="{66D9D8C3-B1AE-95E5-1A88-BBCFF4EEA99E}"/>
              </a:ext>
            </a:extLst>
          </p:cNvPr>
          <p:cNvSpPr>
            <a:spLocks noGrp="1"/>
          </p:cNvSpPr>
          <p:nvPr>
            <p:ph type="ftr" sz="quarter" idx="11"/>
          </p:nvPr>
        </p:nvSpPr>
        <p:spPr>
          <a:xfrm>
            <a:off x="4164515" y="6355588"/>
            <a:ext cx="3859795" cy="365030"/>
          </a:xfrm>
        </p:spPr>
        <p:txBody>
          <a:bodyPr anchor="ctr">
            <a:normAutofit/>
          </a:bodyPr>
          <a:lstStyle/>
          <a:p>
            <a:pPr marL="0" marR="0" lvl="0" indent="0" algn="ctr" defTabSz="1218987" rtl="0" eaLnBrk="1" fontAlgn="auto" latinLnBrk="0" hangingPunct="1">
              <a:lnSpc>
                <a:spcPct val="90000"/>
              </a:lnSpc>
              <a:spcBef>
                <a:spcPts val="0"/>
              </a:spcBef>
              <a:spcAft>
                <a:spcPts val="800"/>
              </a:spcAft>
              <a:buClrTx/>
              <a:buSzTx/>
              <a:buFontTx/>
              <a:buNone/>
              <a:tabLst/>
              <a:defRPr/>
            </a:pPr>
            <a:r>
              <a:rPr kumimoji="0" lang="en-US" sz="1600" b="0" i="0" u="none" strike="noStrike" kern="1200" cap="none" spc="0" normalizeH="0" baseline="0" noProof="0">
                <a:ln>
                  <a:noFill/>
                </a:ln>
                <a:solidFill>
                  <a:prstClr val="black">
                    <a:tint val="75000"/>
                  </a:prstClr>
                </a:solidFill>
                <a:effectLst/>
                <a:uLnTx/>
                <a:uFillTx/>
                <a:latin typeface="Segoe UI"/>
                <a:ea typeface="+mn-ea"/>
                <a:cs typeface="+mn-cs"/>
              </a:rPr>
              <a:t>www.anubhavtrainings.com</a:t>
            </a:r>
          </a:p>
        </p:txBody>
      </p:sp>
      <p:sp>
        <p:nvSpPr>
          <p:cNvPr id="3" name="Slide Number Placeholder 2">
            <a:extLst>
              <a:ext uri="{FF2B5EF4-FFF2-40B4-BE49-F238E27FC236}">
                <a16:creationId xmlns:a16="http://schemas.microsoft.com/office/drawing/2014/main" id="{508571A3-C853-2F67-C770-C47B0ECA6E9D}"/>
              </a:ext>
            </a:extLst>
          </p:cNvPr>
          <p:cNvSpPr>
            <a:spLocks noGrp="1"/>
          </p:cNvSpPr>
          <p:nvPr>
            <p:ph type="sldNum" sz="quarter" idx="12"/>
          </p:nvPr>
        </p:nvSpPr>
        <p:spPr>
          <a:xfrm>
            <a:off x="609441" y="6355588"/>
            <a:ext cx="2844059" cy="365030"/>
          </a:xfrm>
        </p:spPr>
        <p:txBody>
          <a:bodyPr anchor="ctr">
            <a:normAutofit/>
          </a:bodyPr>
          <a:lstStyle/>
          <a:p>
            <a:pPr marL="0" marR="0" lvl="0" indent="0" algn="l" defTabSz="1218987" rtl="0" eaLnBrk="1" fontAlgn="auto" latinLnBrk="0" hangingPunct="1">
              <a:lnSpc>
                <a:spcPct val="90000"/>
              </a:lnSpc>
              <a:spcBef>
                <a:spcPts val="0"/>
              </a:spcBef>
              <a:spcAft>
                <a:spcPts val="80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Segoe UI"/>
                <a:ea typeface="+mn-ea"/>
                <a:cs typeface="+mn-cs"/>
              </a:rPr>
              <a:pPr marL="0" marR="0" lvl="0" indent="0" algn="l" defTabSz="1218987" rtl="0" eaLnBrk="1" fontAlgn="auto" latinLnBrk="0" hangingPunct="1">
                <a:lnSpc>
                  <a:spcPct val="90000"/>
                </a:lnSpc>
                <a:spcBef>
                  <a:spcPts val="0"/>
                </a:spcBef>
                <a:spcAft>
                  <a:spcPts val="800"/>
                </a:spcAft>
                <a:buClrTx/>
                <a:buSzTx/>
                <a:buFontTx/>
                <a:buNone/>
                <a:tabLst/>
                <a:defRPr/>
              </a:pPr>
              <a:t>12</a:t>
            </a:fld>
            <a:endParaRPr kumimoji="0" lang="en-US" sz="1600" b="0" i="0" u="none" strike="noStrike" kern="1200" cap="none" spc="0" normalizeH="0" baseline="0" noProof="0">
              <a:ln>
                <a:noFill/>
              </a:ln>
              <a:solidFill>
                <a:prstClr val="black">
                  <a:tint val="75000"/>
                </a:prstClr>
              </a:solidFill>
              <a:effectLst/>
              <a:uLnTx/>
              <a:uFillTx/>
              <a:latin typeface="Segoe UI"/>
              <a:ea typeface="+mn-ea"/>
              <a:cs typeface="+mn-cs"/>
            </a:endParaRPr>
          </a:p>
        </p:txBody>
      </p:sp>
      <p:sp>
        <p:nvSpPr>
          <p:cNvPr id="4" name="Title 3">
            <a:extLst>
              <a:ext uri="{FF2B5EF4-FFF2-40B4-BE49-F238E27FC236}">
                <a16:creationId xmlns:a16="http://schemas.microsoft.com/office/drawing/2014/main" id="{DD8E42BD-A877-EC47-A511-B7A4C99910AD}"/>
              </a:ext>
            </a:extLst>
          </p:cNvPr>
          <p:cNvSpPr>
            <a:spLocks noGrp="1"/>
          </p:cNvSpPr>
          <p:nvPr>
            <p:ph type="title"/>
          </p:nvPr>
        </p:nvSpPr>
        <p:spPr>
          <a:xfrm>
            <a:off x="609441" y="584942"/>
            <a:ext cx="10969943" cy="711016"/>
          </a:xfrm>
        </p:spPr>
        <p:txBody>
          <a:bodyPr>
            <a:normAutofit/>
          </a:bodyPr>
          <a:lstStyle/>
          <a:p>
            <a:r>
              <a:rPr lang="en-IN" dirty="0">
                <a:latin typeface="Cooper Black" panose="0208090404030B020404" pitchFamily="18" charset="0"/>
              </a:rPr>
              <a:t>Hands-on Setting up Build Work Zone</a:t>
            </a:r>
          </a:p>
        </p:txBody>
      </p:sp>
    </p:spTree>
    <p:extLst>
      <p:ext uri="{BB962C8B-B14F-4D97-AF65-F5344CB8AC3E}">
        <p14:creationId xmlns:p14="http://schemas.microsoft.com/office/powerpoint/2010/main" val="212568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27A46E6-B253-98B3-E51D-8AAD2C54B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8EBCA-E81B-3041-1456-69E1F6B3C60C}"/>
              </a:ext>
            </a:extLst>
          </p:cNvPr>
          <p:cNvSpPr>
            <a:spLocks noGrp="1"/>
          </p:cNvSpPr>
          <p:nvPr>
            <p:ph type="title"/>
          </p:nvPr>
        </p:nvSpPr>
        <p:spPr>
          <a:xfrm>
            <a:off x="345105" y="0"/>
            <a:ext cx="9733444" cy="711081"/>
          </a:xfrm>
        </p:spPr>
        <p:txBody>
          <a:bodyPr/>
          <a:lstStyle/>
          <a:p>
            <a:r>
              <a:rPr lang="en-US" dirty="0"/>
              <a:t>Why Multi-tenant App?</a:t>
            </a:r>
          </a:p>
        </p:txBody>
      </p:sp>
      <p:pic>
        <p:nvPicPr>
          <p:cNvPr id="5" name="Picture 4">
            <a:extLst>
              <a:ext uri="{FF2B5EF4-FFF2-40B4-BE49-F238E27FC236}">
                <a16:creationId xmlns:a16="http://schemas.microsoft.com/office/drawing/2014/main" id="{0B99A5BB-F7A4-0AB6-C453-83FA240AB0C6}"/>
              </a:ext>
            </a:extLst>
          </p:cNvPr>
          <p:cNvPicPr>
            <a:picLocks noChangeAspect="1"/>
          </p:cNvPicPr>
          <p:nvPr/>
        </p:nvPicPr>
        <p:blipFill>
          <a:blip r:embed="rId3"/>
          <a:stretch>
            <a:fillRect/>
          </a:stretch>
        </p:blipFill>
        <p:spPr>
          <a:xfrm>
            <a:off x="74612" y="1028700"/>
            <a:ext cx="12039600" cy="4800600"/>
          </a:xfrm>
          <a:prstGeom prst="rect">
            <a:avLst/>
          </a:prstGeom>
        </p:spPr>
      </p:pic>
    </p:spTree>
    <p:extLst>
      <p:ext uri="{BB962C8B-B14F-4D97-AF65-F5344CB8AC3E}">
        <p14:creationId xmlns:p14="http://schemas.microsoft.com/office/powerpoint/2010/main" val="649984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A214D95B-FE4A-2B2E-7B11-82AB104FB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DA5C5-DEC8-81E1-07BC-94FBEA1E4BE3}"/>
              </a:ext>
            </a:extLst>
          </p:cNvPr>
          <p:cNvSpPr>
            <a:spLocks noGrp="1"/>
          </p:cNvSpPr>
          <p:nvPr>
            <p:ph type="title"/>
          </p:nvPr>
        </p:nvSpPr>
        <p:spPr>
          <a:xfrm>
            <a:off x="345105" y="0"/>
            <a:ext cx="9733444" cy="711081"/>
          </a:xfrm>
        </p:spPr>
        <p:txBody>
          <a:bodyPr/>
          <a:lstStyle/>
          <a:p>
            <a:r>
              <a:rPr lang="en-US" dirty="0"/>
              <a:t>Common Challenges</a:t>
            </a:r>
          </a:p>
        </p:txBody>
      </p:sp>
      <p:pic>
        <p:nvPicPr>
          <p:cNvPr id="4" name="Picture 3">
            <a:extLst>
              <a:ext uri="{FF2B5EF4-FFF2-40B4-BE49-F238E27FC236}">
                <a16:creationId xmlns:a16="http://schemas.microsoft.com/office/drawing/2014/main" id="{CAE56802-CB14-AD4C-FB6D-FE8B08EB012D}"/>
              </a:ext>
            </a:extLst>
          </p:cNvPr>
          <p:cNvPicPr>
            <a:picLocks noChangeAspect="1"/>
          </p:cNvPicPr>
          <p:nvPr/>
        </p:nvPicPr>
        <p:blipFill>
          <a:blip r:embed="rId3"/>
          <a:stretch>
            <a:fillRect/>
          </a:stretch>
        </p:blipFill>
        <p:spPr>
          <a:xfrm>
            <a:off x="1125860" y="1484784"/>
            <a:ext cx="10369152" cy="4251018"/>
          </a:xfrm>
          <a:prstGeom prst="rect">
            <a:avLst/>
          </a:prstGeom>
        </p:spPr>
      </p:pic>
    </p:spTree>
    <p:extLst>
      <p:ext uri="{BB962C8B-B14F-4D97-AF65-F5344CB8AC3E}">
        <p14:creationId xmlns:p14="http://schemas.microsoft.com/office/powerpoint/2010/main" val="3653751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5DF39F4-9BEC-BC33-F0F8-A39246F09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5690F-E685-8D11-682C-AF935DA7058F}"/>
              </a:ext>
            </a:extLst>
          </p:cNvPr>
          <p:cNvSpPr>
            <a:spLocks noGrp="1"/>
          </p:cNvSpPr>
          <p:nvPr>
            <p:ph type="title"/>
          </p:nvPr>
        </p:nvSpPr>
        <p:spPr>
          <a:xfrm>
            <a:off x="345105" y="0"/>
            <a:ext cx="9733444" cy="711081"/>
          </a:xfrm>
        </p:spPr>
        <p:txBody>
          <a:bodyPr/>
          <a:lstStyle/>
          <a:p>
            <a:r>
              <a:rPr lang="en-US" dirty="0"/>
              <a:t>What is Multitenant - SaaS</a:t>
            </a:r>
          </a:p>
        </p:txBody>
      </p:sp>
      <p:pic>
        <p:nvPicPr>
          <p:cNvPr id="4" name="Picture 3">
            <a:extLst>
              <a:ext uri="{FF2B5EF4-FFF2-40B4-BE49-F238E27FC236}">
                <a16:creationId xmlns:a16="http://schemas.microsoft.com/office/drawing/2014/main" id="{2ED04E1E-24FA-CA35-9CB5-75ECF3A430D2}"/>
              </a:ext>
            </a:extLst>
          </p:cNvPr>
          <p:cNvPicPr>
            <a:picLocks noChangeAspect="1"/>
          </p:cNvPicPr>
          <p:nvPr/>
        </p:nvPicPr>
        <p:blipFill>
          <a:blip r:embed="rId3"/>
          <a:stretch>
            <a:fillRect/>
          </a:stretch>
        </p:blipFill>
        <p:spPr>
          <a:xfrm>
            <a:off x="657808" y="1196752"/>
            <a:ext cx="10873208" cy="4826729"/>
          </a:xfrm>
          <a:prstGeom prst="rect">
            <a:avLst/>
          </a:prstGeom>
        </p:spPr>
      </p:pic>
    </p:spTree>
    <p:extLst>
      <p:ext uri="{BB962C8B-B14F-4D97-AF65-F5344CB8AC3E}">
        <p14:creationId xmlns:p14="http://schemas.microsoft.com/office/powerpoint/2010/main" val="1332784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F8CF427-3028-9800-C38E-6B6BBCFA3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3895B-551A-441B-C1A3-07D1E1D6AE6A}"/>
              </a:ext>
            </a:extLst>
          </p:cNvPr>
          <p:cNvSpPr>
            <a:spLocks noGrp="1"/>
          </p:cNvSpPr>
          <p:nvPr>
            <p:ph type="title"/>
          </p:nvPr>
        </p:nvSpPr>
        <p:spPr>
          <a:xfrm>
            <a:off x="345105" y="0"/>
            <a:ext cx="9733444" cy="711081"/>
          </a:xfrm>
        </p:spPr>
        <p:txBody>
          <a:bodyPr/>
          <a:lstStyle/>
          <a:p>
            <a:r>
              <a:rPr lang="en-US" dirty="0"/>
              <a:t>Benefits of Multi tenant App</a:t>
            </a:r>
          </a:p>
        </p:txBody>
      </p:sp>
      <p:pic>
        <p:nvPicPr>
          <p:cNvPr id="4" name="Picture 3">
            <a:extLst>
              <a:ext uri="{FF2B5EF4-FFF2-40B4-BE49-F238E27FC236}">
                <a16:creationId xmlns:a16="http://schemas.microsoft.com/office/drawing/2014/main" id="{F27F015A-7645-47A0-CB92-5A3F1047FCF7}"/>
              </a:ext>
            </a:extLst>
          </p:cNvPr>
          <p:cNvPicPr>
            <a:picLocks noChangeAspect="1"/>
          </p:cNvPicPr>
          <p:nvPr/>
        </p:nvPicPr>
        <p:blipFill>
          <a:blip r:embed="rId3"/>
          <a:stretch>
            <a:fillRect/>
          </a:stretch>
        </p:blipFill>
        <p:spPr>
          <a:xfrm>
            <a:off x="2061964" y="1052736"/>
            <a:ext cx="7776864" cy="5245715"/>
          </a:xfrm>
          <a:prstGeom prst="rect">
            <a:avLst/>
          </a:prstGeom>
        </p:spPr>
      </p:pic>
    </p:spTree>
    <p:extLst>
      <p:ext uri="{BB962C8B-B14F-4D97-AF65-F5344CB8AC3E}">
        <p14:creationId xmlns:p14="http://schemas.microsoft.com/office/powerpoint/2010/main" val="854386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8018ED96-85B9-11B2-221B-EDBCB69AA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05293-1923-F96B-7C00-8E7BA746D2E6}"/>
              </a:ext>
            </a:extLst>
          </p:cNvPr>
          <p:cNvSpPr>
            <a:spLocks noGrp="1"/>
          </p:cNvSpPr>
          <p:nvPr>
            <p:ph type="title"/>
          </p:nvPr>
        </p:nvSpPr>
        <p:spPr>
          <a:xfrm>
            <a:off x="345105" y="0"/>
            <a:ext cx="9733444" cy="711081"/>
          </a:xfrm>
        </p:spPr>
        <p:txBody>
          <a:bodyPr/>
          <a:lstStyle/>
          <a:p>
            <a:r>
              <a:rPr lang="en-US" dirty="0"/>
              <a:t>Challenges</a:t>
            </a:r>
          </a:p>
        </p:txBody>
      </p:sp>
      <p:pic>
        <p:nvPicPr>
          <p:cNvPr id="4" name="Picture 3">
            <a:extLst>
              <a:ext uri="{FF2B5EF4-FFF2-40B4-BE49-F238E27FC236}">
                <a16:creationId xmlns:a16="http://schemas.microsoft.com/office/drawing/2014/main" id="{5489E6F1-B8DF-A914-45D5-4653C514D730}"/>
              </a:ext>
            </a:extLst>
          </p:cNvPr>
          <p:cNvPicPr>
            <a:picLocks noChangeAspect="1"/>
          </p:cNvPicPr>
          <p:nvPr/>
        </p:nvPicPr>
        <p:blipFill>
          <a:blip r:embed="rId3"/>
          <a:stretch>
            <a:fillRect/>
          </a:stretch>
        </p:blipFill>
        <p:spPr>
          <a:xfrm>
            <a:off x="1485900" y="836711"/>
            <a:ext cx="9001000" cy="5368067"/>
          </a:xfrm>
          <a:prstGeom prst="rect">
            <a:avLst/>
          </a:prstGeom>
        </p:spPr>
      </p:pic>
    </p:spTree>
    <p:extLst>
      <p:ext uri="{BB962C8B-B14F-4D97-AF65-F5344CB8AC3E}">
        <p14:creationId xmlns:p14="http://schemas.microsoft.com/office/powerpoint/2010/main" val="228724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2300B1EA-BD56-E735-1F4C-31E867E31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7C503-F747-D767-81CC-A260114B4521}"/>
              </a:ext>
            </a:extLst>
          </p:cNvPr>
          <p:cNvSpPr>
            <a:spLocks noGrp="1"/>
          </p:cNvSpPr>
          <p:nvPr>
            <p:ph type="title"/>
          </p:nvPr>
        </p:nvSpPr>
        <p:spPr>
          <a:xfrm>
            <a:off x="345105" y="0"/>
            <a:ext cx="9733444" cy="711081"/>
          </a:xfrm>
        </p:spPr>
        <p:txBody>
          <a:bodyPr/>
          <a:lstStyle/>
          <a:p>
            <a:r>
              <a:rPr lang="en-US" dirty="0"/>
              <a:t>How it works in BTP?</a:t>
            </a:r>
          </a:p>
        </p:txBody>
      </p:sp>
      <p:pic>
        <p:nvPicPr>
          <p:cNvPr id="4" name="Picture 3">
            <a:extLst>
              <a:ext uri="{FF2B5EF4-FFF2-40B4-BE49-F238E27FC236}">
                <a16:creationId xmlns:a16="http://schemas.microsoft.com/office/drawing/2014/main" id="{40EAE792-BB77-7DA6-7431-A3438577A52E}"/>
              </a:ext>
            </a:extLst>
          </p:cNvPr>
          <p:cNvPicPr>
            <a:picLocks noChangeAspect="1"/>
          </p:cNvPicPr>
          <p:nvPr/>
        </p:nvPicPr>
        <p:blipFill>
          <a:blip r:embed="rId3"/>
          <a:stretch>
            <a:fillRect/>
          </a:stretch>
        </p:blipFill>
        <p:spPr>
          <a:xfrm>
            <a:off x="693812" y="1412776"/>
            <a:ext cx="11072014" cy="4752528"/>
          </a:xfrm>
          <a:prstGeom prst="rect">
            <a:avLst/>
          </a:prstGeom>
        </p:spPr>
      </p:pic>
    </p:spTree>
    <p:extLst>
      <p:ext uri="{BB962C8B-B14F-4D97-AF65-F5344CB8AC3E}">
        <p14:creationId xmlns:p14="http://schemas.microsoft.com/office/powerpoint/2010/main" val="2842617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6693A0A-0FF4-3A74-BF42-D593CEB5A423}"/>
              </a:ext>
            </a:extLst>
          </p:cNvPr>
          <p:cNvGrpSpPr/>
          <p:nvPr/>
        </p:nvGrpSpPr>
        <p:grpSpPr>
          <a:xfrm>
            <a:off x="1208493" y="743961"/>
            <a:ext cx="1396080" cy="459720"/>
            <a:chOff x="1208493" y="743961"/>
            <a:chExt cx="1396080" cy="4597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C2C9F1C-D9E5-1E7C-C9D9-F68A9C2CF35D}"/>
                    </a:ext>
                  </a:extLst>
                </p14:cNvPr>
                <p14:cNvContentPartPr/>
                <p14:nvPr/>
              </p14:nvContentPartPr>
              <p14:xfrm>
                <a:off x="1208493" y="772041"/>
                <a:ext cx="258840" cy="403200"/>
              </p14:xfrm>
            </p:contentPart>
          </mc:Choice>
          <mc:Fallback>
            <p:pic>
              <p:nvPicPr>
                <p:cNvPr id="4" name="Ink 3">
                  <a:extLst>
                    <a:ext uri="{FF2B5EF4-FFF2-40B4-BE49-F238E27FC236}">
                      <a16:creationId xmlns:a16="http://schemas.microsoft.com/office/drawing/2014/main" id="{3C2C9F1C-D9E5-1E7C-C9D9-F68A9C2CF35D}"/>
                    </a:ext>
                  </a:extLst>
                </p:cNvPr>
                <p:cNvPicPr/>
                <p:nvPr/>
              </p:nvPicPr>
              <p:blipFill>
                <a:blip r:embed="rId3"/>
                <a:stretch>
                  <a:fillRect/>
                </a:stretch>
              </p:blipFill>
              <p:spPr>
                <a:xfrm>
                  <a:off x="1199853" y="763041"/>
                  <a:ext cx="276480" cy="420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5EA49B0B-83B3-830D-2551-20D7A1A0B59A}"/>
                    </a:ext>
                  </a:extLst>
                </p14:cNvPr>
                <p14:cNvContentPartPr/>
                <p14:nvPr/>
              </p14:nvContentPartPr>
              <p14:xfrm>
                <a:off x="1551933" y="855921"/>
                <a:ext cx="333720" cy="202680"/>
              </p14:xfrm>
            </p:contentPart>
          </mc:Choice>
          <mc:Fallback>
            <p:pic>
              <p:nvPicPr>
                <p:cNvPr id="5" name="Ink 4">
                  <a:extLst>
                    <a:ext uri="{FF2B5EF4-FFF2-40B4-BE49-F238E27FC236}">
                      <a16:creationId xmlns:a16="http://schemas.microsoft.com/office/drawing/2014/main" id="{5EA49B0B-83B3-830D-2551-20D7A1A0B59A}"/>
                    </a:ext>
                  </a:extLst>
                </p:cNvPr>
                <p:cNvPicPr/>
                <p:nvPr/>
              </p:nvPicPr>
              <p:blipFill>
                <a:blip r:embed="rId5"/>
                <a:stretch>
                  <a:fillRect/>
                </a:stretch>
              </p:blipFill>
              <p:spPr>
                <a:xfrm>
                  <a:off x="1543293" y="846921"/>
                  <a:ext cx="35136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C6C14EC3-029A-E67F-4945-4913DA6B70A0}"/>
                    </a:ext>
                  </a:extLst>
                </p14:cNvPr>
                <p14:cNvContentPartPr/>
                <p14:nvPr/>
              </p14:nvContentPartPr>
              <p14:xfrm>
                <a:off x="1927053" y="743961"/>
                <a:ext cx="312480" cy="222120"/>
              </p14:xfrm>
            </p:contentPart>
          </mc:Choice>
          <mc:Fallback>
            <p:pic>
              <p:nvPicPr>
                <p:cNvPr id="6" name="Ink 5">
                  <a:extLst>
                    <a:ext uri="{FF2B5EF4-FFF2-40B4-BE49-F238E27FC236}">
                      <a16:creationId xmlns:a16="http://schemas.microsoft.com/office/drawing/2014/main" id="{C6C14EC3-029A-E67F-4945-4913DA6B70A0}"/>
                    </a:ext>
                  </a:extLst>
                </p:cNvPr>
                <p:cNvPicPr/>
                <p:nvPr/>
              </p:nvPicPr>
              <p:blipFill>
                <a:blip r:embed="rId7"/>
                <a:stretch>
                  <a:fillRect/>
                </a:stretch>
              </p:blipFill>
              <p:spPr>
                <a:xfrm>
                  <a:off x="1918053" y="734961"/>
                  <a:ext cx="33012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86545F9D-CDEA-BB43-8D95-5A6B0D56CCA9}"/>
                    </a:ext>
                  </a:extLst>
                </p14:cNvPr>
                <p14:cNvContentPartPr/>
                <p14:nvPr/>
              </p14:nvContentPartPr>
              <p14:xfrm>
                <a:off x="1209213" y="945921"/>
                <a:ext cx="1395360" cy="257760"/>
              </p14:xfrm>
            </p:contentPart>
          </mc:Choice>
          <mc:Fallback>
            <p:pic>
              <p:nvPicPr>
                <p:cNvPr id="7" name="Ink 6">
                  <a:extLst>
                    <a:ext uri="{FF2B5EF4-FFF2-40B4-BE49-F238E27FC236}">
                      <a16:creationId xmlns:a16="http://schemas.microsoft.com/office/drawing/2014/main" id="{86545F9D-CDEA-BB43-8D95-5A6B0D56CCA9}"/>
                    </a:ext>
                  </a:extLst>
                </p:cNvPr>
                <p:cNvPicPr/>
                <p:nvPr/>
              </p:nvPicPr>
              <p:blipFill>
                <a:blip r:embed="rId9"/>
                <a:stretch>
                  <a:fillRect/>
                </a:stretch>
              </p:blipFill>
              <p:spPr>
                <a:xfrm>
                  <a:off x="1200573" y="937281"/>
                  <a:ext cx="1413000" cy="275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D417F83A-1800-FE99-9F2F-C5260A19B271}"/>
                  </a:ext>
                </a:extLst>
              </p14:cNvPr>
              <p14:cNvContentPartPr/>
              <p14:nvPr/>
            </p14:nvContentPartPr>
            <p14:xfrm>
              <a:off x="1521333" y="1758081"/>
              <a:ext cx="3366720" cy="1983600"/>
            </p14:xfrm>
          </p:contentPart>
        </mc:Choice>
        <mc:Fallback>
          <p:pic>
            <p:nvPicPr>
              <p:cNvPr id="10" name="Ink 9">
                <a:extLst>
                  <a:ext uri="{FF2B5EF4-FFF2-40B4-BE49-F238E27FC236}">
                    <a16:creationId xmlns:a16="http://schemas.microsoft.com/office/drawing/2014/main" id="{D417F83A-1800-FE99-9F2F-C5260A19B271}"/>
                  </a:ext>
                </a:extLst>
              </p:cNvPr>
              <p:cNvPicPr/>
              <p:nvPr/>
            </p:nvPicPr>
            <p:blipFill>
              <a:blip r:embed="rId11"/>
              <a:stretch>
                <a:fillRect/>
              </a:stretch>
            </p:blipFill>
            <p:spPr>
              <a:xfrm>
                <a:off x="1512333" y="1749081"/>
                <a:ext cx="3384360" cy="2001240"/>
              </a:xfrm>
              <a:prstGeom prst="rect">
                <a:avLst/>
              </a:prstGeom>
            </p:spPr>
          </p:pic>
        </mc:Fallback>
      </mc:AlternateContent>
      <p:grpSp>
        <p:nvGrpSpPr>
          <p:cNvPr id="21" name="Group 20">
            <a:extLst>
              <a:ext uri="{FF2B5EF4-FFF2-40B4-BE49-F238E27FC236}">
                <a16:creationId xmlns:a16="http://schemas.microsoft.com/office/drawing/2014/main" id="{B895F2CF-5D41-3B47-5E1A-BD612248F872}"/>
              </a:ext>
            </a:extLst>
          </p:cNvPr>
          <p:cNvGrpSpPr/>
          <p:nvPr/>
        </p:nvGrpSpPr>
        <p:grpSpPr>
          <a:xfrm>
            <a:off x="1818693" y="1219161"/>
            <a:ext cx="1310040" cy="441360"/>
            <a:chOff x="1818693" y="1219161"/>
            <a:chExt cx="1310040" cy="441360"/>
          </a:xfrm>
        </p:grpSpPr>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315820AE-F4CB-90C0-5DED-F920988EFC2A}"/>
                    </a:ext>
                  </a:extLst>
                </p14:cNvPr>
                <p14:cNvContentPartPr/>
                <p14:nvPr/>
              </p14:nvContentPartPr>
              <p14:xfrm>
                <a:off x="1932813" y="1348401"/>
                <a:ext cx="10080" cy="310320"/>
              </p14:xfrm>
            </p:contentPart>
          </mc:Choice>
          <mc:Fallback>
            <p:pic>
              <p:nvPicPr>
                <p:cNvPr id="11" name="Ink 10">
                  <a:extLst>
                    <a:ext uri="{FF2B5EF4-FFF2-40B4-BE49-F238E27FC236}">
                      <a16:creationId xmlns:a16="http://schemas.microsoft.com/office/drawing/2014/main" id="{315820AE-F4CB-90C0-5DED-F920988EFC2A}"/>
                    </a:ext>
                  </a:extLst>
                </p:cNvPr>
                <p:cNvPicPr/>
                <p:nvPr/>
              </p:nvPicPr>
              <p:blipFill>
                <a:blip r:embed="rId13"/>
                <a:stretch>
                  <a:fillRect/>
                </a:stretch>
              </p:blipFill>
              <p:spPr>
                <a:xfrm>
                  <a:off x="1923813" y="1339401"/>
                  <a:ext cx="27720" cy="327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1323AC3E-09D8-96FC-90A3-72229491C5E1}"/>
                    </a:ext>
                  </a:extLst>
                </p14:cNvPr>
                <p14:cNvContentPartPr/>
                <p14:nvPr/>
              </p14:nvContentPartPr>
              <p14:xfrm>
                <a:off x="1818693" y="1219161"/>
                <a:ext cx="276480" cy="257400"/>
              </p14:xfrm>
            </p:contentPart>
          </mc:Choice>
          <mc:Fallback>
            <p:pic>
              <p:nvPicPr>
                <p:cNvPr id="12" name="Ink 11">
                  <a:extLst>
                    <a:ext uri="{FF2B5EF4-FFF2-40B4-BE49-F238E27FC236}">
                      <a16:creationId xmlns:a16="http://schemas.microsoft.com/office/drawing/2014/main" id="{1323AC3E-09D8-96FC-90A3-72229491C5E1}"/>
                    </a:ext>
                  </a:extLst>
                </p:cNvPr>
                <p:cNvPicPr/>
                <p:nvPr/>
              </p:nvPicPr>
              <p:blipFill>
                <a:blip r:embed="rId15"/>
                <a:stretch>
                  <a:fillRect/>
                </a:stretch>
              </p:blipFill>
              <p:spPr>
                <a:xfrm>
                  <a:off x="1810053" y="1210161"/>
                  <a:ext cx="29412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79FEB233-94FC-B799-5837-3CF9CE80FEC8}"/>
                    </a:ext>
                  </a:extLst>
                </p14:cNvPr>
                <p14:cNvContentPartPr/>
                <p14:nvPr/>
              </p14:nvContentPartPr>
              <p14:xfrm>
                <a:off x="2060253" y="1486641"/>
                <a:ext cx="123480" cy="171000"/>
              </p14:xfrm>
            </p:contentPart>
          </mc:Choice>
          <mc:Fallback>
            <p:pic>
              <p:nvPicPr>
                <p:cNvPr id="13" name="Ink 12">
                  <a:extLst>
                    <a:ext uri="{FF2B5EF4-FFF2-40B4-BE49-F238E27FC236}">
                      <a16:creationId xmlns:a16="http://schemas.microsoft.com/office/drawing/2014/main" id="{79FEB233-94FC-B799-5837-3CF9CE80FEC8}"/>
                    </a:ext>
                  </a:extLst>
                </p:cNvPr>
                <p:cNvPicPr/>
                <p:nvPr/>
              </p:nvPicPr>
              <p:blipFill>
                <a:blip r:embed="rId17"/>
                <a:stretch>
                  <a:fillRect/>
                </a:stretch>
              </p:blipFill>
              <p:spPr>
                <a:xfrm>
                  <a:off x="2051253" y="1477641"/>
                  <a:ext cx="14112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DC389455-805E-DA95-A1AC-2303428BD53D}"/>
                    </a:ext>
                  </a:extLst>
                </p14:cNvPr>
                <p14:cNvContentPartPr/>
                <p14:nvPr/>
              </p14:nvContentPartPr>
              <p14:xfrm>
                <a:off x="2250333" y="1506081"/>
                <a:ext cx="70920" cy="144000"/>
              </p14:xfrm>
            </p:contentPart>
          </mc:Choice>
          <mc:Fallback>
            <p:pic>
              <p:nvPicPr>
                <p:cNvPr id="14" name="Ink 13">
                  <a:extLst>
                    <a:ext uri="{FF2B5EF4-FFF2-40B4-BE49-F238E27FC236}">
                      <a16:creationId xmlns:a16="http://schemas.microsoft.com/office/drawing/2014/main" id="{DC389455-805E-DA95-A1AC-2303428BD53D}"/>
                    </a:ext>
                  </a:extLst>
                </p:cNvPr>
                <p:cNvPicPr/>
                <p:nvPr/>
              </p:nvPicPr>
              <p:blipFill>
                <a:blip r:embed="rId19"/>
                <a:stretch>
                  <a:fillRect/>
                </a:stretch>
              </p:blipFill>
              <p:spPr>
                <a:xfrm>
                  <a:off x="2241333" y="1497441"/>
                  <a:ext cx="885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16A134B7-8003-DE36-6775-16505914C672}"/>
                    </a:ext>
                  </a:extLst>
                </p14:cNvPr>
                <p14:cNvContentPartPr/>
                <p14:nvPr/>
              </p14:nvContentPartPr>
              <p14:xfrm>
                <a:off x="2343573" y="1487721"/>
                <a:ext cx="136080" cy="148320"/>
              </p14:xfrm>
            </p:contentPart>
          </mc:Choice>
          <mc:Fallback>
            <p:pic>
              <p:nvPicPr>
                <p:cNvPr id="15" name="Ink 14">
                  <a:extLst>
                    <a:ext uri="{FF2B5EF4-FFF2-40B4-BE49-F238E27FC236}">
                      <a16:creationId xmlns:a16="http://schemas.microsoft.com/office/drawing/2014/main" id="{16A134B7-8003-DE36-6775-16505914C672}"/>
                    </a:ext>
                  </a:extLst>
                </p:cNvPr>
                <p:cNvPicPr/>
                <p:nvPr/>
              </p:nvPicPr>
              <p:blipFill>
                <a:blip r:embed="rId21"/>
                <a:stretch>
                  <a:fillRect/>
                </a:stretch>
              </p:blipFill>
              <p:spPr>
                <a:xfrm>
                  <a:off x="2334933" y="1478721"/>
                  <a:ext cx="1537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D75E7B9F-CE2E-4403-8A55-1C55FDBE2DC7}"/>
                    </a:ext>
                  </a:extLst>
                </p14:cNvPr>
                <p14:cNvContentPartPr/>
                <p14:nvPr/>
              </p14:nvContentPartPr>
              <p14:xfrm>
                <a:off x="2540493" y="1511841"/>
                <a:ext cx="12240" cy="124920"/>
              </p14:xfrm>
            </p:contentPart>
          </mc:Choice>
          <mc:Fallback>
            <p:pic>
              <p:nvPicPr>
                <p:cNvPr id="16" name="Ink 15">
                  <a:extLst>
                    <a:ext uri="{FF2B5EF4-FFF2-40B4-BE49-F238E27FC236}">
                      <a16:creationId xmlns:a16="http://schemas.microsoft.com/office/drawing/2014/main" id="{D75E7B9F-CE2E-4403-8A55-1C55FDBE2DC7}"/>
                    </a:ext>
                  </a:extLst>
                </p:cNvPr>
                <p:cNvPicPr/>
                <p:nvPr/>
              </p:nvPicPr>
              <p:blipFill>
                <a:blip r:embed="rId23"/>
                <a:stretch>
                  <a:fillRect/>
                </a:stretch>
              </p:blipFill>
              <p:spPr>
                <a:xfrm>
                  <a:off x="2531493" y="1503201"/>
                  <a:ext cx="298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EC66AC7F-7652-2662-6E3A-016FC6B5946D}"/>
                    </a:ext>
                  </a:extLst>
                </p14:cNvPr>
                <p14:cNvContentPartPr/>
                <p14:nvPr/>
              </p14:nvContentPartPr>
              <p14:xfrm>
                <a:off x="2557773" y="1395921"/>
                <a:ext cx="8640" cy="56880"/>
              </p14:xfrm>
            </p:contentPart>
          </mc:Choice>
          <mc:Fallback>
            <p:pic>
              <p:nvPicPr>
                <p:cNvPr id="17" name="Ink 16">
                  <a:extLst>
                    <a:ext uri="{FF2B5EF4-FFF2-40B4-BE49-F238E27FC236}">
                      <a16:creationId xmlns:a16="http://schemas.microsoft.com/office/drawing/2014/main" id="{EC66AC7F-7652-2662-6E3A-016FC6B5946D}"/>
                    </a:ext>
                  </a:extLst>
                </p:cNvPr>
                <p:cNvPicPr/>
                <p:nvPr/>
              </p:nvPicPr>
              <p:blipFill>
                <a:blip r:embed="rId25"/>
                <a:stretch>
                  <a:fillRect/>
                </a:stretch>
              </p:blipFill>
              <p:spPr>
                <a:xfrm>
                  <a:off x="2549133" y="1387281"/>
                  <a:ext cx="2628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E1AD6249-C672-48C5-7385-72814ED70CD8}"/>
                    </a:ext>
                  </a:extLst>
                </p14:cNvPr>
                <p14:cNvContentPartPr/>
                <p14:nvPr/>
              </p14:nvContentPartPr>
              <p14:xfrm>
                <a:off x="2604933" y="1363521"/>
                <a:ext cx="173160" cy="286560"/>
              </p14:xfrm>
            </p:contentPart>
          </mc:Choice>
          <mc:Fallback>
            <p:pic>
              <p:nvPicPr>
                <p:cNvPr id="18" name="Ink 17">
                  <a:extLst>
                    <a:ext uri="{FF2B5EF4-FFF2-40B4-BE49-F238E27FC236}">
                      <a16:creationId xmlns:a16="http://schemas.microsoft.com/office/drawing/2014/main" id="{E1AD6249-C672-48C5-7385-72814ED70CD8}"/>
                    </a:ext>
                  </a:extLst>
                </p:cNvPr>
                <p:cNvPicPr/>
                <p:nvPr/>
              </p:nvPicPr>
              <p:blipFill>
                <a:blip r:embed="rId27"/>
                <a:stretch>
                  <a:fillRect/>
                </a:stretch>
              </p:blipFill>
              <p:spPr>
                <a:xfrm>
                  <a:off x="2595933" y="1354881"/>
                  <a:ext cx="19080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321D61D8-BF96-1BF1-12E3-BAC8BA394C52}"/>
                    </a:ext>
                  </a:extLst>
                </p14:cNvPr>
                <p14:cNvContentPartPr/>
                <p14:nvPr/>
              </p14:nvContentPartPr>
              <p14:xfrm>
                <a:off x="2811573" y="1499601"/>
                <a:ext cx="77400" cy="150480"/>
              </p14:xfrm>
            </p:contentPart>
          </mc:Choice>
          <mc:Fallback>
            <p:pic>
              <p:nvPicPr>
                <p:cNvPr id="19" name="Ink 18">
                  <a:extLst>
                    <a:ext uri="{FF2B5EF4-FFF2-40B4-BE49-F238E27FC236}">
                      <a16:creationId xmlns:a16="http://schemas.microsoft.com/office/drawing/2014/main" id="{321D61D8-BF96-1BF1-12E3-BAC8BA394C52}"/>
                    </a:ext>
                  </a:extLst>
                </p:cNvPr>
                <p:cNvPicPr/>
                <p:nvPr/>
              </p:nvPicPr>
              <p:blipFill>
                <a:blip r:embed="rId29"/>
                <a:stretch>
                  <a:fillRect/>
                </a:stretch>
              </p:blipFill>
              <p:spPr>
                <a:xfrm>
                  <a:off x="2802933" y="1490961"/>
                  <a:ext cx="9504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C7CA155F-E217-1544-089A-8D9531DAD274}"/>
                    </a:ext>
                  </a:extLst>
                </p14:cNvPr>
                <p14:cNvContentPartPr/>
                <p14:nvPr/>
              </p14:nvContentPartPr>
              <p14:xfrm>
                <a:off x="2950173" y="1487361"/>
                <a:ext cx="178560" cy="173160"/>
              </p14:xfrm>
            </p:contentPart>
          </mc:Choice>
          <mc:Fallback>
            <p:pic>
              <p:nvPicPr>
                <p:cNvPr id="20" name="Ink 19">
                  <a:extLst>
                    <a:ext uri="{FF2B5EF4-FFF2-40B4-BE49-F238E27FC236}">
                      <a16:creationId xmlns:a16="http://schemas.microsoft.com/office/drawing/2014/main" id="{C7CA155F-E217-1544-089A-8D9531DAD274}"/>
                    </a:ext>
                  </a:extLst>
                </p:cNvPr>
                <p:cNvPicPr/>
                <p:nvPr/>
              </p:nvPicPr>
              <p:blipFill>
                <a:blip r:embed="rId31"/>
                <a:stretch>
                  <a:fillRect/>
                </a:stretch>
              </p:blipFill>
              <p:spPr>
                <a:xfrm>
                  <a:off x="2941533" y="1478721"/>
                  <a:ext cx="196200" cy="190800"/>
                </a:xfrm>
                <a:prstGeom prst="rect">
                  <a:avLst/>
                </a:prstGeom>
              </p:spPr>
            </p:pic>
          </mc:Fallback>
        </mc:AlternateContent>
      </p:grpSp>
      <p:grpSp>
        <p:nvGrpSpPr>
          <p:cNvPr id="28" name="Group 27">
            <a:extLst>
              <a:ext uri="{FF2B5EF4-FFF2-40B4-BE49-F238E27FC236}">
                <a16:creationId xmlns:a16="http://schemas.microsoft.com/office/drawing/2014/main" id="{DA353F99-9CA5-DF52-699E-443AFCB7499B}"/>
              </a:ext>
            </a:extLst>
          </p:cNvPr>
          <p:cNvGrpSpPr/>
          <p:nvPr/>
        </p:nvGrpSpPr>
        <p:grpSpPr>
          <a:xfrm>
            <a:off x="3467133" y="1317801"/>
            <a:ext cx="941400" cy="330480"/>
            <a:chOff x="3467133" y="1317801"/>
            <a:chExt cx="941400" cy="330480"/>
          </a:xfrm>
        </p:grpSpPr>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7F048EFA-AFD5-364E-EF5C-DAB1B82BADED}"/>
                    </a:ext>
                  </a:extLst>
                </p14:cNvPr>
                <p14:cNvContentPartPr/>
                <p14:nvPr/>
              </p14:nvContentPartPr>
              <p14:xfrm>
                <a:off x="3467133" y="1317801"/>
                <a:ext cx="181080" cy="307080"/>
              </p14:xfrm>
            </p:contentPart>
          </mc:Choice>
          <mc:Fallback>
            <p:pic>
              <p:nvPicPr>
                <p:cNvPr id="22" name="Ink 21">
                  <a:extLst>
                    <a:ext uri="{FF2B5EF4-FFF2-40B4-BE49-F238E27FC236}">
                      <a16:creationId xmlns:a16="http://schemas.microsoft.com/office/drawing/2014/main" id="{7F048EFA-AFD5-364E-EF5C-DAB1B82BADED}"/>
                    </a:ext>
                  </a:extLst>
                </p:cNvPr>
                <p:cNvPicPr/>
                <p:nvPr/>
              </p:nvPicPr>
              <p:blipFill>
                <a:blip r:embed="rId33"/>
                <a:stretch>
                  <a:fillRect/>
                </a:stretch>
              </p:blipFill>
              <p:spPr>
                <a:xfrm>
                  <a:off x="3458493" y="1309161"/>
                  <a:ext cx="19872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F1829032-EBF7-39E5-8755-610185953A61}"/>
                    </a:ext>
                  </a:extLst>
                </p14:cNvPr>
                <p14:cNvContentPartPr/>
                <p14:nvPr/>
              </p14:nvContentPartPr>
              <p14:xfrm>
                <a:off x="3634173" y="1447761"/>
                <a:ext cx="58680" cy="178200"/>
              </p14:xfrm>
            </p:contentPart>
          </mc:Choice>
          <mc:Fallback>
            <p:pic>
              <p:nvPicPr>
                <p:cNvPr id="23" name="Ink 22">
                  <a:extLst>
                    <a:ext uri="{FF2B5EF4-FFF2-40B4-BE49-F238E27FC236}">
                      <a16:creationId xmlns:a16="http://schemas.microsoft.com/office/drawing/2014/main" id="{F1829032-EBF7-39E5-8755-610185953A61}"/>
                    </a:ext>
                  </a:extLst>
                </p:cNvPr>
                <p:cNvPicPr/>
                <p:nvPr/>
              </p:nvPicPr>
              <p:blipFill>
                <a:blip r:embed="rId35"/>
                <a:stretch>
                  <a:fillRect/>
                </a:stretch>
              </p:blipFill>
              <p:spPr>
                <a:xfrm>
                  <a:off x="3625533" y="1439121"/>
                  <a:ext cx="7632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78F5BE46-38CE-AB21-771E-3C4AA5A1DAFB}"/>
                    </a:ext>
                  </a:extLst>
                </p14:cNvPr>
                <p14:cNvContentPartPr/>
                <p14:nvPr/>
              </p14:nvContentPartPr>
              <p14:xfrm>
                <a:off x="3625893" y="1415361"/>
                <a:ext cx="129240" cy="25920"/>
              </p14:xfrm>
            </p:contentPart>
          </mc:Choice>
          <mc:Fallback>
            <p:pic>
              <p:nvPicPr>
                <p:cNvPr id="24" name="Ink 23">
                  <a:extLst>
                    <a:ext uri="{FF2B5EF4-FFF2-40B4-BE49-F238E27FC236}">
                      <a16:creationId xmlns:a16="http://schemas.microsoft.com/office/drawing/2014/main" id="{78F5BE46-38CE-AB21-771E-3C4AA5A1DAFB}"/>
                    </a:ext>
                  </a:extLst>
                </p:cNvPr>
                <p:cNvPicPr/>
                <p:nvPr/>
              </p:nvPicPr>
              <p:blipFill>
                <a:blip r:embed="rId37"/>
                <a:stretch>
                  <a:fillRect/>
                </a:stretch>
              </p:blipFill>
              <p:spPr>
                <a:xfrm>
                  <a:off x="3616893" y="1406721"/>
                  <a:ext cx="1468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AD68643A-BC36-05DB-23D9-97118AD5141F}"/>
                    </a:ext>
                  </a:extLst>
                </p14:cNvPr>
                <p14:cNvContentPartPr/>
                <p14:nvPr/>
              </p14:nvContentPartPr>
              <p14:xfrm>
                <a:off x="3778893" y="1380801"/>
                <a:ext cx="115920" cy="267480"/>
              </p14:xfrm>
            </p:contentPart>
          </mc:Choice>
          <mc:Fallback>
            <p:pic>
              <p:nvPicPr>
                <p:cNvPr id="25" name="Ink 24">
                  <a:extLst>
                    <a:ext uri="{FF2B5EF4-FFF2-40B4-BE49-F238E27FC236}">
                      <a16:creationId xmlns:a16="http://schemas.microsoft.com/office/drawing/2014/main" id="{AD68643A-BC36-05DB-23D9-97118AD5141F}"/>
                    </a:ext>
                  </a:extLst>
                </p:cNvPr>
                <p:cNvPicPr/>
                <p:nvPr/>
              </p:nvPicPr>
              <p:blipFill>
                <a:blip r:embed="rId39"/>
                <a:stretch>
                  <a:fillRect/>
                </a:stretch>
              </p:blipFill>
              <p:spPr>
                <a:xfrm>
                  <a:off x="3770253" y="1371801"/>
                  <a:ext cx="13356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B00BB399-BF19-C1AE-73E1-F17A53E70F86}"/>
                    </a:ext>
                  </a:extLst>
                </p14:cNvPr>
                <p14:cNvContentPartPr/>
                <p14:nvPr/>
              </p14:nvContentPartPr>
              <p14:xfrm>
                <a:off x="4082373" y="1353801"/>
                <a:ext cx="326160" cy="283680"/>
              </p14:xfrm>
            </p:contentPart>
          </mc:Choice>
          <mc:Fallback>
            <p:pic>
              <p:nvPicPr>
                <p:cNvPr id="26" name="Ink 25">
                  <a:extLst>
                    <a:ext uri="{FF2B5EF4-FFF2-40B4-BE49-F238E27FC236}">
                      <a16:creationId xmlns:a16="http://schemas.microsoft.com/office/drawing/2014/main" id="{B00BB399-BF19-C1AE-73E1-F17A53E70F86}"/>
                    </a:ext>
                  </a:extLst>
                </p:cNvPr>
                <p:cNvPicPr/>
                <p:nvPr/>
              </p:nvPicPr>
              <p:blipFill>
                <a:blip r:embed="rId41"/>
                <a:stretch>
                  <a:fillRect/>
                </a:stretch>
              </p:blipFill>
              <p:spPr>
                <a:xfrm>
                  <a:off x="4073733" y="1345161"/>
                  <a:ext cx="34380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29F21E3F-BC20-4547-4C58-41546607420A}"/>
                    </a:ext>
                  </a:extLst>
                </p14:cNvPr>
                <p14:cNvContentPartPr/>
                <p14:nvPr/>
              </p14:nvContentPartPr>
              <p14:xfrm>
                <a:off x="4282533" y="1541001"/>
                <a:ext cx="107640" cy="68040"/>
              </p14:xfrm>
            </p:contentPart>
          </mc:Choice>
          <mc:Fallback>
            <p:pic>
              <p:nvPicPr>
                <p:cNvPr id="27" name="Ink 26">
                  <a:extLst>
                    <a:ext uri="{FF2B5EF4-FFF2-40B4-BE49-F238E27FC236}">
                      <a16:creationId xmlns:a16="http://schemas.microsoft.com/office/drawing/2014/main" id="{29F21E3F-BC20-4547-4C58-41546607420A}"/>
                    </a:ext>
                  </a:extLst>
                </p:cNvPr>
                <p:cNvPicPr/>
                <p:nvPr/>
              </p:nvPicPr>
              <p:blipFill>
                <a:blip r:embed="rId43"/>
                <a:stretch>
                  <a:fillRect/>
                </a:stretch>
              </p:blipFill>
              <p:spPr>
                <a:xfrm>
                  <a:off x="4273533" y="1532001"/>
                  <a:ext cx="125280" cy="85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55" name="Ink 54">
                <a:extLst>
                  <a:ext uri="{FF2B5EF4-FFF2-40B4-BE49-F238E27FC236}">
                    <a16:creationId xmlns:a16="http://schemas.microsoft.com/office/drawing/2014/main" id="{49B32A40-FA64-5F96-DD91-DDE4BA082619}"/>
                  </a:ext>
                </a:extLst>
              </p14:cNvPr>
              <p14:cNvContentPartPr/>
              <p14:nvPr/>
            </p14:nvContentPartPr>
            <p14:xfrm>
              <a:off x="7878933" y="1694361"/>
              <a:ext cx="3807360" cy="2265120"/>
            </p14:xfrm>
          </p:contentPart>
        </mc:Choice>
        <mc:Fallback>
          <p:pic>
            <p:nvPicPr>
              <p:cNvPr id="55" name="Ink 54">
                <a:extLst>
                  <a:ext uri="{FF2B5EF4-FFF2-40B4-BE49-F238E27FC236}">
                    <a16:creationId xmlns:a16="http://schemas.microsoft.com/office/drawing/2014/main" id="{49B32A40-FA64-5F96-DD91-DDE4BA082619}"/>
                  </a:ext>
                </a:extLst>
              </p:cNvPr>
              <p:cNvPicPr/>
              <p:nvPr/>
            </p:nvPicPr>
            <p:blipFill>
              <a:blip r:embed="rId45"/>
              <a:stretch>
                <a:fillRect/>
              </a:stretch>
            </p:blipFill>
            <p:spPr>
              <a:xfrm>
                <a:off x="7870293" y="1685721"/>
                <a:ext cx="3825000" cy="2282760"/>
              </a:xfrm>
              <a:prstGeom prst="rect">
                <a:avLst/>
              </a:prstGeom>
            </p:spPr>
          </p:pic>
        </mc:Fallback>
      </mc:AlternateContent>
      <p:grpSp>
        <p:nvGrpSpPr>
          <p:cNvPr id="66" name="Group 65">
            <a:extLst>
              <a:ext uri="{FF2B5EF4-FFF2-40B4-BE49-F238E27FC236}">
                <a16:creationId xmlns:a16="http://schemas.microsoft.com/office/drawing/2014/main" id="{37878B3C-F8FC-8724-EC1F-F9E9BB8D2931}"/>
              </a:ext>
            </a:extLst>
          </p:cNvPr>
          <p:cNvGrpSpPr/>
          <p:nvPr/>
        </p:nvGrpSpPr>
        <p:grpSpPr>
          <a:xfrm>
            <a:off x="8121573" y="1124481"/>
            <a:ext cx="2927520" cy="493200"/>
            <a:chOff x="8121573" y="1124481"/>
            <a:chExt cx="2927520" cy="493200"/>
          </a:xfrm>
        </p:grpSpPr>
        <mc:AlternateContent xmlns:mc="http://schemas.openxmlformats.org/markup-compatibility/2006">
          <mc:Choice xmlns:p14="http://schemas.microsoft.com/office/powerpoint/2010/main" Requires="p14">
            <p:contentPart p14:bwMode="auto" r:id="rId46">
              <p14:nvContentPartPr>
                <p14:cNvPr id="56" name="Ink 55">
                  <a:extLst>
                    <a:ext uri="{FF2B5EF4-FFF2-40B4-BE49-F238E27FC236}">
                      <a16:creationId xmlns:a16="http://schemas.microsoft.com/office/drawing/2014/main" id="{B7255280-6C3D-FD9C-7C51-20B1A1346BD6}"/>
                    </a:ext>
                  </a:extLst>
                </p14:cNvPr>
                <p14:cNvContentPartPr/>
                <p14:nvPr/>
              </p14:nvContentPartPr>
              <p14:xfrm>
                <a:off x="8121573" y="1124481"/>
                <a:ext cx="810360" cy="493200"/>
              </p14:xfrm>
            </p:contentPart>
          </mc:Choice>
          <mc:Fallback>
            <p:pic>
              <p:nvPicPr>
                <p:cNvPr id="56" name="Ink 55">
                  <a:extLst>
                    <a:ext uri="{FF2B5EF4-FFF2-40B4-BE49-F238E27FC236}">
                      <a16:creationId xmlns:a16="http://schemas.microsoft.com/office/drawing/2014/main" id="{B7255280-6C3D-FD9C-7C51-20B1A1346BD6}"/>
                    </a:ext>
                  </a:extLst>
                </p:cNvPr>
                <p:cNvPicPr/>
                <p:nvPr/>
              </p:nvPicPr>
              <p:blipFill>
                <a:blip r:embed="rId47"/>
                <a:stretch>
                  <a:fillRect/>
                </a:stretch>
              </p:blipFill>
              <p:spPr>
                <a:xfrm>
                  <a:off x="8112573" y="1115841"/>
                  <a:ext cx="828000" cy="510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7" name="Ink 56">
                  <a:extLst>
                    <a:ext uri="{FF2B5EF4-FFF2-40B4-BE49-F238E27FC236}">
                      <a16:creationId xmlns:a16="http://schemas.microsoft.com/office/drawing/2014/main" id="{E8ADD006-54D1-3019-0AEE-9F68BCDA4BF7}"/>
                    </a:ext>
                  </a:extLst>
                </p14:cNvPr>
                <p14:cNvContentPartPr/>
                <p14:nvPr/>
              </p14:nvContentPartPr>
              <p14:xfrm>
                <a:off x="8975853" y="1332561"/>
                <a:ext cx="145080" cy="212400"/>
              </p14:xfrm>
            </p:contentPart>
          </mc:Choice>
          <mc:Fallback>
            <p:pic>
              <p:nvPicPr>
                <p:cNvPr id="57" name="Ink 56">
                  <a:extLst>
                    <a:ext uri="{FF2B5EF4-FFF2-40B4-BE49-F238E27FC236}">
                      <a16:creationId xmlns:a16="http://schemas.microsoft.com/office/drawing/2014/main" id="{E8ADD006-54D1-3019-0AEE-9F68BCDA4BF7}"/>
                    </a:ext>
                  </a:extLst>
                </p:cNvPr>
                <p:cNvPicPr/>
                <p:nvPr/>
              </p:nvPicPr>
              <p:blipFill>
                <a:blip r:embed="rId49"/>
                <a:stretch>
                  <a:fillRect/>
                </a:stretch>
              </p:blipFill>
              <p:spPr>
                <a:xfrm>
                  <a:off x="8967213" y="1323561"/>
                  <a:ext cx="16272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8" name="Ink 57">
                  <a:extLst>
                    <a:ext uri="{FF2B5EF4-FFF2-40B4-BE49-F238E27FC236}">
                      <a16:creationId xmlns:a16="http://schemas.microsoft.com/office/drawing/2014/main" id="{9FEF42E6-380C-8BC8-DF1D-882C16F963F8}"/>
                    </a:ext>
                  </a:extLst>
                </p14:cNvPr>
                <p14:cNvContentPartPr/>
                <p14:nvPr/>
              </p14:nvContentPartPr>
              <p14:xfrm>
                <a:off x="9149733" y="1350201"/>
                <a:ext cx="457200" cy="177840"/>
              </p14:xfrm>
            </p:contentPart>
          </mc:Choice>
          <mc:Fallback>
            <p:pic>
              <p:nvPicPr>
                <p:cNvPr id="58" name="Ink 57">
                  <a:extLst>
                    <a:ext uri="{FF2B5EF4-FFF2-40B4-BE49-F238E27FC236}">
                      <a16:creationId xmlns:a16="http://schemas.microsoft.com/office/drawing/2014/main" id="{9FEF42E6-380C-8BC8-DF1D-882C16F963F8}"/>
                    </a:ext>
                  </a:extLst>
                </p:cNvPr>
                <p:cNvPicPr/>
                <p:nvPr/>
              </p:nvPicPr>
              <p:blipFill>
                <a:blip r:embed="rId51"/>
                <a:stretch>
                  <a:fillRect/>
                </a:stretch>
              </p:blipFill>
              <p:spPr>
                <a:xfrm>
                  <a:off x="9140733" y="1341561"/>
                  <a:ext cx="47484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9" name="Ink 58">
                  <a:extLst>
                    <a:ext uri="{FF2B5EF4-FFF2-40B4-BE49-F238E27FC236}">
                      <a16:creationId xmlns:a16="http://schemas.microsoft.com/office/drawing/2014/main" id="{3D17C3C7-A428-7450-784F-A2B349548BA0}"/>
                    </a:ext>
                  </a:extLst>
                </p14:cNvPr>
                <p14:cNvContentPartPr/>
                <p14:nvPr/>
              </p14:nvContentPartPr>
              <p14:xfrm>
                <a:off x="9654453" y="1332561"/>
                <a:ext cx="143280" cy="200880"/>
              </p14:xfrm>
            </p:contentPart>
          </mc:Choice>
          <mc:Fallback>
            <p:pic>
              <p:nvPicPr>
                <p:cNvPr id="59" name="Ink 58">
                  <a:extLst>
                    <a:ext uri="{FF2B5EF4-FFF2-40B4-BE49-F238E27FC236}">
                      <a16:creationId xmlns:a16="http://schemas.microsoft.com/office/drawing/2014/main" id="{3D17C3C7-A428-7450-784F-A2B349548BA0}"/>
                    </a:ext>
                  </a:extLst>
                </p:cNvPr>
                <p:cNvPicPr/>
                <p:nvPr/>
              </p:nvPicPr>
              <p:blipFill>
                <a:blip r:embed="rId53"/>
                <a:stretch>
                  <a:fillRect/>
                </a:stretch>
              </p:blipFill>
              <p:spPr>
                <a:xfrm>
                  <a:off x="9645813" y="1323921"/>
                  <a:ext cx="1609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0" name="Ink 59">
                  <a:extLst>
                    <a:ext uri="{FF2B5EF4-FFF2-40B4-BE49-F238E27FC236}">
                      <a16:creationId xmlns:a16="http://schemas.microsoft.com/office/drawing/2014/main" id="{C79B0268-B330-4E1A-EF64-922ADBF65722}"/>
                    </a:ext>
                  </a:extLst>
                </p14:cNvPr>
                <p14:cNvContentPartPr/>
                <p14:nvPr/>
              </p14:nvContentPartPr>
              <p14:xfrm>
                <a:off x="9953973" y="1223841"/>
                <a:ext cx="164880" cy="286200"/>
              </p14:xfrm>
            </p:contentPart>
          </mc:Choice>
          <mc:Fallback>
            <p:pic>
              <p:nvPicPr>
                <p:cNvPr id="60" name="Ink 59">
                  <a:extLst>
                    <a:ext uri="{FF2B5EF4-FFF2-40B4-BE49-F238E27FC236}">
                      <a16:creationId xmlns:a16="http://schemas.microsoft.com/office/drawing/2014/main" id="{C79B0268-B330-4E1A-EF64-922ADBF65722}"/>
                    </a:ext>
                  </a:extLst>
                </p:cNvPr>
                <p:cNvPicPr/>
                <p:nvPr/>
              </p:nvPicPr>
              <p:blipFill>
                <a:blip r:embed="rId55"/>
                <a:stretch>
                  <a:fillRect/>
                </a:stretch>
              </p:blipFill>
              <p:spPr>
                <a:xfrm>
                  <a:off x="9945333" y="1214841"/>
                  <a:ext cx="18252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61" name="Ink 60">
                  <a:extLst>
                    <a:ext uri="{FF2B5EF4-FFF2-40B4-BE49-F238E27FC236}">
                      <a16:creationId xmlns:a16="http://schemas.microsoft.com/office/drawing/2014/main" id="{9212B511-E6AD-747C-4E48-F2D70C5F9E50}"/>
                    </a:ext>
                  </a:extLst>
                </p14:cNvPr>
                <p14:cNvContentPartPr/>
                <p14:nvPr/>
              </p14:nvContentPartPr>
              <p14:xfrm>
                <a:off x="10110213" y="1221321"/>
                <a:ext cx="168120" cy="241920"/>
              </p14:xfrm>
            </p:contentPart>
          </mc:Choice>
          <mc:Fallback>
            <p:pic>
              <p:nvPicPr>
                <p:cNvPr id="61" name="Ink 60">
                  <a:extLst>
                    <a:ext uri="{FF2B5EF4-FFF2-40B4-BE49-F238E27FC236}">
                      <a16:creationId xmlns:a16="http://schemas.microsoft.com/office/drawing/2014/main" id="{9212B511-E6AD-747C-4E48-F2D70C5F9E50}"/>
                    </a:ext>
                  </a:extLst>
                </p:cNvPr>
                <p:cNvPicPr/>
                <p:nvPr/>
              </p:nvPicPr>
              <p:blipFill>
                <a:blip r:embed="rId57"/>
                <a:stretch>
                  <a:fillRect/>
                </a:stretch>
              </p:blipFill>
              <p:spPr>
                <a:xfrm>
                  <a:off x="10101573" y="1212681"/>
                  <a:ext cx="18576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2" name="Ink 61">
                  <a:extLst>
                    <a:ext uri="{FF2B5EF4-FFF2-40B4-BE49-F238E27FC236}">
                      <a16:creationId xmlns:a16="http://schemas.microsoft.com/office/drawing/2014/main" id="{B9D01E71-592B-F4FA-2081-ED391C6F4E8D}"/>
                    </a:ext>
                  </a:extLst>
                </p14:cNvPr>
                <p14:cNvContentPartPr/>
                <p14:nvPr/>
              </p14:nvContentPartPr>
              <p14:xfrm>
                <a:off x="10272933" y="1249041"/>
                <a:ext cx="119880" cy="287280"/>
              </p14:xfrm>
            </p:contentPart>
          </mc:Choice>
          <mc:Fallback>
            <p:pic>
              <p:nvPicPr>
                <p:cNvPr id="62" name="Ink 61">
                  <a:extLst>
                    <a:ext uri="{FF2B5EF4-FFF2-40B4-BE49-F238E27FC236}">
                      <a16:creationId xmlns:a16="http://schemas.microsoft.com/office/drawing/2014/main" id="{B9D01E71-592B-F4FA-2081-ED391C6F4E8D}"/>
                    </a:ext>
                  </a:extLst>
                </p:cNvPr>
                <p:cNvPicPr/>
                <p:nvPr/>
              </p:nvPicPr>
              <p:blipFill>
                <a:blip r:embed="rId59"/>
                <a:stretch>
                  <a:fillRect/>
                </a:stretch>
              </p:blipFill>
              <p:spPr>
                <a:xfrm>
                  <a:off x="10264293" y="1240041"/>
                  <a:ext cx="13752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3" name="Ink 62">
                  <a:extLst>
                    <a:ext uri="{FF2B5EF4-FFF2-40B4-BE49-F238E27FC236}">
                      <a16:creationId xmlns:a16="http://schemas.microsoft.com/office/drawing/2014/main" id="{13E85DF4-465E-6461-B544-4AAD3E767691}"/>
                    </a:ext>
                  </a:extLst>
                </p14:cNvPr>
                <p14:cNvContentPartPr/>
                <p14:nvPr/>
              </p14:nvContentPartPr>
              <p14:xfrm>
                <a:off x="10602693" y="1223841"/>
                <a:ext cx="133200" cy="244800"/>
              </p14:xfrm>
            </p:contentPart>
          </mc:Choice>
          <mc:Fallback>
            <p:pic>
              <p:nvPicPr>
                <p:cNvPr id="63" name="Ink 62">
                  <a:extLst>
                    <a:ext uri="{FF2B5EF4-FFF2-40B4-BE49-F238E27FC236}">
                      <a16:creationId xmlns:a16="http://schemas.microsoft.com/office/drawing/2014/main" id="{13E85DF4-465E-6461-B544-4AAD3E767691}"/>
                    </a:ext>
                  </a:extLst>
                </p:cNvPr>
                <p:cNvPicPr/>
                <p:nvPr/>
              </p:nvPicPr>
              <p:blipFill>
                <a:blip r:embed="rId61"/>
                <a:stretch>
                  <a:fillRect/>
                </a:stretch>
              </p:blipFill>
              <p:spPr>
                <a:xfrm>
                  <a:off x="10593693" y="1214841"/>
                  <a:ext cx="15084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4" name="Ink 63">
                  <a:extLst>
                    <a:ext uri="{FF2B5EF4-FFF2-40B4-BE49-F238E27FC236}">
                      <a16:creationId xmlns:a16="http://schemas.microsoft.com/office/drawing/2014/main" id="{02C5DC90-1BEA-26B9-A3BE-E872232DDD1E}"/>
                    </a:ext>
                  </a:extLst>
                </p14:cNvPr>
                <p14:cNvContentPartPr/>
                <p14:nvPr/>
              </p14:nvContentPartPr>
              <p14:xfrm>
                <a:off x="10614933" y="1246881"/>
                <a:ext cx="255240" cy="171360"/>
              </p14:xfrm>
            </p:contentPart>
          </mc:Choice>
          <mc:Fallback>
            <p:pic>
              <p:nvPicPr>
                <p:cNvPr id="64" name="Ink 63">
                  <a:extLst>
                    <a:ext uri="{FF2B5EF4-FFF2-40B4-BE49-F238E27FC236}">
                      <a16:creationId xmlns:a16="http://schemas.microsoft.com/office/drawing/2014/main" id="{02C5DC90-1BEA-26B9-A3BE-E872232DDD1E}"/>
                    </a:ext>
                  </a:extLst>
                </p:cNvPr>
                <p:cNvPicPr/>
                <p:nvPr/>
              </p:nvPicPr>
              <p:blipFill>
                <a:blip r:embed="rId63"/>
                <a:stretch>
                  <a:fillRect/>
                </a:stretch>
              </p:blipFill>
              <p:spPr>
                <a:xfrm>
                  <a:off x="10606293" y="1237881"/>
                  <a:ext cx="2728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5" name="Ink 64">
                  <a:extLst>
                    <a:ext uri="{FF2B5EF4-FFF2-40B4-BE49-F238E27FC236}">
                      <a16:creationId xmlns:a16="http://schemas.microsoft.com/office/drawing/2014/main" id="{2F268059-CCD6-E2D7-57EF-779D5FA07DCF}"/>
                    </a:ext>
                  </a:extLst>
                </p14:cNvPr>
                <p14:cNvContentPartPr/>
                <p14:nvPr/>
              </p14:nvContentPartPr>
              <p14:xfrm>
                <a:off x="10910493" y="1376481"/>
                <a:ext cx="138600" cy="151200"/>
              </p14:xfrm>
            </p:contentPart>
          </mc:Choice>
          <mc:Fallback>
            <p:pic>
              <p:nvPicPr>
                <p:cNvPr id="65" name="Ink 64">
                  <a:extLst>
                    <a:ext uri="{FF2B5EF4-FFF2-40B4-BE49-F238E27FC236}">
                      <a16:creationId xmlns:a16="http://schemas.microsoft.com/office/drawing/2014/main" id="{2F268059-CCD6-E2D7-57EF-779D5FA07DCF}"/>
                    </a:ext>
                  </a:extLst>
                </p:cNvPr>
                <p:cNvPicPr/>
                <p:nvPr/>
              </p:nvPicPr>
              <p:blipFill>
                <a:blip r:embed="rId65"/>
                <a:stretch>
                  <a:fillRect/>
                </a:stretch>
              </p:blipFill>
              <p:spPr>
                <a:xfrm>
                  <a:off x="10901853" y="1367841"/>
                  <a:ext cx="156240" cy="168840"/>
                </a:xfrm>
                <a:prstGeom prst="rect">
                  <a:avLst/>
                </a:prstGeom>
              </p:spPr>
            </p:pic>
          </mc:Fallback>
        </mc:AlternateContent>
      </p:grpSp>
      <p:grpSp>
        <p:nvGrpSpPr>
          <p:cNvPr id="75" name="Group 74">
            <a:extLst>
              <a:ext uri="{FF2B5EF4-FFF2-40B4-BE49-F238E27FC236}">
                <a16:creationId xmlns:a16="http://schemas.microsoft.com/office/drawing/2014/main" id="{C8CF64C2-A2BE-9C42-57D3-87BF73BD25EA}"/>
              </a:ext>
            </a:extLst>
          </p:cNvPr>
          <p:cNvGrpSpPr/>
          <p:nvPr/>
        </p:nvGrpSpPr>
        <p:grpSpPr>
          <a:xfrm>
            <a:off x="8217693" y="441201"/>
            <a:ext cx="1092240" cy="560520"/>
            <a:chOff x="8217693" y="441201"/>
            <a:chExt cx="1092240" cy="560520"/>
          </a:xfrm>
        </p:grpSpPr>
        <mc:AlternateContent xmlns:mc="http://schemas.openxmlformats.org/markup-compatibility/2006">
          <mc:Choice xmlns:p14="http://schemas.microsoft.com/office/powerpoint/2010/main" Requires="p14">
            <p:contentPart p14:bwMode="auto" r:id="rId66">
              <p14:nvContentPartPr>
                <p14:cNvPr id="67" name="Ink 66">
                  <a:extLst>
                    <a:ext uri="{FF2B5EF4-FFF2-40B4-BE49-F238E27FC236}">
                      <a16:creationId xmlns:a16="http://schemas.microsoft.com/office/drawing/2014/main" id="{FE93CB7A-2269-250E-A565-7857A419D50A}"/>
                    </a:ext>
                  </a:extLst>
                </p14:cNvPr>
                <p14:cNvContentPartPr/>
                <p14:nvPr/>
              </p14:nvContentPartPr>
              <p14:xfrm>
                <a:off x="8273133" y="687801"/>
                <a:ext cx="26280" cy="313920"/>
              </p14:xfrm>
            </p:contentPart>
          </mc:Choice>
          <mc:Fallback>
            <p:pic>
              <p:nvPicPr>
                <p:cNvPr id="67" name="Ink 66">
                  <a:extLst>
                    <a:ext uri="{FF2B5EF4-FFF2-40B4-BE49-F238E27FC236}">
                      <a16:creationId xmlns:a16="http://schemas.microsoft.com/office/drawing/2014/main" id="{FE93CB7A-2269-250E-A565-7857A419D50A}"/>
                    </a:ext>
                  </a:extLst>
                </p:cNvPr>
                <p:cNvPicPr/>
                <p:nvPr/>
              </p:nvPicPr>
              <p:blipFill>
                <a:blip r:embed="rId67"/>
                <a:stretch>
                  <a:fillRect/>
                </a:stretch>
              </p:blipFill>
              <p:spPr>
                <a:xfrm>
                  <a:off x="8264133" y="679161"/>
                  <a:ext cx="4392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8" name="Ink 67">
                  <a:extLst>
                    <a:ext uri="{FF2B5EF4-FFF2-40B4-BE49-F238E27FC236}">
                      <a16:creationId xmlns:a16="http://schemas.microsoft.com/office/drawing/2014/main" id="{B8B18405-CF5F-A50B-589C-A47BC2F39B63}"/>
                    </a:ext>
                  </a:extLst>
                </p14:cNvPr>
                <p14:cNvContentPartPr/>
                <p14:nvPr/>
              </p14:nvContentPartPr>
              <p14:xfrm>
                <a:off x="8217693" y="441201"/>
                <a:ext cx="239040" cy="411480"/>
              </p14:xfrm>
            </p:contentPart>
          </mc:Choice>
          <mc:Fallback>
            <p:pic>
              <p:nvPicPr>
                <p:cNvPr id="68" name="Ink 67">
                  <a:extLst>
                    <a:ext uri="{FF2B5EF4-FFF2-40B4-BE49-F238E27FC236}">
                      <a16:creationId xmlns:a16="http://schemas.microsoft.com/office/drawing/2014/main" id="{B8B18405-CF5F-A50B-589C-A47BC2F39B63}"/>
                    </a:ext>
                  </a:extLst>
                </p:cNvPr>
                <p:cNvPicPr/>
                <p:nvPr/>
              </p:nvPicPr>
              <p:blipFill>
                <a:blip r:embed="rId69"/>
                <a:stretch>
                  <a:fillRect/>
                </a:stretch>
              </p:blipFill>
              <p:spPr>
                <a:xfrm>
                  <a:off x="8209053" y="432201"/>
                  <a:ext cx="25668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9" name="Ink 68">
                  <a:extLst>
                    <a:ext uri="{FF2B5EF4-FFF2-40B4-BE49-F238E27FC236}">
                      <a16:creationId xmlns:a16="http://schemas.microsoft.com/office/drawing/2014/main" id="{29188FC1-F409-0634-A2FD-480E67D36577}"/>
                    </a:ext>
                  </a:extLst>
                </p14:cNvPr>
                <p14:cNvContentPartPr/>
                <p14:nvPr/>
              </p14:nvContentPartPr>
              <p14:xfrm>
                <a:off x="8415693" y="738201"/>
                <a:ext cx="154800" cy="234360"/>
              </p14:xfrm>
            </p:contentPart>
          </mc:Choice>
          <mc:Fallback>
            <p:pic>
              <p:nvPicPr>
                <p:cNvPr id="69" name="Ink 68">
                  <a:extLst>
                    <a:ext uri="{FF2B5EF4-FFF2-40B4-BE49-F238E27FC236}">
                      <a16:creationId xmlns:a16="http://schemas.microsoft.com/office/drawing/2014/main" id="{29188FC1-F409-0634-A2FD-480E67D36577}"/>
                    </a:ext>
                  </a:extLst>
                </p:cNvPr>
                <p:cNvPicPr/>
                <p:nvPr/>
              </p:nvPicPr>
              <p:blipFill>
                <a:blip r:embed="rId71"/>
                <a:stretch>
                  <a:fillRect/>
                </a:stretch>
              </p:blipFill>
              <p:spPr>
                <a:xfrm>
                  <a:off x="8407053" y="729201"/>
                  <a:ext cx="1724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0" name="Ink 69">
                  <a:extLst>
                    <a:ext uri="{FF2B5EF4-FFF2-40B4-BE49-F238E27FC236}">
                      <a16:creationId xmlns:a16="http://schemas.microsoft.com/office/drawing/2014/main" id="{47E36613-F796-C4EC-E2DC-9DFA2839DE70}"/>
                    </a:ext>
                  </a:extLst>
                </p14:cNvPr>
                <p14:cNvContentPartPr/>
                <p14:nvPr/>
              </p14:nvContentPartPr>
              <p14:xfrm>
                <a:off x="8583453" y="730641"/>
                <a:ext cx="114840" cy="225360"/>
              </p14:xfrm>
            </p:contentPart>
          </mc:Choice>
          <mc:Fallback>
            <p:pic>
              <p:nvPicPr>
                <p:cNvPr id="70" name="Ink 69">
                  <a:extLst>
                    <a:ext uri="{FF2B5EF4-FFF2-40B4-BE49-F238E27FC236}">
                      <a16:creationId xmlns:a16="http://schemas.microsoft.com/office/drawing/2014/main" id="{47E36613-F796-C4EC-E2DC-9DFA2839DE70}"/>
                    </a:ext>
                  </a:extLst>
                </p:cNvPr>
                <p:cNvPicPr/>
                <p:nvPr/>
              </p:nvPicPr>
              <p:blipFill>
                <a:blip r:embed="rId73"/>
                <a:stretch>
                  <a:fillRect/>
                </a:stretch>
              </p:blipFill>
              <p:spPr>
                <a:xfrm>
                  <a:off x="8574813" y="721641"/>
                  <a:ext cx="1324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1" name="Ink 70">
                  <a:extLst>
                    <a:ext uri="{FF2B5EF4-FFF2-40B4-BE49-F238E27FC236}">
                      <a16:creationId xmlns:a16="http://schemas.microsoft.com/office/drawing/2014/main" id="{F5A2F02F-3D6B-B4FF-D32E-231C8DAF62C8}"/>
                    </a:ext>
                  </a:extLst>
                </p14:cNvPr>
                <p14:cNvContentPartPr/>
                <p14:nvPr/>
              </p14:nvContentPartPr>
              <p14:xfrm>
                <a:off x="8825373" y="768081"/>
                <a:ext cx="18000" cy="190080"/>
              </p14:xfrm>
            </p:contentPart>
          </mc:Choice>
          <mc:Fallback>
            <p:pic>
              <p:nvPicPr>
                <p:cNvPr id="71" name="Ink 70">
                  <a:extLst>
                    <a:ext uri="{FF2B5EF4-FFF2-40B4-BE49-F238E27FC236}">
                      <a16:creationId xmlns:a16="http://schemas.microsoft.com/office/drawing/2014/main" id="{F5A2F02F-3D6B-B4FF-D32E-231C8DAF62C8}"/>
                    </a:ext>
                  </a:extLst>
                </p:cNvPr>
                <p:cNvPicPr/>
                <p:nvPr/>
              </p:nvPicPr>
              <p:blipFill>
                <a:blip r:embed="rId75"/>
                <a:stretch>
                  <a:fillRect/>
                </a:stretch>
              </p:blipFill>
              <p:spPr>
                <a:xfrm>
                  <a:off x="8816733" y="759441"/>
                  <a:ext cx="356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2" name="Ink 71">
                  <a:extLst>
                    <a:ext uri="{FF2B5EF4-FFF2-40B4-BE49-F238E27FC236}">
                      <a16:creationId xmlns:a16="http://schemas.microsoft.com/office/drawing/2014/main" id="{70AEECC5-DCCB-A8D2-3D6B-0A85029E1B6A}"/>
                    </a:ext>
                  </a:extLst>
                </p14:cNvPr>
                <p14:cNvContentPartPr/>
                <p14:nvPr/>
              </p14:nvContentPartPr>
              <p14:xfrm>
                <a:off x="8877573" y="635241"/>
                <a:ext cx="5040" cy="42120"/>
              </p14:xfrm>
            </p:contentPart>
          </mc:Choice>
          <mc:Fallback>
            <p:pic>
              <p:nvPicPr>
                <p:cNvPr id="72" name="Ink 71">
                  <a:extLst>
                    <a:ext uri="{FF2B5EF4-FFF2-40B4-BE49-F238E27FC236}">
                      <a16:creationId xmlns:a16="http://schemas.microsoft.com/office/drawing/2014/main" id="{70AEECC5-DCCB-A8D2-3D6B-0A85029E1B6A}"/>
                    </a:ext>
                  </a:extLst>
                </p:cNvPr>
                <p:cNvPicPr/>
                <p:nvPr/>
              </p:nvPicPr>
              <p:blipFill>
                <a:blip r:embed="rId77"/>
                <a:stretch>
                  <a:fillRect/>
                </a:stretch>
              </p:blipFill>
              <p:spPr>
                <a:xfrm>
                  <a:off x="8868933" y="626241"/>
                  <a:ext cx="2268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3" name="Ink 72">
                  <a:extLst>
                    <a:ext uri="{FF2B5EF4-FFF2-40B4-BE49-F238E27FC236}">
                      <a16:creationId xmlns:a16="http://schemas.microsoft.com/office/drawing/2014/main" id="{07281DB9-0E2C-7BC7-4779-41D4F1F47D71}"/>
                    </a:ext>
                  </a:extLst>
                </p14:cNvPr>
                <p14:cNvContentPartPr/>
                <p14:nvPr/>
              </p14:nvContentPartPr>
              <p14:xfrm>
                <a:off x="8950293" y="768801"/>
                <a:ext cx="91080" cy="200160"/>
              </p14:xfrm>
            </p:contentPart>
          </mc:Choice>
          <mc:Fallback>
            <p:pic>
              <p:nvPicPr>
                <p:cNvPr id="73" name="Ink 72">
                  <a:extLst>
                    <a:ext uri="{FF2B5EF4-FFF2-40B4-BE49-F238E27FC236}">
                      <a16:creationId xmlns:a16="http://schemas.microsoft.com/office/drawing/2014/main" id="{07281DB9-0E2C-7BC7-4779-41D4F1F47D71}"/>
                    </a:ext>
                  </a:extLst>
                </p:cNvPr>
                <p:cNvPicPr/>
                <p:nvPr/>
              </p:nvPicPr>
              <p:blipFill>
                <a:blip r:embed="rId79"/>
                <a:stretch>
                  <a:fillRect/>
                </a:stretch>
              </p:blipFill>
              <p:spPr>
                <a:xfrm>
                  <a:off x="8941293" y="759801"/>
                  <a:ext cx="10872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4" name="Ink 73">
                  <a:extLst>
                    <a:ext uri="{FF2B5EF4-FFF2-40B4-BE49-F238E27FC236}">
                      <a16:creationId xmlns:a16="http://schemas.microsoft.com/office/drawing/2014/main" id="{187EBCD9-7197-A130-8144-85D8F28BF546}"/>
                    </a:ext>
                  </a:extLst>
                </p14:cNvPr>
                <p14:cNvContentPartPr/>
                <p14:nvPr/>
              </p14:nvContentPartPr>
              <p14:xfrm>
                <a:off x="9144693" y="782841"/>
                <a:ext cx="165240" cy="161280"/>
              </p14:xfrm>
            </p:contentPart>
          </mc:Choice>
          <mc:Fallback>
            <p:pic>
              <p:nvPicPr>
                <p:cNvPr id="74" name="Ink 73">
                  <a:extLst>
                    <a:ext uri="{FF2B5EF4-FFF2-40B4-BE49-F238E27FC236}">
                      <a16:creationId xmlns:a16="http://schemas.microsoft.com/office/drawing/2014/main" id="{187EBCD9-7197-A130-8144-85D8F28BF546}"/>
                    </a:ext>
                  </a:extLst>
                </p:cNvPr>
                <p:cNvPicPr/>
                <p:nvPr/>
              </p:nvPicPr>
              <p:blipFill>
                <a:blip r:embed="rId81"/>
                <a:stretch>
                  <a:fillRect/>
                </a:stretch>
              </p:blipFill>
              <p:spPr>
                <a:xfrm>
                  <a:off x="9136053" y="773841"/>
                  <a:ext cx="182880" cy="178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2">
            <p14:nvContentPartPr>
              <p14:cNvPr id="77" name="Ink 76">
                <a:extLst>
                  <a:ext uri="{FF2B5EF4-FFF2-40B4-BE49-F238E27FC236}">
                    <a16:creationId xmlns:a16="http://schemas.microsoft.com/office/drawing/2014/main" id="{3A1D0D2F-5CA3-D78F-193D-304853210A6C}"/>
                  </a:ext>
                </a:extLst>
              </p14:cNvPr>
              <p14:cNvContentPartPr/>
              <p14:nvPr/>
            </p14:nvContentPartPr>
            <p14:xfrm>
              <a:off x="7985493" y="4381401"/>
              <a:ext cx="3798360" cy="922320"/>
            </p14:xfrm>
          </p:contentPart>
        </mc:Choice>
        <mc:Fallback>
          <p:pic>
            <p:nvPicPr>
              <p:cNvPr id="77" name="Ink 76">
                <a:extLst>
                  <a:ext uri="{FF2B5EF4-FFF2-40B4-BE49-F238E27FC236}">
                    <a16:creationId xmlns:a16="http://schemas.microsoft.com/office/drawing/2014/main" id="{3A1D0D2F-5CA3-D78F-193D-304853210A6C}"/>
                  </a:ext>
                </a:extLst>
              </p:cNvPr>
              <p:cNvPicPr/>
              <p:nvPr/>
            </p:nvPicPr>
            <p:blipFill>
              <a:blip r:embed="rId83"/>
              <a:stretch>
                <a:fillRect/>
              </a:stretch>
            </p:blipFill>
            <p:spPr>
              <a:xfrm>
                <a:off x="7976853" y="4372401"/>
                <a:ext cx="3816000" cy="939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2" name="Ink 81">
                <a:extLst>
                  <a:ext uri="{FF2B5EF4-FFF2-40B4-BE49-F238E27FC236}">
                    <a16:creationId xmlns:a16="http://schemas.microsoft.com/office/drawing/2014/main" id="{52AEE3CD-8630-6A52-BBD6-2FE6C57204B7}"/>
                  </a:ext>
                </a:extLst>
              </p14:cNvPr>
              <p14:cNvContentPartPr/>
              <p14:nvPr/>
            </p14:nvContentPartPr>
            <p14:xfrm>
              <a:off x="8274933" y="5607561"/>
              <a:ext cx="3287160" cy="660600"/>
            </p14:xfrm>
          </p:contentPart>
        </mc:Choice>
        <mc:Fallback>
          <p:pic>
            <p:nvPicPr>
              <p:cNvPr id="82" name="Ink 81">
                <a:extLst>
                  <a:ext uri="{FF2B5EF4-FFF2-40B4-BE49-F238E27FC236}">
                    <a16:creationId xmlns:a16="http://schemas.microsoft.com/office/drawing/2014/main" id="{52AEE3CD-8630-6A52-BBD6-2FE6C57204B7}"/>
                  </a:ext>
                </a:extLst>
              </p:cNvPr>
              <p:cNvPicPr/>
              <p:nvPr/>
            </p:nvPicPr>
            <p:blipFill>
              <a:blip r:embed="rId85"/>
              <a:stretch>
                <a:fillRect/>
              </a:stretch>
            </p:blipFill>
            <p:spPr>
              <a:xfrm>
                <a:off x="8266293" y="5598561"/>
                <a:ext cx="3304800" cy="6782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3" name="Ink 82">
                <a:extLst>
                  <a:ext uri="{FF2B5EF4-FFF2-40B4-BE49-F238E27FC236}">
                    <a16:creationId xmlns:a16="http://schemas.microsoft.com/office/drawing/2014/main" id="{E1463001-0035-9A96-3762-DAED2577A57C}"/>
                  </a:ext>
                </a:extLst>
              </p14:cNvPr>
              <p14:cNvContentPartPr/>
              <p14:nvPr/>
            </p14:nvContentPartPr>
            <p14:xfrm>
              <a:off x="8420373" y="5367081"/>
              <a:ext cx="133560" cy="188640"/>
            </p14:xfrm>
          </p:contentPart>
        </mc:Choice>
        <mc:Fallback>
          <p:pic>
            <p:nvPicPr>
              <p:cNvPr id="83" name="Ink 82">
                <a:extLst>
                  <a:ext uri="{FF2B5EF4-FFF2-40B4-BE49-F238E27FC236}">
                    <a16:creationId xmlns:a16="http://schemas.microsoft.com/office/drawing/2014/main" id="{E1463001-0035-9A96-3762-DAED2577A57C}"/>
                  </a:ext>
                </a:extLst>
              </p:cNvPr>
              <p:cNvPicPr/>
              <p:nvPr/>
            </p:nvPicPr>
            <p:blipFill>
              <a:blip r:embed="rId87"/>
              <a:stretch>
                <a:fillRect/>
              </a:stretch>
            </p:blipFill>
            <p:spPr>
              <a:xfrm>
                <a:off x="8411733" y="5358081"/>
                <a:ext cx="1512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4" name="Ink 83">
                <a:extLst>
                  <a:ext uri="{FF2B5EF4-FFF2-40B4-BE49-F238E27FC236}">
                    <a16:creationId xmlns:a16="http://schemas.microsoft.com/office/drawing/2014/main" id="{D8114185-B2C9-DC99-CC01-B5C38B56FE71}"/>
                  </a:ext>
                </a:extLst>
              </p14:cNvPr>
              <p14:cNvContentPartPr/>
              <p14:nvPr/>
            </p14:nvContentPartPr>
            <p14:xfrm>
              <a:off x="8648613" y="5347281"/>
              <a:ext cx="84960" cy="239400"/>
            </p14:xfrm>
          </p:contentPart>
        </mc:Choice>
        <mc:Fallback>
          <p:pic>
            <p:nvPicPr>
              <p:cNvPr id="84" name="Ink 83">
                <a:extLst>
                  <a:ext uri="{FF2B5EF4-FFF2-40B4-BE49-F238E27FC236}">
                    <a16:creationId xmlns:a16="http://schemas.microsoft.com/office/drawing/2014/main" id="{D8114185-B2C9-DC99-CC01-B5C38B56FE71}"/>
                  </a:ext>
                </a:extLst>
              </p:cNvPr>
              <p:cNvPicPr/>
              <p:nvPr/>
            </p:nvPicPr>
            <p:blipFill>
              <a:blip r:embed="rId89"/>
              <a:stretch>
                <a:fillRect/>
              </a:stretch>
            </p:blipFill>
            <p:spPr>
              <a:xfrm>
                <a:off x="8639613" y="5338281"/>
                <a:ext cx="10260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5" name="Ink 84">
                <a:extLst>
                  <a:ext uri="{FF2B5EF4-FFF2-40B4-BE49-F238E27FC236}">
                    <a16:creationId xmlns:a16="http://schemas.microsoft.com/office/drawing/2014/main" id="{079AB425-3D20-80BA-F099-64DC7656F6EB}"/>
                  </a:ext>
                </a:extLst>
              </p14:cNvPr>
              <p14:cNvContentPartPr/>
              <p14:nvPr/>
            </p14:nvContentPartPr>
            <p14:xfrm>
              <a:off x="8633133" y="5468961"/>
              <a:ext cx="88560" cy="36000"/>
            </p14:xfrm>
          </p:contentPart>
        </mc:Choice>
        <mc:Fallback>
          <p:pic>
            <p:nvPicPr>
              <p:cNvPr id="85" name="Ink 84">
                <a:extLst>
                  <a:ext uri="{FF2B5EF4-FFF2-40B4-BE49-F238E27FC236}">
                    <a16:creationId xmlns:a16="http://schemas.microsoft.com/office/drawing/2014/main" id="{079AB425-3D20-80BA-F099-64DC7656F6EB}"/>
                  </a:ext>
                </a:extLst>
              </p:cNvPr>
              <p:cNvPicPr/>
              <p:nvPr/>
            </p:nvPicPr>
            <p:blipFill>
              <a:blip r:embed="rId91"/>
              <a:stretch>
                <a:fillRect/>
              </a:stretch>
            </p:blipFill>
            <p:spPr>
              <a:xfrm>
                <a:off x="8624133" y="5459961"/>
                <a:ext cx="10620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9" name="Ink 28">
                <a:extLst>
                  <a:ext uri="{FF2B5EF4-FFF2-40B4-BE49-F238E27FC236}">
                    <a16:creationId xmlns:a16="http://schemas.microsoft.com/office/drawing/2014/main" id="{F72B24F0-DEC4-62B7-B18A-2A315318D6F9}"/>
                  </a:ext>
                </a:extLst>
              </p14:cNvPr>
              <p14:cNvContentPartPr/>
              <p14:nvPr/>
            </p14:nvContentPartPr>
            <p14:xfrm>
              <a:off x="1042533" y="2102241"/>
              <a:ext cx="1430640" cy="491760"/>
            </p14:xfrm>
          </p:contentPart>
        </mc:Choice>
        <mc:Fallback>
          <p:pic>
            <p:nvPicPr>
              <p:cNvPr id="29" name="Ink 28">
                <a:extLst>
                  <a:ext uri="{FF2B5EF4-FFF2-40B4-BE49-F238E27FC236}">
                    <a16:creationId xmlns:a16="http://schemas.microsoft.com/office/drawing/2014/main" id="{F72B24F0-DEC4-62B7-B18A-2A315318D6F9}"/>
                  </a:ext>
                </a:extLst>
              </p:cNvPr>
              <p:cNvPicPr/>
              <p:nvPr/>
            </p:nvPicPr>
            <p:blipFill>
              <a:blip r:embed="rId93"/>
              <a:stretch>
                <a:fillRect/>
              </a:stretch>
            </p:blipFill>
            <p:spPr>
              <a:xfrm>
                <a:off x="1033893" y="2093241"/>
                <a:ext cx="1448280" cy="509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0" name="Ink 29">
                <a:extLst>
                  <a:ext uri="{FF2B5EF4-FFF2-40B4-BE49-F238E27FC236}">
                    <a16:creationId xmlns:a16="http://schemas.microsoft.com/office/drawing/2014/main" id="{AB382AE1-D005-D992-107D-9E8F170C69D1}"/>
                  </a:ext>
                </a:extLst>
              </p14:cNvPr>
              <p14:cNvContentPartPr/>
              <p14:nvPr/>
            </p14:nvContentPartPr>
            <p14:xfrm>
              <a:off x="2447973" y="2352081"/>
              <a:ext cx="83520" cy="183960"/>
            </p14:xfrm>
          </p:contentPart>
        </mc:Choice>
        <mc:Fallback>
          <p:pic>
            <p:nvPicPr>
              <p:cNvPr id="30" name="Ink 29">
                <a:extLst>
                  <a:ext uri="{FF2B5EF4-FFF2-40B4-BE49-F238E27FC236}">
                    <a16:creationId xmlns:a16="http://schemas.microsoft.com/office/drawing/2014/main" id="{AB382AE1-D005-D992-107D-9E8F170C69D1}"/>
                  </a:ext>
                </a:extLst>
              </p:cNvPr>
              <p:cNvPicPr/>
              <p:nvPr/>
            </p:nvPicPr>
            <p:blipFill>
              <a:blip r:embed="rId95"/>
              <a:stretch>
                <a:fillRect/>
              </a:stretch>
            </p:blipFill>
            <p:spPr>
              <a:xfrm>
                <a:off x="2438973" y="2343441"/>
                <a:ext cx="10116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1" name="Ink 30">
                <a:extLst>
                  <a:ext uri="{FF2B5EF4-FFF2-40B4-BE49-F238E27FC236}">
                    <a16:creationId xmlns:a16="http://schemas.microsoft.com/office/drawing/2014/main" id="{4F3C736E-E797-57C5-F1A5-F75B1412B9F3}"/>
                  </a:ext>
                </a:extLst>
              </p14:cNvPr>
              <p14:cNvContentPartPr/>
              <p14:nvPr/>
            </p14:nvContentPartPr>
            <p14:xfrm>
              <a:off x="2184453" y="2492121"/>
              <a:ext cx="2091600" cy="934200"/>
            </p14:xfrm>
          </p:contentPart>
        </mc:Choice>
        <mc:Fallback>
          <p:pic>
            <p:nvPicPr>
              <p:cNvPr id="31" name="Ink 30">
                <a:extLst>
                  <a:ext uri="{FF2B5EF4-FFF2-40B4-BE49-F238E27FC236}">
                    <a16:creationId xmlns:a16="http://schemas.microsoft.com/office/drawing/2014/main" id="{4F3C736E-E797-57C5-F1A5-F75B1412B9F3}"/>
                  </a:ext>
                </a:extLst>
              </p:cNvPr>
              <p:cNvPicPr/>
              <p:nvPr/>
            </p:nvPicPr>
            <p:blipFill>
              <a:blip r:embed="rId97"/>
              <a:stretch>
                <a:fillRect/>
              </a:stretch>
            </p:blipFill>
            <p:spPr>
              <a:xfrm>
                <a:off x="2175453" y="2483121"/>
                <a:ext cx="2109240" cy="9518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2" name="Ink 31">
                <a:extLst>
                  <a:ext uri="{FF2B5EF4-FFF2-40B4-BE49-F238E27FC236}">
                    <a16:creationId xmlns:a16="http://schemas.microsoft.com/office/drawing/2014/main" id="{43F30010-29D1-4D30-6F3F-419DEF4C7155}"/>
                  </a:ext>
                </a:extLst>
              </p14:cNvPr>
              <p14:cNvContentPartPr/>
              <p14:nvPr/>
            </p14:nvContentPartPr>
            <p14:xfrm>
              <a:off x="2453733" y="2859681"/>
              <a:ext cx="376920" cy="234720"/>
            </p14:xfrm>
          </p:contentPart>
        </mc:Choice>
        <mc:Fallback>
          <p:pic>
            <p:nvPicPr>
              <p:cNvPr id="32" name="Ink 31">
                <a:extLst>
                  <a:ext uri="{FF2B5EF4-FFF2-40B4-BE49-F238E27FC236}">
                    <a16:creationId xmlns:a16="http://schemas.microsoft.com/office/drawing/2014/main" id="{43F30010-29D1-4D30-6F3F-419DEF4C7155}"/>
                  </a:ext>
                </a:extLst>
              </p:cNvPr>
              <p:cNvPicPr/>
              <p:nvPr/>
            </p:nvPicPr>
            <p:blipFill>
              <a:blip r:embed="rId99"/>
              <a:stretch>
                <a:fillRect/>
              </a:stretch>
            </p:blipFill>
            <p:spPr>
              <a:xfrm>
                <a:off x="2444733" y="2851041"/>
                <a:ext cx="39456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3" name="Ink 32">
                <a:extLst>
                  <a:ext uri="{FF2B5EF4-FFF2-40B4-BE49-F238E27FC236}">
                    <a16:creationId xmlns:a16="http://schemas.microsoft.com/office/drawing/2014/main" id="{5BC64318-48F6-7F02-3838-64F2CAB1A6F3}"/>
                  </a:ext>
                </a:extLst>
              </p14:cNvPr>
              <p14:cNvContentPartPr/>
              <p14:nvPr/>
            </p14:nvContentPartPr>
            <p14:xfrm>
              <a:off x="2915973" y="2895321"/>
              <a:ext cx="93600" cy="326520"/>
            </p14:xfrm>
          </p:contentPart>
        </mc:Choice>
        <mc:Fallback>
          <p:pic>
            <p:nvPicPr>
              <p:cNvPr id="33" name="Ink 32">
                <a:extLst>
                  <a:ext uri="{FF2B5EF4-FFF2-40B4-BE49-F238E27FC236}">
                    <a16:creationId xmlns:a16="http://schemas.microsoft.com/office/drawing/2014/main" id="{5BC64318-48F6-7F02-3838-64F2CAB1A6F3}"/>
                  </a:ext>
                </a:extLst>
              </p:cNvPr>
              <p:cNvPicPr/>
              <p:nvPr/>
            </p:nvPicPr>
            <p:blipFill>
              <a:blip r:embed="rId101"/>
              <a:stretch>
                <a:fillRect/>
              </a:stretch>
            </p:blipFill>
            <p:spPr>
              <a:xfrm>
                <a:off x="2906973" y="2886681"/>
                <a:ext cx="11124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4" name="Ink 33">
                <a:extLst>
                  <a:ext uri="{FF2B5EF4-FFF2-40B4-BE49-F238E27FC236}">
                    <a16:creationId xmlns:a16="http://schemas.microsoft.com/office/drawing/2014/main" id="{6C4FD7FB-A68E-5B8A-BA10-12406BE84EE8}"/>
                  </a:ext>
                </a:extLst>
              </p14:cNvPr>
              <p14:cNvContentPartPr/>
              <p14:nvPr/>
            </p14:nvContentPartPr>
            <p14:xfrm>
              <a:off x="3103533" y="2938881"/>
              <a:ext cx="160560" cy="198000"/>
            </p14:xfrm>
          </p:contentPart>
        </mc:Choice>
        <mc:Fallback>
          <p:pic>
            <p:nvPicPr>
              <p:cNvPr id="34" name="Ink 33">
                <a:extLst>
                  <a:ext uri="{FF2B5EF4-FFF2-40B4-BE49-F238E27FC236}">
                    <a16:creationId xmlns:a16="http://schemas.microsoft.com/office/drawing/2014/main" id="{6C4FD7FB-A68E-5B8A-BA10-12406BE84EE8}"/>
                  </a:ext>
                </a:extLst>
              </p:cNvPr>
              <p:cNvPicPr/>
              <p:nvPr/>
            </p:nvPicPr>
            <p:blipFill>
              <a:blip r:embed="rId103"/>
              <a:stretch>
                <a:fillRect/>
              </a:stretch>
            </p:blipFill>
            <p:spPr>
              <a:xfrm>
                <a:off x="3094893" y="2930241"/>
                <a:ext cx="17820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5" name="Ink 34">
                <a:extLst>
                  <a:ext uri="{FF2B5EF4-FFF2-40B4-BE49-F238E27FC236}">
                    <a16:creationId xmlns:a16="http://schemas.microsoft.com/office/drawing/2014/main" id="{E7153233-EB44-0EA2-0067-5543A5AE6F2F}"/>
                  </a:ext>
                </a:extLst>
              </p14:cNvPr>
              <p14:cNvContentPartPr/>
              <p14:nvPr/>
            </p14:nvContentPartPr>
            <p14:xfrm>
              <a:off x="3270933" y="2932041"/>
              <a:ext cx="319680" cy="348120"/>
            </p14:xfrm>
          </p:contentPart>
        </mc:Choice>
        <mc:Fallback>
          <p:pic>
            <p:nvPicPr>
              <p:cNvPr id="35" name="Ink 34">
                <a:extLst>
                  <a:ext uri="{FF2B5EF4-FFF2-40B4-BE49-F238E27FC236}">
                    <a16:creationId xmlns:a16="http://schemas.microsoft.com/office/drawing/2014/main" id="{E7153233-EB44-0EA2-0067-5543A5AE6F2F}"/>
                  </a:ext>
                </a:extLst>
              </p:cNvPr>
              <p:cNvPicPr/>
              <p:nvPr/>
            </p:nvPicPr>
            <p:blipFill>
              <a:blip r:embed="rId105"/>
              <a:stretch>
                <a:fillRect/>
              </a:stretch>
            </p:blipFill>
            <p:spPr>
              <a:xfrm>
                <a:off x="3261933" y="2923041"/>
                <a:ext cx="337320" cy="3657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6" name="Ink 35">
                <a:extLst>
                  <a:ext uri="{FF2B5EF4-FFF2-40B4-BE49-F238E27FC236}">
                    <a16:creationId xmlns:a16="http://schemas.microsoft.com/office/drawing/2014/main" id="{09E11EF8-C9F1-3550-8E04-CE5C62F24C68}"/>
                  </a:ext>
                </a:extLst>
              </p14:cNvPr>
              <p14:cNvContentPartPr/>
              <p14:nvPr/>
            </p14:nvContentPartPr>
            <p14:xfrm>
              <a:off x="3616893" y="2928081"/>
              <a:ext cx="325080" cy="231480"/>
            </p14:xfrm>
          </p:contentPart>
        </mc:Choice>
        <mc:Fallback>
          <p:pic>
            <p:nvPicPr>
              <p:cNvPr id="36" name="Ink 35">
                <a:extLst>
                  <a:ext uri="{FF2B5EF4-FFF2-40B4-BE49-F238E27FC236}">
                    <a16:creationId xmlns:a16="http://schemas.microsoft.com/office/drawing/2014/main" id="{09E11EF8-C9F1-3550-8E04-CE5C62F24C68}"/>
                  </a:ext>
                </a:extLst>
              </p:cNvPr>
              <p:cNvPicPr/>
              <p:nvPr/>
            </p:nvPicPr>
            <p:blipFill>
              <a:blip r:embed="rId107"/>
              <a:stretch>
                <a:fillRect/>
              </a:stretch>
            </p:blipFill>
            <p:spPr>
              <a:xfrm>
                <a:off x="3607893" y="2919441"/>
                <a:ext cx="34272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7" name="Ink 36">
                <a:extLst>
                  <a:ext uri="{FF2B5EF4-FFF2-40B4-BE49-F238E27FC236}">
                    <a16:creationId xmlns:a16="http://schemas.microsoft.com/office/drawing/2014/main" id="{B5921B4E-B333-68B5-3FEE-9F0A576060B0}"/>
                  </a:ext>
                </a:extLst>
              </p14:cNvPr>
              <p14:cNvContentPartPr/>
              <p14:nvPr/>
            </p14:nvContentPartPr>
            <p14:xfrm>
              <a:off x="3970053" y="2927001"/>
              <a:ext cx="113400" cy="188640"/>
            </p14:xfrm>
          </p:contentPart>
        </mc:Choice>
        <mc:Fallback>
          <p:pic>
            <p:nvPicPr>
              <p:cNvPr id="37" name="Ink 36">
                <a:extLst>
                  <a:ext uri="{FF2B5EF4-FFF2-40B4-BE49-F238E27FC236}">
                    <a16:creationId xmlns:a16="http://schemas.microsoft.com/office/drawing/2014/main" id="{B5921B4E-B333-68B5-3FEE-9F0A576060B0}"/>
                  </a:ext>
                </a:extLst>
              </p:cNvPr>
              <p:cNvPicPr/>
              <p:nvPr/>
            </p:nvPicPr>
            <p:blipFill>
              <a:blip r:embed="rId109"/>
              <a:stretch>
                <a:fillRect/>
              </a:stretch>
            </p:blipFill>
            <p:spPr>
              <a:xfrm>
                <a:off x="3961053" y="2918361"/>
                <a:ext cx="13104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9" name="Ink 38">
                <a:extLst>
                  <a:ext uri="{FF2B5EF4-FFF2-40B4-BE49-F238E27FC236}">
                    <a16:creationId xmlns:a16="http://schemas.microsoft.com/office/drawing/2014/main" id="{A513656E-65FF-84A7-A018-F5240FA46CD3}"/>
                  </a:ext>
                </a:extLst>
              </p14:cNvPr>
              <p14:cNvContentPartPr/>
              <p14:nvPr/>
            </p14:nvContentPartPr>
            <p14:xfrm>
              <a:off x="1067373" y="3185481"/>
              <a:ext cx="1311480" cy="1384200"/>
            </p14:xfrm>
          </p:contentPart>
        </mc:Choice>
        <mc:Fallback>
          <p:pic>
            <p:nvPicPr>
              <p:cNvPr id="39" name="Ink 38">
                <a:extLst>
                  <a:ext uri="{FF2B5EF4-FFF2-40B4-BE49-F238E27FC236}">
                    <a16:creationId xmlns:a16="http://schemas.microsoft.com/office/drawing/2014/main" id="{A513656E-65FF-84A7-A018-F5240FA46CD3}"/>
                  </a:ext>
                </a:extLst>
              </p:cNvPr>
              <p:cNvPicPr/>
              <p:nvPr/>
            </p:nvPicPr>
            <p:blipFill>
              <a:blip r:embed="rId111"/>
              <a:stretch>
                <a:fillRect/>
              </a:stretch>
            </p:blipFill>
            <p:spPr>
              <a:xfrm>
                <a:off x="1058733" y="3176481"/>
                <a:ext cx="1329120" cy="1401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0" name="Ink 39">
                <a:extLst>
                  <a:ext uri="{FF2B5EF4-FFF2-40B4-BE49-F238E27FC236}">
                    <a16:creationId xmlns:a16="http://schemas.microsoft.com/office/drawing/2014/main" id="{D5925620-089D-5C91-8150-C7BC07680F11}"/>
                  </a:ext>
                </a:extLst>
              </p14:cNvPr>
              <p14:cNvContentPartPr/>
              <p14:nvPr/>
            </p14:nvContentPartPr>
            <p14:xfrm>
              <a:off x="731133" y="4467801"/>
              <a:ext cx="816480" cy="261360"/>
            </p14:xfrm>
          </p:contentPart>
        </mc:Choice>
        <mc:Fallback>
          <p:pic>
            <p:nvPicPr>
              <p:cNvPr id="40" name="Ink 39">
                <a:extLst>
                  <a:ext uri="{FF2B5EF4-FFF2-40B4-BE49-F238E27FC236}">
                    <a16:creationId xmlns:a16="http://schemas.microsoft.com/office/drawing/2014/main" id="{D5925620-089D-5C91-8150-C7BC07680F11}"/>
                  </a:ext>
                </a:extLst>
              </p:cNvPr>
              <p:cNvPicPr/>
              <p:nvPr/>
            </p:nvPicPr>
            <p:blipFill>
              <a:blip r:embed="rId113"/>
              <a:stretch>
                <a:fillRect/>
              </a:stretch>
            </p:blipFill>
            <p:spPr>
              <a:xfrm>
                <a:off x="722493" y="4459161"/>
                <a:ext cx="83412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1" name="Ink 40">
                <a:extLst>
                  <a:ext uri="{FF2B5EF4-FFF2-40B4-BE49-F238E27FC236}">
                    <a16:creationId xmlns:a16="http://schemas.microsoft.com/office/drawing/2014/main" id="{FDD888D3-6E96-E3C1-1578-0444295D524C}"/>
                  </a:ext>
                </a:extLst>
              </p14:cNvPr>
              <p14:cNvContentPartPr/>
              <p14:nvPr/>
            </p14:nvContentPartPr>
            <p14:xfrm>
              <a:off x="677853" y="4664361"/>
              <a:ext cx="876240" cy="497520"/>
            </p14:xfrm>
          </p:contentPart>
        </mc:Choice>
        <mc:Fallback>
          <p:pic>
            <p:nvPicPr>
              <p:cNvPr id="41" name="Ink 40">
                <a:extLst>
                  <a:ext uri="{FF2B5EF4-FFF2-40B4-BE49-F238E27FC236}">
                    <a16:creationId xmlns:a16="http://schemas.microsoft.com/office/drawing/2014/main" id="{FDD888D3-6E96-E3C1-1578-0444295D524C}"/>
                  </a:ext>
                </a:extLst>
              </p:cNvPr>
              <p:cNvPicPr/>
              <p:nvPr/>
            </p:nvPicPr>
            <p:blipFill>
              <a:blip r:embed="rId115"/>
              <a:stretch>
                <a:fillRect/>
              </a:stretch>
            </p:blipFill>
            <p:spPr>
              <a:xfrm>
                <a:off x="669213" y="4655721"/>
                <a:ext cx="893880" cy="5151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2" name="Ink 41">
                <a:extLst>
                  <a:ext uri="{FF2B5EF4-FFF2-40B4-BE49-F238E27FC236}">
                    <a16:creationId xmlns:a16="http://schemas.microsoft.com/office/drawing/2014/main" id="{E9ED9F25-6F95-BB36-0E2C-B65A1EC740A4}"/>
                  </a:ext>
                </a:extLst>
              </p14:cNvPr>
              <p14:cNvContentPartPr/>
              <p14:nvPr/>
            </p14:nvContentPartPr>
            <p14:xfrm>
              <a:off x="1428813" y="4604241"/>
              <a:ext cx="105840" cy="474840"/>
            </p14:xfrm>
          </p:contentPart>
        </mc:Choice>
        <mc:Fallback>
          <p:pic>
            <p:nvPicPr>
              <p:cNvPr id="42" name="Ink 41">
                <a:extLst>
                  <a:ext uri="{FF2B5EF4-FFF2-40B4-BE49-F238E27FC236}">
                    <a16:creationId xmlns:a16="http://schemas.microsoft.com/office/drawing/2014/main" id="{E9ED9F25-6F95-BB36-0E2C-B65A1EC740A4}"/>
                  </a:ext>
                </a:extLst>
              </p:cNvPr>
              <p:cNvPicPr/>
              <p:nvPr/>
            </p:nvPicPr>
            <p:blipFill>
              <a:blip r:embed="rId117"/>
              <a:stretch>
                <a:fillRect/>
              </a:stretch>
            </p:blipFill>
            <p:spPr>
              <a:xfrm>
                <a:off x="1419813" y="4595241"/>
                <a:ext cx="123480" cy="4924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4" name="Ink 43">
                <a:extLst>
                  <a:ext uri="{FF2B5EF4-FFF2-40B4-BE49-F238E27FC236}">
                    <a16:creationId xmlns:a16="http://schemas.microsoft.com/office/drawing/2014/main" id="{292D339B-4AA3-66DE-9896-831EAEBC2BCA}"/>
                  </a:ext>
                </a:extLst>
              </p14:cNvPr>
              <p14:cNvContentPartPr/>
              <p14:nvPr/>
            </p14:nvContentPartPr>
            <p14:xfrm>
              <a:off x="1378053" y="3018081"/>
              <a:ext cx="791640" cy="335520"/>
            </p14:xfrm>
          </p:contentPart>
        </mc:Choice>
        <mc:Fallback>
          <p:pic>
            <p:nvPicPr>
              <p:cNvPr id="44" name="Ink 43">
                <a:extLst>
                  <a:ext uri="{FF2B5EF4-FFF2-40B4-BE49-F238E27FC236}">
                    <a16:creationId xmlns:a16="http://schemas.microsoft.com/office/drawing/2014/main" id="{292D339B-4AA3-66DE-9896-831EAEBC2BCA}"/>
                  </a:ext>
                </a:extLst>
              </p:cNvPr>
              <p:cNvPicPr/>
              <p:nvPr/>
            </p:nvPicPr>
            <p:blipFill>
              <a:blip r:embed="rId119"/>
              <a:stretch>
                <a:fillRect/>
              </a:stretch>
            </p:blipFill>
            <p:spPr>
              <a:xfrm>
                <a:off x="1369053" y="3009441"/>
                <a:ext cx="80928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5" name="Ink 44">
                <a:extLst>
                  <a:ext uri="{FF2B5EF4-FFF2-40B4-BE49-F238E27FC236}">
                    <a16:creationId xmlns:a16="http://schemas.microsoft.com/office/drawing/2014/main" id="{A635E509-1232-AA9A-A0A6-F00322C909E2}"/>
                  </a:ext>
                </a:extLst>
              </p14:cNvPr>
              <p14:cNvContentPartPr/>
              <p14:nvPr/>
            </p14:nvContentPartPr>
            <p14:xfrm>
              <a:off x="667413" y="3412641"/>
              <a:ext cx="115200" cy="139680"/>
            </p14:xfrm>
          </p:contentPart>
        </mc:Choice>
        <mc:Fallback>
          <p:pic>
            <p:nvPicPr>
              <p:cNvPr id="45" name="Ink 44">
                <a:extLst>
                  <a:ext uri="{FF2B5EF4-FFF2-40B4-BE49-F238E27FC236}">
                    <a16:creationId xmlns:a16="http://schemas.microsoft.com/office/drawing/2014/main" id="{A635E509-1232-AA9A-A0A6-F00322C909E2}"/>
                  </a:ext>
                </a:extLst>
              </p:cNvPr>
              <p:cNvPicPr/>
              <p:nvPr/>
            </p:nvPicPr>
            <p:blipFill>
              <a:blip r:embed="rId121"/>
              <a:stretch>
                <a:fillRect/>
              </a:stretch>
            </p:blipFill>
            <p:spPr>
              <a:xfrm>
                <a:off x="658413" y="3403641"/>
                <a:ext cx="1328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6" name="Ink 45">
                <a:extLst>
                  <a:ext uri="{FF2B5EF4-FFF2-40B4-BE49-F238E27FC236}">
                    <a16:creationId xmlns:a16="http://schemas.microsoft.com/office/drawing/2014/main" id="{0EC945E8-B1A2-84D3-8744-F0A593993FB7}"/>
                  </a:ext>
                </a:extLst>
              </p14:cNvPr>
              <p14:cNvContentPartPr/>
              <p14:nvPr/>
            </p14:nvContentPartPr>
            <p14:xfrm>
              <a:off x="662013" y="3413361"/>
              <a:ext cx="154080" cy="197640"/>
            </p14:xfrm>
          </p:contentPart>
        </mc:Choice>
        <mc:Fallback>
          <p:pic>
            <p:nvPicPr>
              <p:cNvPr id="46" name="Ink 45">
                <a:extLst>
                  <a:ext uri="{FF2B5EF4-FFF2-40B4-BE49-F238E27FC236}">
                    <a16:creationId xmlns:a16="http://schemas.microsoft.com/office/drawing/2014/main" id="{0EC945E8-B1A2-84D3-8744-F0A593993FB7}"/>
                  </a:ext>
                </a:extLst>
              </p:cNvPr>
              <p:cNvPicPr/>
              <p:nvPr/>
            </p:nvPicPr>
            <p:blipFill>
              <a:blip r:embed="rId123"/>
              <a:stretch>
                <a:fillRect/>
              </a:stretch>
            </p:blipFill>
            <p:spPr>
              <a:xfrm>
                <a:off x="653013" y="3404721"/>
                <a:ext cx="17172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7" name="Ink 46">
                <a:extLst>
                  <a:ext uri="{FF2B5EF4-FFF2-40B4-BE49-F238E27FC236}">
                    <a16:creationId xmlns:a16="http://schemas.microsoft.com/office/drawing/2014/main" id="{CEA05046-9312-5941-1741-EDD54050618B}"/>
                  </a:ext>
                </a:extLst>
              </p14:cNvPr>
              <p14:cNvContentPartPr/>
              <p14:nvPr/>
            </p14:nvContentPartPr>
            <p14:xfrm>
              <a:off x="832293" y="3409041"/>
              <a:ext cx="101160" cy="161280"/>
            </p14:xfrm>
          </p:contentPart>
        </mc:Choice>
        <mc:Fallback>
          <p:pic>
            <p:nvPicPr>
              <p:cNvPr id="47" name="Ink 46">
                <a:extLst>
                  <a:ext uri="{FF2B5EF4-FFF2-40B4-BE49-F238E27FC236}">
                    <a16:creationId xmlns:a16="http://schemas.microsoft.com/office/drawing/2014/main" id="{CEA05046-9312-5941-1741-EDD54050618B}"/>
                  </a:ext>
                </a:extLst>
              </p:cNvPr>
              <p:cNvPicPr/>
              <p:nvPr/>
            </p:nvPicPr>
            <p:blipFill>
              <a:blip r:embed="rId125"/>
              <a:stretch>
                <a:fillRect/>
              </a:stretch>
            </p:blipFill>
            <p:spPr>
              <a:xfrm>
                <a:off x="823653" y="3400401"/>
                <a:ext cx="11880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8" name="Ink 47">
                <a:extLst>
                  <a:ext uri="{FF2B5EF4-FFF2-40B4-BE49-F238E27FC236}">
                    <a16:creationId xmlns:a16="http://schemas.microsoft.com/office/drawing/2014/main" id="{29AC3485-46BD-6B23-124F-27F2FFD629BC}"/>
                  </a:ext>
                </a:extLst>
              </p14:cNvPr>
              <p14:cNvContentPartPr/>
              <p14:nvPr/>
            </p14:nvContentPartPr>
            <p14:xfrm>
              <a:off x="920133" y="3414441"/>
              <a:ext cx="468360" cy="122760"/>
            </p14:xfrm>
          </p:contentPart>
        </mc:Choice>
        <mc:Fallback>
          <p:pic>
            <p:nvPicPr>
              <p:cNvPr id="48" name="Ink 47">
                <a:extLst>
                  <a:ext uri="{FF2B5EF4-FFF2-40B4-BE49-F238E27FC236}">
                    <a16:creationId xmlns:a16="http://schemas.microsoft.com/office/drawing/2014/main" id="{29AC3485-46BD-6B23-124F-27F2FFD629BC}"/>
                  </a:ext>
                </a:extLst>
              </p:cNvPr>
              <p:cNvPicPr/>
              <p:nvPr/>
            </p:nvPicPr>
            <p:blipFill>
              <a:blip r:embed="rId127"/>
              <a:stretch>
                <a:fillRect/>
              </a:stretch>
            </p:blipFill>
            <p:spPr>
              <a:xfrm>
                <a:off x="911133" y="3405441"/>
                <a:ext cx="4860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9" name="Ink 48">
                <a:extLst>
                  <a:ext uri="{FF2B5EF4-FFF2-40B4-BE49-F238E27FC236}">
                    <a16:creationId xmlns:a16="http://schemas.microsoft.com/office/drawing/2014/main" id="{C865D6D6-EE68-19EF-A547-989BAD742072}"/>
                  </a:ext>
                </a:extLst>
              </p14:cNvPr>
              <p14:cNvContentPartPr/>
              <p14:nvPr/>
            </p14:nvContentPartPr>
            <p14:xfrm>
              <a:off x="1299933" y="2783001"/>
              <a:ext cx="893880" cy="112680"/>
            </p14:xfrm>
          </p:contentPart>
        </mc:Choice>
        <mc:Fallback>
          <p:pic>
            <p:nvPicPr>
              <p:cNvPr id="49" name="Ink 48">
                <a:extLst>
                  <a:ext uri="{FF2B5EF4-FFF2-40B4-BE49-F238E27FC236}">
                    <a16:creationId xmlns:a16="http://schemas.microsoft.com/office/drawing/2014/main" id="{C865D6D6-EE68-19EF-A547-989BAD742072}"/>
                  </a:ext>
                </a:extLst>
              </p:cNvPr>
              <p:cNvPicPr/>
              <p:nvPr/>
            </p:nvPicPr>
            <p:blipFill>
              <a:blip r:embed="rId129"/>
              <a:stretch>
                <a:fillRect/>
              </a:stretch>
            </p:blipFill>
            <p:spPr>
              <a:xfrm>
                <a:off x="1290933" y="2774001"/>
                <a:ext cx="91152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0" name="Ink 49">
                <a:extLst>
                  <a:ext uri="{FF2B5EF4-FFF2-40B4-BE49-F238E27FC236}">
                    <a16:creationId xmlns:a16="http://schemas.microsoft.com/office/drawing/2014/main" id="{F6C9DBF6-FC41-F552-3311-A830D118CFB2}"/>
                  </a:ext>
                </a:extLst>
              </p14:cNvPr>
              <p14:cNvContentPartPr/>
              <p14:nvPr/>
            </p14:nvContentPartPr>
            <p14:xfrm>
              <a:off x="806013" y="2869041"/>
              <a:ext cx="192960" cy="129600"/>
            </p14:xfrm>
          </p:contentPart>
        </mc:Choice>
        <mc:Fallback>
          <p:pic>
            <p:nvPicPr>
              <p:cNvPr id="50" name="Ink 49">
                <a:extLst>
                  <a:ext uri="{FF2B5EF4-FFF2-40B4-BE49-F238E27FC236}">
                    <a16:creationId xmlns:a16="http://schemas.microsoft.com/office/drawing/2014/main" id="{F6C9DBF6-FC41-F552-3311-A830D118CFB2}"/>
                  </a:ext>
                </a:extLst>
              </p:cNvPr>
              <p:cNvPicPr/>
              <p:nvPr/>
            </p:nvPicPr>
            <p:blipFill>
              <a:blip r:embed="rId131"/>
              <a:stretch>
                <a:fillRect/>
              </a:stretch>
            </p:blipFill>
            <p:spPr>
              <a:xfrm>
                <a:off x="797013" y="2860401"/>
                <a:ext cx="2106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1" name="Ink 50">
                <a:extLst>
                  <a:ext uri="{FF2B5EF4-FFF2-40B4-BE49-F238E27FC236}">
                    <a16:creationId xmlns:a16="http://schemas.microsoft.com/office/drawing/2014/main" id="{B9979A64-E200-D629-E2D4-7F8BD1288A91}"/>
                  </a:ext>
                </a:extLst>
              </p14:cNvPr>
              <p14:cNvContentPartPr/>
              <p14:nvPr/>
            </p14:nvContentPartPr>
            <p14:xfrm>
              <a:off x="1020933" y="2898201"/>
              <a:ext cx="215640" cy="70560"/>
            </p14:xfrm>
          </p:contentPart>
        </mc:Choice>
        <mc:Fallback>
          <p:pic>
            <p:nvPicPr>
              <p:cNvPr id="51" name="Ink 50">
                <a:extLst>
                  <a:ext uri="{FF2B5EF4-FFF2-40B4-BE49-F238E27FC236}">
                    <a16:creationId xmlns:a16="http://schemas.microsoft.com/office/drawing/2014/main" id="{B9979A64-E200-D629-E2D4-7F8BD1288A91}"/>
                  </a:ext>
                </a:extLst>
              </p:cNvPr>
              <p:cNvPicPr/>
              <p:nvPr/>
            </p:nvPicPr>
            <p:blipFill>
              <a:blip r:embed="rId133"/>
              <a:stretch>
                <a:fillRect/>
              </a:stretch>
            </p:blipFill>
            <p:spPr>
              <a:xfrm>
                <a:off x="1012293" y="2889561"/>
                <a:ext cx="23328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2" name="Ink 51">
                <a:extLst>
                  <a:ext uri="{FF2B5EF4-FFF2-40B4-BE49-F238E27FC236}">
                    <a16:creationId xmlns:a16="http://schemas.microsoft.com/office/drawing/2014/main" id="{90688BB0-CC67-9909-2412-4DDD0F0894C4}"/>
                  </a:ext>
                </a:extLst>
              </p14:cNvPr>
              <p14:cNvContentPartPr/>
              <p14:nvPr/>
            </p14:nvContentPartPr>
            <p14:xfrm>
              <a:off x="1175373" y="2555121"/>
              <a:ext cx="997920" cy="130320"/>
            </p14:xfrm>
          </p:contentPart>
        </mc:Choice>
        <mc:Fallback>
          <p:pic>
            <p:nvPicPr>
              <p:cNvPr id="52" name="Ink 51">
                <a:extLst>
                  <a:ext uri="{FF2B5EF4-FFF2-40B4-BE49-F238E27FC236}">
                    <a16:creationId xmlns:a16="http://schemas.microsoft.com/office/drawing/2014/main" id="{90688BB0-CC67-9909-2412-4DDD0F0894C4}"/>
                  </a:ext>
                </a:extLst>
              </p:cNvPr>
              <p:cNvPicPr/>
              <p:nvPr/>
            </p:nvPicPr>
            <p:blipFill>
              <a:blip r:embed="rId135"/>
              <a:stretch>
                <a:fillRect/>
              </a:stretch>
            </p:blipFill>
            <p:spPr>
              <a:xfrm>
                <a:off x="1166373" y="2546121"/>
                <a:ext cx="10155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8" name="Ink 77">
                <a:extLst>
                  <a:ext uri="{FF2B5EF4-FFF2-40B4-BE49-F238E27FC236}">
                    <a16:creationId xmlns:a16="http://schemas.microsoft.com/office/drawing/2014/main" id="{EF18DDC6-1422-9CE5-6C50-94DE3EB23BF9}"/>
                  </a:ext>
                </a:extLst>
              </p14:cNvPr>
              <p14:cNvContentPartPr/>
              <p14:nvPr/>
            </p14:nvContentPartPr>
            <p14:xfrm>
              <a:off x="8035173" y="4098801"/>
              <a:ext cx="478080" cy="236160"/>
            </p14:xfrm>
          </p:contentPart>
        </mc:Choice>
        <mc:Fallback>
          <p:pic>
            <p:nvPicPr>
              <p:cNvPr id="78" name="Ink 77">
                <a:extLst>
                  <a:ext uri="{FF2B5EF4-FFF2-40B4-BE49-F238E27FC236}">
                    <a16:creationId xmlns:a16="http://schemas.microsoft.com/office/drawing/2014/main" id="{EF18DDC6-1422-9CE5-6C50-94DE3EB23BF9}"/>
                  </a:ext>
                </a:extLst>
              </p:cNvPr>
              <p:cNvPicPr/>
              <p:nvPr/>
            </p:nvPicPr>
            <p:blipFill>
              <a:blip r:embed="rId137"/>
              <a:stretch>
                <a:fillRect/>
              </a:stretch>
            </p:blipFill>
            <p:spPr>
              <a:xfrm>
                <a:off x="8026173" y="4090161"/>
                <a:ext cx="49572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9" name="Ink 78">
                <a:extLst>
                  <a:ext uri="{FF2B5EF4-FFF2-40B4-BE49-F238E27FC236}">
                    <a16:creationId xmlns:a16="http://schemas.microsoft.com/office/drawing/2014/main" id="{E1A6CCE1-E476-EA70-A75C-BA4B77CC4CE1}"/>
                  </a:ext>
                </a:extLst>
              </p14:cNvPr>
              <p14:cNvContentPartPr/>
              <p14:nvPr/>
            </p14:nvContentPartPr>
            <p14:xfrm>
              <a:off x="8549613" y="4154961"/>
              <a:ext cx="108000" cy="163800"/>
            </p14:xfrm>
          </p:contentPart>
        </mc:Choice>
        <mc:Fallback>
          <p:pic>
            <p:nvPicPr>
              <p:cNvPr id="79" name="Ink 78">
                <a:extLst>
                  <a:ext uri="{FF2B5EF4-FFF2-40B4-BE49-F238E27FC236}">
                    <a16:creationId xmlns:a16="http://schemas.microsoft.com/office/drawing/2014/main" id="{E1A6CCE1-E476-EA70-A75C-BA4B77CC4CE1}"/>
                  </a:ext>
                </a:extLst>
              </p:cNvPr>
              <p:cNvPicPr/>
              <p:nvPr/>
            </p:nvPicPr>
            <p:blipFill>
              <a:blip r:embed="rId139"/>
              <a:stretch>
                <a:fillRect/>
              </a:stretch>
            </p:blipFill>
            <p:spPr>
              <a:xfrm>
                <a:off x="8540613" y="4145961"/>
                <a:ext cx="1256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0" name="Ink 79">
                <a:extLst>
                  <a:ext uri="{FF2B5EF4-FFF2-40B4-BE49-F238E27FC236}">
                    <a16:creationId xmlns:a16="http://schemas.microsoft.com/office/drawing/2014/main" id="{8D7E363F-FE67-9B12-ED9E-EBC909F437E3}"/>
                  </a:ext>
                </a:extLst>
              </p14:cNvPr>
              <p14:cNvContentPartPr/>
              <p14:nvPr/>
            </p14:nvContentPartPr>
            <p14:xfrm>
              <a:off x="8735373" y="4126521"/>
              <a:ext cx="223200" cy="109800"/>
            </p14:xfrm>
          </p:contentPart>
        </mc:Choice>
        <mc:Fallback>
          <p:pic>
            <p:nvPicPr>
              <p:cNvPr id="80" name="Ink 79">
                <a:extLst>
                  <a:ext uri="{FF2B5EF4-FFF2-40B4-BE49-F238E27FC236}">
                    <a16:creationId xmlns:a16="http://schemas.microsoft.com/office/drawing/2014/main" id="{8D7E363F-FE67-9B12-ED9E-EBC909F437E3}"/>
                  </a:ext>
                </a:extLst>
              </p:cNvPr>
              <p:cNvPicPr/>
              <p:nvPr/>
            </p:nvPicPr>
            <p:blipFill>
              <a:blip r:embed="rId141"/>
              <a:stretch>
                <a:fillRect/>
              </a:stretch>
            </p:blipFill>
            <p:spPr>
              <a:xfrm>
                <a:off x="8726373" y="4117881"/>
                <a:ext cx="24084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8" name="Ink 87">
                <a:extLst>
                  <a:ext uri="{FF2B5EF4-FFF2-40B4-BE49-F238E27FC236}">
                    <a16:creationId xmlns:a16="http://schemas.microsoft.com/office/drawing/2014/main" id="{FF436C75-188A-D6AB-9782-70CEF7A13EE9}"/>
                  </a:ext>
                </a:extLst>
              </p14:cNvPr>
              <p14:cNvContentPartPr/>
              <p14:nvPr/>
            </p14:nvContentPartPr>
            <p14:xfrm>
              <a:off x="4317453" y="3038241"/>
              <a:ext cx="4057200" cy="139320"/>
            </p14:xfrm>
          </p:contentPart>
        </mc:Choice>
        <mc:Fallback>
          <p:pic>
            <p:nvPicPr>
              <p:cNvPr id="88" name="Ink 87">
                <a:extLst>
                  <a:ext uri="{FF2B5EF4-FFF2-40B4-BE49-F238E27FC236}">
                    <a16:creationId xmlns:a16="http://schemas.microsoft.com/office/drawing/2014/main" id="{FF436C75-188A-D6AB-9782-70CEF7A13EE9}"/>
                  </a:ext>
                </a:extLst>
              </p:cNvPr>
              <p:cNvPicPr/>
              <p:nvPr/>
            </p:nvPicPr>
            <p:blipFill>
              <a:blip r:embed="rId143"/>
              <a:stretch>
                <a:fillRect/>
              </a:stretch>
            </p:blipFill>
            <p:spPr>
              <a:xfrm>
                <a:off x="4308453" y="3029241"/>
                <a:ext cx="407484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9" name="Ink 88">
                <a:extLst>
                  <a:ext uri="{FF2B5EF4-FFF2-40B4-BE49-F238E27FC236}">
                    <a16:creationId xmlns:a16="http://schemas.microsoft.com/office/drawing/2014/main" id="{EC0C56B0-B64B-6D14-E6BF-90AD48DBB65F}"/>
                  </a:ext>
                </a:extLst>
              </p14:cNvPr>
              <p14:cNvContentPartPr/>
              <p14:nvPr/>
            </p14:nvContentPartPr>
            <p14:xfrm>
              <a:off x="4220253" y="3008001"/>
              <a:ext cx="231480" cy="246600"/>
            </p14:xfrm>
          </p:contentPart>
        </mc:Choice>
        <mc:Fallback>
          <p:pic>
            <p:nvPicPr>
              <p:cNvPr id="89" name="Ink 88">
                <a:extLst>
                  <a:ext uri="{FF2B5EF4-FFF2-40B4-BE49-F238E27FC236}">
                    <a16:creationId xmlns:a16="http://schemas.microsoft.com/office/drawing/2014/main" id="{EC0C56B0-B64B-6D14-E6BF-90AD48DBB65F}"/>
                  </a:ext>
                </a:extLst>
              </p:cNvPr>
              <p:cNvPicPr/>
              <p:nvPr/>
            </p:nvPicPr>
            <p:blipFill>
              <a:blip r:embed="rId145"/>
              <a:stretch>
                <a:fillRect/>
              </a:stretch>
            </p:blipFill>
            <p:spPr>
              <a:xfrm>
                <a:off x="4211253" y="2999361"/>
                <a:ext cx="24912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90" name="Ink 89">
                <a:extLst>
                  <a:ext uri="{FF2B5EF4-FFF2-40B4-BE49-F238E27FC236}">
                    <a16:creationId xmlns:a16="http://schemas.microsoft.com/office/drawing/2014/main" id="{613C0B58-C7B1-E8F4-ED4B-D6E000EDDB25}"/>
                  </a:ext>
                </a:extLst>
              </p14:cNvPr>
              <p14:cNvContentPartPr/>
              <p14:nvPr/>
            </p14:nvContentPartPr>
            <p14:xfrm>
              <a:off x="5869413" y="2847801"/>
              <a:ext cx="155160" cy="212400"/>
            </p14:xfrm>
          </p:contentPart>
        </mc:Choice>
        <mc:Fallback>
          <p:pic>
            <p:nvPicPr>
              <p:cNvPr id="90" name="Ink 89">
                <a:extLst>
                  <a:ext uri="{FF2B5EF4-FFF2-40B4-BE49-F238E27FC236}">
                    <a16:creationId xmlns:a16="http://schemas.microsoft.com/office/drawing/2014/main" id="{613C0B58-C7B1-E8F4-ED4B-D6E000EDDB25}"/>
                  </a:ext>
                </a:extLst>
              </p:cNvPr>
              <p:cNvPicPr/>
              <p:nvPr/>
            </p:nvPicPr>
            <p:blipFill>
              <a:blip r:embed="rId147"/>
              <a:stretch>
                <a:fillRect/>
              </a:stretch>
            </p:blipFill>
            <p:spPr>
              <a:xfrm>
                <a:off x="5860773" y="2839161"/>
                <a:ext cx="17280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1" name="Ink 90">
                <a:extLst>
                  <a:ext uri="{FF2B5EF4-FFF2-40B4-BE49-F238E27FC236}">
                    <a16:creationId xmlns:a16="http://schemas.microsoft.com/office/drawing/2014/main" id="{8BE958B0-5F52-89EE-2EEB-4FBBE8A29917}"/>
                  </a:ext>
                </a:extLst>
              </p14:cNvPr>
              <p14:cNvContentPartPr/>
              <p14:nvPr/>
            </p14:nvContentPartPr>
            <p14:xfrm>
              <a:off x="6111333" y="2903961"/>
              <a:ext cx="149760" cy="100080"/>
            </p14:xfrm>
          </p:contentPart>
        </mc:Choice>
        <mc:Fallback>
          <p:pic>
            <p:nvPicPr>
              <p:cNvPr id="91" name="Ink 90">
                <a:extLst>
                  <a:ext uri="{FF2B5EF4-FFF2-40B4-BE49-F238E27FC236}">
                    <a16:creationId xmlns:a16="http://schemas.microsoft.com/office/drawing/2014/main" id="{8BE958B0-5F52-89EE-2EEB-4FBBE8A29917}"/>
                  </a:ext>
                </a:extLst>
              </p:cNvPr>
              <p:cNvPicPr/>
              <p:nvPr/>
            </p:nvPicPr>
            <p:blipFill>
              <a:blip r:embed="rId149"/>
              <a:stretch>
                <a:fillRect/>
              </a:stretch>
            </p:blipFill>
            <p:spPr>
              <a:xfrm>
                <a:off x="6102333" y="2894961"/>
                <a:ext cx="1674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2" name="Ink 91">
                <a:extLst>
                  <a:ext uri="{FF2B5EF4-FFF2-40B4-BE49-F238E27FC236}">
                    <a16:creationId xmlns:a16="http://schemas.microsoft.com/office/drawing/2014/main" id="{D70C89C8-C82D-754C-0392-944F1B17F3C6}"/>
                  </a:ext>
                </a:extLst>
              </p14:cNvPr>
              <p14:cNvContentPartPr/>
              <p14:nvPr/>
            </p14:nvContentPartPr>
            <p14:xfrm>
              <a:off x="6324813" y="2815761"/>
              <a:ext cx="187200" cy="210960"/>
            </p14:xfrm>
          </p:contentPart>
        </mc:Choice>
        <mc:Fallback>
          <p:pic>
            <p:nvPicPr>
              <p:cNvPr id="92" name="Ink 91">
                <a:extLst>
                  <a:ext uri="{FF2B5EF4-FFF2-40B4-BE49-F238E27FC236}">
                    <a16:creationId xmlns:a16="http://schemas.microsoft.com/office/drawing/2014/main" id="{D70C89C8-C82D-754C-0392-944F1B17F3C6}"/>
                  </a:ext>
                </a:extLst>
              </p:cNvPr>
              <p:cNvPicPr/>
              <p:nvPr/>
            </p:nvPicPr>
            <p:blipFill>
              <a:blip r:embed="rId151"/>
              <a:stretch>
                <a:fillRect/>
              </a:stretch>
            </p:blipFill>
            <p:spPr>
              <a:xfrm>
                <a:off x="6315813" y="2807121"/>
                <a:ext cx="2048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3" name="Ink 92">
                <a:extLst>
                  <a:ext uri="{FF2B5EF4-FFF2-40B4-BE49-F238E27FC236}">
                    <a16:creationId xmlns:a16="http://schemas.microsoft.com/office/drawing/2014/main" id="{D9807E14-B26B-8521-9038-07A2E01EFA86}"/>
                  </a:ext>
                </a:extLst>
              </p14:cNvPr>
              <p14:cNvContentPartPr/>
              <p14:nvPr/>
            </p14:nvContentPartPr>
            <p14:xfrm>
              <a:off x="6549093" y="2887761"/>
              <a:ext cx="115560" cy="132840"/>
            </p14:xfrm>
          </p:contentPart>
        </mc:Choice>
        <mc:Fallback>
          <p:pic>
            <p:nvPicPr>
              <p:cNvPr id="93" name="Ink 92">
                <a:extLst>
                  <a:ext uri="{FF2B5EF4-FFF2-40B4-BE49-F238E27FC236}">
                    <a16:creationId xmlns:a16="http://schemas.microsoft.com/office/drawing/2014/main" id="{D9807E14-B26B-8521-9038-07A2E01EFA86}"/>
                  </a:ext>
                </a:extLst>
              </p:cNvPr>
              <p:cNvPicPr/>
              <p:nvPr/>
            </p:nvPicPr>
            <p:blipFill>
              <a:blip r:embed="rId153"/>
              <a:stretch>
                <a:fillRect/>
              </a:stretch>
            </p:blipFill>
            <p:spPr>
              <a:xfrm>
                <a:off x="6540453" y="2879121"/>
                <a:ext cx="13320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4" name="Ink 93">
                <a:extLst>
                  <a:ext uri="{FF2B5EF4-FFF2-40B4-BE49-F238E27FC236}">
                    <a16:creationId xmlns:a16="http://schemas.microsoft.com/office/drawing/2014/main" id="{4AADD6B0-A808-76BF-2D3C-7054D800152E}"/>
                  </a:ext>
                </a:extLst>
              </p14:cNvPr>
              <p14:cNvContentPartPr/>
              <p14:nvPr/>
            </p14:nvContentPartPr>
            <p14:xfrm>
              <a:off x="6724773" y="2882001"/>
              <a:ext cx="359640" cy="133560"/>
            </p14:xfrm>
          </p:contentPart>
        </mc:Choice>
        <mc:Fallback>
          <p:pic>
            <p:nvPicPr>
              <p:cNvPr id="94" name="Ink 93">
                <a:extLst>
                  <a:ext uri="{FF2B5EF4-FFF2-40B4-BE49-F238E27FC236}">
                    <a16:creationId xmlns:a16="http://schemas.microsoft.com/office/drawing/2014/main" id="{4AADD6B0-A808-76BF-2D3C-7054D800152E}"/>
                  </a:ext>
                </a:extLst>
              </p:cNvPr>
              <p:cNvPicPr/>
              <p:nvPr/>
            </p:nvPicPr>
            <p:blipFill>
              <a:blip r:embed="rId155"/>
              <a:stretch>
                <a:fillRect/>
              </a:stretch>
            </p:blipFill>
            <p:spPr>
              <a:xfrm>
                <a:off x="6715773" y="2873001"/>
                <a:ext cx="37728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5" name="Ink 94">
                <a:extLst>
                  <a:ext uri="{FF2B5EF4-FFF2-40B4-BE49-F238E27FC236}">
                    <a16:creationId xmlns:a16="http://schemas.microsoft.com/office/drawing/2014/main" id="{BBEE48B1-6664-9DE7-39A6-438C8E608759}"/>
                  </a:ext>
                </a:extLst>
              </p14:cNvPr>
              <p14:cNvContentPartPr/>
              <p14:nvPr/>
            </p14:nvContentPartPr>
            <p14:xfrm>
              <a:off x="7043013" y="2801721"/>
              <a:ext cx="360" cy="5040"/>
            </p14:xfrm>
          </p:contentPart>
        </mc:Choice>
        <mc:Fallback>
          <p:pic>
            <p:nvPicPr>
              <p:cNvPr id="95" name="Ink 94">
                <a:extLst>
                  <a:ext uri="{FF2B5EF4-FFF2-40B4-BE49-F238E27FC236}">
                    <a16:creationId xmlns:a16="http://schemas.microsoft.com/office/drawing/2014/main" id="{BBEE48B1-6664-9DE7-39A6-438C8E608759}"/>
                  </a:ext>
                </a:extLst>
              </p:cNvPr>
              <p:cNvPicPr/>
              <p:nvPr/>
            </p:nvPicPr>
            <p:blipFill>
              <a:blip r:embed="rId157"/>
              <a:stretch>
                <a:fillRect/>
              </a:stretch>
            </p:blipFill>
            <p:spPr>
              <a:xfrm>
                <a:off x="7034373" y="2793081"/>
                <a:ext cx="180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6" name="Ink 95">
                <a:extLst>
                  <a:ext uri="{FF2B5EF4-FFF2-40B4-BE49-F238E27FC236}">
                    <a16:creationId xmlns:a16="http://schemas.microsoft.com/office/drawing/2014/main" id="{DDDC9467-9719-84D2-8E36-08628ABC38D6}"/>
                  </a:ext>
                </a:extLst>
              </p14:cNvPr>
              <p14:cNvContentPartPr/>
              <p14:nvPr/>
            </p14:nvContentPartPr>
            <p14:xfrm>
              <a:off x="7083693" y="2880921"/>
              <a:ext cx="308880" cy="165240"/>
            </p14:xfrm>
          </p:contentPart>
        </mc:Choice>
        <mc:Fallback>
          <p:pic>
            <p:nvPicPr>
              <p:cNvPr id="96" name="Ink 95">
                <a:extLst>
                  <a:ext uri="{FF2B5EF4-FFF2-40B4-BE49-F238E27FC236}">
                    <a16:creationId xmlns:a16="http://schemas.microsoft.com/office/drawing/2014/main" id="{DDDC9467-9719-84D2-8E36-08628ABC38D6}"/>
                  </a:ext>
                </a:extLst>
              </p:cNvPr>
              <p:cNvPicPr/>
              <p:nvPr/>
            </p:nvPicPr>
            <p:blipFill>
              <a:blip r:embed="rId159"/>
              <a:stretch>
                <a:fillRect/>
              </a:stretch>
            </p:blipFill>
            <p:spPr>
              <a:xfrm>
                <a:off x="7074693" y="2871921"/>
                <a:ext cx="3265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7" name="Ink 96">
                <a:extLst>
                  <a:ext uri="{FF2B5EF4-FFF2-40B4-BE49-F238E27FC236}">
                    <a16:creationId xmlns:a16="http://schemas.microsoft.com/office/drawing/2014/main" id="{529018C5-210B-D4A7-B9C0-0FA7C80DE8C7}"/>
                  </a:ext>
                </a:extLst>
              </p14:cNvPr>
              <p14:cNvContentPartPr/>
              <p14:nvPr/>
            </p14:nvContentPartPr>
            <p14:xfrm>
              <a:off x="8950653" y="2927001"/>
              <a:ext cx="741600" cy="320040"/>
            </p14:xfrm>
          </p:contentPart>
        </mc:Choice>
        <mc:Fallback>
          <p:pic>
            <p:nvPicPr>
              <p:cNvPr id="97" name="Ink 96">
                <a:extLst>
                  <a:ext uri="{FF2B5EF4-FFF2-40B4-BE49-F238E27FC236}">
                    <a16:creationId xmlns:a16="http://schemas.microsoft.com/office/drawing/2014/main" id="{529018C5-210B-D4A7-B9C0-0FA7C80DE8C7}"/>
                  </a:ext>
                </a:extLst>
              </p:cNvPr>
              <p:cNvPicPr/>
              <p:nvPr/>
            </p:nvPicPr>
            <p:blipFill>
              <a:blip r:embed="rId161"/>
              <a:stretch>
                <a:fillRect/>
              </a:stretch>
            </p:blipFill>
            <p:spPr>
              <a:xfrm>
                <a:off x="8941653" y="2918001"/>
                <a:ext cx="75924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8" name="Ink 97">
                <a:extLst>
                  <a:ext uri="{FF2B5EF4-FFF2-40B4-BE49-F238E27FC236}">
                    <a16:creationId xmlns:a16="http://schemas.microsoft.com/office/drawing/2014/main" id="{964D6021-2321-1DAC-6B9C-E66887961608}"/>
                  </a:ext>
                </a:extLst>
              </p14:cNvPr>
              <p14:cNvContentPartPr/>
              <p14:nvPr/>
            </p14:nvContentPartPr>
            <p14:xfrm>
              <a:off x="9787653" y="2965881"/>
              <a:ext cx="529920" cy="189720"/>
            </p14:xfrm>
          </p:contentPart>
        </mc:Choice>
        <mc:Fallback>
          <p:pic>
            <p:nvPicPr>
              <p:cNvPr id="98" name="Ink 97">
                <a:extLst>
                  <a:ext uri="{FF2B5EF4-FFF2-40B4-BE49-F238E27FC236}">
                    <a16:creationId xmlns:a16="http://schemas.microsoft.com/office/drawing/2014/main" id="{964D6021-2321-1DAC-6B9C-E66887961608}"/>
                  </a:ext>
                </a:extLst>
              </p:cNvPr>
              <p:cNvPicPr/>
              <p:nvPr/>
            </p:nvPicPr>
            <p:blipFill>
              <a:blip r:embed="rId163"/>
              <a:stretch>
                <a:fillRect/>
              </a:stretch>
            </p:blipFill>
            <p:spPr>
              <a:xfrm>
                <a:off x="9779013" y="2956881"/>
                <a:ext cx="54756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9" name="Ink 98">
                <a:extLst>
                  <a:ext uri="{FF2B5EF4-FFF2-40B4-BE49-F238E27FC236}">
                    <a16:creationId xmlns:a16="http://schemas.microsoft.com/office/drawing/2014/main" id="{841AB3A9-67E5-5C75-02AE-B89D64E4CB6D}"/>
                  </a:ext>
                </a:extLst>
              </p14:cNvPr>
              <p14:cNvContentPartPr/>
              <p14:nvPr/>
            </p14:nvContentPartPr>
            <p14:xfrm>
              <a:off x="10359333" y="2954721"/>
              <a:ext cx="511200" cy="224640"/>
            </p14:xfrm>
          </p:contentPart>
        </mc:Choice>
        <mc:Fallback>
          <p:pic>
            <p:nvPicPr>
              <p:cNvPr id="99" name="Ink 98">
                <a:extLst>
                  <a:ext uri="{FF2B5EF4-FFF2-40B4-BE49-F238E27FC236}">
                    <a16:creationId xmlns:a16="http://schemas.microsoft.com/office/drawing/2014/main" id="{841AB3A9-67E5-5C75-02AE-B89D64E4CB6D}"/>
                  </a:ext>
                </a:extLst>
              </p:cNvPr>
              <p:cNvPicPr/>
              <p:nvPr/>
            </p:nvPicPr>
            <p:blipFill>
              <a:blip r:embed="rId165"/>
              <a:stretch>
                <a:fillRect/>
              </a:stretch>
            </p:blipFill>
            <p:spPr>
              <a:xfrm>
                <a:off x="10350333" y="2946081"/>
                <a:ext cx="5288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00" name="Ink 99">
                <a:extLst>
                  <a:ext uri="{FF2B5EF4-FFF2-40B4-BE49-F238E27FC236}">
                    <a16:creationId xmlns:a16="http://schemas.microsoft.com/office/drawing/2014/main" id="{40FECC12-73E6-F117-8AA0-816E2E6B596E}"/>
                  </a:ext>
                </a:extLst>
              </p14:cNvPr>
              <p14:cNvContentPartPr/>
              <p14:nvPr/>
            </p14:nvContentPartPr>
            <p14:xfrm>
              <a:off x="8670573" y="2674641"/>
              <a:ext cx="2860920" cy="819360"/>
            </p14:xfrm>
          </p:contentPart>
        </mc:Choice>
        <mc:Fallback>
          <p:pic>
            <p:nvPicPr>
              <p:cNvPr id="100" name="Ink 99">
                <a:extLst>
                  <a:ext uri="{FF2B5EF4-FFF2-40B4-BE49-F238E27FC236}">
                    <a16:creationId xmlns:a16="http://schemas.microsoft.com/office/drawing/2014/main" id="{40FECC12-73E6-F117-8AA0-816E2E6B596E}"/>
                  </a:ext>
                </a:extLst>
              </p:cNvPr>
              <p:cNvPicPr/>
              <p:nvPr/>
            </p:nvPicPr>
            <p:blipFill>
              <a:blip r:embed="rId167"/>
              <a:stretch>
                <a:fillRect/>
              </a:stretch>
            </p:blipFill>
            <p:spPr>
              <a:xfrm>
                <a:off x="8661933" y="2665641"/>
                <a:ext cx="2878560" cy="8370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3" name="Ink 102">
                <a:extLst>
                  <a:ext uri="{FF2B5EF4-FFF2-40B4-BE49-F238E27FC236}">
                    <a16:creationId xmlns:a16="http://schemas.microsoft.com/office/drawing/2014/main" id="{2CFD82D7-3D28-7651-28B0-5A651231D684}"/>
                  </a:ext>
                </a:extLst>
              </p14:cNvPr>
              <p14:cNvContentPartPr/>
              <p14:nvPr/>
            </p14:nvContentPartPr>
            <p14:xfrm>
              <a:off x="4595013" y="3198801"/>
              <a:ext cx="162360" cy="212040"/>
            </p14:xfrm>
          </p:contentPart>
        </mc:Choice>
        <mc:Fallback>
          <p:pic>
            <p:nvPicPr>
              <p:cNvPr id="103" name="Ink 102">
                <a:extLst>
                  <a:ext uri="{FF2B5EF4-FFF2-40B4-BE49-F238E27FC236}">
                    <a16:creationId xmlns:a16="http://schemas.microsoft.com/office/drawing/2014/main" id="{2CFD82D7-3D28-7651-28B0-5A651231D684}"/>
                  </a:ext>
                </a:extLst>
              </p:cNvPr>
              <p:cNvPicPr/>
              <p:nvPr/>
            </p:nvPicPr>
            <p:blipFill>
              <a:blip r:embed="rId169"/>
              <a:stretch>
                <a:fillRect/>
              </a:stretch>
            </p:blipFill>
            <p:spPr>
              <a:xfrm>
                <a:off x="4586373" y="3189801"/>
                <a:ext cx="1800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4" name="Ink 103">
                <a:extLst>
                  <a:ext uri="{FF2B5EF4-FFF2-40B4-BE49-F238E27FC236}">
                    <a16:creationId xmlns:a16="http://schemas.microsoft.com/office/drawing/2014/main" id="{E50C1B1C-EC5E-FBCF-4AEC-6F69521B1571}"/>
                  </a:ext>
                </a:extLst>
              </p14:cNvPr>
              <p14:cNvContentPartPr/>
              <p14:nvPr/>
            </p14:nvContentPartPr>
            <p14:xfrm>
              <a:off x="4655133" y="3244161"/>
              <a:ext cx="3566160" cy="1514520"/>
            </p14:xfrm>
          </p:contentPart>
        </mc:Choice>
        <mc:Fallback>
          <p:pic>
            <p:nvPicPr>
              <p:cNvPr id="104" name="Ink 103">
                <a:extLst>
                  <a:ext uri="{FF2B5EF4-FFF2-40B4-BE49-F238E27FC236}">
                    <a16:creationId xmlns:a16="http://schemas.microsoft.com/office/drawing/2014/main" id="{E50C1B1C-EC5E-FBCF-4AEC-6F69521B1571}"/>
                  </a:ext>
                </a:extLst>
              </p:cNvPr>
              <p:cNvPicPr/>
              <p:nvPr/>
            </p:nvPicPr>
            <p:blipFill>
              <a:blip r:embed="rId171"/>
              <a:stretch>
                <a:fillRect/>
              </a:stretch>
            </p:blipFill>
            <p:spPr>
              <a:xfrm>
                <a:off x="4646493" y="3235161"/>
                <a:ext cx="3583800" cy="15321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5" name="Ink 104">
                <a:extLst>
                  <a:ext uri="{FF2B5EF4-FFF2-40B4-BE49-F238E27FC236}">
                    <a16:creationId xmlns:a16="http://schemas.microsoft.com/office/drawing/2014/main" id="{B7A11A1A-1B29-36D8-6F69-58723A728D12}"/>
                  </a:ext>
                </a:extLst>
              </p14:cNvPr>
              <p14:cNvContentPartPr/>
              <p14:nvPr/>
            </p14:nvContentPartPr>
            <p14:xfrm>
              <a:off x="8613333" y="4509201"/>
              <a:ext cx="2726640" cy="633600"/>
            </p14:xfrm>
          </p:contentPart>
        </mc:Choice>
        <mc:Fallback>
          <p:pic>
            <p:nvPicPr>
              <p:cNvPr id="105" name="Ink 104">
                <a:extLst>
                  <a:ext uri="{FF2B5EF4-FFF2-40B4-BE49-F238E27FC236}">
                    <a16:creationId xmlns:a16="http://schemas.microsoft.com/office/drawing/2014/main" id="{B7A11A1A-1B29-36D8-6F69-58723A728D12}"/>
                  </a:ext>
                </a:extLst>
              </p:cNvPr>
              <p:cNvPicPr/>
              <p:nvPr/>
            </p:nvPicPr>
            <p:blipFill>
              <a:blip r:embed="rId173"/>
              <a:stretch>
                <a:fillRect/>
              </a:stretch>
            </p:blipFill>
            <p:spPr>
              <a:xfrm>
                <a:off x="8604333" y="4500561"/>
                <a:ext cx="2744280" cy="6512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6" name="Ink 105">
                <a:extLst>
                  <a:ext uri="{FF2B5EF4-FFF2-40B4-BE49-F238E27FC236}">
                    <a16:creationId xmlns:a16="http://schemas.microsoft.com/office/drawing/2014/main" id="{89068FA7-76AA-09FC-9D01-055BE9A86550}"/>
                  </a:ext>
                </a:extLst>
              </p14:cNvPr>
              <p14:cNvContentPartPr/>
              <p14:nvPr/>
            </p14:nvContentPartPr>
            <p14:xfrm>
              <a:off x="8956053" y="4683081"/>
              <a:ext cx="370080" cy="199800"/>
            </p14:xfrm>
          </p:contentPart>
        </mc:Choice>
        <mc:Fallback>
          <p:pic>
            <p:nvPicPr>
              <p:cNvPr id="106" name="Ink 105">
                <a:extLst>
                  <a:ext uri="{FF2B5EF4-FFF2-40B4-BE49-F238E27FC236}">
                    <a16:creationId xmlns:a16="http://schemas.microsoft.com/office/drawing/2014/main" id="{89068FA7-76AA-09FC-9D01-055BE9A86550}"/>
                  </a:ext>
                </a:extLst>
              </p:cNvPr>
              <p:cNvPicPr/>
              <p:nvPr/>
            </p:nvPicPr>
            <p:blipFill>
              <a:blip r:embed="rId175"/>
              <a:stretch>
                <a:fillRect/>
              </a:stretch>
            </p:blipFill>
            <p:spPr>
              <a:xfrm>
                <a:off x="8947053" y="4674441"/>
                <a:ext cx="38772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7" name="Ink 106">
                <a:extLst>
                  <a:ext uri="{FF2B5EF4-FFF2-40B4-BE49-F238E27FC236}">
                    <a16:creationId xmlns:a16="http://schemas.microsoft.com/office/drawing/2014/main" id="{2B7018B5-C1F4-E7A2-2985-E67D420FED93}"/>
                  </a:ext>
                </a:extLst>
              </p14:cNvPr>
              <p14:cNvContentPartPr/>
              <p14:nvPr/>
            </p14:nvContentPartPr>
            <p14:xfrm>
              <a:off x="9357813" y="4735281"/>
              <a:ext cx="145440" cy="333000"/>
            </p14:xfrm>
          </p:contentPart>
        </mc:Choice>
        <mc:Fallback>
          <p:pic>
            <p:nvPicPr>
              <p:cNvPr id="107" name="Ink 106">
                <a:extLst>
                  <a:ext uri="{FF2B5EF4-FFF2-40B4-BE49-F238E27FC236}">
                    <a16:creationId xmlns:a16="http://schemas.microsoft.com/office/drawing/2014/main" id="{2B7018B5-C1F4-E7A2-2985-E67D420FED93}"/>
                  </a:ext>
                </a:extLst>
              </p:cNvPr>
              <p:cNvPicPr/>
              <p:nvPr/>
            </p:nvPicPr>
            <p:blipFill>
              <a:blip r:embed="rId177"/>
              <a:stretch>
                <a:fillRect/>
              </a:stretch>
            </p:blipFill>
            <p:spPr>
              <a:xfrm>
                <a:off x="9349173" y="4726641"/>
                <a:ext cx="16308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8" name="Ink 107">
                <a:extLst>
                  <a:ext uri="{FF2B5EF4-FFF2-40B4-BE49-F238E27FC236}">
                    <a16:creationId xmlns:a16="http://schemas.microsoft.com/office/drawing/2014/main" id="{03215CA3-25C0-A688-5FEC-B0A565DE404E}"/>
                  </a:ext>
                </a:extLst>
              </p14:cNvPr>
              <p14:cNvContentPartPr/>
              <p14:nvPr/>
            </p14:nvContentPartPr>
            <p14:xfrm>
              <a:off x="9628893" y="4751481"/>
              <a:ext cx="110880" cy="231120"/>
            </p14:xfrm>
          </p:contentPart>
        </mc:Choice>
        <mc:Fallback>
          <p:pic>
            <p:nvPicPr>
              <p:cNvPr id="108" name="Ink 107">
                <a:extLst>
                  <a:ext uri="{FF2B5EF4-FFF2-40B4-BE49-F238E27FC236}">
                    <a16:creationId xmlns:a16="http://schemas.microsoft.com/office/drawing/2014/main" id="{03215CA3-25C0-A688-5FEC-B0A565DE404E}"/>
                  </a:ext>
                </a:extLst>
              </p:cNvPr>
              <p:cNvPicPr/>
              <p:nvPr/>
            </p:nvPicPr>
            <p:blipFill>
              <a:blip r:embed="rId179"/>
              <a:stretch>
                <a:fillRect/>
              </a:stretch>
            </p:blipFill>
            <p:spPr>
              <a:xfrm>
                <a:off x="9619893" y="4742841"/>
                <a:ext cx="12852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9" name="Ink 108">
                <a:extLst>
                  <a:ext uri="{FF2B5EF4-FFF2-40B4-BE49-F238E27FC236}">
                    <a16:creationId xmlns:a16="http://schemas.microsoft.com/office/drawing/2014/main" id="{A5A1FE06-697B-54A3-2448-B1ED204513F6}"/>
                  </a:ext>
                </a:extLst>
              </p14:cNvPr>
              <p14:cNvContentPartPr/>
              <p14:nvPr/>
            </p14:nvContentPartPr>
            <p14:xfrm>
              <a:off x="9831213" y="4822041"/>
              <a:ext cx="150120" cy="159120"/>
            </p14:xfrm>
          </p:contentPart>
        </mc:Choice>
        <mc:Fallback>
          <p:pic>
            <p:nvPicPr>
              <p:cNvPr id="109" name="Ink 108">
                <a:extLst>
                  <a:ext uri="{FF2B5EF4-FFF2-40B4-BE49-F238E27FC236}">
                    <a16:creationId xmlns:a16="http://schemas.microsoft.com/office/drawing/2014/main" id="{A5A1FE06-697B-54A3-2448-B1ED204513F6}"/>
                  </a:ext>
                </a:extLst>
              </p:cNvPr>
              <p:cNvPicPr/>
              <p:nvPr/>
            </p:nvPicPr>
            <p:blipFill>
              <a:blip r:embed="rId181"/>
              <a:stretch>
                <a:fillRect/>
              </a:stretch>
            </p:blipFill>
            <p:spPr>
              <a:xfrm>
                <a:off x="9822213" y="4813401"/>
                <a:ext cx="1677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10" name="Ink 109">
                <a:extLst>
                  <a:ext uri="{FF2B5EF4-FFF2-40B4-BE49-F238E27FC236}">
                    <a16:creationId xmlns:a16="http://schemas.microsoft.com/office/drawing/2014/main" id="{DD5421FA-7EB6-9D4E-A452-F44755BA2F75}"/>
                  </a:ext>
                </a:extLst>
              </p14:cNvPr>
              <p14:cNvContentPartPr/>
              <p14:nvPr/>
            </p14:nvContentPartPr>
            <p14:xfrm>
              <a:off x="10058013" y="4824201"/>
              <a:ext cx="184320" cy="229680"/>
            </p14:xfrm>
          </p:contentPart>
        </mc:Choice>
        <mc:Fallback>
          <p:pic>
            <p:nvPicPr>
              <p:cNvPr id="110" name="Ink 109">
                <a:extLst>
                  <a:ext uri="{FF2B5EF4-FFF2-40B4-BE49-F238E27FC236}">
                    <a16:creationId xmlns:a16="http://schemas.microsoft.com/office/drawing/2014/main" id="{DD5421FA-7EB6-9D4E-A452-F44755BA2F75}"/>
                  </a:ext>
                </a:extLst>
              </p:cNvPr>
              <p:cNvPicPr/>
              <p:nvPr/>
            </p:nvPicPr>
            <p:blipFill>
              <a:blip r:embed="rId183"/>
              <a:stretch>
                <a:fillRect/>
              </a:stretch>
            </p:blipFill>
            <p:spPr>
              <a:xfrm>
                <a:off x="10049373" y="4815201"/>
                <a:ext cx="20196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1" name="Ink 110">
                <a:extLst>
                  <a:ext uri="{FF2B5EF4-FFF2-40B4-BE49-F238E27FC236}">
                    <a16:creationId xmlns:a16="http://schemas.microsoft.com/office/drawing/2014/main" id="{64BDB39C-8144-1A02-E4BF-29F8DCB61058}"/>
                  </a:ext>
                </a:extLst>
              </p14:cNvPr>
              <p14:cNvContentPartPr/>
              <p14:nvPr/>
            </p14:nvContentPartPr>
            <p14:xfrm>
              <a:off x="10310733" y="4780281"/>
              <a:ext cx="601200" cy="264960"/>
            </p14:xfrm>
          </p:contentPart>
        </mc:Choice>
        <mc:Fallback>
          <p:pic>
            <p:nvPicPr>
              <p:cNvPr id="111" name="Ink 110">
                <a:extLst>
                  <a:ext uri="{FF2B5EF4-FFF2-40B4-BE49-F238E27FC236}">
                    <a16:creationId xmlns:a16="http://schemas.microsoft.com/office/drawing/2014/main" id="{64BDB39C-8144-1A02-E4BF-29F8DCB61058}"/>
                  </a:ext>
                </a:extLst>
              </p:cNvPr>
              <p:cNvPicPr/>
              <p:nvPr/>
            </p:nvPicPr>
            <p:blipFill>
              <a:blip r:embed="rId185"/>
              <a:stretch>
                <a:fillRect/>
              </a:stretch>
            </p:blipFill>
            <p:spPr>
              <a:xfrm>
                <a:off x="10301733" y="4771281"/>
                <a:ext cx="61884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2" name="Ink 111">
                <a:extLst>
                  <a:ext uri="{FF2B5EF4-FFF2-40B4-BE49-F238E27FC236}">
                    <a16:creationId xmlns:a16="http://schemas.microsoft.com/office/drawing/2014/main" id="{148A0A2A-60D1-DCD4-E8CC-02E3EBDA1586}"/>
                  </a:ext>
                </a:extLst>
              </p14:cNvPr>
              <p14:cNvContentPartPr/>
              <p14:nvPr/>
            </p14:nvContentPartPr>
            <p14:xfrm>
              <a:off x="8606133" y="5793681"/>
              <a:ext cx="2748240" cy="520560"/>
            </p14:xfrm>
          </p:contentPart>
        </mc:Choice>
        <mc:Fallback>
          <p:pic>
            <p:nvPicPr>
              <p:cNvPr id="112" name="Ink 111">
                <a:extLst>
                  <a:ext uri="{FF2B5EF4-FFF2-40B4-BE49-F238E27FC236}">
                    <a16:creationId xmlns:a16="http://schemas.microsoft.com/office/drawing/2014/main" id="{148A0A2A-60D1-DCD4-E8CC-02E3EBDA1586}"/>
                  </a:ext>
                </a:extLst>
              </p:cNvPr>
              <p:cNvPicPr/>
              <p:nvPr/>
            </p:nvPicPr>
            <p:blipFill>
              <a:blip r:embed="rId187"/>
              <a:stretch>
                <a:fillRect/>
              </a:stretch>
            </p:blipFill>
            <p:spPr>
              <a:xfrm>
                <a:off x="8597133" y="5784681"/>
                <a:ext cx="2765880" cy="5382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3" name="Ink 112">
                <a:extLst>
                  <a:ext uri="{FF2B5EF4-FFF2-40B4-BE49-F238E27FC236}">
                    <a16:creationId xmlns:a16="http://schemas.microsoft.com/office/drawing/2014/main" id="{1E3C35FE-3222-471F-DBAB-9B126018BC39}"/>
                  </a:ext>
                </a:extLst>
              </p14:cNvPr>
              <p14:cNvContentPartPr/>
              <p14:nvPr/>
            </p14:nvContentPartPr>
            <p14:xfrm>
              <a:off x="9248373" y="5981961"/>
              <a:ext cx="547560" cy="250200"/>
            </p14:xfrm>
          </p:contentPart>
        </mc:Choice>
        <mc:Fallback>
          <p:pic>
            <p:nvPicPr>
              <p:cNvPr id="113" name="Ink 112">
                <a:extLst>
                  <a:ext uri="{FF2B5EF4-FFF2-40B4-BE49-F238E27FC236}">
                    <a16:creationId xmlns:a16="http://schemas.microsoft.com/office/drawing/2014/main" id="{1E3C35FE-3222-471F-DBAB-9B126018BC39}"/>
                  </a:ext>
                </a:extLst>
              </p:cNvPr>
              <p:cNvPicPr/>
              <p:nvPr/>
            </p:nvPicPr>
            <p:blipFill>
              <a:blip r:embed="rId189"/>
              <a:stretch>
                <a:fillRect/>
              </a:stretch>
            </p:blipFill>
            <p:spPr>
              <a:xfrm>
                <a:off x="9239373" y="5973321"/>
                <a:ext cx="56520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4" name="Ink 113">
                <a:extLst>
                  <a:ext uri="{FF2B5EF4-FFF2-40B4-BE49-F238E27FC236}">
                    <a16:creationId xmlns:a16="http://schemas.microsoft.com/office/drawing/2014/main" id="{87E5F8E3-8C8E-2E44-57E5-7F9C436B48C4}"/>
                  </a:ext>
                </a:extLst>
              </p14:cNvPr>
              <p14:cNvContentPartPr/>
              <p14:nvPr/>
            </p14:nvContentPartPr>
            <p14:xfrm>
              <a:off x="9834453" y="6012921"/>
              <a:ext cx="974880" cy="210600"/>
            </p14:xfrm>
          </p:contentPart>
        </mc:Choice>
        <mc:Fallback>
          <p:pic>
            <p:nvPicPr>
              <p:cNvPr id="114" name="Ink 113">
                <a:extLst>
                  <a:ext uri="{FF2B5EF4-FFF2-40B4-BE49-F238E27FC236}">
                    <a16:creationId xmlns:a16="http://schemas.microsoft.com/office/drawing/2014/main" id="{87E5F8E3-8C8E-2E44-57E5-7F9C436B48C4}"/>
                  </a:ext>
                </a:extLst>
              </p:cNvPr>
              <p:cNvPicPr/>
              <p:nvPr/>
            </p:nvPicPr>
            <p:blipFill>
              <a:blip r:embed="rId191"/>
              <a:stretch>
                <a:fillRect/>
              </a:stretch>
            </p:blipFill>
            <p:spPr>
              <a:xfrm>
                <a:off x="9825813" y="6004281"/>
                <a:ext cx="99252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7" name="Ink 116">
                <a:extLst>
                  <a:ext uri="{FF2B5EF4-FFF2-40B4-BE49-F238E27FC236}">
                    <a16:creationId xmlns:a16="http://schemas.microsoft.com/office/drawing/2014/main" id="{0C333B05-9E39-3CFD-D007-680F41888CA5}"/>
                  </a:ext>
                </a:extLst>
              </p14:cNvPr>
              <p14:cNvContentPartPr/>
              <p14:nvPr/>
            </p14:nvContentPartPr>
            <p14:xfrm>
              <a:off x="4079853" y="3186201"/>
              <a:ext cx="4786560" cy="2970720"/>
            </p14:xfrm>
          </p:contentPart>
        </mc:Choice>
        <mc:Fallback>
          <p:pic>
            <p:nvPicPr>
              <p:cNvPr id="117" name="Ink 116">
                <a:extLst>
                  <a:ext uri="{FF2B5EF4-FFF2-40B4-BE49-F238E27FC236}">
                    <a16:creationId xmlns:a16="http://schemas.microsoft.com/office/drawing/2014/main" id="{0C333B05-9E39-3CFD-D007-680F41888CA5}"/>
                  </a:ext>
                </a:extLst>
              </p:cNvPr>
              <p:cNvPicPr/>
              <p:nvPr/>
            </p:nvPicPr>
            <p:blipFill>
              <a:blip r:embed="rId193"/>
              <a:stretch>
                <a:fillRect/>
              </a:stretch>
            </p:blipFill>
            <p:spPr>
              <a:xfrm>
                <a:off x="4071213" y="3177561"/>
                <a:ext cx="4804200" cy="298836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8" name="Ink 117">
                <a:extLst>
                  <a:ext uri="{FF2B5EF4-FFF2-40B4-BE49-F238E27FC236}">
                    <a16:creationId xmlns:a16="http://schemas.microsoft.com/office/drawing/2014/main" id="{088A747D-580F-9DA3-746D-BE5AC49BEE27}"/>
                  </a:ext>
                </a:extLst>
              </p14:cNvPr>
              <p14:cNvContentPartPr/>
              <p14:nvPr/>
            </p14:nvContentPartPr>
            <p14:xfrm>
              <a:off x="4123413" y="3159561"/>
              <a:ext cx="130320" cy="155880"/>
            </p14:xfrm>
          </p:contentPart>
        </mc:Choice>
        <mc:Fallback>
          <p:pic>
            <p:nvPicPr>
              <p:cNvPr id="118" name="Ink 117">
                <a:extLst>
                  <a:ext uri="{FF2B5EF4-FFF2-40B4-BE49-F238E27FC236}">
                    <a16:creationId xmlns:a16="http://schemas.microsoft.com/office/drawing/2014/main" id="{088A747D-580F-9DA3-746D-BE5AC49BEE27}"/>
                  </a:ext>
                </a:extLst>
              </p:cNvPr>
              <p:cNvPicPr/>
              <p:nvPr/>
            </p:nvPicPr>
            <p:blipFill>
              <a:blip r:embed="rId195"/>
              <a:stretch>
                <a:fillRect/>
              </a:stretch>
            </p:blipFill>
            <p:spPr>
              <a:xfrm>
                <a:off x="4114413" y="3150921"/>
                <a:ext cx="1479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0" name="Ink 119">
                <a:extLst>
                  <a:ext uri="{FF2B5EF4-FFF2-40B4-BE49-F238E27FC236}">
                    <a16:creationId xmlns:a16="http://schemas.microsoft.com/office/drawing/2014/main" id="{7CDC8E99-B643-74F5-BC1A-291765977F4E}"/>
                  </a:ext>
                </a:extLst>
              </p14:cNvPr>
              <p14:cNvContentPartPr/>
              <p14:nvPr/>
            </p14:nvContentPartPr>
            <p14:xfrm>
              <a:off x="3560013" y="2180001"/>
              <a:ext cx="21600" cy="349560"/>
            </p14:xfrm>
          </p:contentPart>
        </mc:Choice>
        <mc:Fallback>
          <p:pic>
            <p:nvPicPr>
              <p:cNvPr id="120" name="Ink 119">
                <a:extLst>
                  <a:ext uri="{FF2B5EF4-FFF2-40B4-BE49-F238E27FC236}">
                    <a16:creationId xmlns:a16="http://schemas.microsoft.com/office/drawing/2014/main" id="{7CDC8E99-B643-74F5-BC1A-291765977F4E}"/>
                  </a:ext>
                </a:extLst>
              </p:cNvPr>
              <p:cNvPicPr/>
              <p:nvPr/>
            </p:nvPicPr>
            <p:blipFill>
              <a:blip r:embed="rId197"/>
              <a:stretch>
                <a:fillRect/>
              </a:stretch>
            </p:blipFill>
            <p:spPr>
              <a:xfrm>
                <a:off x="3551013" y="2171001"/>
                <a:ext cx="3924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1" name="Ink 120">
                <a:extLst>
                  <a:ext uri="{FF2B5EF4-FFF2-40B4-BE49-F238E27FC236}">
                    <a16:creationId xmlns:a16="http://schemas.microsoft.com/office/drawing/2014/main" id="{8619F6B7-ECFB-33B8-D199-3B62BBA442F1}"/>
                  </a:ext>
                </a:extLst>
              </p14:cNvPr>
              <p14:cNvContentPartPr/>
              <p14:nvPr/>
            </p14:nvContentPartPr>
            <p14:xfrm>
              <a:off x="3519333" y="2177481"/>
              <a:ext cx="153360" cy="92880"/>
            </p14:xfrm>
          </p:contentPart>
        </mc:Choice>
        <mc:Fallback>
          <p:pic>
            <p:nvPicPr>
              <p:cNvPr id="121" name="Ink 120">
                <a:extLst>
                  <a:ext uri="{FF2B5EF4-FFF2-40B4-BE49-F238E27FC236}">
                    <a16:creationId xmlns:a16="http://schemas.microsoft.com/office/drawing/2014/main" id="{8619F6B7-ECFB-33B8-D199-3B62BBA442F1}"/>
                  </a:ext>
                </a:extLst>
              </p:cNvPr>
              <p:cNvPicPr/>
              <p:nvPr/>
            </p:nvPicPr>
            <p:blipFill>
              <a:blip r:embed="rId199"/>
              <a:stretch>
                <a:fillRect/>
              </a:stretch>
            </p:blipFill>
            <p:spPr>
              <a:xfrm>
                <a:off x="3510333" y="2168841"/>
                <a:ext cx="171000" cy="110520"/>
              </a:xfrm>
              <a:prstGeom prst="rect">
                <a:avLst/>
              </a:prstGeom>
            </p:spPr>
          </p:pic>
        </mc:Fallback>
      </mc:AlternateContent>
      <p:grpSp>
        <p:nvGrpSpPr>
          <p:cNvPr id="152" name="Group 151">
            <a:extLst>
              <a:ext uri="{FF2B5EF4-FFF2-40B4-BE49-F238E27FC236}">
                <a16:creationId xmlns:a16="http://schemas.microsoft.com/office/drawing/2014/main" id="{027A10AC-EA95-74F5-1334-36217B2E195C}"/>
              </a:ext>
            </a:extLst>
          </p:cNvPr>
          <p:cNvGrpSpPr/>
          <p:nvPr/>
        </p:nvGrpSpPr>
        <p:grpSpPr>
          <a:xfrm>
            <a:off x="2103813" y="4541241"/>
            <a:ext cx="4108320" cy="1369440"/>
            <a:chOff x="2103813" y="4541241"/>
            <a:chExt cx="4108320" cy="1369440"/>
          </a:xfrm>
        </p:grpSpPr>
        <mc:AlternateContent xmlns:mc="http://schemas.openxmlformats.org/markup-compatibility/2006">
          <mc:Choice xmlns:p14="http://schemas.microsoft.com/office/powerpoint/2010/main" Requires="p14">
            <p:contentPart p14:bwMode="auto" r:id="rId200">
              <p14:nvContentPartPr>
                <p14:cNvPr id="123" name="Ink 122">
                  <a:extLst>
                    <a:ext uri="{FF2B5EF4-FFF2-40B4-BE49-F238E27FC236}">
                      <a16:creationId xmlns:a16="http://schemas.microsoft.com/office/drawing/2014/main" id="{6DF3557C-E0C4-DA2E-6A3D-E4C8E40FDA48}"/>
                    </a:ext>
                  </a:extLst>
                </p14:cNvPr>
                <p14:cNvContentPartPr/>
                <p14:nvPr/>
              </p14:nvContentPartPr>
              <p14:xfrm>
                <a:off x="2693493" y="5294361"/>
                <a:ext cx="222120" cy="230400"/>
              </p14:xfrm>
            </p:contentPart>
          </mc:Choice>
          <mc:Fallback>
            <p:pic>
              <p:nvPicPr>
                <p:cNvPr id="123" name="Ink 122">
                  <a:extLst>
                    <a:ext uri="{FF2B5EF4-FFF2-40B4-BE49-F238E27FC236}">
                      <a16:creationId xmlns:a16="http://schemas.microsoft.com/office/drawing/2014/main" id="{6DF3557C-E0C4-DA2E-6A3D-E4C8E40FDA48}"/>
                    </a:ext>
                  </a:extLst>
                </p:cNvPr>
                <p:cNvPicPr/>
                <p:nvPr/>
              </p:nvPicPr>
              <p:blipFill>
                <a:blip r:embed="rId201"/>
                <a:stretch>
                  <a:fillRect/>
                </a:stretch>
              </p:blipFill>
              <p:spPr>
                <a:xfrm>
                  <a:off x="2684853" y="5285361"/>
                  <a:ext cx="2397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4" name="Ink 123">
                  <a:extLst>
                    <a:ext uri="{FF2B5EF4-FFF2-40B4-BE49-F238E27FC236}">
                      <a16:creationId xmlns:a16="http://schemas.microsoft.com/office/drawing/2014/main" id="{E635DE7F-5319-22B5-C476-8C4BAE8D38A6}"/>
                    </a:ext>
                  </a:extLst>
                </p14:cNvPr>
                <p14:cNvContentPartPr/>
                <p14:nvPr/>
              </p14:nvContentPartPr>
              <p14:xfrm>
                <a:off x="2928213" y="5274201"/>
                <a:ext cx="186120" cy="190440"/>
              </p14:xfrm>
            </p:contentPart>
          </mc:Choice>
          <mc:Fallback>
            <p:pic>
              <p:nvPicPr>
                <p:cNvPr id="124" name="Ink 123">
                  <a:extLst>
                    <a:ext uri="{FF2B5EF4-FFF2-40B4-BE49-F238E27FC236}">
                      <a16:creationId xmlns:a16="http://schemas.microsoft.com/office/drawing/2014/main" id="{E635DE7F-5319-22B5-C476-8C4BAE8D38A6}"/>
                    </a:ext>
                  </a:extLst>
                </p:cNvPr>
                <p:cNvPicPr/>
                <p:nvPr/>
              </p:nvPicPr>
              <p:blipFill>
                <a:blip r:embed="rId203"/>
                <a:stretch>
                  <a:fillRect/>
                </a:stretch>
              </p:blipFill>
              <p:spPr>
                <a:xfrm>
                  <a:off x="2919573" y="5265561"/>
                  <a:ext cx="20376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5" name="Ink 124">
                  <a:extLst>
                    <a:ext uri="{FF2B5EF4-FFF2-40B4-BE49-F238E27FC236}">
                      <a16:creationId xmlns:a16="http://schemas.microsoft.com/office/drawing/2014/main" id="{142B97B8-F370-B50C-BF6D-F253C6BF0568}"/>
                    </a:ext>
                  </a:extLst>
                </p14:cNvPr>
                <p14:cNvContentPartPr/>
                <p14:nvPr/>
              </p14:nvContentPartPr>
              <p14:xfrm>
                <a:off x="3033333" y="5268441"/>
                <a:ext cx="302400" cy="189720"/>
              </p14:xfrm>
            </p:contentPart>
          </mc:Choice>
          <mc:Fallback>
            <p:pic>
              <p:nvPicPr>
                <p:cNvPr id="125" name="Ink 124">
                  <a:extLst>
                    <a:ext uri="{FF2B5EF4-FFF2-40B4-BE49-F238E27FC236}">
                      <a16:creationId xmlns:a16="http://schemas.microsoft.com/office/drawing/2014/main" id="{142B97B8-F370-B50C-BF6D-F253C6BF0568}"/>
                    </a:ext>
                  </a:extLst>
                </p:cNvPr>
                <p:cNvPicPr/>
                <p:nvPr/>
              </p:nvPicPr>
              <p:blipFill>
                <a:blip r:embed="rId205"/>
                <a:stretch>
                  <a:fillRect/>
                </a:stretch>
              </p:blipFill>
              <p:spPr>
                <a:xfrm>
                  <a:off x="3024333" y="5259441"/>
                  <a:ext cx="32004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6" name="Ink 125">
                  <a:extLst>
                    <a:ext uri="{FF2B5EF4-FFF2-40B4-BE49-F238E27FC236}">
                      <a16:creationId xmlns:a16="http://schemas.microsoft.com/office/drawing/2014/main" id="{80F4048E-6CFF-5400-898F-530E1DBA4187}"/>
                    </a:ext>
                  </a:extLst>
                </p14:cNvPr>
                <p14:cNvContentPartPr/>
                <p14:nvPr/>
              </p14:nvContentPartPr>
              <p14:xfrm>
                <a:off x="2322333" y="5084121"/>
                <a:ext cx="1286640" cy="694080"/>
              </p14:xfrm>
            </p:contentPart>
          </mc:Choice>
          <mc:Fallback>
            <p:pic>
              <p:nvPicPr>
                <p:cNvPr id="126" name="Ink 125">
                  <a:extLst>
                    <a:ext uri="{FF2B5EF4-FFF2-40B4-BE49-F238E27FC236}">
                      <a16:creationId xmlns:a16="http://schemas.microsoft.com/office/drawing/2014/main" id="{80F4048E-6CFF-5400-898F-530E1DBA4187}"/>
                    </a:ext>
                  </a:extLst>
                </p:cNvPr>
                <p:cNvPicPr/>
                <p:nvPr/>
              </p:nvPicPr>
              <p:blipFill>
                <a:blip r:embed="rId207"/>
                <a:stretch>
                  <a:fillRect/>
                </a:stretch>
              </p:blipFill>
              <p:spPr>
                <a:xfrm>
                  <a:off x="2313693" y="5075481"/>
                  <a:ext cx="1304280" cy="71172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8" name="Ink 127">
                  <a:extLst>
                    <a:ext uri="{FF2B5EF4-FFF2-40B4-BE49-F238E27FC236}">
                      <a16:creationId xmlns:a16="http://schemas.microsoft.com/office/drawing/2014/main" id="{AC0D41E2-1A2B-EE35-DD23-1045A4AE059F}"/>
                    </a:ext>
                  </a:extLst>
                </p14:cNvPr>
                <p14:cNvContentPartPr/>
                <p14:nvPr/>
              </p14:nvContentPartPr>
              <p14:xfrm>
                <a:off x="5226813" y="5051001"/>
                <a:ext cx="985320" cy="698040"/>
              </p14:xfrm>
            </p:contentPart>
          </mc:Choice>
          <mc:Fallback>
            <p:pic>
              <p:nvPicPr>
                <p:cNvPr id="128" name="Ink 127">
                  <a:extLst>
                    <a:ext uri="{FF2B5EF4-FFF2-40B4-BE49-F238E27FC236}">
                      <a16:creationId xmlns:a16="http://schemas.microsoft.com/office/drawing/2014/main" id="{AC0D41E2-1A2B-EE35-DD23-1045A4AE059F}"/>
                    </a:ext>
                  </a:extLst>
                </p:cNvPr>
                <p:cNvPicPr/>
                <p:nvPr/>
              </p:nvPicPr>
              <p:blipFill>
                <a:blip r:embed="rId209"/>
                <a:stretch>
                  <a:fillRect/>
                </a:stretch>
              </p:blipFill>
              <p:spPr>
                <a:xfrm>
                  <a:off x="5217813" y="5042361"/>
                  <a:ext cx="1002960" cy="7156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9" name="Ink 128">
                  <a:extLst>
                    <a:ext uri="{FF2B5EF4-FFF2-40B4-BE49-F238E27FC236}">
                      <a16:creationId xmlns:a16="http://schemas.microsoft.com/office/drawing/2014/main" id="{A9215EB9-2544-0AEF-47EE-E647104EEABB}"/>
                    </a:ext>
                  </a:extLst>
                </p14:cNvPr>
                <p14:cNvContentPartPr/>
                <p14:nvPr/>
              </p14:nvContentPartPr>
              <p14:xfrm>
                <a:off x="5457933" y="4902681"/>
                <a:ext cx="144360" cy="167040"/>
              </p14:xfrm>
            </p:contentPart>
          </mc:Choice>
          <mc:Fallback>
            <p:pic>
              <p:nvPicPr>
                <p:cNvPr id="129" name="Ink 128">
                  <a:extLst>
                    <a:ext uri="{FF2B5EF4-FFF2-40B4-BE49-F238E27FC236}">
                      <a16:creationId xmlns:a16="http://schemas.microsoft.com/office/drawing/2014/main" id="{A9215EB9-2544-0AEF-47EE-E647104EEABB}"/>
                    </a:ext>
                  </a:extLst>
                </p:cNvPr>
                <p:cNvPicPr/>
                <p:nvPr/>
              </p:nvPicPr>
              <p:blipFill>
                <a:blip r:embed="rId211"/>
                <a:stretch>
                  <a:fillRect/>
                </a:stretch>
              </p:blipFill>
              <p:spPr>
                <a:xfrm>
                  <a:off x="5448933" y="4893681"/>
                  <a:ext cx="16200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30" name="Ink 129">
                  <a:extLst>
                    <a:ext uri="{FF2B5EF4-FFF2-40B4-BE49-F238E27FC236}">
                      <a16:creationId xmlns:a16="http://schemas.microsoft.com/office/drawing/2014/main" id="{018E05B9-9CF3-3760-A896-C6FE2FA58120}"/>
                    </a:ext>
                  </a:extLst>
                </p14:cNvPr>
                <p14:cNvContentPartPr/>
                <p14:nvPr/>
              </p14:nvContentPartPr>
              <p14:xfrm>
                <a:off x="5682573" y="4868481"/>
                <a:ext cx="69840" cy="170640"/>
              </p14:xfrm>
            </p:contentPart>
          </mc:Choice>
          <mc:Fallback>
            <p:pic>
              <p:nvPicPr>
                <p:cNvPr id="130" name="Ink 129">
                  <a:extLst>
                    <a:ext uri="{FF2B5EF4-FFF2-40B4-BE49-F238E27FC236}">
                      <a16:creationId xmlns:a16="http://schemas.microsoft.com/office/drawing/2014/main" id="{018E05B9-9CF3-3760-A896-C6FE2FA58120}"/>
                    </a:ext>
                  </a:extLst>
                </p:cNvPr>
                <p:cNvPicPr/>
                <p:nvPr/>
              </p:nvPicPr>
              <p:blipFill>
                <a:blip r:embed="rId213"/>
                <a:stretch>
                  <a:fillRect/>
                </a:stretch>
              </p:blipFill>
              <p:spPr>
                <a:xfrm>
                  <a:off x="5673933" y="4859481"/>
                  <a:ext cx="8748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31" name="Ink 130">
                  <a:extLst>
                    <a:ext uri="{FF2B5EF4-FFF2-40B4-BE49-F238E27FC236}">
                      <a16:creationId xmlns:a16="http://schemas.microsoft.com/office/drawing/2014/main" id="{59454060-D664-7ACA-B9EA-3BF5A9446E22}"/>
                    </a:ext>
                  </a:extLst>
                </p14:cNvPr>
                <p14:cNvContentPartPr/>
                <p14:nvPr/>
              </p14:nvContentPartPr>
              <p14:xfrm>
                <a:off x="5723613" y="4833561"/>
                <a:ext cx="196560" cy="250200"/>
              </p14:xfrm>
            </p:contentPart>
          </mc:Choice>
          <mc:Fallback>
            <p:pic>
              <p:nvPicPr>
                <p:cNvPr id="131" name="Ink 130">
                  <a:extLst>
                    <a:ext uri="{FF2B5EF4-FFF2-40B4-BE49-F238E27FC236}">
                      <a16:creationId xmlns:a16="http://schemas.microsoft.com/office/drawing/2014/main" id="{59454060-D664-7ACA-B9EA-3BF5A9446E22}"/>
                    </a:ext>
                  </a:extLst>
                </p:cNvPr>
                <p:cNvPicPr/>
                <p:nvPr/>
              </p:nvPicPr>
              <p:blipFill>
                <a:blip r:embed="rId215"/>
                <a:stretch>
                  <a:fillRect/>
                </a:stretch>
              </p:blipFill>
              <p:spPr>
                <a:xfrm>
                  <a:off x="5714973" y="4824921"/>
                  <a:ext cx="21420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2" name="Ink 131">
                  <a:extLst>
                    <a:ext uri="{FF2B5EF4-FFF2-40B4-BE49-F238E27FC236}">
                      <a16:creationId xmlns:a16="http://schemas.microsoft.com/office/drawing/2014/main" id="{E0098ED5-71FC-1219-7E13-F90E18DC535A}"/>
                    </a:ext>
                  </a:extLst>
                </p14:cNvPr>
                <p14:cNvContentPartPr/>
                <p14:nvPr/>
              </p14:nvContentPartPr>
              <p14:xfrm>
                <a:off x="5487093" y="5290401"/>
                <a:ext cx="448560" cy="272880"/>
              </p14:xfrm>
            </p:contentPart>
          </mc:Choice>
          <mc:Fallback>
            <p:pic>
              <p:nvPicPr>
                <p:cNvPr id="132" name="Ink 131">
                  <a:extLst>
                    <a:ext uri="{FF2B5EF4-FFF2-40B4-BE49-F238E27FC236}">
                      <a16:creationId xmlns:a16="http://schemas.microsoft.com/office/drawing/2014/main" id="{E0098ED5-71FC-1219-7E13-F90E18DC535A}"/>
                    </a:ext>
                  </a:extLst>
                </p:cNvPr>
                <p:cNvPicPr/>
                <p:nvPr/>
              </p:nvPicPr>
              <p:blipFill>
                <a:blip r:embed="rId217"/>
                <a:stretch>
                  <a:fillRect/>
                </a:stretch>
              </p:blipFill>
              <p:spPr>
                <a:xfrm>
                  <a:off x="5478093" y="5281401"/>
                  <a:ext cx="46620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3" name="Ink 132">
                  <a:extLst>
                    <a:ext uri="{FF2B5EF4-FFF2-40B4-BE49-F238E27FC236}">
                      <a16:creationId xmlns:a16="http://schemas.microsoft.com/office/drawing/2014/main" id="{0AAD46DF-4EFC-B424-1A08-B0ED6768991C}"/>
                    </a:ext>
                  </a:extLst>
                </p14:cNvPr>
                <p14:cNvContentPartPr/>
                <p14:nvPr/>
              </p14:nvContentPartPr>
              <p14:xfrm>
                <a:off x="5538573" y="5371761"/>
                <a:ext cx="109800" cy="136080"/>
              </p14:xfrm>
            </p:contentPart>
          </mc:Choice>
          <mc:Fallback>
            <p:pic>
              <p:nvPicPr>
                <p:cNvPr id="133" name="Ink 132">
                  <a:extLst>
                    <a:ext uri="{FF2B5EF4-FFF2-40B4-BE49-F238E27FC236}">
                      <a16:creationId xmlns:a16="http://schemas.microsoft.com/office/drawing/2014/main" id="{0AAD46DF-4EFC-B424-1A08-B0ED6768991C}"/>
                    </a:ext>
                  </a:extLst>
                </p:cNvPr>
                <p:cNvPicPr/>
                <p:nvPr/>
              </p:nvPicPr>
              <p:blipFill>
                <a:blip r:embed="rId219"/>
                <a:stretch>
                  <a:fillRect/>
                </a:stretch>
              </p:blipFill>
              <p:spPr>
                <a:xfrm>
                  <a:off x="5529933" y="5362761"/>
                  <a:ext cx="12744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4" name="Ink 133">
                  <a:extLst>
                    <a:ext uri="{FF2B5EF4-FFF2-40B4-BE49-F238E27FC236}">
                      <a16:creationId xmlns:a16="http://schemas.microsoft.com/office/drawing/2014/main" id="{76F37730-C896-FDD0-B6CA-9DAF5982BA18}"/>
                    </a:ext>
                  </a:extLst>
                </p14:cNvPr>
                <p14:cNvContentPartPr/>
                <p14:nvPr/>
              </p14:nvContentPartPr>
              <p14:xfrm>
                <a:off x="5665653" y="5382561"/>
                <a:ext cx="138600" cy="108000"/>
              </p14:xfrm>
            </p:contentPart>
          </mc:Choice>
          <mc:Fallback>
            <p:pic>
              <p:nvPicPr>
                <p:cNvPr id="134" name="Ink 133">
                  <a:extLst>
                    <a:ext uri="{FF2B5EF4-FFF2-40B4-BE49-F238E27FC236}">
                      <a16:creationId xmlns:a16="http://schemas.microsoft.com/office/drawing/2014/main" id="{76F37730-C896-FDD0-B6CA-9DAF5982BA18}"/>
                    </a:ext>
                  </a:extLst>
                </p:cNvPr>
                <p:cNvPicPr/>
                <p:nvPr/>
              </p:nvPicPr>
              <p:blipFill>
                <a:blip r:embed="rId221"/>
                <a:stretch>
                  <a:fillRect/>
                </a:stretch>
              </p:blipFill>
              <p:spPr>
                <a:xfrm>
                  <a:off x="5656653" y="5373921"/>
                  <a:ext cx="15624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5" name="Ink 134">
                  <a:extLst>
                    <a:ext uri="{FF2B5EF4-FFF2-40B4-BE49-F238E27FC236}">
                      <a16:creationId xmlns:a16="http://schemas.microsoft.com/office/drawing/2014/main" id="{6F1964B4-E649-F9FA-4094-BC8FB0756F68}"/>
                    </a:ext>
                  </a:extLst>
                </p14:cNvPr>
                <p14:cNvContentPartPr/>
                <p14:nvPr/>
              </p14:nvContentPartPr>
              <p14:xfrm>
                <a:off x="5830533" y="5383641"/>
                <a:ext cx="109440" cy="80640"/>
              </p14:xfrm>
            </p:contentPart>
          </mc:Choice>
          <mc:Fallback>
            <p:pic>
              <p:nvPicPr>
                <p:cNvPr id="135" name="Ink 134">
                  <a:extLst>
                    <a:ext uri="{FF2B5EF4-FFF2-40B4-BE49-F238E27FC236}">
                      <a16:creationId xmlns:a16="http://schemas.microsoft.com/office/drawing/2014/main" id="{6F1964B4-E649-F9FA-4094-BC8FB0756F68}"/>
                    </a:ext>
                  </a:extLst>
                </p:cNvPr>
                <p:cNvPicPr/>
                <p:nvPr/>
              </p:nvPicPr>
              <p:blipFill>
                <a:blip r:embed="rId223"/>
                <a:stretch>
                  <a:fillRect/>
                </a:stretch>
              </p:blipFill>
              <p:spPr>
                <a:xfrm>
                  <a:off x="5821893" y="5374641"/>
                  <a:ext cx="12708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7" name="Ink 136">
                  <a:extLst>
                    <a:ext uri="{FF2B5EF4-FFF2-40B4-BE49-F238E27FC236}">
                      <a16:creationId xmlns:a16="http://schemas.microsoft.com/office/drawing/2014/main" id="{FA57EC35-EF0B-F2D0-D863-571695131346}"/>
                    </a:ext>
                  </a:extLst>
                </p14:cNvPr>
                <p14:cNvContentPartPr/>
                <p14:nvPr/>
              </p14:nvContentPartPr>
              <p14:xfrm>
                <a:off x="2103813" y="4782081"/>
                <a:ext cx="1995120" cy="1128600"/>
              </p14:xfrm>
            </p:contentPart>
          </mc:Choice>
          <mc:Fallback>
            <p:pic>
              <p:nvPicPr>
                <p:cNvPr id="137" name="Ink 136">
                  <a:extLst>
                    <a:ext uri="{FF2B5EF4-FFF2-40B4-BE49-F238E27FC236}">
                      <a16:creationId xmlns:a16="http://schemas.microsoft.com/office/drawing/2014/main" id="{FA57EC35-EF0B-F2D0-D863-571695131346}"/>
                    </a:ext>
                  </a:extLst>
                </p:cNvPr>
                <p:cNvPicPr/>
                <p:nvPr/>
              </p:nvPicPr>
              <p:blipFill>
                <a:blip r:embed="rId225"/>
                <a:stretch>
                  <a:fillRect/>
                </a:stretch>
              </p:blipFill>
              <p:spPr>
                <a:xfrm>
                  <a:off x="2094813" y="4773441"/>
                  <a:ext cx="2012760" cy="11462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8" name="Ink 137">
                  <a:extLst>
                    <a:ext uri="{FF2B5EF4-FFF2-40B4-BE49-F238E27FC236}">
                      <a16:creationId xmlns:a16="http://schemas.microsoft.com/office/drawing/2014/main" id="{9D11D925-F73A-26CA-E70D-C643BA4E9E77}"/>
                    </a:ext>
                  </a:extLst>
                </p14:cNvPr>
                <p14:cNvContentPartPr/>
                <p14:nvPr/>
              </p14:nvContentPartPr>
              <p14:xfrm>
                <a:off x="2656053" y="4541241"/>
                <a:ext cx="161280" cy="255960"/>
              </p14:xfrm>
            </p:contentPart>
          </mc:Choice>
          <mc:Fallback>
            <p:pic>
              <p:nvPicPr>
                <p:cNvPr id="138" name="Ink 137">
                  <a:extLst>
                    <a:ext uri="{FF2B5EF4-FFF2-40B4-BE49-F238E27FC236}">
                      <a16:creationId xmlns:a16="http://schemas.microsoft.com/office/drawing/2014/main" id="{9D11D925-F73A-26CA-E70D-C643BA4E9E77}"/>
                    </a:ext>
                  </a:extLst>
                </p:cNvPr>
                <p:cNvPicPr/>
                <p:nvPr/>
              </p:nvPicPr>
              <p:blipFill>
                <a:blip r:embed="rId227"/>
                <a:stretch>
                  <a:fillRect/>
                </a:stretch>
              </p:blipFill>
              <p:spPr>
                <a:xfrm>
                  <a:off x="2647413" y="4532241"/>
                  <a:ext cx="1789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9" name="Ink 138">
                  <a:extLst>
                    <a:ext uri="{FF2B5EF4-FFF2-40B4-BE49-F238E27FC236}">
                      <a16:creationId xmlns:a16="http://schemas.microsoft.com/office/drawing/2014/main" id="{6A4E1AD3-F342-861E-AFAE-9C61BF86DEE2}"/>
                    </a:ext>
                  </a:extLst>
                </p14:cNvPr>
                <p14:cNvContentPartPr/>
                <p14:nvPr/>
              </p14:nvContentPartPr>
              <p14:xfrm>
                <a:off x="2789253" y="4639521"/>
                <a:ext cx="230040" cy="114840"/>
              </p14:xfrm>
            </p:contentPart>
          </mc:Choice>
          <mc:Fallback>
            <p:pic>
              <p:nvPicPr>
                <p:cNvPr id="139" name="Ink 138">
                  <a:extLst>
                    <a:ext uri="{FF2B5EF4-FFF2-40B4-BE49-F238E27FC236}">
                      <a16:creationId xmlns:a16="http://schemas.microsoft.com/office/drawing/2014/main" id="{6A4E1AD3-F342-861E-AFAE-9C61BF86DEE2}"/>
                    </a:ext>
                  </a:extLst>
                </p:cNvPr>
                <p:cNvPicPr/>
                <p:nvPr/>
              </p:nvPicPr>
              <p:blipFill>
                <a:blip r:embed="rId229"/>
                <a:stretch>
                  <a:fillRect/>
                </a:stretch>
              </p:blipFill>
              <p:spPr>
                <a:xfrm>
                  <a:off x="2780613" y="4630881"/>
                  <a:ext cx="24768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40" name="Ink 139">
                  <a:extLst>
                    <a:ext uri="{FF2B5EF4-FFF2-40B4-BE49-F238E27FC236}">
                      <a16:creationId xmlns:a16="http://schemas.microsoft.com/office/drawing/2014/main" id="{11075C6A-4D12-B433-3E1C-18A27789ACE3}"/>
                    </a:ext>
                  </a:extLst>
                </p14:cNvPr>
                <p14:cNvContentPartPr/>
                <p14:nvPr/>
              </p14:nvContentPartPr>
              <p14:xfrm>
                <a:off x="3039093" y="4610001"/>
                <a:ext cx="212040" cy="96120"/>
              </p14:xfrm>
            </p:contentPart>
          </mc:Choice>
          <mc:Fallback>
            <p:pic>
              <p:nvPicPr>
                <p:cNvPr id="140" name="Ink 139">
                  <a:extLst>
                    <a:ext uri="{FF2B5EF4-FFF2-40B4-BE49-F238E27FC236}">
                      <a16:creationId xmlns:a16="http://schemas.microsoft.com/office/drawing/2014/main" id="{11075C6A-4D12-B433-3E1C-18A27789ACE3}"/>
                    </a:ext>
                  </a:extLst>
                </p:cNvPr>
                <p:cNvPicPr/>
                <p:nvPr/>
              </p:nvPicPr>
              <p:blipFill>
                <a:blip r:embed="rId231"/>
                <a:stretch>
                  <a:fillRect/>
                </a:stretch>
              </p:blipFill>
              <p:spPr>
                <a:xfrm>
                  <a:off x="3030453" y="4601001"/>
                  <a:ext cx="2296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1" name="Ink 140">
                  <a:extLst>
                    <a:ext uri="{FF2B5EF4-FFF2-40B4-BE49-F238E27FC236}">
                      <a16:creationId xmlns:a16="http://schemas.microsoft.com/office/drawing/2014/main" id="{A9F24EEA-5BA4-D042-97C0-B962476AAC52}"/>
                    </a:ext>
                  </a:extLst>
                </p14:cNvPr>
                <p14:cNvContentPartPr/>
                <p14:nvPr/>
              </p14:nvContentPartPr>
              <p14:xfrm>
                <a:off x="3567933" y="5286801"/>
                <a:ext cx="164520" cy="204120"/>
              </p14:xfrm>
            </p:contentPart>
          </mc:Choice>
          <mc:Fallback>
            <p:pic>
              <p:nvPicPr>
                <p:cNvPr id="141" name="Ink 140">
                  <a:extLst>
                    <a:ext uri="{FF2B5EF4-FFF2-40B4-BE49-F238E27FC236}">
                      <a16:creationId xmlns:a16="http://schemas.microsoft.com/office/drawing/2014/main" id="{A9F24EEA-5BA4-D042-97C0-B962476AAC52}"/>
                    </a:ext>
                  </a:extLst>
                </p:cNvPr>
                <p:cNvPicPr/>
                <p:nvPr/>
              </p:nvPicPr>
              <p:blipFill>
                <a:blip r:embed="rId233"/>
                <a:stretch>
                  <a:fillRect/>
                </a:stretch>
              </p:blipFill>
              <p:spPr>
                <a:xfrm>
                  <a:off x="3559293" y="5277801"/>
                  <a:ext cx="18216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2" name="Ink 141">
                  <a:extLst>
                    <a:ext uri="{FF2B5EF4-FFF2-40B4-BE49-F238E27FC236}">
                      <a16:creationId xmlns:a16="http://schemas.microsoft.com/office/drawing/2014/main" id="{99618D54-B8FE-4402-7BBF-FCB6B81CE812}"/>
                    </a:ext>
                  </a:extLst>
                </p14:cNvPr>
                <p14:cNvContentPartPr/>
                <p14:nvPr/>
              </p14:nvContentPartPr>
              <p14:xfrm>
                <a:off x="3609693" y="5370321"/>
                <a:ext cx="2163600" cy="116280"/>
              </p14:xfrm>
            </p:contentPart>
          </mc:Choice>
          <mc:Fallback>
            <p:pic>
              <p:nvPicPr>
                <p:cNvPr id="142" name="Ink 141">
                  <a:extLst>
                    <a:ext uri="{FF2B5EF4-FFF2-40B4-BE49-F238E27FC236}">
                      <a16:creationId xmlns:a16="http://schemas.microsoft.com/office/drawing/2014/main" id="{99618D54-B8FE-4402-7BBF-FCB6B81CE812}"/>
                    </a:ext>
                  </a:extLst>
                </p:cNvPr>
                <p:cNvPicPr/>
                <p:nvPr/>
              </p:nvPicPr>
              <p:blipFill>
                <a:blip r:embed="rId235"/>
                <a:stretch>
                  <a:fillRect/>
                </a:stretch>
              </p:blipFill>
              <p:spPr>
                <a:xfrm>
                  <a:off x="3600693" y="5361681"/>
                  <a:ext cx="21812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4" name="Ink 143">
                  <a:extLst>
                    <a:ext uri="{FF2B5EF4-FFF2-40B4-BE49-F238E27FC236}">
                      <a16:creationId xmlns:a16="http://schemas.microsoft.com/office/drawing/2014/main" id="{0D71AE0A-26E2-9B43-4ECC-126099D30B89}"/>
                    </a:ext>
                  </a:extLst>
                </p14:cNvPr>
                <p14:cNvContentPartPr/>
                <p14:nvPr/>
              </p14:nvContentPartPr>
              <p14:xfrm>
                <a:off x="4253373" y="4957401"/>
                <a:ext cx="92520" cy="155880"/>
              </p14:xfrm>
            </p:contentPart>
          </mc:Choice>
          <mc:Fallback>
            <p:pic>
              <p:nvPicPr>
                <p:cNvPr id="144" name="Ink 143">
                  <a:extLst>
                    <a:ext uri="{FF2B5EF4-FFF2-40B4-BE49-F238E27FC236}">
                      <a16:creationId xmlns:a16="http://schemas.microsoft.com/office/drawing/2014/main" id="{0D71AE0A-26E2-9B43-4ECC-126099D30B89}"/>
                    </a:ext>
                  </a:extLst>
                </p:cNvPr>
                <p:cNvPicPr/>
                <p:nvPr/>
              </p:nvPicPr>
              <p:blipFill>
                <a:blip r:embed="rId237"/>
                <a:stretch>
                  <a:fillRect/>
                </a:stretch>
              </p:blipFill>
              <p:spPr>
                <a:xfrm>
                  <a:off x="4244733" y="4948761"/>
                  <a:ext cx="11016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5" name="Ink 144">
                  <a:extLst>
                    <a:ext uri="{FF2B5EF4-FFF2-40B4-BE49-F238E27FC236}">
                      <a16:creationId xmlns:a16="http://schemas.microsoft.com/office/drawing/2014/main" id="{680805E5-C21B-EF8D-32F0-E3F9BB8D99F1}"/>
                    </a:ext>
                  </a:extLst>
                </p14:cNvPr>
                <p14:cNvContentPartPr/>
                <p14:nvPr/>
              </p14:nvContentPartPr>
              <p14:xfrm>
                <a:off x="4386573" y="4982601"/>
                <a:ext cx="82800" cy="126720"/>
              </p14:xfrm>
            </p:contentPart>
          </mc:Choice>
          <mc:Fallback>
            <p:pic>
              <p:nvPicPr>
                <p:cNvPr id="145" name="Ink 144">
                  <a:extLst>
                    <a:ext uri="{FF2B5EF4-FFF2-40B4-BE49-F238E27FC236}">
                      <a16:creationId xmlns:a16="http://schemas.microsoft.com/office/drawing/2014/main" id="{680805E5-C21B-EF8D-32F0-E3F9BB8D99F1}"/>
                    </a:ext>
                  </a:extLst>
                </p:cNvPr>
                <p:cNvPicPr/>
                <p:nvPr/>
              </p:nvPicPr>
              <p:blipFill>
                <a:blip r:embed="rId239"/>
                <a:stretch>
                  <a:fillRect/>
                </a:stretch>
              </p:blipFill>
              <p:spPr>
                <a:xfrm>
                  <a:off x="4377933" y="4973601"/>
                  <a:ext cx="1004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6" name="Ink 145">
                  <a:extLst>
                    <a:ext uri="{FF2B5EF4-FFF2-40B4-BE49-F238E27FC236}">
                      <a16:creationId xmlns:a16="http://schemas.microsoft.com/office/drawing/2014/main" id="{018DA4FF-6B0D-1439-9924-96D1FA7BA78B}"/>
                    </a:ext>
                  </a:extLst>
                </p14:cNvPr>
                <p14:cNvContentPartPr/>
                <p14:nvPr/>
              </p14:nvContentPartPr>
              <p14:xfrm>
                <a:off x="4503933" y="4962081"/>
                <a:ext cx="77040" cy="153720"/>
              </p14:xfrm>
            </p:contentPart>
          </mc:Choice>
          <mc:Fallback>
            <p:pic>
              <p:nvPicPr>
                <p:cNvPr id="146" name="Ink 145">
                  <a:extLst>
                    <a:ext uri="{FF2B5EF4-FFF2-40B4-BE49-F238E27FC236}">
                      <a16:creationId xmlns:a16="http://schemas.microsoft.com/office/drawing/2014/main" id="{018DA4FF-6B0D-1439-9924-96D1FA7BA78B}"/>
                    </a:ext>
                  </a:extLst>
                </p:cNvPr>
                <p:cNvPicPr/>
                <p:nvPr/>
              </p:nvPicPr>
              <p:blipFill>
                <a:blip r:embed="rId241"/>
                <a:stretch>
                  <a:fillRect/>
                </a:stretch>
              </p:blipFill>
              <p:spPr>
                <a:xfrm>
                  <a:off x="4495293" y="4953441"/>
                  <a:ext cx="946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7" name="Ink 146">
                  <a:extLst>
                    <a:ext uri="{FF2B5EF4-FFF2-40B4-BE49-F238E27FC236}">
                      <a16:creationId xmlns:a16="http://schemas.microsoft.com/office/drawing/2014/main" id="{4C115CB1-9D18-35F7-82DF-5FA1E9E1397D}"/>
                    </a:ext>
                  </a:extLst>
                </p14:cNvPr>
                <p14:cNvContentPartPr/>
                <p14:nvPr/>
              </p14:nvContentPartPr>
              <p14:xfrm>
                <a:off x="4635333" y="4972881"/>
                <a:ext cx="61560" cy="130320"/>
              </p14:xfrm>
            </p:contentPart>
          </mc:Choice>
          <mc:Fallback>
            <p:pic>
              <p:nvPicPr>
                <p:cNvPr id="147" name="Ink 146">
                  <a:extLst>
                    <a:ext uri="{FF2B5EF4-FFF2-40B4-BE49-F238E27FC236}">
                      <a16:creationId xmlns:a16="http://schemas.microsoft.com/office/drawing/2014/main" id="{4C115CB1-9D18-35F7-82DF-5FA1E9E1397D}"/>
                    </a:ext>
                  </a:extLst>
                </p:cNvPr>
                <p:cNvPicPr/>
                <p:nvPr/>
              </p:nvPicPr>
              <p:blipFill>
                <a:blip r:embed="rId243"/>
                <a:stretch>
                  <a:fillRect/>
                </a:stretch>
              </p:blipFill>
              <p:spPr>
                <a:xfrm>
                  <a:off x="4626693" y="4964241"/>
                  <a:ext cx="7920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8" name="Ink 147">
                  <a:extLst>
                    <a:ext uri="{FF2B5EF4-FFF2-40B4-BE49-F238E27FC236}">
                      <a16:creationId xmlns:a16="http://schemas.microsoft.com/office/drawing/2014/main" id="{C5D32875-7E32-864D-1BF5-F46D3297C35A}"/>
                    </a:ext>
                  </a:extLst>
                </p14:cNvPr>
                <p14:cNvContentPartPr/>
                <p14:nvPr/>
              </p14:nvContentPartPr>
              <p14:xfrm>
                <a:off x="4504653" y="5039121"/>
                <a:ext cx="169920" cy="55440"/>
              </p14:xfrm>
            </p:contentPart>
          </mc:Choice>
          <mc:Fallback>
            <p:pic>
              <p:nvPicPr>
                <p:cNvPr id="148" name="Ink 147">
                  <a:extLst>
                    <a:ext uri="{FF2B5EF4-FFF2-40B4-BE49-F238E27FC236}">
                      <a16:creationId xmlns:a16="http://schemas.microsoft.com/office/drawing/2014/main" id="{C5D32875-7E32-864D-1BF5-F46D3297C35A}"/>
                    </a:ext>
                  </a:extLst>
                </p:cNvPr>
                <p:cNvPicPr/>
                <p:nvPr/>
              </p:nvPicPr>
              <p:blipFill>
                <a:blip r:embed="rId245"/>
                <a:stretch>
                  <a:fillRect/>
                </a:stretch>
              </p:blipFill>
              <p:spPr>
                <a:xfrm>
                  <a:off x="4495653" y="5030121"/>
                  <a:ext cx="18756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9" name="Ink 148">
                  <a:extLst>
                    <a:ext uri="{FF2B5EF4-FFF2-40B4-BE49-F238E27FC236}">
                      <a16:creationId xmlns:a16="http://schemas.microsoft.com/office/drawing/2014/main" id="{116806FC-0922-DBB8-E12E-298B0EF42420}"/>
                    </a:ext>
                  </a:extLst>
                </p14:cNvPr>
                <p14:cNvContentPartPr/>
                <p14:nvPr/>
              </p14:nvContentPartPr>
              <p14:xfrm>
                <a:off x="4701573" y="5000241"/>
                <a:ext cx="3600" cy="360"/>
              </p14:xfrm>
            </p:contentPart>
          </mc:Choice>
          <mc:Fallback>
            <p:pic>
              <p:nvPicPr>
                <p:cNvPr id="149" name="Ink 148">
                  <a:extLst>
                    <a:ext uri="{FF2B5EF4-FFF2-40B4-BE49-F238E27FC236}">
                      <a16:creationId xmlns:a16="http://schemas.microsoft.com/office/drawing/2014/main" id="{116806FC-0922-DBB8-E12E-298B0EF42420}"/>
                    </a:ext>
                  </a:extLst>
                </p:cNvPr>
                <p:cNvPicPr/>
                <p:nvPr/>
              </p:nvPicPr>
              <p:blipFill>
                <a:blip r:embed="rId157"/>
                <a:stretch>
                  <a:fillRect/>
                </a:stretch>
              </p:blipFill>
              <p:spPr>
                <a:xfrm>
                  <a:off x="4692933" y="4991241"/>
                  <a:ext cx="212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50" name="Ink 149">
                  <a:extLst>
                    <a:ext uri="{FF2B5EF4-FFF2-40B4-BE49-F238E27FC236}">
                      <a16:creationId xmlns:a16="http://schemas.microsoft.com/office/drawing/2014/main" id="{FEBFB615-FF9E-F9F9-5A9E-C1A2AA7335CC}"/>
                    </a:ext>
                  </a:extLst>
                </p14:cNvPr>
                <p14:cNvContentPartPr/>
                <p14:nvPr/>
              </p14:nvContentPartPr>
              <p14:xfrm>
                <a:off x="4688973" y="4907721"/>
                <a:ext cx="210960" cy="173880"/>
              </p14:xfrm>
            </p:contentPart>
          </mc:Choice>
          <mc:Fallback>
            <p:pic>
              <p:nvPicPr>
                <p:cNvPr id="150" name="Ink 149">
                  <a:extLst>
                    <a:ext uri="{FF2B5EF4-FFF2-40B4-BE49-F238E27FC236}">
                      <a16:creationId xmlns:a16="http://schemas.microsoft.com/office/drawing/2014/main" id="{FEBFB615-FF9E-F9F9-5A9E-C1A2AA7335CC}"/>
                    </a:ext>
                  </a:extLst>
                </p:cNvPr>
                <p:cNvPicPr/>
                <p:nvPr/>
              </p:nvPicPr>
              <p:blipFill>
                <a:blip r:embed="rId248"/>
                <a:stretch>
                  <a:fillRect/>
                </a:stretch>
              </p:blipFill>
              <p:spPr>
                <a:xfrm>
                  <a:off x="4680333" y="4899081"/>
                  <a:ext cx="2286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51" name="Ink 150">
                  <a:extLst>
                    <a:ext uri="{FF2B5EF4-FFF2-40B4-BE49-F238E27FC236}">
                      <a16:creationId xmlns:a16="http://schemas.microsoft.com/office/drawing/2014/main" id="{6587D488-DE20-4F25-9435-E2CFD1D2F81F}"/>
                    </a:ext>
                  </a:extLst>
                </p14:cNvPr>
                <p14:cNvContentPartPr/>
                <p14:nvPr/>
              </p14:nvContentPartPr>
              <p14:xfrm>
                <a:off x="4130613" y="5132721"/>
                <a:ext cx="706680" cy="109080"/>
              </p14:xfrm>
            </p:contentPart>
          </mc:Choice>
          <mc:Fallback>
            <p:pic>
              <p:nvPicPr>
                <p:cNvPr id="151" name="Ink 150">
                  <a:extLst>
                    <a:ext uri="{FF2B5EF4-FFF2-40B4-BE49-F238E27FC236}">
                      <a16:creationId xmlns:a16="http://schemas.microsoft.com/office/drawing/2014/main" id="{6587D488-DE20-4F25-9435-E2CFD1D2F81F}"/>
                    </a:ext>
                  </a:extLst>
                </p:cNvPr>
                <p:cNvPicPr/>
                <p:nvPr/>
              </p:nvPicPr>
              <p:blipFill>
                <a:blip r:embed="rId250"/>
                <a:stretch>
                  <a:fillRect/>
                </a:stretch>
              </p:blipFill>
              <p:spPr>
                <a:xfrm>
                  <a:off x="4121613" y="5124081"/>
                  <a:ext cx="724320" cy="126720"/>
                </a:xfrm>
                <a:prstGeom prst="rect">
                  <a:avLst/>
                </a:prstGeom>
              </p:spPr>
            </p:pic>
          </mc:Fallback>
        </mc:AlternateContent>
      </p:grpSp>
    </p:spTree>
    <p:extLst>
      <p:ext uri="{BB962C8B-B14F-4D97-AF65-F5344CB8AC3E}">
        <p14:creationId xmlns:p14="http://schemas.microsoft.com/office/powerpoint/2010/main" val="4169440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3E9B9E5-B682-7E24-B6D6-C307807CD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FC999-2C3C-3A85-CE91-DC268FEB645C}"/>
              </a:ext>
            </a:extLst>
          </p:cNvPr>
          <p:cNvSpPr>
            <a:spLocks noGrp="1"/>
          </p:cNvSpPr>
          <p:nvPr>
            <p:ph type="title"/>
          </p:nvPr>
        </p:nvSpPr>
        <p:spPr>
          <a:xfrm>
            <a:off x="345105" y="0"/>
            <a:ext cx="9733444" cy="711081"/>
          </a:xfrm>
        </p:spPr>
        <p:txBody>
          <a:bodyPr/>
          <a:lstStyle/>
          <a:p>
            <a:r>
              <a:rPr lang="en-US" dirty="0"/>
              <a:t>SAP Customer Perspective</a:t>
            </a:r>
          </a:p>
        </p:txBody>
      </p:sp>
      <p:pic>
        <p:nvPicPr>
          <p:cNvPr id="4" name="Picture 3">
            <a:extLst>
              <a:ext uri="{FF2B5EF4-FFF2-40B4-BE49-F238E27FC236}">
                <a16:creationId xmlns:a16="http://schemas.microsoft.com/office/drawing/2014/main" id="{515C72BA-4CA6-0540-B19E-B5C064E72026}"/>
              </a:ext>
            </a:extLst>
          </p:cNvPr>
          <p:cNvPicPr>
            <a:picLocks noChangeAspect="1"/>
          </p:cNvPicPr>
          <p:nvPr/>
        </p:nvPicPr>
        <p:blipFill>
          <a:blip r:embed="rId3"/>
          <a:stretch>
            <a:fillRect/>
          </a:stretch>
        </p:blipFill>
        <p:spPr>
          <a:xfrm>
            <a:off x="837828" y="1268760"/>
            <a:ext cx="10864272" cy="4680520"/>
          </a:xfrm>
          <a:prstGeom prst="rect">
            <a:avLst/>
          </a:prstGeom>
        </p:spPr>
      </p:pic>
    </p:spTree>
    <p:extLst>
      <p:ext uri="{BB962C8B-B14F-4D97-AF65-F5344CB8AC3E}">
        <p14:creationId xmlns:p14="http://schemas.microsoft.com/office/powerpoint/2010/main" val="2397803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338AC0E0-2444-1F8C-EFC2-885A8DB96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BB687-B4F3-B9F9-D21B-7A65349914F3}"/>
              </a:ext>
            </a:extLst>
          </p:cNvPr>
          <p:cNvSpPr>
            <a:spLocks noGrp="1"/>
          </p:cNvSpPr>
          <p:nvPr>
            <p:ph type="title"/>
          </p:nvPr>
        </p:nvSpPr>
        <p:spPr>
          <a:xfrm>
            <a:off x="345105" y="0"/>
            <a:ext cx="9733444" cy="711081"/>
          </a:xfrm>
        </p:spPr>
        <p:txBody>
          <a:bodyPr/>
          <a:lstStyle/>
          <a:p>
            <a:r>
              <a:rPr lang="en-US" dirty="0"/>
              <a:t>Multi-tenant App on BTP</a:t>
            </a:r>
          </a:p>
        </p:txBody>
      </p:sp>
      <p:pic>
        <p:nvPicPr>
          <p:cNvPr id="4" name="Picture 3">
            <a:extLst>
              <a:ext uri="{FF2B5EF4-FFF2-40B4-BE49-F238E27FC236}">
                <a16:creationId xmlns:a16="http://schemas.microsoft.com/office/drawing/2014/main" id="{1A67804A-43B7-B683-2050-25360D719EDA}"/>
              </a:ext>
            </a:extLst>
          </p:cNvPr>
          <p:cNvPicPr>
            <a:picLocks noChangeAspect="1"/>
          </p:cNvPicPr>
          <p:nvPr/>
        </p:nvPicPr>
        <p:blipFill>
          <a:blip r:embed="rId3"/>
          <a:stretch>
            <a:fillRect/>
          </a:stretch>
        </p:blipFill>
        <p:spPr>
          <a:xfrm>
            <a:off x="909836" y="1052735"/>
            <a:ext cx="10513168" cy="5162869"/>
          </a:xfrm>
          <a:prstGeom prst="rect">
            <a:avLst/>
          </a:prstGeom>
        </p:spPr>
      </p:pic>
    </p:spTree>
    <p:extLst>
      <p:ext uri="{BB962C8B-B14F-4D97-AF65-F5344CB8AC3E}">
        <p14:creationId xmlns:p14="http://schemas.microsoft.com/office/powerpoint/2010/main" val="2320985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C87FAA15-20C0-341F-38EA-676875E84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A8B2F7-4528-B6CE-7054-6C5883767A37}"/>
              </a:ext>
            </a:extLst>
          </p:cNvPr>
          <p:cNvSpPr>
            <a:spLocks noGrp="1"/>
          </p:cNvSpPr>
          <p:nvPr>
            <p:ph type="title"/>
          </p:nvPr>
        </p:nvSpPr>
        <p:spPr>
          <a:xfrm>
            <a:off x="345105" y="0"/>
            <a:ext cx="9733444" cy="711081"/>
          </a:xfrm>
        </p:spPr>
        <p:txBody>
          <a:bodyPr/>
          <a:lstStyle/>
          <a:p>
            <a:r>
              <a:rPr lang="en-US" dirty="0"/>
              <a:t>Partner Solutions</a:t>
            </a:r>
          </a:p>
        </p:txBody>
      </p:sp>
      <p:pic>
        <p:nvPicPr>
          <p:cNvPr id="4" name="Picture 3">
            <a:extLst>
              <a:ext uri="{FF2B5EF4-FFF2-40B4-BE49-F238E27FC236}">
                <a16:creationId xmlns:a16="http://schemas.microsoft.com/office/drawing/2014/main" id="{F90561A8-7F69-A6F6-CC0D-9845F3178E97}"/>
              </a:ext>
            </a:extLst>
          </p:cNvPr>
          <p:cNvPicPr>
            <a:picLocks noChangeAspect="1"/>
          </p:cNvPicPr>
          <p:nvPr/>
        </p:nvPicPr>
        <p:blipFill>
          <a:blip r:embed="rId3"/>
          <a:stretch>
            <a:fillRect/>
          </a:stretch>
        </p:blipFill>
        <p:spPr>
          <a:xfrm>
            <a:off x="621804" y="1052736"/>
            <a:ext cx="10872436" cy="4824536"/>
          </a:xfrm>
          <a:prstGeom prst="rect">
            <a:avLst/>
          </a:prstGeom>
        </p:spPr>
      </p:pic>
    </p:spTree>
    <p:extLst>
      <p:ext uri="{BB962C8B-B14F-4D97-AF65-F5344CB8AC3E}">
        <p14:creationId xmlns:p14="http://schemas.microsoft.com/office/powerpoint/2010/main" val="1167711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44EDF8CE-6D7C-D168-0AA9-5CE38A511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D910A-8E83-75C7-ACA6-A957B002E664}"/>
              </a:ext>
            </a:extLst>
          </p:cNvPr>
          <p:cNvSpPr>
            <a:spLocks noGrp="1"/>
          </p:cNvSpPr>
          <p:nvPr>
            <p:ph type="title"/>
          </p:nvPr>
        </p:nvSpPr>
        <p:spPr>
          <a:xfrm>
            <a:off x="345105" y="0"/>
            <a:ext cx="9733444" cy="711081"/>
          </a:xfrm>
        </p:spPr>
        <p:txBody>
          <a:bodyPr/>
          <a:lstStyle/>
          <a:p>
            <a:r>
              <a:rPr lang="en-US" dirty="0"/>
              <a:t>Data Separation for Multi tenant Apps</a:t>
            </a:r>
          </a:p>
        </p:txBody>
      </p:sp>
      <p:pic>
        <p:nvPicPr>
          <p:cNvPr id="4" name="Picture 3">
            <a:extLst>
              <a:ext uri="{FF2B5EF4-FFF2-40B4-BE49-F238E27FC236}">
                <a16:creationId xmlns:a16="http://schemas.microsoft.com/office/drawing/2014/main" id="{C0E12FAD-284A-E251-7A73-A12BED1E374C}"/>
              </a:ext>
            </a:extLst>
          </p:cNvPr>
          <p:cNvPicPr>
            <a:picLocks noChangeAspect="1"/>
          </p:cNvPicPr>
          <p:nvPr/>
        </p:nvPicPr>
        <p:blipFill>
          <a:blip r:embed="rId3"/>
          <a:stretch>
            <a:fillRect/>
          </a:stretch>
        </p:blipFill>
        <p:spPr>
          <a:xfrm>
            <a:off x="1053852" y="1907833"/>
            <a:ext cx="10241139" cy="3168352"/>
          </a:xfrm>
          <a:prstGeom prst="rect">
            <a:avLst/>
          </a:prstGeom>
        </p:spPr>
      </p:pic>
    </p:spTree>
    <p:extLst>
      <p:ext uri="{BB962C8B-B14F-4D97-AF65-F5344CB8AC3E}">
        <p14:creationId xmlns:p14="http://schemas.microsoft.com/office/powerpoint/2010/main" val="1886482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0A23329D-58A1-B439-E1DF-547E6ABDC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F801A9-ADD7-F0B5-08D4-68D806D49432}"/>
              </a:ext>
            </a:extLst>
          </p:cNvPr>
          <p:cNvSpPr>
            <a:spLocks noGrp="1"/>
          </p:cNvSpPr>
          <p:nvPr>
            <p:ph type="title"/>
          </p:nvPr>
        </p:nvSpPr>
        <p:spPr>
          <a:xfrm>
            <a:off x="345105" y="0"/>
            <a:ext cx="9733444" cy="711081"/>
          </a:xfrm>
        </p:spPr>
        <p:txBody>
          <a:bodyPr/>
          <a:lstStyle/>
          <a:p>
            <a:r>
              <a:rPr lang="en-US" dirty="0"/>
              <a:t>SAP BTP Offerings</a:t>
            </a:r>
          </a:p>
        </p:txBody>
      </p:sp>
      <p:pic>
        <p:nvPicPr>
          <p:cNvPr id="5" name="Picture 4">
            <a:extLst>
              <a:ext uri="{FF2B5EF4-FFF2-40B4-BE49-F238E27FC236}">
                <a16:creationId xmlns:a16="http://schemas.microsoft.com/office/drawing/2014/main" id="{AAC44D51-A2BC-B28A-E3A4-26DDB6F9A8D7}"/>
              </a:ext>
            </a:extLst>
          </p:cNvPr>
          <p:cNvPicPr>
            <a:picLocks noChangeAspect="1"/>
          </p:cNvPicPr>
          <p:nvPr/>
        </p:nvPicPr>
        <p:blipFill>
          <a:blip r:embed="rId3"/>
          <a:stretch>
            <a:fillRect/>
          </a:stretch>
        </p:blipFill>
        <p:spPr>
          <a:xfrm>
            <a:off x="1269876" y="1124744"/>
            <a:ext cx="10053424" cy="4752528"/>
          </a:xfrm>
          <a:prstGeom prst="rect">
            <a:avLst/>
          </a:prstGeom>
        </p:spPr>
      </p:pic>
    </p:spTree>
    <p:extLst>
      <p:ext uri="{BB962C8B-B14F-4D97-AF65-F5344CB8AC3E}">
        <p14:creationId xmlns:p14="http://schemas.microsoft.com/office/powerpoint/2010/main" val="2037132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5F7FE"/>
        </a:solidFill>
        <a:effectLst/>
      </p:bgPr>
    </p:bg>
    <p:spTree>
      <p:nvGrpSpPr>
        <p:cNvPr id="1" name="">
          <a:extLst>
            <a:ext uri="{FF2B5EF4-FFF2-40B4-BE49-F238E27FC236}">
              <a16:creationId xmlns:a16="http://schemas.microsoft.com/office/drawing/2014/main" id="{35930201-527E-B3C5-0A52-F19DBD733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19DB6-47D6-B181-5A5A-1D44821FA569}"/>
              </a:ext>
            </a:extLst>
          </p:cNvPr>
          <p:cNvSpPr>
            <a:spLocks noGrp="1"/>
          </p:cNvSpPr>
          <p:nvPr>
            <p:ph type="title"/>
          </p:nvPr>
        </p:nvSpPr>
        <p:spPr>
          <a:xfrm>
            <a:off x="345104" y="0"/>
            <a:ext cx="11005891" cy="711081"/>
          </a:xfrm>
        </p:spPr>
        <p:txBody>
          <a:bodyPr/>
          <a:lstStyle/>
          <a:p>
            <a:r>
              <a:rPr lang="en-US" dirty="0"/>
              <a:t>Multi Tenant App – Architecture with CAP</a:t>
            </a:r>
          </a:p>
        </p:txBody>
      </p:sp>
      <p:pic>
        <p:nvPicPr>
          <p:cNvPr id="4" name="Picture 3">
            <a:extLst>
              <a:ext uri="{FF2B5EF4-FFF2-40B4-BE49-F238E27FC236}">
                <a16:creationId xmlns:a16="http://schemas.microsoft.com/office/drawing/2014/main" id="{2C6A1616-4FA8-234E-AED1-CF22AACFFE72}"/>
              </a:ext>
            </a:extLst>
          </p:cNvPr>
          <p:cNvPicPr>
            <a:picLocks noChangeAspect="1"/>
          </p:cNvPicPr>
          <p:nvPr/>
        </p:nvPicPr>
        <p:blipFill>
          <a:blip r:embed="rId3"/>
          <a:stretch>
            <a:fillRect/>
          </a:stretch>
        </p:blipFill>
        <p:spPr>
          <a:xfrm>
            <a:off x="1197868" y="980728"/>
            <a:ext cx="10081120" cy="5008556"/>
          </a:xfrm>
          <a:prstGeom prst="rect">
            <a:avLst/>
          </a:prstGeom>
        </p:spPr>
      </p:pic>
    </p:spTree>
    <p:extLst>
      <p:ext uri="{BB962C8B-B14F-4D97-AF65-F5344CB8AC3E}">
        <p14:creationId xmlns:p14="http://schemas.microsoft.com/office/powerpoint/2010/main" val="2389779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469A4-C44A-E50D-C6AE-C5A543EB77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39248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Custom 927">
      <a:dk1>
        <a:sysClr val="windowText" lastClr="000000"/>
      </a:dk1>
      <a:lt1>
        <a:sysClr val="window" lastClr="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8185</TotalTime>
  <Words>1351</Words>
  <Application>Microsoft Office PowerPoint</Application>
  <PresentationFormat>Custom</PresentationFormat>
  <Paragraphs>171</Paragraphs>
  <Slides>29</Slides>
  <Notes>17</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29</vt:i4>
      </vt:variant>
    </vt:vector>
  </HeadingPairs>
  <TitlesOfParts>
    <vt:vector size="45" baseType="lpstr">
      <vt:lpstr>72</vt:lpstr>
      <vt:lpstr>Amasis MT Pro</vt:lpstr>
      <vt:lpstr>Amasis MT Pro Black</vt:lpstr>
      <vt:lpstr>Arial</vt:lpstr>
      <vt:lpstr>Arial Black</vt:lpstr>
      <vt:lpstr>Calibri</vt:lpstr>
      <vt:lpstr>Cooper Black</vt:lpstr>
      <vt:lpstr>SAP-icons</vt:lpstr>
      <vt:lpstr>Segoe UI</vt:lpstr>
      <vt:lpstr>Segoe UI Black</vt:lpstr>
      <vt:lpstr>Segoe UI Light</vt:lpstr>
      <vt:lpstr>Wingdings</vt:lpstr>
      <vt:lpstr>Office Theme</vt:lpstr>
      <vt:lpstr>1_Office Theme</vt:lpstr>
      <vt:lpstr>2_Office Theme</vt:lpstr>
      <vt:lpstr>3_Office Theme</vt:lpstr>
      <vt:lpstr>SAP BTP Extension Suite Training</vt:lpstr>
      <vt:lpstr>PowerPoint Presentation</vt:lpstr>
      <vt:lpstr>Agenda – Day 18</vt:lpstr>
      <vt:lpstr>Serverless Fiori App</vt:lpstr>
      <vt:lpstr>Serverless Fiori Apps</vt:lpstr>
      <vt:lpstr>Fiori on Cloud Recipe ingredients 3X3</vt:lpstr>
      <vt:lpstr>Persona</vt:lpstr>
      <vt:lpstr>What is SAP Cloud Identity Service?</vt:lpstr>
      <vt:lpstr>Become Admin for your Identity Service</vt:lpstr>
      <vt:lpstr>How to configure Build Workzone</vt:lpstr>
      <vt:lpstr>SAP Build Work Zone?</vt:lpstr>
      <vt:lpstr>Hands-on Setting up Build Work Zone</vt:lpstr>
      <vt:lpstr>Why Multi-tenant App?</vt:lpstr>
      <vt:lpstr>Common Challenges</vt:lpstr>
      <vt:lpstr>What is Multitenant - SaaS</vt:lpstr>
      <vt:lpstr>Benefits of Multi tenant App</vt:lpstr>
      <vt:lpstr>Challenges</vt:lpstr>
      <vt:lpstr>How it works in BTP?</vt:lpstr>
      <vt:lpstr>PowerPoint Presentation</vt:lpstr>
      <vt:lpstr>SAP Customer Perspective</vt:lpstr>
      <vt:lpstr>Multi-tenant App on BTP</vt:lpstr>
      <vt:lpstr>Partner Solutions</vt:lpstr>
      <vt:lpstr>Data Separation for Multi tenant Apps</vt:lpstr>
      <vt:lpstr>SAP BTP Offerings</vt:lpstr>
      <vt:lpstr>Multi Tenant App – Architecture with CAP</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307</cp:revision>
  <dcterms:created xsi:type="dcterms:W3CDTF">2013-09-12T13:05:01Z</dcterms:created>
  <dcterms:modified xsi:type="dcterms:W3CDTF">2026-08-10T10:01:17Z</dcterms:modified>
</cp:coreProperties>
</file>
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76" r:id="rId2"/>
    <p:sldId id="4122" r:id="rId3"/>
    <p:sldId id="277" r:id="rId4"/>
    <p:sldId id="4749" r:id="rId5"/>
    <p:sldId id="4817" r:id="rId6"/>
    <p:sldId id="4818" r:id="rId7"/>
    <p:sldId id="4825" r:id="rId8"/>
    <p:sldId id="4746" r:id="rId9"/>
    <p:sldId id="4750" r:id="rId10"/>
    <p:sldId id="4751" r:id="rId11"/>
    <p:sldId id="4758" r:id="rId12"/>
    <p:sldId id="282" r:id="rId13"/>
    <p:sldId id="280" r:id="rId14"/>
    <p:sldId id="4711" r:id="rId15"/>
  </p:sldIdLst>
  <p:sldSz cx="12188825" cy="6858000"/>
  <p:notesSz cx="6858000" cy="9144000"/>
  <p:defaultTextStyle>
    <a:defPPr>
      <a:defRPr lang="en-US"/>
    </a:defPPr>
    <a:lvl1pPr marL="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1pPr>
    <a:lvl2pPr marL="60949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2pPr>
    <a:lvl3pPr marL="121898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3pPr>
    <a:lvl4pPr marL="182848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4pPr>
    <a:lvl5pPr marL="243797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5pPr>
    <a:lvl6pPr marL="304746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39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8E8E8"/>
    <a:srgbClr val="074D92"/>
    <a:srgbClr val="E0E0E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240" autoAdjust="0"/>
    <p:restoredTop sz="95033" autoAdjust="0"/>
  </p:normalViewPr>
  <p:slideViewPr>
    <p:cSldViewPr>
      <p:cViewPr varScale="1">
        <p:scale>
          <a:sx n="110" d="100"/>
          <a:sy n="110" d="100"/>
        </p:scale>
        <p:origin x="320" y="76"/>
      </p:cViewPr>
      <p:guideLst>
        <p:guide orient="horz" pos="2160"/>
        <p:guide pos="383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07-28T14:23:08.65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64 18 24575,'0'-1'0,"0"1"0,0 0 0,0-1 0,0 1 0,0-1 0,0 1 0,1-1 0,-1 1 0,0-1 0,0 1 0,0-1 0,0 1 0,1 0 0,-1-1 0,0 1 0,0-1 0,1 1 0,-1 0 0,0-1 0,1 1 0,-1 0 0,0-1 0,1 1 0,0 0 0,-1 0 0,0 0 0,0 0 0,0 0 0,1 0 0,-1 0 0,0 0 0,0 0 0,1 0 0,-1 0 0,0 0 0,0 0 0,0 0 0,1 0 0,-1 0 0,0 0 0,0 0 0,0 1 0,1-1 0,-1 0 0,0 0 0,0 0 0,0 0 0,1 0 0,-1 1 0,0-1 0,0 0 0,0 0 0,0 0 0,0 1 0,0-1 0,0 0 0,0 0 0,1 1 0,-1-1 0,0 0 0,0 0 0,0 0 0,0 1 0,0-1 0,0 0 0,0 0 0,0 1 0,0-1 0,0 0 0,-1 0 0,1 1 0,1 0 0,-1 1 0,0 0 0,0-1 0,1 1 0,-1 0 0,-1 0 0,1-1 0,0 1 0,0 0 0,-1-1 0,1 1 0,0-1 0,-1 1 0,0 0 0,1-1 0,-1 1 0,0-1 0,0 1 0,0-1 0,0 0 0,0 1 0,0-1 0,0 0 0,0 0 0,-1 0 0,1 0 0,0 0 0,-1 0 0,1 0 0,-1 0 0,1 0 0,-1-1 0,0 1 0,1-1 0,-1 1 0,1-1 0,-1 1 0,-2-1 0,-2-2 0,13-2 0,15-3 0,21 9 0,-42-2 0,0 0 0,0 1 0,0-1 0,0 0 0,0 0 0,0 1 0,0-1 0,-1 1 0,1-1 0,0 1 0,0-1 0,0 1 0,-1-1 0,1 1 0,0 0 0,1 1 0,-2-2 0,0 1 0,0 0 0,0-1 0,0 1 0,0 0 0,0-1 0,-1 1 0,1 0 0,0-1 0,0 1 0,0 0 0,-1-1 0,1 1 0,0-1 0,-1 1 0,1-1 0,0 1 0,-1 0 0,1-1 0,-1 1 0,1-1 0,-1 0 0,1 1 0,-1-1 0,1 1 0,-1-1 0,0 0 0,0 1 0,-1 0 0,0 0 0,0 0 0,0 0 0,0 0 0,-1 0 0,1-1 0,0 1 0,0-1 0,-1 1 0,1-1 0,0 0 0,0 0 0,-1 0 0,1 0 0,0 0 0,-1-1 0,1 1 0,-4-2 0,5 2 0,0 0 0,0-1 0,0 1 0,1-1 0,-1 1 0,0 0 0,0-1 0,1 0 0,-1 1 0,0-1 0,1 1 0,-1-1 0,0 0 0,1 1 0,-1-1 0,1 0 0,-1 0 0,1 1 0,-1-1 0,1 0 0,0 0 0,-1 0 0,1 0 0,0 1 0,0-1 0,0 0 0,-1 0 0,1 0 0,0 0 0,0 0 0,0 0 0,1 0 0,-1 0 0,0 1 0,0-1 0,0 0 0,1 0 0,-1 0 0,0 0 0,1 0 0,-1 1 0,1-1 0,-1 0 0,1 0 0,-1 1 0,1-1 0,-1 0 0,1 1 0,1-2 0,-1 1 0,0-1 0,0 1 0,0 0 0,1-1 0,-1 1 0,0 0 0,1 0 0,-1 0 0,1 0 0,0 0 0,-1 0 0,1 0 0,0 1 0,0-1 0,-1 0 0,1 1 0,0 0 0,0-1 0,0 1 0,0 0 0,-1 0 0,1 0 0,0 0 0,0 0 0,0 0 0,0 1 0,-1-1 0,4 1 0,-5 0 0,1-1 0,0 0 0,-1 1 0,1-1 0,0 1 0,-1-1 0,1 1 0,0-1 0,-1 1 0,1-1 0,-1 1 0,1 0 0,-1-1 0,0 1 0,1 0 0,-1-1 0,1 1 0,-1 0 0,0 0 0,0-1 0,0 1 0,1 0 0,-1 0 0,0 1 0,0-1 0,-1 1 0,1 0 0,0-1 0,-1 1 0,0 0 0,1-1 0,-1 1 0,0-1 0,0 1 0,0-1 0,0 1 0,0-1 0,0 0 0,0 1 0,0-1 0,-2 2 0,-1-1 0,1 0 0,0 0 0,-1 0 0,1 0 0,-1 0 0,0-1 0,0 1 0,1-1 0,-1 0 0,0-1 0,0 1 0,0 0 0,0-1 0,0 0 0,0 0 0,0 0 0,0-1 0,-4 0 0,6 1 0,1-1 0,-1 1 0,1-1 0,-1 1 0,1-1 0,-1 1 0,1-1 0,0 0 0,-1 0 0,1 0 0,0 0 0,-1 0 0,1 0 0,0 0 0,0 0 0,0 0 0,0-1 0,-1-1 0,1 1 0,1 0 0,-1 0 0,1 0 0,0 1 0,0-1 0,-1 0 0,1 0 0,1 0 0,-1 0 0,0 1 0,0-1 0,1 0 0,-1 0 0,1 1 0,-1-1 0,1 0 0,0 0 0,0 1 0,0-1 0,1-1 0,0 0-68,-1 1 0,1 0-1,0-1 1,0 1 0,-1 0 0,1 0-1,1 0 1,-1 1 0,0-1 0,0 1-1,1-1 1,-1 1 0,0-1 0,1 1-1,0 0 1,-1 0 0,1 1-1,0-1 1,3 0 0,10 1-6758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ax="2560" units="cm"/>
          <inkml:channel name="Y" type="integer" max="1600" units="cm"/>
          <inkml:channel name="T" type="integer" max="2.14748E9" units="dev"/>
        </inkml:traceFormat>
        <inkml:channelProperties>
          <inkml:channelProperty channel="X" name="resolution" value="74.2029" units="1/cm"/>
          <inkml:channelProperty channel="Y" name="resolution" value="74.4186" units="1/cm"/>
          <inkml:channelProperty channel="T" name="resolution" value="1" units="1/dev"/>
        </inkml:channelProperties>
      </inkml:inkSource>
      <inkml:timestamp xml:id="ts0" timeString="2026-03-26T09:44:36.209"/>
    </inkml:context>
    <inkml:brush xml:id="br0">
      <inkml:brushProperty name="width" value="0.05292" units="cm"/>
      <inkml:brushProperty name="height" value="0.05292" units="cm"/>
      <inkml:brushProperty name="color" value="#FFFF00"/>
    </inkml:brush>
  </inkml:definitions>
  <inkml:trace contextRef="#ctx0" brushRef="#br0">28700 8781 0,'0'0'16,"0"-13"-16,13 0 47,0-13-16,0 26-31,1 26 31,-14 40 0,0-53-31,0 67 32,0-67-32,0 40 15,13-53 1,53-13 0,-39-1-1,131-144 1,1-14 15,-133 145-15,41-26-1,-67 40 1,13 13 0</inkml:trace>
  <inkml:trace contextRef="#ctx0" brushRef="#br0" timeOffset="1097.05">28316 10342 0,'27'-26'31,"-14"12"0,0 14 1,-13 14-1,0-1-16,0 40 1,0-40 0,0 0-16,0 14 15,27-41 17,105-144-1,-106 118-16,107-106 1,-107 120 0,27-27-1,-53 66 17</inkml:trace>
  <inkml:trace contextRef="#ctx0" brushRef="#br0" timeOffset="2220.94">28713 12220 0,'0'0'0,"13"-27"32,14 14-1,-27 40 16,13 52-16,13-13-15,14-53 15,-27-26-15,67-53-1,-41 40 1,94-93-1,-94 92 1,67-39 0,-106 53-1,27 39 1</inkml:trace>
  <inkml:trace contextRef="#ctx0" brushRef="#br0" timeOffset="3455.92">28197 13846 0,'13'-13'15,"1"13"17,-14 27-1,0-14-15,0 40-1,0-40 1,13 40-1,13-40 17,-12-26-17,65-66 1,-53 52 0,120-118-1,-106 118 1,79-79-1,-93 80-15,14 26 32,-54 40-17</inkml:trace>
  <inkml:trace contextRef="#ctx0" brushRef="#br0" timeOffset="4800.1">28964 15671 0,'14'-13'32,"-14"0"-17,13 13 1,0 0 15,-13 13 0,13 67 1,-13-67-32,0 0 15,27 40 1,-14-53-1,66-27 17,-52 14-32,-1 0 15,106-93 1,-79 67 0,93-54-1,-120 80 1,40 0-1,-66 26 17</inkml:trace>
  <inkml:trace contextRef="#ctx0" brushRef="#br0" timeOffset="6730.84">28568 17602 0,'0'-13'32,"13"0"-17,0 13 1,27 0 0,-27 0-1,27 26 16,-40-13-31,13 1 0,0 39 32,0-27-32,0 53 15,-13-52 1,27 13 0,52-107 15,-52 41-16,118-120 1,-105 107 0,158-67-1,-158 80 1,0 26-16,-1-14 0,-12 14 16,-1 0-16</inkml:trace>
  <inkml:trace contextRef="#ctx0" brushRef="#br0" timeOffset="23393.88">17022 5832 0,'13'14'32,"0"-1"-1,-13 0 0,13 14-15,0-14-1,1 66 1,-1-66 0,-13 14-16,40 39 15,-27-53 1,93 40-1,66-93 17,-93 1-17,13-14 1,-65 26 0,52-39-1,-66 53 1,27-53-1,-40 39 17,0 14-1,-13 13 0</inkml:trace>
  <inkml:trace contextRef="#ctx0" brushRef="#br0" timeOffset="24112.67">17074 5303 0,'-13'-13'0,"26"26"0,-26-39 15,0 0 16,26 12-15,0 14 0,1 0-16,-1 0 15,13 0 1,-26 14 0,27 12-1,-27-13 1,0 0-1,0 1-15,-53-1 32,40 0-17,-67-13 1,67 0 0,-13-13-1,12 13 1,28-66-1,25 13 17,-12 40-1,-14 13-15</inkml:trace>
  <inkml:trace contextRef="#ctx0" brushRef="#br0" timeOffset="25000.54">17934 5251 0,'0'0'0,"-13"-14"31,26 14 0,0 27 1,-13 12-1,-13-39-15,13 14-16,-40 12 15,27-26 1,0 13-16,-27-13 15,27 0 1,-27-13 0,27 0-1,0-53 1,13 53 0,13-40-1,0 53 1,27 0-1,-27 0 1,40 53 0,-40-53-1,14 39 1,-27-26 0,-40 1-1,27-1 1,-27-13-1,40-13 1,-39-1 0,39 1-1,0-13 1,0 13 0,26-1-1</inkml:trace>
  <inkml:trace contextRef="#ctx0" brushRef="#br0" timeOffset="26707.62">15739 3082 0,'0'13'32,"0"-26"-32,0-14 31,0 1-31,13-93 31,13-13 0,14 79 1,26 39-1,-53 28-31,27 52 31,0 40 0,-40-93-31,13 66 32,-13-66-17,-13-26 1,13-53-1,0 40 1,39-80 0,-25 79-1,52-26 1,-53 40 0,53 40-1,-53-14 1,1 0-16,12 66 15,-26 14 17,-13-53-17,0-1 1</inkml:trace>
  <inkml:trace contextRef="#ctx0" brushRef="#br0" timeOffset="27731.42">16532 2923 0,'0'0'0,"0"-13"15,0 0-15,-26-40 31,12 26-15,1 14-16,-26 26 31,12 67 1,27-54-32,0-13 15,0 40 1,53-13 15,-40-40-15,40-40-1,-40 0 1,27-52 15,-27 105 0,-13 53 1,0-39-32,0-14 15,27 27 1,39-40 15,-53-14-15,40-52-1,-27 13 17,-12 27-1,-41 66 0,40 39 0,-13-66-31,14 0 16,25 40 0,14-53 15,-26-79 0,-27 26 0,0 106 1,0-13-32,0 118 31,0 14 0,0-145-31,-53 12 31,-106-105 1,119-26-1,93 39-15</inkml:trace>
  <inkml:trace contextRef="#ctx0" brushRef="#br0" timeOffset="28001.67">17392 2791 0,'-13'0'31,"13"53"1,0 92-1,13 14 0,-13-133-31</inkml:trace>
  <inkml:trace contextRef="#ctx0" brushRef="#br0" timeOffset="28189.08">17260 3121 0,'0'0'32,"-53"-26"-32,79 13 31,1-1-31,131 1 31,-105 0-31,-13 0 0</inkml:trace>
  <inkml:trace contextRef="#ctx0" brushRef="#br0" timeOffset="28343.15">17339 2778 0,'-13'-14'15,"26"28"-15,-40-54 32,41 40-32,12 0 15,93 0 1</inkml:trace>
  <inkml:trace contextRef="#ctx0" brushRef="#br0" timeOffset="28793.51">17841 2764 0,'0'0'0,"-13"-13"16,13 53 15,0-27-15,0 106-1,0-93 1,13 107 0,-13-107-1,-26 27 1,39-106 15,0 40-15,40-93-1,-39 80 1,52-14 0,-53 40-1,13 66 1,-26-39-1,14-14-15,-1 53 16</inkml:trace>
  <inkml:trace contextRef="#ctx0" brushRef="#br0" timeOffset="29196.82">18159 2989 0,'0'0'0,"0"-13"16,0 26 15,53 14 1,13-54-1,-66 14-16,-27-66 17,14 79-17,-26-14 1,25 28 0,1 52-1,13-53 1,27 93-1,-1-93 1,67 27 0,-67-40-1,1-14-15</inkml:trace>
  <inkml:trace contextRef="#ctx0" brushRef="#br0" timeOffset="29418.92">18503 2844 0,'0'0'0,"-53"-80"15,53 67 1,-13 13-16,26 53 31,0-40-15,14 93 0,-27-80-1,13 1-15,0 26 16,0-27-1,-13-13-15</inkml:trace>
  <inkml:trace contextRef="#ctx0" brushRef="#br0" timeOffset="29900.3">18635 2870 0,'0'0'0,"0"13"31,0 14-15,13 65-1,-13-65 1,13 12-16,27 147 31,-40-160-15,0-13-16,13 14 15,-13-80 17,0 26-17,-13 1-15,13-14 0,-13 1 16,-27-199 15,27 211-31,13 1 16,26-14-1,94 93 17,-94-40-17,0 66 1,-26-65-16,-13 12 16,-40 14-1,27-40-15,13 13 16</inkml:trace>
  <inkml:trace contextRef="#ctx0" brushRef="#br0" timeOffset="31017.29">19045 2738 0,'0'0'15,"-53"-53"17,53 40-32,13-40 31,14 53-31,92-27 31,-66 93 0,-106 67 1,0-27-1,40-80-31,13-13 0</inkml:trace>
  <inkml:trace contextRef="#ctx0" brushRef="#br0" timeOffset="31197.82">19111 3148 0,'0'0'0,"0"39"31,13-25 0,1-28 0</inkml:trace>
  <inkml:trace contextRef="#ctx0" brushRef="#br0" timeOffset="53261.34">5251 10977 0,'-27'39'31,"54"-78"-31,-107 145 31,67-93-31,0 0 16,0 0-16,-54 80 31,41-14 1,39-79-17,67 40 1,-54-40-16,14 13 15,145 0 17,-159-13-17,1 0-15,12 0 16,-25 0 0</inkml:trace>
  <inkml:trace contextRef="#ctx0" brushRef="#br0" timeOffset="53580.63">5171 11202 0,'0'0'16,"-13"0"-16,-13 0 15,39 0 16,159-40 1,132-53-1,0-26 0,-264 106-31,39-13 31,-92 12 1,0 14-32</inkml:trace>
  <inkml:trace contextRef="#ctx0" brushRef="#br0" timeOffset="60599.25">2592 11704 0,'0'0'0,"-13"-26"15,13 12 1,0-12-1,-13 13 1,39 26 62,-13-13-62,54 13-1,52-39 17,-93 26-17,27 0 1,-40 0 0,0 0 15,-52 0 0,12 13-15,1-13-16,-93 26 15,79-12-15,-13-14 16,-53 26 0,80-26-1,13 0-15,0 0 31,171-26 1,-118 12-32,13 14 15,66-13 1,-66 13 0</inkml:trace>
  <inkml:trace contextRef="#ctx0" brushRef="#br0" timeOffset="65694.73">3730 14785 0,'-14'0'16,"1"-13"15,0 13-15,-13 13-1,12-13 1,14 14-16,-26 91 31,26-52-15,0-26-16,13 12 16,40 41-1,-27-67-15,-12 0 16,52-26-1,-53 0-15,13 0 16,1-93 0,-27 79-1,-53-78 1,27 91 0,-80-12-1,79 26 1,-26 13-1,40-13-15</inkml:trace>
  <inkml:trace contextRef="#ctx0" brushRef="#br0" timeOffset="66081.95">3835 14799 0,'0'-14'47,"106"-25"-16,13 12 0,-132 41 1,-93 12-1,93-13 0,53 40 0,-27-40-31,0 14 16,14 52 0,-14 14 15</inkml:trace>
  <inkml:trace contextRef="#ctx0" brushRef="#br0" timeOffset="66628.34">4166 14838 0,'0'0'0,"13"-13"15,14 0 17,-27 53-1,13-27-31,-13 0 15,0 0-15,13 53 32,-13-52-32,0-1 31,-13-66 0,-13-79 0,26 92-15,13-53 15,0 80-31,0 0 16,93 39 15,-66 41 0,-106-1 1,52-53-32,-12-13 0,13 0 15,-40 13 17,53-26-32</inkml:trace>
  <inkml:trace contextRef="#ctx0" brushRef="#br0" timeOffset="74807.89">5436 16637 0,'13'0'93,"0"0"-61,-13 40-1,0 52 0,27-13 0,-1-92 1,67-159-1,39-52 0,-106 197-31,54-52 31,-120 79 1</inkml:trace>
  <inkml:trace contextRef="#ctx0" brushRef="#br0" timeOffset="76668.66">1746 15671 0,'0'0'0,"-53"-105"16,40 65-1,13 0-15,-40-132 16,27 106-1,-14-225 1,14 212 0,0 0-16,-14-159 15,27 158-15,-39-184 32,39 211-17,0 0-15,-27-79 16,-12 52 15,25 80-15,1 0-1,13 14 17,0-1-17,0 13 1</inkml:trace>
  <inkml:trace contextRef="#ctx0" brushRef="#br0" timeOffset="77094.32">1204 14270 0,'13'-53'31,"0"26"-16,-13 14-15,26-53 16,-12 53-16,-14 0 16,39-80-1,-39 80-15,0 0 16,27-14 0,-14 40 15,0-13-16,0 14-15,14 25 16,-14-12 0,0-14-16,40 53 15,27 13 1</inkml:trace>
  <inkml:trace contextRef="#ctx0" brushRef="#br0" timeOffset="89352.23">15844 7195 0,'0'0'0,"0"13"32,0 26-1,0-25-16,-13 39 1,13-40 0,-13 93-1,13-80 1,-26 199 15,26-199-15,-14 80-1,-12 79 17,26-105-17,-13 52 1,-1 185 15,14-264-15,0 145-1,0-158 1,0 106 0,0-107-16,0 67 31,14 13 0,-14-106-15,13 40-1,-13-13 17,0-27-17,-13-13 17,26 0 30,40 0-31,-14 0-15,147 13 15,-67-13 0,-106 0-31,-13-13 32,-13 13-1</inkml:trace>
  <inkml:trace contextRef="#ctx0" brushRef="#br0" timeOffset="109833.8">17987 11281 0,'-13'-27'31,"26"67"31,13 119-30,-26-133-32,14 93 31,25-79 0,-39-53-31,53-80 16,-40 54-1,14-1-15,-14-13 16,40-145 0,-53 171-1,0 1 1</inkml:trace>
  <inkml:trace contextRef="#ctx0" brushRef="#br0" timeOffset="110255.09">18225 11545 0,'-13'14'16,"13"-28"15,26 14 0,-13 0-15,40 0-1,-39 0 1,-1-26 0,-13 13-1,-13-40 1,-27 40 15,27 26-15,-1 40-1,14-40-15,0 0 16,0 0-16,53 54 31,-26-67-31,-14 0 16</inkml:trace>
  <inkml:trace contextRef="#ctx0" brushRef="#br0" timeOffset="110714.22">18410 11545 0,'-13'-26'0,"26"52"0,-39-145 32,26 106-17,13 0-15,13 26 16,27 53 15,-39-52-15,-1 38-1,-13-38-15,0-41 47,0 14-31,0-40-1,13 40 1,146-40 15,-106 66 1,-53 0-17,0 14 1,0-14-16,0 0 15,0 27 1,13-14 0,0 1-1,0-14 1</inkml:trace>
  <inkml:trace contextRef="#ctx0" brushRef="#br0" timeOffset="110857.18">18781 11188 0,'0'0'0,"-27"0"32</inkml:trace>
  <inkml:trace contextRef="#ctx0" brushRef="#br0" timeOffset="111118.85">18952 11241 0,'0'0'0,"0"-13"16,27-40 15,-40 93 0,13-14-31,0 14 16,-14 92 0,28 93 15,-14-185-31,13-1 16,-13 27-1,0-52-15</inkml:trace>
  <inkml:trace contextRef="#ctx0" brushRef="#br0" timeOffset="111748.13">18847 11638 0,'0'0'0,"0"-40"15,0 14-15,66-53 32,-13 65-17,79 1 16,-66 13 1,-66-13-1,0 39 0,40 27 0,-27-40-31,40 1 32,13-28-1,-53-52 0,-26 40 0,0 39-31,13 0 16,0 14-16,-13 198 31,65-1 1,-38-171-1,-28-66-31,-25-106 31,65-79 0,-13 171-31,67-39 32,-27 79-17</inkml:trace>
  <inkml:trace contextRef="#ctx0" brushRef="#br0" timeOffset="117252.37">4021 7181 0,'26'0'63,"27"0"-32,-27-13-31,1 13 16,158 0-1,225 0 17,93 13-1,-398 1-16,358-1 1,-330-13-16,-14 13 16,661 27 15,-238-14 0,-105 1 0,-107-14 1,-290-13-17,105 0 17,-118 0-32,-14 0 15,0 0-15,27 13 31,-27-13 1,-13 13 46,0 27-47,0-27-31,0 0 0,0 14 16,0-1-16,0 1 0,40 171 47,26 146-16,-66-278-31,26 238 31,-26-224-31,14 277 31,-14 79-15,13-357 0,-13 14-16,13 13 15,-13-14-15,27 212 31,-27-211-31,13 13 0,0 264 16,14 93 15,-14-357-15,-13-14-16,0 1 16,26 357-1,-26-371 1,0 265-1,0-252 1,0 14-16,0 0 16,-13 0-16,-13 330 15,12-330 1,1-14-16,0 213 16,13-200-1,-27 292 1,14-304-1,-27 303 1,27-303 0,0 13-16,0 0 15,-80 396 1,80-409 0,0-14-16,0 0 15,-1 1-15,-39 171 16,53-198-1,-26 132 17,26-145-32,0-1 0,0-12 15,0 132 17,13-133-32,-13-13 0,13 14 15,-13-1-15,27 54 31,-14-67-31,14 53 16,-27-53 0,26 14-1,-26-14 1,26 40 0,-26-40-1,0 0-15,40 53 16,-27-39-1,1-1-15,65 80 16,-53-80 0,107 107-1,-94-107 1,160 93 0,-133-106-1,0 14-15,159 12 16,-133-39-1,1 14-15,370 12 16,317 1 15,-608-27-15,622 13 0,-583 0-1,689-13 1,-662 0-1,767 26 1,-741-26 0,1 14-16,542 25 15,-530-25-15,1 12 16,542 53 0,-555-52-1,-1-1-15,768 107 16,-781-94-1,767 80 1,-766-92 0,-14-1-16,0-13 15,0 14-15,-13-14 0,436 40 16,344 13 15,-806-53-15,515 14-1,-542-14 1,0 0-16,0 0 16,621 67-1,-634-67 1,-14 13-16,292 14 16,-305-27-1,-13 1-15,357 12 16,-357-26-1,238 13 1,-277-13 0,211 0-1,-238 0 1,13 0-16,79-13 16,-105 13-16,119-26 31,-67-1 0,-79 14-15,67-14-1,-67 27 1,13 0-16,-12 0 16,52-13-1,-13 13 16,-53-13 32,-27 0-32</inkml:trace>
  <inkml:trace contextRef="#ctx0" brushRef="#br0" timeOffset="117674.84">27483 17999 0,'0'0'16,"-13"66"0,13-53-1,26 1 1,40 12 15,-39-13-15,92 40-1,-79-40 1,-1 1-16,160 105 31,-173-106-15,-26 79 0,-13-65-1,-146 118 1,106-131-1,-119 38 1</inkml:trace>
  <inkml:trace contextRef="#ctx0" brushRef="#br0" timeOffset="137970.65">27708 7962 0,'0'-14'31,"-13"-39"0,13 40 0,-80 26 1,-105 27-1,26 26 0,133-39-31,-80 92 31,27 92 1,79-145-32,-13-13 15,66 357 17,-27-344-32,40 212 31,-53-199-31,67 226 31,25 131 0,-78-343-31,66 264 32,-1 211-1,-39-25 0,-53 12 0,-13-436-31,-67 370 32,-131 159-1,-40-185 0,-27-145 0,225-279-31,-146 14 32,14-93-1,172 27-31,13-40 31,93 40 0,-67 26-31,93 67 32,-79-54-32,79 172 15,-93-131 1,80 263-1,-79-237 1,52 304 0,-66-278-1,-26 343 1,13-343 0,-79 490-1,65-477 1,-12 291-1,26-317 1,53 225 0,-40-265-1,80 145 1,-67-171 0,14-14-16,-1 1 15,173-1 1,-159-26-1,92-13 1,-118 13 0,-1 0-16,14-13 15,-27 13 1</inkml:trace>
  <inkml:trace contextRef="#ctx0" brushRef="#br0" timeOffset="139964.01">27390 7459 0,'0'0'32,"14"53"-32,-1 13 31,0-53-31,40-52 47,-26 12-47,-14 1 0,13-14 15,106-317 17,-26-79-17,-93 356 1,27-131 15,-40 158-31,-26 132 47,12-39-47,-12 171 16,13-158-1,0 212 1,13-199 0,0-13-16,0 105 15,13-118 1,-13-13-16,26 12 15,27-145 17,-26 54-17,52-160 1,-66 172 0,14-39 15,-14 211-16,-13-79 1,13 159 15,0-173-31,1 54 16</inkml:trace>
  <inkml:trace contextRef="#ctx0" brushRef="#br0" timeOffset="140366.16">28356 6970 0,'0'0'16,"40"-40"-1,-40 27 1,0-27-1,0 27 1,-80 13 0,67 0-1,-40 40 1,53-27 0,0 13-16,53 80 15,26 53 16,-65-133-15,-14 80 0,-14-93-1,-65 14 1,53-41 0,-14-38-1</inkml:trace>
  <inkml:trace contextRef="#ctx0" brushRef="#br0" timeOffset="140748.91">28554 7128 0,'0'0'0,"0"14"16,0 12-1,0-13 1,14-13-16,52 40 31,-27-27-15,-12-13-16,26-13 15,-27 0 1,-13 0-16,-13-106 31,-26 79-15,-27 0-1,-40 120 17,93-41-32,-13 67 31,13-40-15,13-26-16,67 13 15</inkml:trace>
  <inkml:trace contextRef="#ctx0" brushRef="#br0" timeOffset="141083.44">28911 7089 0,'0'0'0,"0"-93"32,93 265 14,-40 0-14,-53-159-32,0 14 15,-53-67 17,40-145-1,39 145-31,1-13 15,-1 27-15,133-54 32</inkml:trace>
  <inkml:trace contextRef="#ctx0" brushRef="#br0" timeOffset="141415.14">29308 7023 0,'0'13'31,"13"40"0,-13-40-31,27 80 32,-14-67-32,27 53 31,-40-65-31,26-14 31,-26-14-31,13 1 0,-13-13 16,14-1-16,12-118 31,-13 118-31,-13 1 16,14-27 15,-14 66-31,0 0 15,13 40 1</inkml:trace>
  <inkml:trace contextRef="#ctx0" brushRef="#br0" timeOffset="141590.23">29599 7089 0,'13'-40'31,"-26"80"-31,26-80 31,-13 53-31,0 1 0,14 65 31,-1 40-15</inkml:trace>
  <inkml:trace contextRef="#ctx0" brushRef="#br0" timeOffset="141744.31">29731 6824 0,'0'0'0,"0"27"15</inkml:trace>
  <inkml:trace contextRef="#ctx0" brushRef="#br0" timeOffset="142007.49">29930 7009 0,'0'0'0,"39"-26"31,-39 39 0,-66 80 0,53-67-31,-13 93 32,118-66-1</inkml:trace>
  <inkml:trace contextRef="#ctx0" brushRef="#br0" timeOffset="142452.68">30194 7115 0,'0'-39'32,"0"78"-32,-13-78 31,40 65 0,25 0 0,-25-26-31,-14 0 0,0 0 16,27-26 0,-27 0-1,-13 12-15,0-12 0,0 13 16,-13-80 15,0 80-31,0 0 0,-1 13 0,1 0 16,-53 79-1,53-39 1,0-14-16,-14 80 16,27-80-1,53 67 1,-40-80-1,14 0-15,65-13 16,-52-13-16,-14 13 16,27-53-1</inkml:trace>
  <inkml:trace contextRef="#ctx0" brushRef="#br0" timeOffset="152579.91">20024 2778 0,'0'-14'0,"13"-25"31,0 118 0,-13-53-31,0 14 16,-13 92-1,0-105-15,-14 92 32,27-106-32,0 0 15</inkml:trace>
  <inkml:trace contextRef="#ctx0" brushRef="#br0" timeOffset="152804.1">20024 2645 0,'0'0'32,"39"-158"-32,28 144 31,-41 41-31,-13-1 16,106 186 15,-39-1 0,-80-184-31,0 13 0,-14-14 16</inkml:trace>
  <inkml:trace contextRef="#ctx0" brushRef="#br0" timeOffset="152972.04">20077 2857 0,'0'0'0,"0"-40"16,39 14 15,107 39-15</inkml:trace>
  <inkml:trace contextRef="#ctx0" brushRef="#br0" timeOffset="153394.65">20540 2791 0,'26'-27'32,"-52"54"-32,65-67 31,-39 53-31,0 14 16,13 118 15,-13 54 0,0-94 0,-13-171 1,13-132-1,13-14 0,54 106 0,-54 106-31,53 27 32,-53-14-32,0 14 0,1-1 0,-28 80 31</inkml:trace>
  <inkml:trace contextRef="#ctx0" brushRef="#br0" timeOffset="153880.81">20963 2830 0,'0'0'0,"0"27"16,0-14-1,0 0-15,0 67 16,0-54 0,13 106-1,-13-105 1,13 39-1,-13-53 1,-13-39 0,13 12-1,-13-118 1,13 93 0,0-147-1,0 160 1,13-14-16,-13 14 0,13-1 15,0 14-15,54 0 16,-54 13-16,53 66 31,-53-39-15,-13-1-16,-13 40 16,-27-26-1,27-27-15</inkml:trace>
  <inkml:trace contextRef="#ctx0" brushRef="#br0" timeOffset="154556.03">21505 2711 0,'-13'14'16,"26"-28"-16,-39 28 0,12-14 0,1 13 16,13 0-1,0 0-15,13 1 16,14 52 0,-27-53-16,13 27 0,0 52 31,-26-26 0,-27-119 0,27-132 1,13 146-32,0-14 15,66-172 1,-53 185-1,14 0-15,105-39 32,-92 119-17,26 198 17,-185-53-1,93-159-16,-107 1 1,107-27 0,13-40-1,26 27 1,79-13 0,-65 26-16,-1 13 15,93 159 16,-66-53 1</inkml:trace>
  <inkml:trace contextRef="#ctx0" brushRef="#br0" timeOffset="155426.2">22074 2764 0,'0'0'0,"13"-13"31,-26 26-31,13 1 16,-40 52 15,27-40-31,13-13 0,0 14 16,26 52 15,54-79 0,-41-92 1,-65-41-1,13 120-31,-1 0 15,-12 0 17,26 26-32,66 40 31,53-27 0,-26-39 0,-80 0-31,-13 0 0,13-1 16,-13-39 15,0 40-31,-13 26 32,13 93-1,0-66-31,13 66 15,0-80 1,53 27 15,-52-53-31,78-66 16,-26-66 15,-52 13 16,-14 105-47,-14 14 16,14 14-1,0 91 17,40 41-1,26-133 0,0-79-15</inkml:trace>
  <inkml:trace contextRef="#ctx0" brushRef="#br0" timeOffset="155612.57">22880 2751 0,'0'-53'0,"0"106"0,-13-251 31,0 184-31,13 1 0,-13 13 16,-14 80 15,27-54-31,0 14 16,14 13-16,-14-14 0,13 1 15,26 132 1,-25-146 0,-14 1-16</inkml:trace>
  <inkml:trace contextRef="#ctx0" brushRef="#br0" timeOffset="155954.43">22814 2910 0,'-13'-13'0,"26"26"0,-26-40 15,40 1 1,-1 26 0,159 0 15,-145 0-16,0-13-15,52-1 16,-79 14-16,14-66 31,-40 27-15,-67-1 0,54 40-1,-40 66 1,52-39-1,14-1-15,40 119 32,-27-118-17,14-14-15,-1 0 0</inkml:trace>
  <inkml:trace contextRef="#ctx0" brushRef="#br0" timeOffset="156312.22">23476 2738 0,'0'0'0,"-14"-27"16,14 1-16,-13 13 15,13 13 1,13 13-16,1 13 16,65 93-1,-66-92 1,67 79-1,-67-93 1,-40 13 0,-92-92 15,106-79 0,26 118-31,14-12 16,79-28-1,-67 54-15,-12 13 16,65 13 0,-92 1-16</inkml:trace>
  <inkml:trace contextRef="#ctx0" brushRef="#br0" timeOffset="156952.47">19640 3373 0,'0'0'0,"0"0"31,27 0-31,39 0 15,542-27 17,688 27-1,305 53 0,-1429-53-31,-27 0 16,212-13 15,-344 13-31,-39 0 31,13 0-31,-27 0 0</inkml:trace>
  <inkml:trace contextRef="#ctx0" brushRef="#br0" timeOffset="161791.91">21743 4325 0,'0'0'0,"27"0"31,-1 0-15,-13 0-16,0 0 0,1 13 16,-1-13-16,66 79 31,-39-26-15,105 185 15,-118-211-16,-14-1-15,27 14 16</inkml:trace>
  <inkml:trace contextRef="#ctx0" brushRef="#br0" timeOffset="162046.81">22153 4259 0,'0'0'0,"0"-14"16,-40 41 15,-92 118 1,106-118-32,-14 12 15,-26 67 1,53-79-16,-1-1 0,1 1 15,-13 39 1</inkml:trace>
  <inkml:trace contextRef="#ctx0" brushRef="#br0" timeOffset="162506.31">22510 4364 0,'13'-13'0,"-26"26"0,40-39 16,-14 26-16,0-66 31,-66 53 0,40 13-31,-106 53 31,66 39 1,159 40-1,-80-105-16,93 79 17,-172-27-1,-105-53 0,118-52-15</inkml:trace>
  <inkml:trace contextRef="#ctx0" brushRef="#br0" timeOffset="162773.76">22828 4536 0,'0'0'0,"52"0"47,120 0-15,-145 0-32,26-13 31,-66 0-16</inkml:trace>
  <inkml:trace contextRef="#ctx0" brushRef="#br0" timeOffset="163337.26">23674 4536 0,'0'0'15,"13"0"-15,-13-13 0,27-27 32,-14 27-32,0-53 15,-13 40 1,-53-54-1,27 67 1,-80 26 0,93 1-1,-40 91 1,40-65 0,13-14-16,26 80 31,-13-79-31,53-1 31,-39-26-31,26-39 31,-40 25-31,40-92 16,-40 80 0,-13 0-16,13-27 15,1 39 1,-1 81-1,27 78 32,-1-39-31</inkml:trace>
  <inkml:trace contextRef="#ctx0" brushRef="#br0" timeOffset="163817.78">23978 4510 0,'0'-27'0,"0"54"0,0-67 16,0 53 0,0 14-1,0-14-15,0 119 16,0-79-1,0 93 1,0-120 0,0 54-1,0-67 1,0-26 0,0-1-1,0-78 1,0 52-1,0-224 1,0 224 0,27-92-1,-14 118 1,40 14 0,-40 14-1,13 12-15,14 53 16,-40-39-1,0-13-15,-26 39 16,-1-40 0,14-13-16,-13-13 0,12 0 15</inkml:trace>
  <inkml:trace contextRef="#ctx0" brushRef="#br0" timeOffset="164336.67">24309 4510 0,'-13'0'15,"-1"0"1,14 13-16,0 14 16,14 105 15,-14-92-16,13 92 1,-13-106 0,0 40-1,-13-66 1,13-13 0,-14 0-1,14 0-15,-13-80 16,13 53-16,-13 1 15,13-14-15,0 0 16,26-145 0,-12 158-1,-1 13-15,13 1 16,80 52 0,-93 1-1,1-1-15,-1 80 16,-26-66-16,13-14 15,-67 40 1,54-52-16,-13-1 16,-27 0-1,40-26 1</inkml:trace>
  <inkml:trace contextRef="#ctx0" brushRef="#br0" timeOffset="164767.19">24785 4682 0,'0'0'0,"-13"-13"16,13 26 15,0 13 1,-27-26-1,14 0-16,0-13-15,-14-27 32,27 14-17,53 13 1,-39 13 0,12 13-1,-13 0 1,-13 0-16</inkml:trace>
  <inkml:trace contextRef="#ctx0" brushRef="#br0" timeOffset="165103.46">24970 4444 0,'0'0'0,"0"-27"16,13 27-16,1 40 31,-1-14-31,-13 1 16,40 92-1,-40-66-15,13 158 31,-40-131-15,14-41-16,0-12 16,-93 26-1,80-53-15,-1 0 16</inkml:trace>
  <inkml:trace contextRef="#ctx0" brushRef="#br0" timeOffset="165252.51">24957 4206 0,'13'-13'0,"-26"26"0</inkml:trace>
  <inkml:trace contextRef="#ctx0" brushRef="#br0" timeOffset="165687.21">25407 4483 0,'0'0'0,"-27"-66"31,14 53-31,0 13 16,-1 0-16,1-13 15,-40 39 16,53-12-31,0-1 16,80 79 15,-67-65-31,0-1 16,0-12-16,1 12 16,-1-13-16,0 14 0,-13-14 15,-53 53 16,27-66-31,-80-13 16,93 0 0,-1-14-16</inkml:trace>
  <inkml:trace contextRef="#ctx0" brushRef="#br0" timeOffset="166086.59">25698 4431 0,'0'0'0,"-40"0"32,0 52-1,27-38-16,0 12-15,13 1 16,-13 92 0,13-106-1,39 27 1,-26-40 0,67-27-1,-67 1 1,27-54-1,-40 54-15,-27-80 32,-52 80-1</inkml:trace>
  <inkml:trace contextRef="#ctx0" brushRef="#br0" timeOffset="166564.41">25883 4457 0,'0'0'0,"0"-26"15,26 39 16,-13 0-15,1 0-16,12 67 16,-26-54-16,13 80 31,-13-80-15,0-12-16,0-1 0,-13 0 31,13-79 0,0 39-31,13 1 16,27-67-1,53-12 17,-80 105-17,13 79 1,-13-39-16,14 105 31,-27-105-15,13-14-16,-13 1 0</inkml:trace>
  <inkml:trace contextRef="#ctx0" brushRef="#br0" timeOffset="167374.62">21531 4986 0,'0'0'31,"133"-13"-15,-54 0 0,688-1 15,-264 14-15,-239 14-16,14-14 0,13 13 15,1217 26 16,-1310-39-31,-39 14 16,277-1 15,-409-13-31,-1 0 0,-13 13 32,-26-13-17</inkml:trace>
  <inkml:trace contextRef="#ctx0" brushRef="#br0" timeOffset="176859.05">23886 5145 0,'0'0'0,"0"53"47,-14-27-31,14 146-1,14-119 1,-14 0-16,26 119 16,-13-133-1,1 14-15,12 66 16,-26-66 0,13-40-16</inkml:trace>
  <inkml:trace contextRef="#ctx0" brushRef="#br0" timeOffset="177294.37">23833 5171 0,'0'0'0,"-27"13"31,-39 54 0,53-41-15,-40 67-1,27-27 1</inkml:trace>
  <inkml:trace contextRef="#ctx0" brushRef="#br0" timeOffset="177581.6">23820 5131 0,'13'14'47,"0"-1"-31,27 27-1,79 79 17,-106-106-17,27 40 1</inkml:trace>
  <inkml:trace contextRef="#ctx0" brushRef="#br0" timeOffset="184309.21">25182 5555 0,'0'0'0,"-13"0"15,13 13-15,-14-13 0,1 0 16,0 0 0,26 0-1,14 0-15,-1 0 16,0 0-16,107 0 15,-120 0 1,13 0-16</inkml:trace>
  <inkml:trace contextRef="#ctx0" brushRef="#br0" timeOffset="184518.84">25050 5819 0,'0'0'0,"0"13"15,13-13-15,26 14 16,-12-14-16,105 0 31,-105 0-15,52 0-1</inkml:trace>
  <inkml:trace contextRef="#ctx0" brushRef="#br0" timeOffset="184738.81">25182 6018 0,'0'0'0,"-13"13"16,52 0 0,80 0 15,-92 0-15,12-13-16</inkml:trace>
  <inkml:trace contextRef="#ctx0" brushRef="#br0" timeOffset="184926.69">25089 6282 0,'0'13'0,"0"-26"0,0 39 15,13-26-15,54 14 16,-1-14-1,66 13 1</inkml:trace>
  <inkml:trace contextRef="#ctx0" brushRef="#br0" timeOffset="185112.25">25235 6401 0,'0'13'16,"0"-26"-16,-14 26 0,28-13 16,12 0-1,106 13 1,-92-13 0,66 0-16</inkml:trace>
  <inkml:trace contextRef="#ctx0" brushRef="#br0" timeOffset="187970.27">25116 6044 0,'0'0'0,"13"0"16,-66 13 15,27 0-15,12-13-1,-78 27 1,52-27 0,-158-27-1,132 14 1,-173-79-1,187 52 1,-1 0-16,-66-145 16,105-106 15,14 238-15,40-132-1,-40 159 1,13 12-16,-13 1 15,-13 53 1,-27 79 15,40-93-15,-13-12-16</inkml:trace>
  <inkml:trace contextRef="#ctx0" brushRef="#br0" timeOffset="188317.04">24097 5251 0,'0'0'0,"13"-40"16,1 27-1,-14-1-15,13 1 0,-13 0 16,26-53 15,-26 53-31,0-1 0,40 54 31,-27-27-15,67 93 0,-54-79-1</inkml:trace>
  <inkml:trace contextRef="#ctx0" brushRef="#br0" timeOffset="189095.73">24362 3849 0,'13'0'16,"0"0"-1,0-14-15,1 14 0,-1-13 16,13-13 0,-12 13-16,-1-1 15,13-65 1,-13 53-1,14-107 1,-54-92 15,14 173-15,-26-1-16,-213-159 31,173 172-15,26 27-1,13 0 1,27 13-16,13-13 47</inkml:trace>
  <inkml:trace contextRef="#ctx0" brushRef="#br0" timeOffset="189398.81">24137 2817 0,'-40'13'46,"-39"14"-14,66-27-32,-14 13 31,40 0 0,67 106 0</inkml:trace>
  <inkml:trace contextRef="#ctx0" brushRef="#br0" timeOffset="194815.86">21108 1759 0,'0'0'15,"0"40"17,-13 39-1,13 67 0,0-120-31,13 1 0,0 52 31</inkml:trace>
  <inkml:trace contextRef="#ctx0" brushRef="#br0" timeOffset="195276.73">21042 1534 0,'0'0'0,"-159"40"31,-13 132 0,159 92 0,40-211-31,118 106 32,-92-132-32,212-1 15,-27-185 16,-212 106-15,1-211 0,-41 211-1,-105-132 1,80 158 0,-14 14-16,-80 0 15,94 13 1,-67 26-1</inkml:trace>
  <inkml:trace contextRef="#ctx0" brushRef="#br0" timeOffset="197564.55">26729 4272 0,'0'0'0,"0"-13"15,0-1 17,13-25-1,27-14 0,0 13 0,13 67 1,-40-14-32,0 93 31,-79 26 0,40-106-31,-67 27 31,80-53-31,-14-13 32,80-53-1,66 39 0,-66 94 0,-26 12 1,-27-66-32,0 0 0</inkml:trace>
  <inkml:trace contextRef="#ctx0" brushRef="#br0" timeOffset="198032.09">26954 3875 0,'-40'-13'0,"80"26"0,-119-39 16,-80 39-1,119 0 1,-79 133-1,106-93 1,0 13-16,13 198 16,13-198-1,93 133 1,-80-160 0,159 14-1,-132-53 1,185-106-1,-171 67 1,65-186 0,-106 159-1,-26 13-15,-119-251 32,80 277-17,-107-39 1,120 66-16,-27 0 15</inkml:trace>
  <inkml:trace contextRef="#ctx0" brushRef="#br0" timeOffset="208956.72">14614 3862 0,'0'-13'31,"0"26"-31,0 0 31,0 14-31,0-14 16,27 93-1,-14-93 1,40 79 0,-40-78-1,67-1 1,12-66 15,-39-92 0,-53 118-31,0-13 16,-26-39 15</inkml:trace>
  <inkml:trace contextRef="#ctx0" brushRef="#br0" timeOffset="209485.87">15117 3902 0,'0'0'32,"13"105"-1,-13-91-16,27 78 17,-14-92-32,-13 13 15,-27-52 17,14 26-32,-13-93 31,26 66-31,39-79 31,80 79 0,-105 120 1,-120 12-1,27-52 0,145 13 0,-40-40-31,80 27 32,-53-14-32</inkml:trace>
  <inkml:trace contextRef="#ctx0" brushRef="#br0" timeOffset="209749.62">15434 3835 0,'0'-13'0,"0"26"0,0-39 15,14 52 1,-14 1-1,13 66 1,-13-67 0,26 40-1,-12-53 1,-1 1-16,13-14 0,1 0 16,92-14-1</inkml:trace>
  <inkml:trace contextRef="#ctx0" brushRef="#br0" timeOffset="210223.94">15765 3545 0,'0'0'0,"-172"-93"31,106 80-31,-331-14 16,278 41 0,-383 144-1,435-105 1,-25 198-1,105-184 1,199 197 0,-120-211-1,358 66 1,-331-119 0,304-93-1,-343 40 1,105-185-1,-172 159-15,-172-252 32,93 292-17,0-1-15,-13 14 0,-1 26 16,-78 0 0</inkml:trace>
  <inkml:trace contextRef="#ctx0" brushRef="#br0" timeOffset="-214088.22">5396 11625 0,'13'-27'16,"-26"27"-1,13 27 1,27 26 0,118 171 15,-119-197-16,1-1-15,13 14 16</inkml:trace>
  <inkml:trace contextRef="#ctx0" brushRef="#br0" timeOffset="-213866.01">5647 11625 0,'0'0'0,"-13"-27"16,-27 107 15,14-1-15,-119 172 15,118-211-15,14-14-16</inkml:trace>
  <inkml:trace contextRef="#ctx0" brushRef="#br0" timeOffset="-213448">5885 11664 0,'0'0'16,"0"-13"-16,14 13 0,-54-39 31,27 39-15,0 0-16,-120 52 31,120-38-15,13 39-1,13-40 1,1 0-16,105 80 31,-80-54-15,-26-26-16,-13 40 16,-119 27 15,0-80 0</inkml:trace>
  <inkml:trace contextRef="#ctx0" brushRef="#br0" timeOffset="-213062.42">5978 11638 0,'0'0'0,"0"13"31,26 27 0,27 119 0,40-54 1,-53-105-17,79-53 17,-80-92-1,-39 105-31,-66-92 31,27 106-15</inkml:trace>
  <inkml:trace contextRef="#ctx0" brushRef="#br0" timeOffset="-212616.31">6481 11638 0,'26'26'47,"14"80"-16,-27-79-31,-13-1 0,13 80 47,-26-133-32,13-118 17,0 105-17,40-132 1,-27 133-1,40-41 17,-40 80-32,13 27 0,27 52 15,-39-39 1,12 0-16,27 105 16,-53-105-1,26-1 1</inkml:trace>
  <inkml:trace contextRef="#ctx0" brushRef="#br0" timeOffset="-212042.25">6613 11717 0,'0'0'16,"-13"-13"-16,-14-27 15,107 14 16,-54 26-15,133-26 15,-80-1-15,-66 14-16,1 13 16,-1-27-1,-13 67 32,13-27-31,0 14-16,14 79 15,-1-14 17,-39-145 14,0 27-30,-40-146 0,53 132-1,0-132 1,13 133 0,40 12-1,-40 40 1,0 14-16,80 118 15,-80-105 1,40 119 15,-53-133-31,13 1 0,-13-14 0</inkml:trace>
  <inkml:trace contextRef="#ctx0" brushRef="#br0" timeOffset="-211856.83">7023 11638 0,'-27'-53'32,"54"106"-32,-1-132 31,1 65-31,12 14 0,-12-13 0,92 0 31</inkml:trace>
  <inkml:trace contextRef="#ctx0" brushRef="#br0" timeOffset="-209321.61">2777 13780 0,'0'0'0,"-13"0"15,13 27 32,0 26-31,13 66-1,-13 251 1,0-251 0,0 13-16,0 477 31,27-107 0,-27-449-15,0-13-16,13-1 0,-13-12 15,0-27 17</inkml:trace>
  <inkml:trace contextRef="#ctx0" brushRef="#br0" timeOffset="-208943.3">2632 15671 0,'-27'0'31,"54"0"-31,-40 0 32,13 14-32,66 39 31,26 26 0,-78-66-31,25 0 31,67-105 1,-13-27-1,-67 119 0,-39 26-31,-14 14 16</inkml:trace>
  <inkml:trace contextRef="#ctx0" brushRef="#br0" timeOffset="-208181.63">5594 15949 0,'-13'-26'15,"26"52"-15,-39-65 0,26 25 16,-13-25 0,39 92 15,54 185 0,-67-199-15,13 41-16</inkml:trace>
  <inkml:trace contextRef="#ctx0" brushRef="#br0" timeOffset="-208007.82">5542 16253 0,'-14'-13'15,"28"26"-15,-28-52 32,41 39-32,-1-14 15,93 1 1,-26 0 0,-40 0-16,26-14 15</inkml:trace>
  <inkml:trace contextRef="#ctx0" brushRef="#br0" timeOffset="-207850.67">5542 15843 0,'0'0'0,"-40"-13"16,27 0-16,-14 0 0,27-1 16,53 1-1,172 0 16</inkml:trace>
  <inkml:trace contextRef="#ctx0" brushRef="#br0" timeOffset="-207351.5">6309 15976 0,'0'0'0,"0"13"15,-14-40 17,-65-12-1,66 39-31,0 0 0,-1 13 16,-38 80 15,52-67-16,105 53 17,-78-79-32,-14 0 15,53-26 1,-53 13-16,1-1 16,-1-197 15,-26 171-31,13 0 15,-27-65 17,27 118-32,40 79 31,66 80 0,-93-145-31</inkml:trace>
  <inkml:trace contextRef="#ctx0" brushRef="#br0" timeOffset="-206944.86">6639 15870 0,'0'0'16,"0"-13"-16,0-1 0,0 1 16,27 53 15,-14-14-16,66 120 17,-65-120-32,-1 14 31,-79-133 0,-40-118 0,93-1 1,158 159-1,-26 185 0,-264 14 0</inkml:trace>
  <inkml:trace contextRef="#ctx0" brushRef="#br0" timeOffset="-203689.81">4497 17153 0,'0'-14'0,"0"28"0,0-41 46,13 40-14,13 106-1,-12 133 0,-14-199-31,26 158 31,-26-158-31,13 26 32,1-65-32,118-41 31,-13-12-15,-79 39-16,12-14 15,-12 14-15,-13 0 0,65 0 31,-13-13 1</inkml:trace>
  <inkml:trace contextRef="#ctx0" brushRef="#br0" timeOffset="-203196.43">5766 17496 0,'14'-13'0,"-28"26"0,28-39 16,-14 13-16,0 0 0,-53-14 47,-53 93-16,79-39-31,14-1 0,0 14 16,26 119 15,146-107 0,-119-52-31,-1-13 0,1 0 16,0-13-16,39-41 15,-79 41 1,0-1-16,-40-118 16,14 105-1,-93-92 1,92 119-1,1 0-15,13 13 16,-27 13-16</inkml:trace>
  <inkml:trace contextRef="#ctx0" brushRef="#br0" timeOffset="-202635.41">5528 17721 0,'0'14'0,"0"-28"0,14 41 16,-1-14-16,13 40 16,-13-40-1,-13 14-15,27 158 32,-27-159-17,-13 14-15,-1 52 16,1-65-16,0 39 31,13-53-15,0 0-16,79-26 31,-52 13-15,132-26-1,65-1 16,-197 27-31,13 0 16,52-26 15,-92 13-15,-40-106 15,27 79-15,-79-145 15,65 172-31,14-1 16,0 14-16,-27 40 31,27-27-31,13 0 16,0 1-16</inkml:trace>
  <inkml:trace contextRef="#ctx0" brushRef="#br0" timeOffset="-201630.6">6467 17589 0,'-13'-13'0,"26"26"0,-26-53 15,13 27-15,-13 0 0,13 0 16,13-1 15,-13 28-31,13-1 16,67 79 15,-67-78-31,13-1 16,-12-13-1,-1-13-15,0-1 0,0 1 16,1 0-16,52-146 31,-53 133-31,-13-14 16,26-66 15,-12 93-31</inkml:trace>
  <inkml:trace contextRef="#ctx0" brushRef="#br0" timeOffset="-201214.9">6586 17986 0,'0'0'15,"27"0"17,13-13-1,-14 52 0,-26-26-31,13 1 16,27 39 15,0-120 0,39-91 1,-66 118-32,0 0 0,1-12 15,25-94 16,-25 146-31</inkml:trace>
  <inkml:trace contextRef="#ctx0" brushRef="#br0" timeOffset="-196555.13">529 15182 0,'0'0'0,"-13"-40"16,13 27 0,-27 0-1,-52 79 17,53-53-32,-14 14 15,13-14-15,14 14 16,0 52-1,158 13 17,14-39-1,-146-39-31,1-1 16,-81 106 15,-104-53 0,144-53-31,1-13 16,12-13-16</inkml:trace>
  <inkml:trace contextRef="#ctx0" brushRef="#br0" timeOffset="-196163.39">635 15262 0,'0'0'0,"26"-14"15,-26 1-15,14 13 0,-1 0 16,0 53 15,-13-40-31,0 14 16,0-1-16,0 1 16,0-1-16,13 0 0,14 80 31,-27-93-31,-14 1 15,-25-28 17,39-12-32,0 0 15,0-199 17,0 172-32,0 13 0,0 0 15,66-12 16,-53 78-31,66 106 32,-65-92-32,-1 0 0,0-1 15,0 41 1</inkml:trace>
  <inkml:trace contextRef="#ctx0" brushRef="#br0" timeOffset="-195473.25">661 15394 0,'0'0'16,"0"-13"-16,27-14 15,39-26 17,-53 27-17,80-27 1,-80 40-1,13-1-15,-26 1 0,14 0 16,-14-27 0,0 27-1,13 66 17,0-40-17,0 93 1,-13-80-1,13 1-15,-13 13 16,14-40 0,-14 13-16,0-53 31,0 14-15,0-93-1,0 79 1,0 13-16,13-39 15,-13 53-15,13 26 32,-13 1-17,0-1-15,13 53 16,-13-53 0,0 14-1,14-67 16,-14 27-15,26-53 0,1 39-1,-1 27 1,14 40 0,-27-14-1,0 67 1,-13-67-1,0-12-15</inkml:trace>
  <inkml:trace contextRef="#ctx0" brushRef="#br0" timeOffset="-195213.03">1217 14984 0,'0'-40'0,"0"80"0,13-159 16,-13 106-1,13 13-15,0 26 16,-13-13 0,0 14-16,14 78 15,-14-78-15,13 13 16,27 39 0,-27-79-1,93-27 1,-67 1-1,1 13-15,0-14 0</inkml:trace>
  <inkml:trace contextRef="#ctx0" brushRef="#br0" timeOffset="-190280.46">106 9734 0,'0'0'0,"13"0"31,0 0-31,80-27 32,-40 14-17,-40 13-15,13-13 0,1 13 0,-14-13 0,0 13 16,67-40 15,-67 40-31,0 0 0,-53 0 47,67 26-16,-14-12-31,-13 144 32,0-118-17,40 92 1,-40-119-16,0 1 15,13-1-15,-53 26 32,27-65-1,0 13-31,0 0 16,-27-27-1,27 27-15,13-1 0,-13 14 16,13-13-16,-14 13 0,-78 53 31,79 40 0,52-67-15</inkml:trace>
  <inkml:trace contextRef="#ctx0" brushRef="#br0" timeOffset="-189720.6">688 9681 0,'0'0'0,"-13"-27"15,-1 14-15,1 0 0,0 13 16,0 13 15,66 146 0,-40-120-31,0-12 16,0-14-16,-13 14 0,0-14 16,13 13-16,1-13 0,-14 1 0,-14 12 31,14-39-15,0 0-16,0-146 31,0 133-16,0 12-15,14-52 32,-1 66-32,0 0 0,27 40 15,-27-14 1,0 1-16,27 39 31,-27-66-31,-13 13 0,13-13 0,-13 13 0,14-13 16,12-39 15,0-120 0,-26 119-31,-52-79 32,25 119-1,27 27-16</inkml:trace>
  <inkml:trace contextRef="#ctx0" brushRef="#br0" timeOffset="-189372.37">1071 9562 0,'0'0'0,"0"-14"31,14 14-16,-14-13-15,13 13 16,66-13 15,-39 0-31,-27 13 32,-39 0-1,26 39 16,13 1-32,-13-27-15,13 14 0,-13 13 16,53 158 0,-53-158-1,0-14-15,0-13 0</inkml:trace>
  <inkml:trace contextRef="#ctx0" brushRef="#br0" timeOffset="-189003.92">357 10263 0,'-26'13'0,"52"-26"0,-105 26 16,52 0-16,67-26 31,26 0-15,-13-1-16,0 14 0,211-66 15,-184 40 1,-1 13-16,0-14 0,1 14 0,-1-14 15,186-65 1,-212 65 0,66-39-1,-106 66-15,-40-13 32,14 13-17,-13 0-15</inkml:trace>
  <inkml:trace contextRef="#ctx0" brushRef="#br0" timeOffset="-188483.87">1309 9337 0,'0'-13'0,"0"26"0,27 0 46,12 80-14,-25-67-32,-14 1 15,26 330 17,-26-318-32,-13 14 0</inkml:trace>
  <inkml:trace contextRef="#ctx0" brushRef="#br0" timeOffset="-187745.75">13 9575 0,'-13'-13'0,"26"26"0</inkml:trace>
  <inkml:trace contextRef="#ctx0" brushRef="#br0" timeOffset="-187633.88">0 9575 0,'0'26'16,"0"-52"-16,119 343 31,-93-251-31,-12-13 0,12 13 0,-13-13 0,14 0 16,-1 0-16,40 146 16</inkml:trace>
  <inkml:trace contextRef="#ctx0" brushRef="#br0" timeOffset="-187201.9">132 9720 0,'-26'0'0,"52"0"0,-132-39 32,159-1-17,-39 27 1,-1-14-16,238-92 31,238-66-15,-422 172-1,237-66 1,-278 79 0,80 0-1,-93 0 1,14 0 15,-14 13 0</inkml:trace>
  <inkml:trace contextRef="#ctx0" brushRef="#br0" timeOffset="-186462.4">741 8689 0,'0'0'16,"-14"0"0,28 0-1,12 40 1,-26-27-1,13 0-15,27 80 16,-40-80 0,53 0-1,-40-13 1,106-145 0,-92 105-16,-1-13 15,186-211 1,-159 224-1,-1 0-15</inkml:trace>
  <inkml:trace contextRef="#ctx0" brushRef="#br0" timeOffset="-184448.65">4047 5951 0,'0'0'0,"13"0"15,146 0 17,158-26-1,-105 13-16,621-40 17,-66 13-1,-158 27 0,-332 0 0,-224 13 1,-39 0 30,39 0-31</inkml:trace>
  <inkml:trace contextRef="#ctx0" brushRef="#br0" timeOffset="-183172.95">10475 5978 0,'0'0'0,"39"0"62,-25 13-46,12-13-16,292 27 31,-239-14-15,357 0-1,-303-13 1,462 13 0,-437-13-1,557 13 1,-517-13 0,596 40-1,198 13 16,-662-40-15,-198-13-16,146 13 16,-225-13-1,26 0 1,-92 0 15,-40 0 0,40 0-15,0-13 0</inkml:trace>
  <inkml:trace contextRef="#ctx0" brushRef="#br0" timeOffset="-182815.69">15368 6018 0,'14'0'31,"52"13"1,-40-13-32,93 92 31,-119 67 0,-159-53-15</inkml:trace>
  <inkml:trace contextRef="#ctx0" brushRef="#br0" timeOffset="-177392.83">18357 10633 0,'14'0'31,"-1"-27"1,0 14-32,-13 0 0,13-40 47,-66 27-16,40 26-31,0 13 15,-53 93 17,66-93-32,0 13 15,0 1-15,0-14 0,0 13 16,13-12-16,0-1 16,40-13 15,-40-13-31,40-40 31,-40-53 0,-13 80 1,0 92-1,40 26 0,-40-79-31,40 14 31,-1-40 1,1-67-1,-27 54-31,1-1 0,-14 1 15,13-40 17,-13 92-1,0 67-15,0-67-1,13 40 1,27-52 15,26-67 0,-66 26-15,26-52 0,-26 53-1,0-27 1,-13 92 31,26 54-16,27-40 0,-27-40-31,40-13 16,-40-13-1,40-67 1,-40 54 0,27-119-1,-40 105-15,0-66 32,0 93-17,-13 13-15,13 79 16,0 106 15,0-145-15,26 66-1,-26-93 1,14 13 0</inkml:trace>
  <inkml:trace contextRef="#ctx0" brushRef="#br0" timeOffset="-176892.12">19005 10673 0,'0'0'15,"-13"-14"-15,13 1 0,0 0 16,-13-14-16,26 1 31,53-14 1,-53 27-17,67-40 1,-27-26 15,-53 66-31,0-27 31,0 93 1,0-27-17,-13 93 1,13-92-1,0 65 1,0-78 0,13-1-1,13-26 17,-13-14-17,54-39 1,-54 66-1,40 0 1,-40 13 0,0 0-16,14 40 15,12 13 17</inkml:trace>
  <inkml:trace contextRef="#ctx0" brushRef="#br0" timeOffset="-176720.03">19640 10646 0,'0'13'15</inkml:trace>
  <inkml:trace contextRef="#ctx0" brushRef="#br0" timeOffset="-171049.72">19878 9839 0,'0'14'0,"0"-28"0,0 1 32,0 26 15,27 93-16,-14-79-31,66 277 31,54 159 0,-94-344-31,14 0 16,132 304 0,-105-278-16,-1 1 15,14 13-15,489 687 31,132 93 1,132-27-1,120-131 0,65-239 0,-819-463-31,-27-13 0,0 0 16,595 186 15,-660-226-31,250 67 32,-185-54-1,-172-39-31,14 0 31,-80 0 0,26 14 1,14-14 46,-40-66-63</inkml:trace>
  <inkml:trace contextRef="#ctx0" brushRef="#br0" timeOffset="-170490.14">26174 15830 0,'0'0'15,"-27"-13"-15,-12 13 32,65 26-1,-13-12-31,27 39 31,39 66 0,-39-93-31,145 133 16,-132-106 0,251 185 15,-66-80-16,-211-144 1,-1 12 0,-26-13-1,-106-13 1,67 0 0,-146 13-1,132 1 1,-159 12-1,146-13 1,13 1-16,-106-1 16,106 0-16,-52 0 31,91-13-15,14-13-1,14 0 1</inkml:trace>
  <inkml:trace contextRef="#ctx0" brushRef="#br0" timeOffset="-168384.07">19680 9747 0,'0'-13'47,"13"13"-32,53-53 1,0 40 0,120-1-1,-107 14 1,13 14-16,662 157 31,-621-118-15,-1 0-16,265 146 15,-106-41 1,-146-65-16,14-1 16,462 318-1,-462-291 1,489 384-1,-489-371-15,436 397 32,-330-264-17,78 118 1,-157-145 0,105 212-1,-40 26 16,-212-397-15,81 173 0,-107-213-16,40 67 31,-40-93-15,-13 0-1,0-52 16,0 26-31,0-1 16,-13-39 0,13-66 15,53 40 0</inkml:trace>
  <inkml:trace contextRef="#ctx0" brushRef="#br0" timeOffset="-167915.75">26081 14005 0,'0'0'0,"13"-53"16,-13 40-16,0 0 0,0 0 15,0-1 17,0 28-1,14 25 0,-14-25-15,26 38-1,14 94 17,-1 79-1,-39-172-31,14 92 31,-14-118-31,0-1 16,0 27-1,-93-53 17,67 0-17,-14 0-15,-66-13 16,-92-14 15,52 1 0,107 13-31</inkml:trace>
  <inkml:trace contextRef="#ctx0" brushRef="#br0" timeOffset="-166832.68">19865 9866 0,'0'-79'32,"0"158"-32,106-330 31,-66 224-31,12 1 16,319-80 15,-265 79-31,423-39 31,-371 53-31,728-27 31,172 40 1,27 40-1,-146 53 0,-794-67-31,411 93 31,-292-26 1,-171-54-1,-66-25 0,-14-1 0,0-13 1,-13-13 14,0-1-30</inkml:trace>
  <inkml:trace contextRef="#ctx0" brushRef="#br0" timeOffset="-166323.4">26306 9535 0,'0'0'0,"0"-13"0,-13 0 16,13 0-16,-13-14 16,13 14-16,-14 13 15,14-13-15,-13 13 32,40 39-1,39 54 0,39 26 0,-91-106-31,12 67 32,-79 39-1,27-106-31,-133 106 31,27-53 0,92-26 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07-28T14:23:08.65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64 18 24575,'0'-1'0,"0"1"0,0 0 0,0-1 0,0 1 0,0-1 0,0 1 0,1-1 0,-1 1 0,0-1 0,0 1 0,0-1 0,0 1 0,1 0 0,-1-1 0,0 1 0,0-1 0,1 1 0,-1 0 0,0-1 0,1 1 0,-1 0 0,0-1 0,1 1 0,0 0 0,-1 0 0,0 0 0,0 0 0,0 0 0,1 0 0,-1 0 0,0 0 0,0 0 0,1 0 0,-1 0 0,0 0 0,0 0 0,0 0 0,1 0 0,-1 0 0,0 0 0,0 0 0,0 1 0,1-1 0,-1 0 0,0 0 0,0 0 0,0 0 0,1 0 0,-1 1 0,0-1 0,0 0 0,0 0 0,0 0 0,0 1 0,0-1 0,0 0 0,0 0 0,1 1 0,-1-1 0,0 0 0,0 0 0,0 0 0,0 1 0,0-1 0,0 0 0,0 0 0,0 1 0,0-1 0,0 0 0,-1 0 0,1 1 0,1 0 0,-1 1 0,0 0 0,0-1 0,1 1 0,-1 0 0,-1 0 0,1-1 0,0 1 0,0 0 0,-1-1 0,1 1 0,0-1 0,-1 1 0,0 0 0,1-1 0,-1 1 0,0-1 0,0 1 0,0-1 0,0 0 0,0 1 0,0-1 0,0 0 0,0 0 0,-1 0 0,1 0 0,0 0 0,-1 0 0,1 0 0,-1 0 0,1 0 0,-1-1 0,0 1 0,1-1 0,-1 1 0,1-1 0,-1 1 0,-2-1 0,-2-2 0,13-2 0,15-3 0,21 9 0,-42-2 0,0 0 0,0 1 0,0-1 0,0 0 0,0 0 0,0 1 0,0-1 0,-1 1 0,1-1 0,0 1 0,0-1 0,0 1 0,-1-1 0,1 1 0,0 0 0,1 1 0,-2-2 0,0 1 0,0 0 0,0-1 0,0 1 0,0 0 0,0-1 0,-1 1 0,1 0 0,0-1 0,0 1 0,0 0 0,-1-1 0,1 1 0,0-1 0,-1 1 0,1-1 0,0 1 0,-1 0 0,1-1 0,-1 1 0,1-1 0,-1 0 0,1 1 0,-1-1 0,1 1 0,-1-1 0,0 0 0,0 1 0,-1 0 0,0 0 0,0 0 0,0 0 0,0 0 0,-1 0 0,1-1 0,0 1 0,0-1 0,-1 1 0,1-1 0,0 0 0,0 0 0,-1 0 0,1 0 0,0 0 0,-1-1 0,1 1 0,-4-2 0,5 2 0,0 0 0,0-1 0,0 1 0,1-1 0,-1 1 0,0 0 0,0-1 0,1 0 0,-1 1 0,0-1 0,1 1 0,-1-1 0,0 0 0,1 1 0,-1-1 0,1 0 0,-1 0 0,1 1 0,-1-1 0,1 0 0,0 0 0,-1 0 0,1 0 0,0 1 0,0-1 0,0 0 0,-1 0 0,1 0 0,0 0 0,0 0 0,0 0 0,1 0 0,-1 0 0,0 1 0,0-1 0,0 0 0,1 0 0,-1 0 0,0 0 0,1 0 0,-1 1 0,1-1 0,-1 0 0,1 0 0,-1 1 0,1-1 0,-1 0 0,1 1 0,1-2 0,-1 1 0,0-1 0,0 1 0,0 0 0,1-1 0,-1 1 0,0 0 0,1 0 0,-1 0 0,1 0 0,0 0 0,-1 0 0,1 0 0,0 1 0,0-1 0,-1 0 0,1 1 0,0 0 0,0-1 0,0 1 0,0 0 0,-1 0 0,1 0 0,0 0 0,0 0 0,0 0 0,0 1 0,-1-1 0,4 1 0,-5 0 0,1-1 0,0 0 0,-1 1 0,1-1 0,0 1 0,-1-1 0,1 1 0,0-1 0,-1 1 0,1-1 0,-1 1 0,1 0 0,-1-1 0,0 1 0,1 0 0,-1-1 0,1 1 0,-1 0 0,0 0 0,0-1 0,0 1 0,1 0 0,-1 0 0,0 1 0,0-1 0,-1 1 0,1 0 0,0-1 0,-1 1 0,0 0 0,1-1 0,-1 1 0,0-1 0,0 1 0,0-1 0,0 1 0,0-1 0,0 0 0,0 1 0,0-1 0,-2 2 0,-1-1 0,1 0 0,0 0 0,-1 0 0,1 0 0,-1 0 0,0-1 0,0 1 0,1-1 0,-1 0 0,0-1 0,0 1 0,0 0 0,0-1 0,0 0 0,0 0 0,0 0 0,0-1 0,-4 0 0,6 1 0,1-1 0,-1 1 0,1-1 0,-1 1 0,1-1 0,-1 1 0,1-1 0,0 0 0,-1 0 0,1 0 0,0 0 0,-1 0 0,1 0 0,0 0 0,0 0 0,0 0 0,0-1 0,-1-1 0,1 1 0,1 0 0,-1 0 0,1 0 0,0 1 0,0-1 0,-1 0 0,1 0 0,1 0 0,-1 0 0,0 1 0,0-1 0,1 0 0,-1 0 0,1 1 0,-1-1 0,1 0 0,0 0 0,0 1 0,0-1 0,1-1 0,0 0-68,-1 1 0,1 0-1,0-1 1,0 1 0,-1 0 0,1 0-1,1 0 1,-1 1 0,0-1 0,0 1-1,1-1 1,-1 1 0,0-1 0,1 1-1,0 0 1,-1 0 0,1 1-1,0-1 1,3 0 0,10 1-6758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AB488F7-1FAC-40D2-BB7E-BA3CE28D8950}" type="datetimeFigureOut">
              <a:rPr lang="en-US" smtClean="0"/>
              <a:pPr/>
              <a:t>7/27/2026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A2D21D1-52E2-420B-B491-CFF6D7BB79F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94786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0949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1898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2848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3797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04746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B8D726-D0BC-B240-A677-46F99704B744}" type="slidenum">
              <a:rPr lang="en-US" smtClean="0"/>
              <a:pPr/>
              <a:t>14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3" name="Group 522">
            <a:extLst>
              <a:ext uri="{FF2B5EF4-FFF2-40B4-BE49-F238E27FC236}">
                <a16:creationId xmlns:a16="http://schemas.microsoft.com/office/drawing/2014/main" id="{2DB38A0F-0598-4BC1-A4B5-6E4C7D1AE1FD}"/>
              </a:ext>
            </a:extLst>
          </p:cNvPr>
          <p:cNvGrpSpPr/>
          <p:nvPr userDrawn="1"/>
        </p:nvGrpSpPr>
        <p:grpSpPr>
          <a:xfrm>
            <a:off x="354110" y="326571"/>
            <a:ext cx="11480605" cy="6204858"/>
            <a:chOff x="354110" y="326571"/>
            <a:chExt cx="11480605" cy="6204858"/>
          </a:xfrm>
          <a:solidFill>
            <a:schemeClr val="accent1">
              <a:lumMod val="90000"/>
              <a:lumOff val="10000"/>
            </a:schemeClr>
          </a:solidFill>
        </p:grpSpPr>
        <p:sp>
          <p:nvSpPr>
            <p:cNvPr id="524" name="Rectangle 5">
              <a:extLst>
                <a:ext uri="{FF2B5EF4-FFF2-40B4-BE49-F238E27FC236}">
                  <a16:creationId xmlns:a16="http://schemas.microsoft.com/office/drawing/2014/main" id="{D0391FF9-0338-4933-99EA-0BC7224F463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326571"/>
              <a:ext cx="109992" cy="109990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25" name="Rectangle 6">
              <a:extLst>
                <a:ext uri="{FF2B5EF4-FFF2-40B4-BE49-F238E27FC236}">
                  <a16:creationId xmlns:a16="http://schemas.microsoft.com/office/drawing/2014/main" id="{68848005-FF97-4886-AB70-BEAC78E6AF0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2" y="326571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26" name="Rectangle 7">
              <a:extLst>
                <a:ext uri="{FF2B5EF4-FFF2-40B4-BE49-F238E27FC236}">
                  <a16:creationId xmlns:a16="http://schemas.microsoft.com/office/drawing/2014/main" id="{A371799C-C91D-4388-B84A-3FB8314160B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5" y="326571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27" name="Rectangle 8">
              <a:extLst>
                <a:ext uri="{FF2B5EF4-FFF2-40B4-BE49-F238E27FC236}">
                  <a16:creationId xmlns:a16="http://schemas.microsoft.com/office/drawing/2014/main" id="{C722B8FD-8C0E-4B48-8849-E0D3A2C9EC7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326571"/>
              <a:ext cx="108822" cy="109990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28" name="Rectangle 9">
              <a:extLst>
                <a:ext uri="{FF2B5EF4-FFF2-40B4-BE49-F238E27FC236}">
                  <a16:creationId xmlns:a16="http://schemas.microsoft.com/office/drawing/2014/main" id="{F690EF81-637B-45E9-B2E4-F6466D3CEA0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326571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29" name="Rectangle 10">
              <a:extLst>
                <a:ext uri="{FF2B5EF4-FFF2-40B4-BE49-F238E27FC236}">
                  <a16:creationId xmlns:a16="http://schemas.microsoft.com/office/drawing/2014/main" id="{93D434AE-D8E1-4B73-97E9-104904735F9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4" y="326571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30" name="Rectangle 11">
              <a:extLst>
                <a:ext uri="{FF2B5EF4-FFF2-40B4-BE49-F238E27FC236}">
                  <a16:creationId xmlns:a16="http://schemas.microsoft.com/office/drawing/2014/main" id="{38DB79DD-18E2-4E0B-8C6B-B3170D9E63C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7" y="326571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31" name="Rectangle 12">
              <a:extLst>
                <a:ext uri="{FF2B5EF4-FFF2-40B4-BE49-F238E27FC236}">
                  <a16:creationId xmlns:a16="http://schemas.microsoft.com/office/drawing/2014/main" id="{AA24A7B5-1047-4ED2-8394-1F64840CDD0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38630" y="326571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32" name="Rectangle 13">
              <a:extLst>
                <a:ext uri="{FF2B5EF4-FFF2-40B4-BE49-F238E27FC236}">
                  <a16:creationId xmlns:a16="http://schemas.microsoft.com/office/drawing/2014/main" id="{1BF3D7A2-914A-406C-85FE-78F492E205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92893" y="326571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33" name="Rectangle 14">
              <a:extLst>
                <a:ext uri="{FF2B5EF4-FFF2-40B4-BE49-F238E27FC236}">
                  <a16:creationId xmlns:a16="http://schemas.microsoft.com/office/drawing/2014/main" id="{EFE4A65D-7D8E-481F-9FD2-EC0C8574248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48326" y="326571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34" name="Rectangle 15">
              <a:extLst>
                <a:ext uri="{FF2B5EF4-FFF2-40B4-BE49-F238E27FC236}">
                  <a16:creationId xmlns:a16="http://schemas.microsoft.com/office/drawing/2014/main" id="{6D829585-3C10-4E29-9D87-5A5437E00BC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02589" y="326571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35" name="Rectangle 16">
              <a:extLst>
                <a:ext uri="{FF2B5EF4-FFF2-40B4-BE49-F238E27FC236}">
                  <a16:creationId xmlns:a16="http://schemas.microsoft.com/office/drawing/2014/main" id="{2B70A9B8-A62A-4C92-8175-AAC487F5F93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58022" y="326571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36" name="Rectangle 17">
              <a:extLst>
                <a:ext uri="{FF2B5EF4-FFF2-40B4-BE49-F238E27FC236}">
                  <a16:creationId xmlns:a16="http://schemas.microsoft.com/office/drawing/2014/main" id="{62925939-9955-4AB6-8B7B-2F98C58A94B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12285" y="326571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37" name="Rectangle 18">
              <a:extLst>
                <a:ext uri="{FF2B5EF4-FFF2-40B4-BE49-F238E27FC236}">
                  <a16:creationId xmlns:a16="http://schemas.microsoft.com/office/drawing/2014/main" id="{658B8514-8D6B-4F5F-AE70-55B9F4C5056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67717" y="326571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38" name="Rectangle 19">
              <a:extLst>
                <a:ext uri="{FF2B5EF4-FFF2-40B4-BE49-F238E27FC236}">
                  <a16:creationId xmlns:a16="http://schemas.microsoft.com/office/drawing/2014/main" id="{D6780382-758A-41C1-83C0-EB51E004EF9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21980" y="326571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39" name="Rectangle 20">
              <a:extLst>
                <a:ext uri="{FF2B5EF4-FFF2-40B4-BE49-F238E27FC236}">
                  <a16:creationId xmlns:a16="http://schemas.microsoft.com/office/drawing/2014/main" id="{9357623D-6D19-46DA-B792-E1A2F32F8F0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77414" y="326571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40" name="Rectangle 21">
              <a:extLst>
                <a:ext uri="{FF2B5EF4-FFF2-40B4-BE49-F238E27FC236}">
                  <a16:creationId xmlns:a16="http://schemas.microsoft.com/office/drawing/2014/main" id="{2F00DFB8-11D0-4DF8-A3AD-197C3F3071B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631676" y="326571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41" name="Rectangle 22">
              <a:extLst>
                <a:ext uri="{FF2B5EF4-FFF2-40B4-BE49-F238E27FC236}">
                  <a16:creationId xmlns:a16="http://schemas.microsoft.com/office/drawing/2014/main" id="{57F57754-D964-4CFA-BC83-9AFD46DA56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87109" y="326571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42" name="Rectangle 23">
              <a:extLst>
                <a:ext uri="{FF2B5EF4-FFF2-40B4-BE49-F238E27FC236}">
                  <a16:creationId xmlns:a16="http://schemas.microsoft.com/office/drawing/2014/main" id="{CAC9FBA4-D9FC-44DC-9CBC-4AA56F87E83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41372" y="326571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43" name="Rectangle 24">
              <a:extLst>
                <a:ext uri="{FF2B5EF4-FFF2-40B4-BE49-F238E27FC236}">
                  <a16:creationId xmlns:a16="http://schemas.microsoft.com/office/drawing/2014/main" id="{6B5BF42C-E1FB-4B04-8861-8F6834EC8B7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326571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44" name="Rectangle 25">
              <a:extLst>
                <a:ext uri="{FF2B5EF4-FFF2-40B4-BE49-F238E27FC236}">
                  <a16:creationId xmlns:a16="http://schemas.microsoft.com/office/drawing/2014/main" id="{BECAB5D5-0B99-4F52-BDEC-9DEE44451EC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326571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45" name="Rectangle 26">
              <a:extLst>
                <a:ext uri="{FF2B5EF4-FFF2-40B4-BE49-F238E27FC236}">
                  <a16:creationId xmlns:a16="http://schemas.microsoft.com/office/drawing/2014/main" id="{7F2A058E-DD90-4B9A-BCA3-AAB1E8805F6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1" y="326571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46" name="Rectangle 27">
              <a:extLst>
                <a:ext uri="{FF2B5EF4-FFF2-40B4-BE49-F238E27FC236}">
                  <a16:creationId xmlns:a16="http://schemas.microsoft.com/office/drawing/2014/main" id="{5A511A58-4543-4023-AD40-17185DD316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3" y="326571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47" name="Rectangle 28">
              <a:extLst>
                <a:ext uri="{FF2B5EF4-FFF2-40B4-BE49-F238E27FC236}">
                  <a16:creationId xmlns:a16="http://schemas.microsoft.com/office/drawing/2014/main" id="{4FB2F5FA-9E29-4BF4-A565-01F56235192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326571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48" name="Rectangle 29">
              <a:extLst>
                <a:ext uri="{FF2B5EF4-FFF2-40B4-BE49-F238E27FC236}">
                  <a16:creationId xmlns:a16="http://schemas.microsoft.com/office/drawing/2014/main" id="{79033138-2B37-4A7A-BB10-95ED1BC4CE8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326571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49" name="Rectangle 30">
              <a:extLst>
                <a:ext uri="{FF2B5EF4-FFF2-40B4-BE49-F238E27FC236}">
                  <a16:creationId xmlns:a16="http://schemas.microsoft.com/office/drawing/2014/main" id="{79753DF4-5F75-4419-909E-7C6C912431E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2" y="326571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50" name="Rectangle 32">
              <a:extLst>
                <a:ext uri="{FF2B5EF4-FFF2-40B4-BE49-F238E27FC236}">
                  <a16:creationId xmlns:a16="http://schemas.microsoft.com/office/drawing/2014/main" id="{855DF40C-B6BB-4565-917B-0D68E9A9956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834963"/>
              <a:ext cx="109992" cy="108822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51" name="Rectangle 33">
              <a:extLst>
                <a:ext uri="{FF2B5EF4-FFF2-40B4-BE49-F238E27FC236}">
                  <a16:creationId xmlns:a16="http://schemas.microsoft.com/office/drawing/2014/main" id="{4A966D73-83CF-49BC-B17D-814D08E7082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2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52" name="Rectangle 34">
              <a:extLst>
                <a:ext uri="{FF2B5EF4-FFF2-40B4-BE49-F238E27FC236}">
                  <a16:creationId xmlns:a16="http://schemas.microsoft.com/office/drawing/2014/main" id="{C4D3FEF6-5168-4033-87C1-4DE8C0B10D4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5" y="834963"/>
              <a:ext cx="109992" cy="108822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53" name="Rectangle 35">
              <a:extLst>
                <a:ext uri="{FF2B5EF4-FFF2-40B4-BE49-F238E27FC236}">
                  <a16:creationId xmlns:a16="http://schemas.microsoft.com/office/drawing/2014/main" id="{8196550C-9075-450D-8381-757B57ACFE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54" name="Rectangle 36">
              <a:extLst>
                <a:ext uri="{FF2B5EF4-FFF2-40B4-BE49-F238E27FC236}">
                  <a16:creationId xmlns:a16="http://schemas.microsoft.com/office/drawing/2014/main" id="{9DDF2589-A917-47E1-86F2-E9E9D031133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834963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55" name="Rectangle 37">
              <a:extLst>
                <a:ext uri="{FF2B5EF4-FFF2-40B4-BE49-F238E27FC236}">
                  <a16:creationId xmlns:a16="http://schemas.microsoft.com/office/drawing/2014/main" id="{19AA832E-82CD-495F-9759-311D5CF3C62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4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56" name="Rectangle 38">
              <a:extLst>
                <a:ext uri="{FF2B5EF4-FFF2-40B4-BE49-F238E27FC236}">
                  <a16:creationId xmlns:a16="http://schemas.microsoft.com/office/drawing/2014/main" id="{E321B9D6-F4D4-4E72-B642-4A20A028DE6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7" y="834963"/>
              <a:ext cx="109992" cy="108822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57" name="Rectangle 39">
              <a:extLst>
                <a:ext uri="{FF2B5EF4-FFF2-40B4-BE49-F238E27FC236}">
                  <a16:creationId xmlns:a16="http://schemas.microsoft.com/office/drawing/2014/main" id="{67D8E47E-A97F-495B-9D93-E77F5D99182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38630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58" name="Rectangle 40">
              <a:extLst>
                <a:ext uri="{FF2B5EF4-FFF2-40B4-BE49-F238E27FC236}">
                  <a16:creationId xmlns:a16="http://schemas.microsoft.com/office/drawing/2014/main" id="{A3102978-9FB6-414A-87A2-7447231B782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92893" y="834963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59" name="Rectangle 41">
              <a:extLst>
                <a:ext uri="{FF2B5EF4-FFF2-40B4-BE49-F238E27FC236}">
                  <a16:creationId xmlns:a16="http://schemas.microsoft.com/office/drawing/2014/main" id="{52AB6645-416B-4B1A-BDD5-25D20B3DDFF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48326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60" name="Rectangle 42">
              <a:extLst>
                <a:ext uri="{FF2B5EF4-FFF2-40B4-BE49-F238E27FC236}">
                  <a16:creationId xmlns:a16="http://schemas.microsoft.com/office/drawing/2014/main" id="{6FC3BBB2-F5AD-4180-9804-3EA9F90C269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02589" y="834963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61" name="Rectangle 43">
              <a:extLst>
                <a:ext uri="{FF2B5EF4-FFF2-40B4-BE49-F238E27FC236}">
                  <a16:creationId xmlns:a16="http://schemas.microsoft.com/office/drawing/2014/main" id="{422DB3ED-2BEF-4ED1-BC1B-08CB86C00F9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58022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62" name="Rectangle 44">
              <a:extLst>
                <a:ext uri="{FF2B5EF4-FFF2-40B4-BE49-F238E27FC236}">
                  <a16:creationId xmlns:a16="http://schemas.microsoft.com/office/drawing/2014/main" id="{98D97055-E2FD-4FF0-90DB-E94B1920C4D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12285" y="834963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63" name="Rectangle 45">
              <a:extLst>
                <a:ext uri="{FF2B5EF4-FFF2-40B4-BE49-F238E27FC236}">
                  <a16:creationId xmlns:a16="http://schemas.microsoft.com/office/drawing/2014/main" id="{DE4F8DEE-2AD7-48B0-86FE-2FB6CF6E0CC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67717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64" name="Rectangle 46">
              <a:extLst>
                <a:ext uri="{FF2B5EF4-FFF2-40B4-BE49-F238E27FC236}">
                  <a16:creationId xmlns:a16="http://schemas.microsoft.com/office/drawing/2014/main" id="{ABD952AD-A59A-4124-AAA4-9E35E9D1DAA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21980" y="834963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65" name="Rectangle 47">
              <a:extLst>
                <a:ext uri="{FF2B5EF4-FFF2-40B4-BE49-F238E27FC236}">
                  <a16:creationId xmlns:a16="http://schemas.microsoft.com/office/drawing/2014/main" id="{09F53A53-235E-4905-B7A1-4C248753147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77414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66" name="Rectangle 48">
              <a:extLst>
                <a:ext uri="{FF2B5EF4-FFF2-40B4-BE49-F238E27FC236}">
                  <a16:creationId xmlns:a16="http://schemas.microsoft.com/office/drawing/2014/main" id="{E7B8F62B-F26F-4F16-83DE-DE88E2AC27D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631676" y="834963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67" name="Rectangle 49">
              <a:extLst>
                <a:ext uri="{FF2B5EF4-FFF2-40B4-BE49-F238E27FC236}">
                  <a16:creationId xmlns:a16="http://schemas.microsoft.com/office/drawing/2014/main" id="{5A3F2E03-9197-4D87-AEBD-53681C71A0C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87109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68" name="Rectangle 50">
              <a:extLst>
                <a:ext uri="{FF2B5EF4-FFF2-40B4-BE49-F238E27FC236}">
                  <a16:creationId xmlns:a16="http://schemas.microsoft.com/office/drawing/2014/main" id="{AC48136C-038A-4E15-A432-82CDA3580ED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41372" y="834963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69" name="Rectangle 51">
              <a:extLst>
                <a:ext uri="{FF2B5EF4-FFF2-40B4-BE49-F238E27FC236}">
                  <a16:creationId xmlns:a16="http://schemas.microsoft.com/office/drawing/2014/main" id="{A03DB8D5-6A83-4A84-AB18-2030609589D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70" name="Rectangle 52">
              <a:extLst>
                <a:ext uri="{FF2B5EF4-FFF2-40B4-BE49-F238E27FC236}">
                  <a16:creationId xmlns:a16="http://schemas.microsoft.com/office/drawing/2014/main" id="{CB4B691A-151E-4AA1-86FD-1DF590C8AD2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834963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71" name="Rectangle 53">
              <a:extLst>
                <a:ext uri="{FF2B5EF4-FFF2-40B4-BE49-F238E27FC236}">
                  <a16:creationId xmlns:a16="http://schemas.microsoft.com/office/drawing/2014/main" id="{8DE17CF6-249D-4F7B-83E2-FD452FE7770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1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72" name="Rectangle 54">
              <a:extLst>
                <a:ext uri="{FF2B5EF4-FFF2-40B4-BE49-F238E27FC236}">
                  <a16:creationId xmlns:a16="http://schemas.microsoft.com/office/drawing/2014/main" id="{8AFBC693-95B4-46BF-8458-36EE0C80554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3" y="834963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73" name="Rectangle 55">
              <a:extLst>
                <a:ext uri="{FF2B5EF4-FFF2-40B4-BE49-F238E27FC236}">
                  <a16:creationId xmlns:a16="http://schemas.microsoft.com/office/drawing/2014/main" id="{1B7936E4-C86A-4ECF-9DAA-DD45C61C9B4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74" name="Rectangle 56">
              <a:extLst>
                <a:ext uri="{FF2B5EF4-FFF2-40B4-BE49-F238E27FC236}">
                  <a16:creationId xmlns:a16="http://schemas.microsoft.com/office/drawing/2014/main" id="{07B705CC-7C23-4703-BFCD-DEBFDF5A7E5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834963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75" name="Rectangle 57">
              <a:extLst>
                <a:ext uri="{FF2B5EF4-FFF2-40B4-BE49-F238E27FC236}">
                  <a16:creationId xmlns:a16="http://schemas.microsoft.com/office/drawing/2014/main" id="{021EAEDF-4795-47A7-9CDF-29BDE7EB464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2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76" name="Rectangle 59">
              <a:extLst>
                <a:ext uri="{FF2B5EF4-FFF2-40B4-BE49-F238E27FC236}">
                  <a16:creationId xmlns:a16="http://schemas.microsoft.com/office/drawing/2014/main" id="{C8E25685-5F7D-4F4C-ABCD-4A625A28DA8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1342187"/>
              <a:ext cx="109992" cy="109990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77" name="Rectangle 60">
              <a:extLst>
                <a:ext uri="{FF2B5EF4-FFF2-40B4-BE49-F238E27FC236}">
                  <a16:creationId xmlns:a16="http://schemas.microsoft.com/office/drawing/2014/main" id="{F86C1915-F185-4F6E-BC9A-70ED6873320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2" y="1342187"/>
              <a:ext cx="108822" cy="109990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78" name="Rectangle 61">
              <a:extLst>
                <a:ext uri="{FF2B5EF4-FFF2-40B4-BE49-F238E27FC236}">
                  <a16:creationId xmlns:a16="http://schemas.microsoft.com/office/drawing/2014/main" id="{0A676732-8A69-4B25-9573-F6F90E1CBE8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5" y="13421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79" name="Rectangle 62">
              <a:extLst>
                <a:ext uri="{FF2B5EF4-FFF2-40B4-BE49-F238E27FC236}">
                  <a16:creationId xmlns:a16="http://schemas.microsoft.com/office/drawing/2014/main" id="{D4F1F03D-E1AA-4194-B592-BA6FFEF4B89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1342187"/>
              <a:ext cx="108822" cy="109990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80" name="Rectangle 63">
              <a:extLst>
                <a:ext uri="{FF2B5EF4-FFF2-40B4-BE49-F238E27FC236}">
                  <a16:creationId xmlns:a16="http://schemas.microsoft.com/office/drawing/2014/main" id="{3E19A2DA-16F0-4B64-9855-639F78BF95B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13421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81" name="Rectangle 64">
              <a:extLst>
                <a:ext uri="{FF2B5EF4-FFF2-40B4-BE49-F238E27FC236}">
                  <a16:creationId xmlns:a16="http://schemas.microsoft.com/office/drawing/2014/main" id="{21AA4D67-978D-46FA-9138-C5EF347A093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4" y="13421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82" name="Rectangle 65">
              <a:extLst>
                <a:ext uri="{FF2B5EF4-FFF2-40B4-BE49-F238E27FC236}">
                  <a16:creationId xmlns:a16="http://schemas.microsoft.com/office/drawing/2014/main" id="{DF7FABC9-0AE5-498D-9DCD-2D0A69DD494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7" y="13421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83" name="Rectangle 66">
              <a:extLst>
                <a:ext uri="{FF2B5EF4-FFF2-40B4-BE49-F238E27FC236}">
                  <a16:creationId xmlns:a16="http://schemas.microsoft.com/office/drawing/2014/main" id="{3B4259AB-BB5C-471B-8BFD-2464967E06E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38630" y="13421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84" name="Rectangle 67">
              <a:extLst>
                <a:ext uri="{FF2B5EF4-FFF2-40B4-BE49-F238E27FC236}">
                  <a16:creationId xmlns:a16="http://schemas.microsoft.com/office/drawing/2014/main" id="{4A71AFC4-8245-4F87-8986-BFA7163794A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92893" y="13421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85" name="Rectangle 68">
              <a:extLst>
                <a:ext uri="{FF2B5EF4-FFF2-40B4-BE49-F238E27FC236}">
                  <a16:creationId xmlns:a16="http://schemas.microsoft.com/office/drawing/2014/main" id="{AA4DB81E-6CDA-4C15-A84C-6764CA845A6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48326" y="13421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86" name="Rectangle 69">
              <a:extLst>
                <a:ext uri="{FF2B5EF4-FFF2-40B4-BE49-F238E27FC236}">
                  <a16:creationId xmlns:a16="http://schemas.microsoft.com/office/drawing/2014/main" id="{E6B3071E-6076-4B7A-83B7-92D6A165342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02589" y="13421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87" name="Rectangle 70">
              <a:extLst>
                <a:ext uri="{FF2B5EF4-FFF2-40B4-BE49-F238E27FC236}">
                  <a16:creationId xmlns:a16="http://schemas.microsoft.com/office/drawing/2014/main" id="{E8543DB1-652E-4988-9780-2A2133D41D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58022" y="13421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88" name="Rectangle 71">
              <a:extLst>
                <a:ext uri="{FF2B5EF4-FFF2-40B4-BE49-F238E27FC236}">
                  <a16:creationId xmlns:a16="http://schemas.microsoft.com/office/drawing/2014/main" id="{42F0AA6A-4C74-462E-8B1B-F39A0F70FF7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12285" y="13421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89" name="Rectangle 72">
              <a:extLst>
                <a:ext uri="{FF2B5EF4-FFF2-40B4-BE49-F238E27FC236}">
                  <a16:creationId xmlns:a16="http://schemas.microsoft.com/office/drawing/2014/main" id="{B33C0D7F-04E1-4844-B90C-3FBE5EEF3A4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67717" y="13421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90" name="Rectangle 73">
              <a:extLst>
                <a:ext uri="{FF2B5EF4-FFF2-40B4-BE49-F238E27FC236}">
                  <a16:creationId xmlns:a16="http://schemas.microsoft.com/office/drawing/2014/main" id="{F49B085D-B4DD-458A-826A-3DA24029B88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21980" y="13421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91" name="Rectangle 74">
              <a:extLst>
                <a:ext uri="{FF2B5EF4-FFF2-40B4-BE49-F238E27FC236}">
                  <a16:creationId xmlns:a16="http://schemas.microsoft.com/office/drawing/2014/main" id="{A32F9E5F-5111-453D-A333-FB4E1A18673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77414" y="13421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92" name="Rectangle 75">
              <a:extLst>
                <a:ext uri="{FF2B5EF4-FFF2-40B4-BE49-F238E27FC236}">
                  <a16:creationId xmlns:a16="http://schemas.microsoft.com/office/drawing/2014/main" id="{47E4D8BD-DEA3-4D27-98E4-F4E7016173D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631676" y="13421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93" name="Rectangle 76">
              <a:extLst>
                <a:ext uri="{FF2B5EF4-FFF2-40B4-BE49-F238E27FC236}">
                  <a16:creationId xmlns:a16="http://schemas.microsoft.com/office/drawing/2014/main" id="{BBF03BDD-5E4F-4125-8BBA-793FC2C135B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87109" y="13421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94" name="Rectangle 77">
              <a:extLst>
                <a:ext uri="{FF2B5EF4-FFF2-40B4-BE49-F238E27FC236}">
                  <a16:creationId xmlns:a16="http://schemas.microsoft.com/office/drawing/2014/main" id="{F3B4C098-EB45-4815-8269-996D7522ECC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41372" y="13421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95" name="Rectangle 78">
              <a:extLst>
                <a:ext uri="{FF2B5EF4-FFF2-40B4-BE49-F238E27FC236}">
                  <a16:creationId xmlns:a16="http://schemas.microsoft.com/office/drawing/2014/main" id="{B59927F3-4B4B-42A6-8B08-08A49631DE9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13421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96" name="Rectangle 79">
              <a:extLst>
                <a:ext uri="{FF2B5EF4-FFF2-40B4-BE49-F238E27FC236}">
                  <a16:creationId xmlns:a16="http://schemas.microsoft.com/office/drawing/2014/main" id="{A3EF2292-28DC-48A4-AF27-649B5C4586D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13421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97" name="Rectangle 80">
              <a:extLst>
                <a:ext uri="{FF2B5EF4-FFF2-40B4-BE49-F238E27FC236}">
                  <a16:creationId xmlns:a16="http://schemas.microsoft.com/office/drawing/2014/main" id="{248C3F59-9E32-45A2-A3CC-2CB702255A3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1" y="13421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98" name="Rectangle 81">
              <a:extLst>
                <a:ext uri="{FF2B5EF4-FFF2-40B4-BE49-F238E27FC236}">
                  <a16:creationId xmlns:a16="http://schemas.microsoft.com/office/drawing/2014/main" id="{8E4ACB8A-43E4-4093-AE56-AA241704B0B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3" y="13421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99" name="Rectangle 82">
              <a:extLst>
                <a:ext uri="{FF2B5EF4-FFF2-40B4-BE49-F238E27FC236}">
                  <a16:creationId xmlns:a16="http://schemas.microsoft.com/office/drawing/2014/main" id="{D14F99BB-28D1-464F-BB16-2F2623BBC5A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13421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00" name="Rectangle 83">
              <a:extLst>
                <a:ext uri="{FF2B5EF4-FFF2-40B4-BE49-F238E27FC236}">
                  <a16:creationId xmlns:a16="http://schemas.microsoft.com/office/drawing/2014/main" id="{A95FA675-3755-4391-B726-68B8FF23ADB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13421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01" name="Rectangle 84">
              <a:extLst>
                <a:ext uri="{FF2B5EF4-FFF2-40B4-BE49-F238E27FC236}">
                  <a16:creationId xmlns:a16="http://schemas.microsoft.com/office/drawing/2014/main" id="{49925855-02BD-4CA2-9D33-00CA85C3A97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2" y="13421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02" name="Rectangle 86">
              <a:extLst>
                <a:ext uri="{FF2B5EF4-FFF2-40B4-BE49-F238E27FC236}">
                  <a16:creationId xmlns:a16="http://schemas.microsoft.com/office/drawing/2014/main" id="{29A0B59B-FDB1-4852-BA6C-06E6417E8DE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1850579"/>
              <a:ext cx="109992" cy="109990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03" name="Rectangle 87">
              <a:extLst>
                <a:ext uri="{FF2B5EF4-FFF2-40B4-BE49-F238E27FC236}">
                  <a16:creationId xmlns:a16="http://schemas.microsoft.com/office/drawing/2014/main" id="{F2291FF5-CA54-458E-8BD1-99B816F40E5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2" y="1850579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04" name="Rectangle 88">
              <a:extLst>
                <a:ext uri="{FF2B5EF4-FFF2-40B4-BE49-F238E27FC236}">
                  <a16:creationId xmlns:a16="http://schemas.microsoft.com/office/drawing/2014/main" id="{97EB7D42-19E8-41E2-B5B0-791AA24B51C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5" y="1850579"/>
              <a:ext cx="109992" cy="109990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05" name="Rectangle 89">
              <a:extLst>
                <a:ext uri="{FF2B5EF4-FFF2-40B4-BE49-F238E27FC236}">
                  <a16:creationId xmlns:a16="http://schemas.microsoft.com/office/drawing/2014/main" id="{F11528A1-D5A5-47C3-A78A-BDF885ECD0F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1850579"/>
              <a:ext cx="108822" cy="109990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06" name="Rectangle 90">
              <a:extLst>
                <a:ext uri="{FF2B5EF4-FFF2-40B4-BE49-F238E27FC236}">
                  <a16:creationId xmlns:a16="http://schemas.microsoft.com/office/drawing/2014/main" id="{382D90AE-FED6-4FCA-B477-13F5EC154EA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1850579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07" name="Rectangle 91">
              <a:extLst>
                <a:ext uri="{FF2B5EF4-FFF2-40B4-BE49-F238E27FC236}">
                  <a16:creationId xmlns:a16="http://schemas.microsoft.com/office/drawing/2014/main" id="{32C9B838-AD97-41C2-B167-E2ED06D301D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4" y="1850579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08" name="Rectangle 92">
              <a:extLst>
                <a:ext uri="{FF2B5EF4-FFF2-40B4-BE49-F238E27FC236}">
                  <a16:creationId xmlns:a16="http://schemas.microsoft.com/office/drawing/2014/main" id="{17A1E437-F28C-4912-A416-147E734D2A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7" y="1850579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09" name="Rectangle 105">
              <a:extLst>
                <a:ext uri="{FF2B5EF4-FFF2-40B4-BE49-F238E27FC236}">
                  <a16:creationId xmlns:a16="http://schemas.microsoft.com/office/drawing/2014/main" id="{DEAE7685-4A38-4785-9605-B19161F69E2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1850579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10" name="Rectangle 106">
              <a:extLst>
                <a:ext uri="{FF2B5EF4-FFF2-40B4-BE49-F238E27FC236}">
                  <a16:creationId xmlns:a16="http://schemas.microsoft.com/office/drawing/2014/main" id="{D8D5236E-C6F3-4C15-B112-50979E39B65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1850579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11" name="Rectangle 107">
              <a:extLst>
                <a:ext uri="{FF2B5EF4-FFF2-40B4-BE49-F238E27FC236}">
                  <a16:creationId xmlns:a16="http://schemas.microsoft.com/office/drawing/2014/main" id="{EAC78FE3-C094-437A-B445-4F783780233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1" y="1850579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12" name="Rectangle 108">
              <a:extLst>
                <a:ext uri="{FF2B5EF4-FFF2-40B4-BE49-F238E27FC236}">
                  <a16:creationId xmlns:a16="http://schemas.microsoft.com/office/drawing/2014/main" id="{E515352F-F56E-4A5E-A366-80D13565A14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3" y="1850579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13" name="Rectangle 109">
              <a:extLst>
                <a:ext uri="{FF2B5EF4-FFF2-40B4-BE49-F238E27FC236}">
                  <a16:creationId xmlns:a16="http://schemas.microsoft.com/office/drawing/2014/main" id="{082593FC-9A99-4046-9873-3F17F576F5F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1850579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14" name="Rectangle 110">
              <a:extLst>
                <a:ext uri="{FF2B5EF4-FFF2-40B4-BE49-F238E27FC236}">
                  <a16:creationId xmlns:a16="http://schemas.microsoft.com/office/drawing/2014/main" id="{7BE87C29-956D-4731-9DEF-2472E21D89A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1850579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15" name="Rectangle 111">
              <a:extLst>
                <a:ext uri="{FF2B5EF4-FFF2-40B4-BE49-F238E27FC236}">
                  <a16:creationId xmlns:a16="http://schemas.microsoft.com/office/drawing/2014/main" id="{A3B07365-8B76-4AFB-ABA7-8DD8B6C91F9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2" y="1850579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16" name="Rectangle 113">
              <a:extLst>
                <a:ext uri="{FF2B5EF4-FFF2-40B4-BE49-F238E27FC236}">
                  <a16:creationId xmlns:a16="http://schemas.microsoft.com/office/drawing/2014/main" id="{DC607E7A-BE56-4471-A732-571BF19EBC8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2358971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17" name="Rectangle 114">
              <a:extLst>
                <a:ext uri="{FF2B5EF4-FFF2-40B4-BE49-F238E27FC236}">
                  <a16:creationId xmlns:a16="http://schemas.microsoft.com/office/drawing/2014/main" id="{AC622CDC-661A-4504-B509-39988A37961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2" y="23589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18" name="Rectangle 115">
              <a:extLst>
                <a:ext uri="{FF2B5EF4-FFF2-40B4-BE49-F238E27FC236}">
                  <a16:creationId xmlns:a16="http://schemas.microsoft.com/office/drawing/2014/main" id="{62946A9D-9192-4CAD-8F76-974C5FE277D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5" y="2358971"/>
              <a:ext cx="109992" cy="108822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19" name="Rectangle 116">
              <a:extLst>
                <a:ext uri="{FF2B5EF4-FFF2-40B4-BE49-F238E27FC236}">
                  <a16:creationId xmlns:a16="http://schemas.microsoft.com/office/drawing/2014/main" id="{98A87D74-26D6-44DE-B8E3-3F1228E833D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23589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0" name="Rectangle 117">
              <a:extLst>
                <a:ext uri="{FF2B5EF4-FFF2-40B4-BE49-F238E27FC236}">
                  <a16:creationId xmlns:a16="http://schemas.microsoft.com/office/drawing/2014/main" id="{305F2911-EBBC-4A1F-9F27-F5A4D668334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2358971"/>
              <a:ext cx="109992" cy="108822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1" name="Rectangle 118">
              <a:extLst>
                <a:ext uri="{FF2B5EF4-FFF2-40B4-BE49-F238E27FC236}">
                  <a16:creationId xmlns:a16="http://schemas.microsoft.com/office/drawing/2014/main" id="{E3017ED1-C3DB-468D-917A-7D055013E8A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4" y="23589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2" name="Rectangle 119">
              <a:extLst>
                <a:ext uri="{FF2B5EF4-FFF2-40B4-BE49-F238E27FC236}">
                  <a16:creationId xmlns:a16="http://schemas.microsoft.com/office/drawing/2014/main" id="{364A9FBD-1DB7-46D2-80AE-1EF6158FE9A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7" y="2358971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3" name="Rectangle 132">
              <a:extLst>
                <a:ext uri="{FF2B5EF4-FFF2-40B4-BE49-F238E27FC236}">
                  <a16:creationId xmlns:a16="http://schemas.microsoft.com/office/drawing/2014/main" id="{5B8F5DA7-A3AB-48C2-A0AA-06DFF2510EB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23589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4" name="Rectangle 133">
              <a:extLst>
                <a:ext uri="{FF2B5EF4-FFF2-40B4-BE49-F238E27FC236}">
                  <a16:creationId xmlns:a16="http://schemas.microsoft.com/office/drawing/2014/main" id="{B4EEDB8D-D8C1-42F7-816B-88E1F6AC5AF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2358971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5" name="Rectangle 134">
              <a:extLst>
                <a:ext uri="{FF2B5EF4-FFF2-40B4-BE49-F238E27FC236}">
                  <a16:creationId xmlns:a16="http://schemas.microsoft.com/office/drawing/2014/main" id="{E15F1A2D-8731-4042-A5CD-84E3C2F4462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1" y="23589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6" name="Rectangle 135">
              <a:extLst>
                <a:ext uri="{FF2B5EF4-FFF2-40B4-BE49-F238E27FC236}">
                  <a16:creationId xmlns:a16="http://schemas.microsoft.com/office/drawing/2014/main" id="{866AE8F6-A982-4075-88C6-096E183A639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3" y="2358971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7" name="Rectangle 136">
              <a:extLst>
                <a:ext uri="{FF2B5EF4-FFF2-40B4-BE49-F238E27FC236}">
                  <a16:creationId xmlns:a16="http://schemas.microsoft.com/office/drawing/2014/main" id="{4E9E8D66-CB5B-45DA-86A6-55504897135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23589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8" name="Rectangle 137">
              <a:extLst>
                <a:ext uri="{FF2B5EF4-FFF2-40B4-BE49-F238E27FC236}">
                  <a16:creationId xmlns:a16="http://schemas.microsoft.com/office/drawing/2014/main" id="{A22DE3BE-D7D7-4570-BD5B-578C0D546A4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2358971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9" name="Rectangle 138">
              <a:extLst>
                <a:ext uri="{FF2B5EF4-FFF2-40B4-BE49-F238E27FC236}">
                  <a16:creationId xmlns:a16="http://schemas.microsoft.com/office/drawing/2014/main" id="{7A6BABE8-DBE8-441A-87BB-BA336C02DC7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2" y="23589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0" name="Rectangle 140">
              <a:extLst>
                <a:ext uri="{FF2B5EF4-FFF2-40B4-BE49-F238E27FC236}">
                  <a16:creationId xmlns:a16="http://schemas.microsoft.com/office/drawing/2014/main" id="{E3D2014F-A2E0-433E-904B-8B6961F8645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2866195"/>
              <a:ext cx="109992" cy="109990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1" name="Rectangle 141">
              <a:extLst>
                <a:ext uri="{FF2B5EF4-FFF2-40B4-BE49-F238E27FC236}">
                  <a16:creationId xmlns:a16="http://schemas.microsoft.com/office/drawing/2014/main" id="{69E93948-9F67-4652-940D-D296937F99E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2" y="2866195"/>
              <a:ext cx="108822" cy="109990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2" name="Rectangle 142">
              <a:extLst>
                <a:ext uri="{FF2B5EF4-FFF2-40B4-BE49-F238E27FC236}">
                  <a16:creationId xmlns:a16="http://schemas.microsoft.com/office/drawing/2014/main" id="{DF77B519-E891-4382-8E18-46FCB0F8C71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5" y="2866195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3" name="Rectangle 143">
              <a:extLst>
                <a:ext uri="{FF2B5EF4-FFF2-40B4-BE49-F238E27FC236}">
                  <a16:creationId xmlns:a16="http://schemas.microsoft.com/office/drawing/2014/main" id="{D5D17266-EBAA-471D-8E73-01469C4714E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2866195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4" name="Rectangle 144">
              <a:extLst>
                <a:ext uri="{FF2B5EF4-FFF2-40B4-BE49-F238E27FC236}">
                  <a16:creationId xmlns:a16="http://schemas.microsoft.com/office/drawing/2014/main" id="{D44C52C9-4A4D-4A1A-8A29-69726A6A304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2866195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5" name="Rectangle 145">
              <a:extLst>
                <a:ext uri="{FF2B5EF4-FFF2-40B4-BE49-F238E27FC236}">
                  <a16:creationId xmlns:a16="http://schemas.microsoft.com/office/drawing/2014/main" id="{FA87CB27-8CDF-4677-9DF5-DFB94C70115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4" y="2866195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6" name="Rectangle 146">
              <a:extLst>
                <a:ext uri="{FF2B5EF4-FFF2-40B4-BE49-F238E27FC236}">
                  <a16:creationId xmlns:a16="http://schemas.microsoft.com/office/drawing/2014/main" id="{4AADF530-084D-4ABD-9074-C7575F810C5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7" y="2866195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7" name="Rectangle 159">
              <a:extLst>
                <a:ext uri="{FF2B5EF4-FFF2-40B4-BE49-F238E27FC236}">
                  <a16:creationId xmlns:a16="http://schemas.microsoft.com/office/drawing/2014/main" id="{C322B879-3988-4E94-A06A-2E2974CE59C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2866195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8" name="Rectangle 160">
              <a:extLst>
                <a:ext uri="{FF2B5EF4-FFF2-40B4-BE49-F238E27FC236}">
                  <a16:creationId xmlns:a16="http://schemas.microsoft.com/office/drawing/2014/main" id="{1FB2D558-1E2B-4728-B37A-424934B7ADA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2866195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9" name="Rectangle 161">
              <a:extLst>
                <a:ext uri="{FF2B5EF4-FFF2-40B4-BE49-F238E27FC236}">
                  <a16:creationId xmlns:a16="http://schemas.microsoft.com/office/drawing/2014/main" id="{0A804D08-6835-454A-A817-80AFAFA274F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1" y="2866195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0" name="Rectangle 162">
              <a:extLst>
                <a:ext uri="{FF2B5EF4-FFF2-40B4-BE49-F238E27FC236}">
                  <a16:creationId xmlns:a16="http://schemas.microsoft.com/office/drawing/2014/main" id="{088B375A-8C1A-4982-9F8E-9B47B9FDCA2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3" y="2866195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1" name="Rectangle 163">
              <a:extLst>
                <a:ext uri="{FF2B5EF4-FFF2-40B4-BE49-F238E27FC236}">
                  <a16:creationId xmlns:a16="http://schemas.microsoft.com/office/drawing/2014/main" id="{7FDDF96D-95E0-4634-92CA-2BD5749E0D2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2866195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2" name="Rectangle 164">
              <a:extLst>
                <a:ext uri="{FF2B5EF4-FFF2-40B4-BE49-F238E27FC236}">
                  <a16:creationId xmlns:a16="http://schemas.microsoft.com/office/drawing/2014/main" id="{FFAB5B60-AC73-4661-9026-4738F218AA0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2866195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3" name="Rectangle 165">
              <a:extLst>
                <a:ext uri="{FF2B5EF4-FFF2-40B4-BE49-F238E27FC236}">
                  <a16:creationId xmlns:a16="http://schemas.microsoft.com/office/drawing/2014/main" id="{55977D1F-AEBB-4C53-9386-D84525085BA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2" y="2866195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4" name="Rectangle 167">
              <a:extLst>
                <a:ext uri="{FF2B5EF4-FFF2-40B4-BE49-F238E27FC236}">
                  <a16:creationId xmlns:a16="http://schemas.microsoft.com/office/drawing/2014/main" id="{1DC84208-E766-4580-A861-C3CFC0E372B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33745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5" name="Rectangle 168">
              <a:extLst>
                <a:ext uri="{FF2B5EF4-FFF2-40B4-BE49-F238E27FC236}">
                  <a16:creationId xmlns:a16="http://schemas.microsoft.com/office/drawing/2014/main" id="{2325F7E8-2FD3-4BEC-A7B6-AD4FD4B1F52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2" y="33745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6" name="Rectangle 169">
              <a:extLst>
                <a:ext uri="{FF2B5EF4-FFF2-40B4-BE49-F238E27FC236}">
                  <a16:creationId xmlns:a16="http://schemas.microsoft.com/office/drawing/2014/main" id="{E25EE725-3FFE-489B-90BB-54AF7106797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5" y="33745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7" name="Rectangle 170">
              <a:extLst>
                <a:ext uri="{FF2B5EF4-FFF2-40B4-BE49-F238E27FC236}">
                  <a16:creationId xmlns:a16="http://schemas.microsoft.com/office/drawing/2014/main" id="{5FF69CBE-D1C4-47E2-B021-1A16583B865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33745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8" name="Rectangle 171">
              <a:extLst>
                <a:ext uri="{FF2B5EF4-FFF2-40B4-BE49-F238E27FC236}">
                  <a16:creationId xmlns:a16="http://schemas.microsoft.com/office/drawing/2014/main" id="{2FD7DC93-4697-49F2-9683-A519993F3DB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33745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9" name="Rectangle 172">
              <a:extLst>
                <a:ext uri="{FF2B5EF4-FFF2-40B4-BE49-F238E27FC236}">
                  <a16:creationId xmlns:a16="http://schemas.microsoft.com/office/drawing/2014/main" id="{F078C2FC-1AFA-4F34-AEB1-722384C0DD7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4" y="33745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50" name="Rectangle 173">
              <a:extLst>
                <a:ext uri="{FF2B5EF4-FFF2-40B4-BE49-F238E27FC236}">
                  <a16:creationId xmlns:a16="http://schemas.microsoft.com/office/drawing/2014/main" id="{B4CD4DEB-6026-4ACE-9EF8-D5BB38BCDBC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7" y="33745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51" name="Rectangle 186">
              <a:extLst>
                <a:ext uri="{FF2B5EF4-FFF2-40B4-BE49-F238E27FC236}">
                  <a16:creationId xmlns:a16="http://schemas.microsoft.com/office/drawing/2014/main" id="{7BFD734A-1348-4955-827A-416C4FCDC6C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33745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52" name="Rectangle 187">
              <a:extLst>
                <a:ext uri="{FF2B5EF4-FFF2-40B4-BE49-F238E27FC236}">
                  <a16:creationId xmlns:a16="http://schemas.microsoft.com/office/drawing/2014/main" id="{639C0A45-AA0E-4799-9B48-D56FD46E76C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33745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53" name="Rectangle 188">
              <a:extLst>
                <a:ext uri="{FF2B5EF4-FFF2-40B4-BE49-F238E27FC236}">
                  <a16:creationId xmlns:a16="http://schemas.microsoft.com/office/drawing/2014/main" id="{27B6305A-BDDA-4961-B3ED-4CDE68C9BE7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1" y="33745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54" name="Rectangle 189">
              <a:extLst>
                <a:ext uri="{FF2B5EF4-FFF2-40B4-BE49-F238E27FC236}">
                  <a16:creationId xmlns:a16="http://schemas.microsoft.com/office/drawing/2014/main" id="{DD6CA54E-582F-4C37-9D3A-BFA3E45D252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3" y="33745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55" name="Rectangle 190">
              <a:extLst>
                <a:ext uri="{FF2B5EF4-FFF2-40B4-BE49-F238E27FC236}">
                  <a16:creationId xmlns:a16="http://schemas.microsoft.com/office/drawing/2014/main" id="{14E6965D-E230-4479-A391-3BCD5A2BBBD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33745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56" name="Rectangle 191">
              <a:extLst>
                <a:ext uri="{FF2B5EF4-FFF2-40B4-BE49-F238E27FC236}">
                  <a16:creationId xmlns:a16="http://schemas.microsoft.com/office/drawing/2014/main" id="{363FE856-8F60-49E3-9E59-695D571F031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33745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57" name="Rectangle 192">
              <a:extLst>
                <a:ext uri="{FF2B5EF4-FFF2-40B4-BE49-F238E27FC236}">
                  <a16:creationId xmlns:a16="http://schemas.microsoft.com/office/drawing/2014/main" id="{2FB0342C-B7FA-47B4-B1FF-6954791FDF7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2" y="3374587"/>
              <a:ext cx="108822" cy="109990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58" name="Rectangle 194">
              <a:extLst>
                <a:ext uri="{FF2B5EF4-FFF2-40B4-BE49-F238E27FC236}">
                  <a16:creationId xmlns:a16="http://schemas.microsoft.com/office/drawing/2014/main" id="{1122B8B2-F8E5-4A2E-A416-E53AAE197AB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3882979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59" name="Rectangle 195">
              <a:extLst>
                <a:ext uri="{FF2B5EF4-FFF2-40B4-BE49-F238E27FC236}">
                  <a16:creationId xmlns:a16="http://schemas.microsoft.com/office/drawing/2014/main" id="{4B87FC86-0D1F-4F15-9C22-AA0B2E2E129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2" y="3882979"/>
              <a:ext cx="108822" cy="109990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60" name="Rectangle 196">
              <a:extLst>
                <a:ext uri="{FF2B5EF4-FFF2-40B4-BE49-F238E27FC236}">
                  <a16:creationId xmlns:a16="http://schemas.microsoft.com/office/drawing/2014/main" id="{F8DDBB36-03C4-472F-9030-50E6B3212B8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5" y="3882979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61" name="Rectangle 197">
              <a:extLst>
                <a:ext uri="{FF2B5EF4-FFF2-40B4-BE49-F238E27FC236}">
                  <a16:creationId xmlns:a16="http://schemas.microsoft.com/office/drawing/2014/main" id="{E84F816D-E7F7-4FC6-9198-C7A278EDBFC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3882979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62" name="Rectangle 198">
              <a:extLst>
                <a:ext uri="{FF2B5EF4-FFF2-40B4-BE49-F238E27FC236}">
                  <a16:creationId xmlns:a16="http://schemas.microsoft.com/office/drawing/2014/main" id="{8C5E4DCC-4206-42A4-BE08-8E415FF60FB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3882979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63" name="Rectangle 199">
              <a:extLst>
                <a:ext uri="{FF2B5EF4-FFF2-40B4-BE49-F238E27FC236}">
                  <a16:creationId xmlns:a16="http://schemas.microsoft.com/office/drawing/2014/main" id="{3EE8B95F-3C8D-4F9E-84E8-BEA481060C2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4" y="3882979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64" name="Rectangle 200">
              <a:extLst>
                <a:ext uri="{FF2B5EF4-FFF2-40B4-BE49-F238E27FC236}">
                  <a16:creationId xmlns:a16="http://schemas.microsoft.com/office/drawing/2014/main" id="{5E59882C-157C-443F-9111-16EC7661D4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7" y="3882979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65" name="Rectangle 214">
              <a:extLst>
                <a:ext uri="{FF2B5EF4-FFF2-40B4-BE49-F238E27FC236}">
                  <a16:creationId xmlns:a16="http://schemas.microsoft.com/office/drawing/2014/main" id="{779BE661-91DF-4B4E-8AF9-45D24F4AD61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3882979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66" name="Rectangle 215">
              <a:extLst>
                <a:ext uri="{FF2B5EF4-FFF2-40B4-BE49-F238E27FC236}">
                  <a16:creationId xmlns:a16="http://schemas.microsoft.com/office/drawing/2014/main" id="{91810401-B6D2-4EA1-B203-697A0432363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3882979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67" name="Rectangle 216">
              <a:extLst>
                <a:ext uri="{FF2B5EF4-FFF2-40B4-BE49-F238E27FC236}">
                  <a16:creationId xmlns:a16="http://schemas.microsoft.com/office/drawing/2014/main" id="{CC3BED62-8CA0-4375-AB0A-72617711B08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2" y="3882979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68" name="Rectangle 217">
              <a:extLst>
                <a:ext uri="{FF2B5EF4-FFF2-40B4-BE49-F238E27FC236}">
                  <a16:creationId xmlns:a16="http://schemas.microsoft.com/office/drawing/2014/main" id="{64B31A64-91AE-4DF4-8D81-94752C7872B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4" y="3882979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69" name="Rectangle 218">
              <a:extLst>
                <a:ext uri="{FF2B5EF4-FFF2-40B4-BE49-F238E27FC236}">
                  <a16:creationId xmlns:a16="http://schemas.microsoft.com/office/drawing/2014/main" id="{9ECDDCA8-99C7-4E2C-A3DA-6A39A54613B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3882979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70" name="Rectangle 219">
              <a:extLst>
                <a:ext uri="{FF2B5EF4-FFF2-40B4-BE49-F238E27FC236}">
                  <a16:creationId xmlns:a16="http://schemas.microsoft.com/office/drawing/2014/main" id="{9E610FA0-F583-4C87-9186-97DA3A3F507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3882979"/>
              <a:ext cx="109992" cy="109990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71" name="Rectangle 220">
              <a:extLst>
                <a:ext uri="{FF2B5EF4-FFF2-40B4-BE49-F238E27FC236}">
                  <a16:creationId xmlns:a16="http://schemas.microsoft.com/office/drawing/2014/main" id="{C0181C2A-AC28-493E-9832-9D578228282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3" y="3882979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72" name="Rectangle 222">
              <a:extLst>
                <a:ext uri="{FF2B5EF4-FFF2-40B4-BE49-F238E27FC236}">
                  <a16:creationId xmlns:a16="http://schemas.microsoft.com/office/drawing/2014/main" id="{3A65CCD8-DA6B-47D9-BE08-9831358B7F2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4391371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73" name="Rectangle 223">
              <a:extLst>
                <a:ext uri="{FF2B5EF4-FFF2-40B4-BE49-F238E27FC236}">
                  <a16:creationId xmlns:a16="http://schemas.microsoft.com/office/drawing/2014/main" id="{432DF8DB-2535-4604-A56C-4F411A13AB1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3" y="43913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74" name="Rectangle 224">
              <a:extLst>
                <a:ext uri="{FF2B5EF4-FFF2-40B4-BE49-F238E27FC236}">
                  <a16:creationId xmlns:a16="http://schemas.microsoft.com/office/drawing/2014/main" id="{B585B91F-5190-4F14-B1D1-F49E48A0D8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6" y="4391371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75" name="Rectangle 225">
              <a:extLst>
                <a:ext uri="{FF2B5EF4-FFF2-40B4-BE49-F238E27FC236}">
                  <a16:creationId xmlns:a16="http://schemas.microsoft.com/office/drawing/2014/main" id="{49F28844-8AC8-4173-B5BB-9FF425A50C6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43913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76" name="Rectangle 226">
              <a:extLst>
                <a:ext uri="{FF2B5EF4-FFF2-40B4-BE49-F238E27FC236}">
                  <a16:creationId xmlns:a16="http://schemas.microsoft.com/office/drawing/2014/main" id="{E750B745-BCDB-4D34-BBB4-107F549419D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4391371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77" name="Rectangle 227">
              <a:extLst>
                <a:ext uri="{FF2B5EF4-FFF2-40B4-BE49-F238E27FC236}">
                  <a16:creationId xmlns:a16="http://schemas.microsoft.com/office/drawing/2014/main" id="{CB843387-A206-4CDB-845C-87952DF4F7C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5" y="43913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78" name="Rectangle 228">
              <a:extLst>
                <a:ext uri="{FF2B5EF4-FFF2-40B4-BE49-F238E27FC236}">
                  <a16:creationId xmlns:a16="http://schemas.microsoft.com/office/drawing/2014/main" id="{F7012F48-14EA-4A10-B23B-D2DD376FDAF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8" y="4391371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79" name="Rectangle 241">
              <a:extLst>
                <a:ext uri="{FF2B5EF4-FFF2-40B4-BE49-F238E27FC236}">
                  <a16:creationId xmlns:a16="http://schemas.microsoft.com/office/drawing/2014/main" id="{9071865C-5264-4C64-86F2-5F136CDB3D1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43913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80" name="Rectangle 242">
              <a:extLst>
                <a:ext uri="{FF2B5EF4-FFF2-40B4-BE49-F238E27FC236}">
                  <a16:creationId xmlns:a16="http://schemas.microsoft.com/office/drawing/2014/main" id="{5FC89895-3E12-4B31-8AC4-F2C571271BA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4391371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81" name="Rectangle 243">
              <a:extLst>
                <a:ext uri="{FF2B5EF4-FFF2-40B4-BE49-F238E27FC236}">
                  <a16:creationId xmlns:a16="http://schemas.microsoft.com/office/drawing/2014/main" id="{822714A3-365A-4F69-84FD-C7A6C113C1B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2" y="43913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82" name="Rectangle 244">
              <a:extLst>
                <a:ext uri="{FF2B5EF4-FFF2-40B4-BE49-F238E27FC236}">
                  <a16:creationId xmlns:a16="http://schemas.microsoft.com/office/drawing/2014/main" id="{E831580F-B4FA-4FC0-94FF-AD9DB2B2F95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4" y="4391371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83" name="Rectangle 245">
              <a:extLst>
                <a:ext uri="{FF2B5EF4-FFF2-40B4-BE49-F238E27FC236}">
                  <a16:creationId xmlns:a16="http://schemas.microsoft.com/office/drawing/2014/main" id="{6FC45DDA-F270-4338-BB79-E4F603065B2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43913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84" name="Rectangle 246">
              <a:extLst>
                <a:ext uri="{FF2B5EF4-FFF2-40B4-BE49-F238E27FC236}">
                  <a16:creationId xmlns:a16="http://schemas.microsoft.com/office/drawing/2014/main" id="{DF6A400A-8A10-49DE-A315-385C4794AAF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4391371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85" name="Rectangle 247">
              <a:extLst>
                <a:ext uri="{FF2B5EF4-FFF2-40B4-BE49-F238E27FC236}">
                  <a16:creationId xmlns:a16="http://schemas.microsoft.com/office/drawing/2014/main" id="{2EA6C4C3-FE6D-4C45-9F6E-327D1D5637C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3" y="43913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86" name="Rectangle 249">
              <a:extLst>
                <a:ext uri="{FF2B5EF4-FFF2-40B4-BE49-F238E27FC236}">
                  <a16:creationId xmlns:a16="http://schemas.microsoft.com/office/drawing/2014/main" id="{9164A3A4-A0CB-4566-AFBE-563D91A10FB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4898595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87" name="Rectangle 250">
              <a:extLst>
                <a:ext uri="{FF2B5EF4-FFF2-40B4-BE49-F238E27FC236}">
                  <a16:creationId xmlns:a16="http://schemas.microsoft.com/office/drawing/2014/main" id="{FC689E73-96C3-4DFF-ABAC-A63C4BB15CE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3" y="4898595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88" name="Rectangle 251">
              <a:extLst>
                <a:ext uri="{FF2B5EF4-FFF2-40B4-BE49-F238E27FC236}">
                  <a16:creationId xmlns:a16="http://schemas.microsoft.com/office/drawing/2014/main" id="{49DC827D-FB7B-4DC2-A762-F5F17F14851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6" y="4898595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89" name="Rectangle 252">
              <a:extLst>
                <a:ext uri="{FF2B5EF4-FFF2-40B4-BE49-F238E27FC236}">
                  <a16:creationId xmlns:a16="http://schemas.microsoft.com/office/drawing/2014/main" id="{C228A320-DB20-438B-A918-A580ACBFC81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4898595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90" name="Rectangle 253">
              <a:extLst>
                <a:ext uri="{FF2B5EF4-FFF2-40B4-BE49-F238E27FC236}">
                  <a16:creationId xmlns:a16="http://schemas.microsoft.com/office/drawing/2014/main" id="{9897219B-EBD5-4581-8A2F-89939367A69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4898595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91" name="Rectangle 254">
              <a:extLst>
                <a:ext uri="{FF2B5EF4-FFF2-40B4-BE49-F238E27FC236}">
                  <a16:creationId xmlns:a16="http://schemas.microsoft.com/office/drawing/2014/main" id="{B8DDB46C-98EC-4AA3-8DC6-3C193762976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5" y="4898595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92" name="Rectangle 255">
              <a:extLst>
                <a:ext uri="{FF2B5EF4-FFF2-40B4-BE49-F238E27FC236}">
                  <a16:creationId xmlns:a16="http://schemas.microsoft.com/office/drawing/2014/main" id="{808B3D4B-87CC-405D-9F91-FF03DD240C0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8" y="4898595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93" name="Rectangle 268">
              <a:extLst>
                <a:ext uri="{FF2B5EF4-FFF2-40B4-BE49-F238E27FC236}">
                  <a16:creationId xmlns:a16="http://schemas.microsoft.com/office/drawing/2014/main" id="{368C3B92-A8BF-48DA-A49B-DEEB8B156B2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4898595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94" name="Rectangle 269">
              <a:extLst>
                <a:ext uri="{FF2B5EF4-FFF2-40B4-BE49-F238E27FC236}">
                  <a16:creationId xmlns:a16="http://schemas.microsoft.com/office/drawing/2014/main" id="{C6AE408F-F0A6-4B28-9BE9-0FACFB243E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4898595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95" name="Rectangle 270">
              <a:extLst>
                <a:ext uri="{FF2B5EF4-FFF2-40B4-BE49-F238E27FC236}">
                  <a16:creationId xmlns:a16="http://schemas.microsoft.com/office/drawing/2014/main" id="{78937A9C-A111-49DA-A588-1C93AD60FC7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2" y="4898595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96" name="Rectangle 271">
              <a:extLst>
                <a:ext uri="{FF2B5EF4-FFF2-40B4-BE49-F238E27FC236}">
                  <a16:creationId xmlns:a16="http://schemas.microsoft.com/office/drawing/2014/main" id="{89501F7C-3060-4F40-952B-8BEDDCE50CF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4" y="4898595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97" name="Rectangle 272">
              <a:extLst>
                <a:ext uri="{FF2B5EF4-FFF2-40B4-BE49-F238E27FC236}">
                  <a16:creationId xmlns:a16="http://schemas.microsoft.com/office/drawing/2014/main" id="{C12674AC-F8DE-4BF0-B819-9E2A2AF2FE5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4898595"/>
              <a:ext cx="108822" cy="109990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98" name="Rectangle 273">
              <a:extLst>
                <a:ext uri="{FF2B5EF4-FFF2-40B4-BE49-F238E27FC236}">
                  <a16:creationId xmlns:a16="http://schemas.microsoft.com/office/drawing/2014/main" id="{B7785334-7690-4CF7-9269-7772426EDD7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4898595"/>
              <a:ext cx="109992" cy="109990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99" name="Rectangle 274">
              <a:extLst>
                <a:ext uri="{FF2B5EF4-FFF2-40B4-BE49-F238E27FC236}">
                  <a16:creationId xmlns:a16="http://schemas.microsoft.com/office/drawing/2014/main" id="{1D74AEA1-716D-444E-9FA0-111672E596C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3" y="4898595"/>
              <a:ext cx="108822" cy="109990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00" name="Rectangle 276">
              <a:extLst>
                <a:ext uri="{FF2B5EF4-FFF2-40B4-BE49-F238E27FC236}">
                  <a16:creationId xmlns:a16="http://schemas.microsoft.com/office/drawing/2014/main" id="{3438C147-B1A7-4B1E-AE39-DA7715FBB4D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01" name="Rectangle 277">
              <a:extLst>
                <a:ext uri="{FF2B5EF4-FFF2-40B4-BE49-F238E27FC236}">
                  <a16:creationId xmlns:a16="http://schemas.microsoft.com/office/drawing/2014/main" id="{84AA6B27-1DF9-4C1A-8EB8-285EAD7752B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3" y="54069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02" name="Rectangle 278">
              <a:extLst>
                <a:ext uri="{FF2B5EF4-FFF2-40B4-BE49-F238E27FC236}">
                  <a16:creationId xmlns:a16="http://schemas.microsoft.com/office/drawing/2014/main" id="{EC4CD7F9-CEBB-45D2-BC0F-696E95FC1ED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6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03" name="Rectangle 279">
              <a:extLst>
                <a:ext uri="{FF2B5EF4-FFF2-40B4-BE49-F238E27FC236}">
                  <a16:creationId xmlns:a16="http://schemas.microsoft.com/office/drawing/2014/main" id="{25CE44E3-3ADD-478D-A105-8FBE0876C3E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54069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04" name="Rectangle 280">
              <a:extLst>
                <a:ext uri="{FF2B5EF4-FFF2-40B4-BE49-F238E27FC236}">
                  <a16:creationId xmlns:a16="http://schemas.microsoft.com/office/drawing/2014/main" id="{A8F0BFFE-3D79-4101-821A-4AF5607ECB1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05" name="Rectangle 281">
              <a:extLst>
                <a:ext uri="{FF2B5EF4-FFF2-40B4-BE49-F238E27FC236}">
                  <a16:creationId xmlns:a16="http://schemas.microsoft.com/office/drawing/2014/main" id="{84D419AF-8225-41B8-86F5-75B9A63B28C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5" y="54069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06" name="Rectangle 282">
              <a:extLst>
                <a:ext uri="{FF2B5EF4-FFF2-40B4-BE49-F238E27FC236}">
                  <a16:creationId xmlns:a16="http://schemas.microsoft.com/office/drawing/2014/main" id="{4E58BD16-2A71-4755-BC85-16C8F373925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8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07" name="Rectangle 283">
              <a:extLst>
                <a:ext uri="{FF2B5EF4-FFF2-40B4-BE49-F238E27FC236}">
                  <a16:creationId xmlns:a16="http://schemas.microsoft.com/office/drawing/2014/main" id="{F56B1EBF-9ACC-4EEA-9794-00E325DCA5C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38630" y="54069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08" name="Rectangle 284">
              <a:extLst>
                <a:ext uri="{FF2B5EF4-FFF2-40B4-BE49-F238E27FC236}">
                  <a16:creationId xmlns:a16="http://schemas.microsoft.com/office/drawing/2014/main" id="{CCFE505E-DEE7-4620-81F5-36AFA872F47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92893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09" name="Rectangle 285">
              <a:extLst>
                <a:ext uri="{FF2B5EF4-FFF2-40B4-BE49-F238E27FC236}">
                  <a16:creationId xmlns:a16="http://schemas.microsoft.com/office/drawing/2014/main" id="{30C4E4C1-9D8B-44EC-8D99-2E618636E26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48327" y="54069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10" name="Rectangle 286">
              <a:extLst>
                <a:ext uri="{FF2B5EF4-FFF2-40B4-BE49-F238E27FC236}">
                  <a16:creationId xmlns:a16="http://schemas.microsoft.com/office/drawing/2014/main" id="{775CBB56-B210-43F2-87E2-DE5A0CA40D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02590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11" name="Rectangle 287">
              <a:extLst>
                <a:ext uri="{FF2B5EF4-FFF2-40B4-BE49-F238E27FC236}">
                  <a16:creationId xmlns:a16="http://schemas.microsoft.com/office/drawing/2014/main" id="{6667B41B-9A3E-4667-A1C7-B7369F01012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58022" y="54069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12" name="Rectangle 288">
              <a:extLst>
                <a:ext uri="{FF2B5EF4-FFF2-40B4-BE49-F238E27FC236}">
                  <a16:creationId xmlns:a16="http://schemas.microsoft.com/office/drawing/2014/main" id="{796F6F02-6043-46B6-ACB2-F0D85A8658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12285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13" name="Rectangle 289">
              <a:extLst>
                <a:ext uri="{FF2B5EF4-FFF2-40B4-BE49-F238E27FC236}">
                  <a16:creationId xmlns:a16="http://schemas.microsoft.com/office/drawing/2014/main" id="{929725D4-ED31-40E2-8AB3-47D0FD5DE57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67718" y="54069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14" name="Rectangle 290">
              <a:extLst>
                <a:ext uri="{FF2B5EF4-FFF2-40B4-BE49-F238E27FC236}">
                  <a16:creationId xmlns:a16="http://schemas.microsoft.com/office/drawing/2014/main" id="{6E0AE0BD-ECE4-468E-A5C9-0DE456154DD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21981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15" name="Rectangle 291">
              <a:extLst>
                <a:ext uri="{FF2B5EF4-FFF2-40B4-BE49-F238E27FC236}">
                  <a16:creationId xmlns:a16="http://schemas.microsoft.com/office/drawing/2014/main" id="{4400955C-33E1-4C75-9F63-728D8665A91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77414" y="54069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16" name="Rectangle 292">
              <a:extLst>
                <a:ext uri="{FF2B5EF4-FFF2-40B4-BE49-F238E27FC236}">
                  <a16:creationId xmlns:a16="http://schemas.microsoft.com/office/drawing/2014/main" id="{D961C0B6-3B1B-4839-857B-114099F3F19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631676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17" name="Rectangle 293">
              <a:extLst>
                <a:ext uri="{FF2B5EF4-FFF2-40B4-BE49-F238E27FC236}">
                  <a16:creationId xmlns:a16="http://schemas.microsoft.com/office/drawing/2014/main" id="{DF5F8018-F3F9-4B6A-961C-FDE42B1ACF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87110" y="54069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18" name="Rectangle 294">
              <a:extLst>
                <a:ext uri="{FF2B5EF4-FFF2-40B4-BE49-F238E27FC236}">
                  <a16:creationId xmlns:a16="http://schemas.microsoft.com/office/drawing/2014/main" id="{F9B0F8D9-7724-4ACF-BA7F-110AA4FF0CD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41373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19" name="Rectangle 295">
              <a:extLst>
                <a:ext uri="{FF2B5EF4-FFF2-40B4-BE49-F238E27FC236}">
                  <a16:creationId xmlns:a16="http://schemas.microsoft.com/office/drawing/2014/main" id="{1D3659AF-0565-450F-85E1-3D9707E72F5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54069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20" name="Rectangle 296">
              <a:extLst>
                <a:ext uri="{FF2B5EF4-FFF2-40B4-BE49-F238E27FC236}">
                  <a16:creationId xmlns:a16="http://schemas.microsoft.com/office/drawing/2014/main" id="{5FE90139-0B55-4644-A3B5-120193B9A5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21" name="Rectangle 297">
              <a:extLst>
                <a:ext uri="{FF2B5EF4-FFF2-40B4-BE49-F238E27FC236}">
                  <a16:creationId xmlns:a16="http://schemas.microsoft.com/office/drawing/2014/main" id="{5C52DEE4-F75A-448E-AC22-D4A8424D605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2" y="5406987"/>
              <a:ext cx="108822" cy="109990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22" name="Rectangle 298">
              <a:extLst>
                <a:ext uri="{FF2B5EF4-FFF2-40B4-BE49-F238E27FC236}">
                  <a16:creationId xmlns:a16="http://schemas.microsoft.com/office/drawing/2014/main" id="{0FAA6019-458E-49C0-82BF-4DA9376EF5E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4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23" name="Rectangle 299">
              <a:extLst>
                <a:ext uri="{FF2B5EF4-FFF2-40B4-BE49-F238E27FC236}">
                  <a16:creationId xmlns:a16="http://schemas.microsoft.com/office/drawing/2014/main" id="{A10BEF18-4D65-4ECD-AD29-9B429488E51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5406987"/>
              <a:ext cx="108822" cy="109990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24" name="Rectangle 300">
              <a:extLst>
                <a:ext uri="{FF2B5EF4-FFF2-40B4-BE49-F238E27FC236}">
                  <a16:creationId xmlns:a16="http://schemas.microsoft.com/office/drawing/2014/main" id="{B5150899-574E-4361-8BD8-908931E2F97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25" name="Rectangle 301">
              <a:extLst>
                <a:ext uri="{FF2B5EF4-FFF2-40B4-BE49-F238E27FC236}">
                  <a16:creationId xmlns:a16="http://schemas.microsoft.com/office/drawing/2014/main" id="{BEA711FE-B1AF-4B37-81CB-C560FA27C37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3" y="54069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26" name="Rectangle 303">
              <a:extLst>
                <a:ext uri="{FF2B5EF4-FFF2-40B4-BE49-F238E27FC236}">
                  <a16:creationId xmlns:a16="http://schemas.microsoft.com/office/drawing/2014/main" id="{80E4ED87-41E6-49B3-91BA-686B2B81BE5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5915379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27" name="Rectangle 304">
              <a:extLst>
                <a:ext uri="{FF2B5EF4-FFF2-40B4-BE49-F238E27FC236}">
                  <a16:creationId xmlns:a16="http://schemas.microsoft.com/office/drawing/2014/main" id="{4E9BE40A-EE42-4123-8BA0-FF7F0385F34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3" y="5915379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28" name="Rectangle 305">
              <a:extLst>
                <a:ext uri="{FF2B5EF4-FFF2-40B4-BE49-F238E27FC236}">
                  <a16:creationId xmlns:a16="http://schemas.microsoft.com/office/drawing/2014/main" id="{B611F1C1-8FC2-46A0-9BD2-C302F7B52C7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6" y="5915379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29" name="Rectangle 306">
              <a:extLst>
                <a:ext uri="{FF2B5EF4-FFF2-40B4-BE49-F238E27FC236}">
                  <a16:creationId xmlns:a16="http://schemas.microsoft.com/office/drawing/2014/main" id="{930B6D85-2884-41AB-BDBA-4E324F36B45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5915379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30" name="Rectangle 307">
              <a:extLst>
                <a:ext uri="{FF2B5EF4-FFF2-40B4-BE49-F238E27FC236}">
                  <a16:creationId xmlns:a16="http://schemas.microsoft.com/office/drawing/2014/main" id="{7F9C1F3D-FD52-424C-9FF6-C48477A4981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5915379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31" name="Rectangle 308">
              <a:extLst>
                <a:ext uri="{FF2B5EF4-FFF2-40B4-BE49-F238E27FC236}">
                  <a16:creationId xmlns:a16="http://schemas.microsoft.com/office/drawing/2014/main" id="{E7486E9D-3A69-4A97-AA5C-AF76EF8F51C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5" y="5915379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32" name="Rectangle 309">
              <a:extLst>
                <a:ext uri="{FF2B5EF4-FFF2-40B4-BE49-F238E27FC236}">
                  <a16:creationId xmlns:a16="http://schemas.microsoft.com/office/drawing/2014/main" id="{0AA7E796-96DA-498C-93D9-136DDFB2FCF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8" y="5915379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33" name="Rectangle 310">
              <a:extLst>
                <a:ext uri="{FF2B5EF4-FFF2-40B4-BE49-F238E27FC236}">
                  <a16:creationId xmlns:a16="http://schemas.microsoft.com/office/drawing/2014/main" id="{A66B0CB8-31EE-439B-AC73-841AF9BC5F3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38630" y="5915379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34" name="Rectangle 311">
              <a:extLst>
                <a:ext uri="{FF2B5EF4-FFF2-40B4-BE49-F238E27FC236}">
                  <a16:creationId xmlns:a16="http://schemas.microsoft.com/office/drawing/2014/main" id="{3369CA06-5E6E-4F9E-A1F5-CDE8295570A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92893" y="5915379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35" name="Rectangle 312">
              <a:extLst>
                <a:ext uri="{FF2B5EF4-FFF2-40B4-BE49-F238E27FC236}">
                  <a16:creationId xmlns:a16="http://schemas.microsoft.com/office/drawing/2014/main" id="{E99CE921-0DE8-4AB7-AC5C-1424E0C194C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48327" y="5915379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36" name="Rectangle 313">
              <a:extLst>
                <a:ext uri="{FF2B5EF4-FFF2-40B4-BE49-F238E27FC236}">
                  <a16:creationId xmlns:a16="http://schemas.microsoft.com/office/drawing/2014/main" id="{44B0D7FC-1229-4D80-AFFC-1892AC41BCE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02590" y="5915379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37" name="Rectangle 314">
              <a:extLst>
                <a:ext uri="{FF2B5EF4-FFF2-40B4-BE49-F238E27FC236}">
                  <a16:creationId xmlns:a16="http://schemas.microsoft.com/office/drawing/2014/main" id="{9CC127BC-9564-47FC-B62B-448598DBAB5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58022" y="5915379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38" name="Rectangle 315">
              <a:extLst>
                <a:ext uri="{FF2B5EF4-FFF2-40B4-BE49-F238E27FC236}">
                  <a16:creationId xmlns:a16="http://schemas.microsoft.com/office/drawing/2014/main" id="{B9AB1F98-2ED9-4FA8-B563-43ABB5173B2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12285" y="5915379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39" name="Rectangle 316">
              <a:extLst>
                <a:ext uri="{FF2B5EF4-FFF2-40B4-BE49-F238E27FC236}">
                  <a16:creationId xmlns:a16="http://schemas.microsoft.com/office/drawing/2014/main" id="{A6DA074F-063A-4813-AE3D-039A5CEC3F7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67718" y="5915379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40" name="Rectangle 317">
              <a:extLst>
                <a:ext uri="{FF2B5EF4-FFF2-40B4-BE49-F238E27FC236}">
                  <a16:creationId xmlns:a16="http://schemas.microsoft.com/office/drawing/2014/main" id="{E2D48949-643D-4CD5-94F2-5B81BCC4A40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21981" y="5915379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41" name="Rectangle 318">
              <a:extLst>
                <a:ext uri="{FF2B5EF4-FFF2-40B4-BE49-F238E27FC236}">
                  <a16:creationId xmlns:a16="http://schemas.microsoft.com/office/drawing/2014/main" id="{00728DC9-776B-49FA-ABFC-CE0772CDA2E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77414" y="5915379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42" name="Rectangle 319">
              <a:extLst>
                <a:ext uri="{FF2B5EF4-FFF2-40B4-BE49-F238E27FC236}">
                  <a16:creationId xmlns:a16="http://schemas.microsoft.com/office/drawing/2014/main" id="{F940E1FC-5AC7-4790-9F31-160A6050711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631676" y="5915379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43" name="Rectangle 320">
              <a:extLst>
                <a:ext uri="{FF2B5EF4-FFF2-40B4-BE49-F238E27FC236}">
                  <a16:creationId xmlns:a16="http://schemas.microsoft.com/office/drawing/2014/main" id="{9A9BC016-C68C-4EA0-9BAE-277C05D16E6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87110" y="5915379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44" name="Rectangle 321">
              <a:extLst>
                <a:ext uri="{FF2B5EF4-FFF2-40B4-BE49-F238E27FC236}">
                  <a16:creationId xmlns:a16="http://schemas.microsoft.com/office/drawing/2014/main" id="{85D72911-CD6D-4223-B9B7-AF8B7667D66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41373" y="5915379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45" name="Rectangle 322">
              <a:extLst>
                <a:ext uri="{FF2B5EF4-FFF2-40B4-BE49-F238E27FC236}">
                  <a16:creationId xmlns:a16="http://schemas.microsoft.com/office/drawing/2014/main" id="{44F55F88-B6F7-42F9-A7A0-92FA3561620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5915379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46" name="Rectangle 323">
              <a:extLst>
                <a:ext uri="{FF2B5EF4-FFF2-40B4-BE49-F238E27FC236}">
                  <a16:creationId xmlns:a16="http://schemas.microsoft.com/office/drawing/2014/main" id="{1FAEF597-1324-4785-A2F5-812B9B7E3CC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5915379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47" name="Rectangle 324">
              <a:extLst>
                <a:ext uri="{FF2B5EF4-FFF2-40B4-BE49-F238E27FC236}">
                  <a16:creationId xmlns:a16="http://schemas.microsoft.com/office/drawing/2014/main" id="{547E500B-89FF-4790-A774-7467AA539E0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2" y="5915379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48" name="Rectangle 325">
              <a:extLst>
                <a:ext uri="{FF2B5EF4-FFF2-40B4-BE49-F238E27FC236}">
                  <a16:creationId xmlns:a16="http://schemas.microsoft.com/office/drawing/2014/main" id="{BDE832F9-2CD6-4DA9-8C6D-29D6EF4A68C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4" y="5915379"/>
              <a:ext cx="109992" cy="108822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49" name="Rectangle 326">
              <a:extLst>
                <a:ext uri="{FF2B5EF4-FFF2-40B4-BE49-F238E27FC236}">
                  <a16:creationId xmlns:a16="http://schemas.microsoft.com/office/drawing/2014/main" id="{8F14BE8F-17A2-48D9-99B9-13D9B36CFF5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5915379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50" name="Rectangle 327">
              <a:extLst>
                <a:ext uri="{FF2B5EF4-FFF2-40B4-BE49-F238E27FC236}">
                  <a16:creationId xmlns:a16="http://schemas.microsoft.com/office/drawing/2014/main" id="{2CA28AB2-A869-47B1-9798-9E8733980AC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5915379"/>
              <a:ext cx="109992" cy="108822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51" name="Rectangle 328">
              <a:extLst>
                <a:ext uri="{FF2B5EF4-FFF2-40B4-BE49-F238E27FC236}">
                  <a16:creationId xmlns:a16="http://schemas.microsoft.com/office/drawing/2014/main" id="{FA45DCC4-369F-4348-B31A-DDD34207D99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3" y="5915379"/>
              <a:ext cx="108822" cy="108822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52" name="Rectangle 303">
              <a:extLst>
                <a:ext uri="{FF2B5EF4-FFF2-40B4-BE49-F238E27FC236}">
                  <a16:creationId xmlns:a16="http://schemas.microsoft.com/office/drawing/2014/main" id="{5246F475-6CE9-44EF-B241-5C98A3993F4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6422607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53" name="Rectangle 304">
              <a:extLst>
                <a:ext uri="{FF2B5EF4-FFF2-40B4-BE49-F238E27FC236}">
                  <a16:creationId xmlns:a16="http://schemas.microsoft.com/office/drawing/2014/main" id="{0212C143-6DDE-4AC2-94C2-CCD6202BFFB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3" y="6422607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54" name="Rectangle 305">
              <a:extLst>
                <a:ext uri="{FF2B5EF4-FFF2-40B4-BE49-F238E27FC236}">
                  <a16:creationId xmlns:a16="http://schemas.microsoft.com/office/drawing/2014/main" id="{DC9D434B-9E3A-4EBA-8C92-28B96B398B1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6" y="6422607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55" name="Rectangle 306">
              <a:extLst>
                <a:ext uri="{FF2B5EF4-FFF2-40B4-BE49-F238E27FC236}">
                  <a16:creationId xmlns:a16="http://schemas.microsoft.com/office/drawing/2014/main" id="{C336F0B6-E934-4035-96C1-1890FAB7FC5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6422607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56" name="Rectangle 307">
              <a:extLst>
                <a:ext uri="{FF2B5EF4-FFF2-40B4-BE49-F238E27FC236}">
                  <a16:creationId xmlns:a16="http://schemas.microsoft.com/office/drawing/2014/main" id="{449858E0-3129-497A-A76F-A7B8CCC41D2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6422607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57" name="Rectangle 308">
              <a:extLst>
                <a:ext uri="{FF2B5EF4-FFF2-40B4-BE49-F238E27FC236}">
                  <a16:creationId xmlns:a16="http://schemas.microsoft.com/office/drawing/2014/main" id="{5E5A0525-E0F7-473B-BF1D-921297C341B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5" y="6422607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58" name="Rectangle 309">
              <a:extLst>
                <a:ext uri="{FF2B5EF4-FFF2-40B4-BE49-F238E27FC236}">
                  <a16:creationId xmlns:a16="http://schemas.microsoft.com/office/drawing/2014/main" id="{40BA3401-B130-4070-8812-6D1E64DFCA8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8" y="6422607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59" name="Rectangle 310">
              <a:extLst>
                <a:ext uri="{FF2B5EF4-FFF2-40B4-BE49-F238E27FC236}">
                  <a16:creationId xmlns:a16="http://schemas.microsoft.com/office/drawing/2014/main" id="{43428A0F-0399-49CB-B65B-308D799020F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38630" y="6422607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60" name="Rectangle 311">
              <a:extLst>
                <a:ext uri="{FF2B5EF4-FFF2-40B4-BE49-F238E27FC236}">
                  <a16:creationId xmlns:a16="http://schemas.microsoft.com/office/drawing/2014/main" id="{03BCC0FA-5699-431F-8C8A-B7CFDACB8F0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92893" y="6422607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61" name="Rectangle 312">
              <a:extLst>
                <a:ext uri="{FF2B5EF4-FFF2-40B4-BE49-F238E27FC236}">
                  <a16:creationId xmlns:a16="http://schemas.microsoft.com/office/drawing/2014/main" id="{556516AA-1DCD-4F78-A473-1DD49BC9A9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48327" y="6422607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62" name="Rectangle 313">
              <a:extLst>
                <a:ext uri="{FF2B5EF4-FFF2-40B4-BE49-F238E27FC236}">
                  <a16:creationId xmlns:a16="http://schemas.microsoft.com/office/drawing/2014/main" id="{CA00595A-8F2B-4D73-846B-3B7A9C584FF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02590" y="6422607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63" name="Rectangle 314">
              <a:extLst>
                <a:ext uri="{FF2B5EF4-FFF2-40B4-BE49-F238E27FC236}">
                  <a16:creationId xmlns:a16="http://schemas.microsoft.com/office/drawing/2014/main" id="{76207ABA-2173-41C4-88F3-C94E5346CD7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58022" y="6422607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64" name="Rectangle 315">
              <a:extLst>
                <a:ext uri="{FF2B5EF4-FFF2-40B4-BE49-F238E27FC236}">
                  <a16:creationId xmlns:a16="http://schemas.microsoft.com/office/drawing/2014/main" id="{22D2EBC9-8BFC-4568-9B2E-77642424867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12285" y="6422607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65" name="Rectangle 316">
              <a:extLst>
                <a:ext uri="{FF2B5EF4-FFF2-40B4-BE49-F238E27FC236}">
                  <a16:creationId xmlns:a16="http://schemas.microsoft.com/office/drawing/2014/main" id="{BCF3A8ED-BBBB-4991-AF9D-6BECE831C11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67718" y="6422607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66" name="Rectangle 317">
              <a:extLst>
                <a:ext uri="{FF2B5EF4-FFF2-40B4-BE49-F238E27FC236}">
                  <a16:creationId xmlns:a16="http://schemas.microsoft.com/office/drawing/2014/main" id="{2C735C09-F863-40CC-B903-4E8394118D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21981" y="6422607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67" name="Rectangle 318">
              <a:extLst>
                <a:ext uri="{FF2B5EF4-FFF2-40B4-BE49-F238E27FC236}">
                  <a16:creationId xmlns:a16="http://schemas.microsoft.com/office/drawing/2014/main" id="{5B9A0F98-970C-4A0E-A6C7-B55BCE0CEDB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77414" y="6422607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68" name="Rectangle 319">
              <a:extLst>
                <a:ext uri="{FF2B5EF4-FFF2-40B4-BE49-F238E27FC236}">
                  <a16:creationId xmlns:a16="http://schemas.microsoft.com/office/drawing/2014/main" id="{19BA8D7A-9A73-4E82-8C3D-2920BAD2FB8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631676" y="6422607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69" name="Rectangle 320">
              <a:extLst>
                <a:ext uri="{FF2B5EF4-FFF2-40B4-BE49-F238E27FC236}">
                  <a16:creationId xmlns:a16="http://schemas.microsoft.com/office/drawing/2014/main" id="{15718E9B-0168-4026-9DA9-25FB77F4878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87110" y="6422607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70" name="Rectangle 321">
              <a:extLst>
                <a:ext uri="{FF2B5EF4-FFF2-40B4-BE49-F238E27FC236}">
                  <a16:creationId xmlns:a16="http://schemas.microsoft.com/office/drawing/2014/main" id="{66E782F6-03F2-4976-9939-4FFC8A6D9B6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41373" y="6422607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71" name="Rectangle 322">
              <a:extLst>
                <a:ext uri="{FF2B5EF4-FFF2-40B4-BE49-F238E27FC236}">
                  <a16:creationId xmlns:a16="http://schemas.microsoft.com/office/drawing/2014/main" id="{0EFF48D8-9A72-4410-B099-6490C047945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6422607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72" name="Rectangle 323">
              <a:extLst>
                <a:ext uri="{FF2B5EF4-FFF2-40B4-BE49-F238E27FC236}">
                  <a16:creationId xmlns:a16="http://schemas.microsoft.com/office/drawing/2014/main" id="{8C821438-F658-42B0-81BE-28EF12CD7F6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6422607"/>
              <a:ext cx="109992" cy="108822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73" name="Rectangle 324">
              <a:extLst>
                <a:ext uri="{FF2B5EF4-FFF2-40B4-BE49-F238E27FC236}">
                  <a16:creationId xmlns:a16="http://schemas.microsoft.com/office/drawing/2014/main" id="{280043D3-9357-4611-AA94-C9B58CB0E6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2" y="6422607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74" name="Rectangle 325">
              <a:extLst>
                <a:ext uri="{FF2B5EF4-FFF2-40B4-BE49-F238E27FC236}">
                  <a16:creationId xmlns:a16="http://schemas.microsoft.com/office/drawing/2014/main" id="{D7287905-0D7C-4A58-ABD6-A6554D1765E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4" y="6422607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75" name="Rectangle 326">
              <a:extLst>
                <a:ext uri="{FF2B5EF4-FFF2-40B4-BE49-F238E27FC236}">
                  <a16:creationId xmlns:a16="http://schemas.microsoft.com/office/drawing/2014/main" id="{1D0E79F1-1AC9-47BF-B7F0-F709B8B444E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6422607"/>
              <a:ext cx="108822" cy="108822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76" name="Rectangle 327">
              <a:extLst>
                <a:ext uri="{FF2B5EF4-FFF2-40B4-BE49-F238E27FC236}">
                  <a16:creationId xmlns:a16="http://schemas.microsoft.com/office/drawing/2014/main" id="{83AB9594-60A2-4730-A801-A458EEE55EF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6422607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77" name="Rectangle 328">
              <a:extLst>
                <a:ext uri="{FF2B5EF4-FFF2-40B4-BE49-F238E27FC236}">
                  <a16:creationId xmlns:a16="http://schemas.microsoft.com/office/drawing/2014/main" id="{62B13014-86D5-44D0-A96C-D2A34A6B60D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3" y="6422607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530893" y="2165593"/>
            <a:ext cx="5086633" cy="1943114"/>
          </a:xfrm>
        </p:spPr>
        <p:txBody>
          <a:bodyPr anchor="ctr">
            <a:noAutofit/>
          </a:bodyPr>
          <a:lstStyle>
            <a:lvl1pPr algn="ctr">
              <a:lnSpc>
                <a:spcPct val="90000"/>
              </a:lnSpc>
              <a:defRPr lang="en-US" sz="6000" b="1" kern="1200" smtClean="0">
                <a:solidFill>
                  <a:schemeClr val="bg1"/>
                </a:solidFill>
                <a:latin typeface="+mn-lt"/>
                <a:ea typeface="Segoe UI Black" panose="020B0A02040204020203" pitchFamily="34" charset="0"/>
                <a:cs typeface="+mj-cs"/>
              </a:defRPr>
            </a:lvl1pPr>
          </a:lstStyle>
          <a:p>
            <a:r>
              <a:rPr lang="en-US" dirty="0"/>
              <a:t>Click to edit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530893" y="4593057"/>
            <a:ext cx="5086633" cy="531269"/>
          </a:xfrm>
        </p:spPr>
        <p:txBody>
          <a:bodyPr>
            <a:normAutofit/>
          </a:bodyPr>
          <a:lstStyle>
            <a:lvl1pPr marL="0" indent="0" algn="ctr">
              <a:buNone/>
              <a:defRPr lang="en-US" sz="2400" kern="1200" smtClean="0">
                <a:solidFill>
                  <a:schemeClr val="accent2"/>
                </a:solidFill>
                <a:latin typeface="+mn-lt"/>
                <a:ea typeface="+mj-ea"/>
                <a:cs typeface="+mj-cs"/>
              </a:defRPr>
            </a:lvl1pPr>
            <a:lvl2pPr marL="60946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89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40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787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3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680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27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57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8D6DB-6798-42D2-B9AD-FC6F1C72FC30}" type="datetimeFigureOut">
              <a:rPr lang="en-US" smtClean="0"/>
              <a:pPr/>
              <a:t>7/27/2026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cxnSp>
        <p:nvCxnSpPr>
          <p:cNvPr id="263" name="Straight Connector 262">
            <a:extLst>
              <a:ext uri="{FF2B5EF4-FFF2-40B4-BE49-F238E27FC236}">
                <a16:creationId xmlns:a16="http://schemas.microsoft.com/office/drawing/2014/main" id="{2F3DD772-972B-4AAC-A0E6-89474032E07C}"/>
              </a:ext>
            </a:extLst>
          </p:cNvPr>
          <p:cNvCxnSpPr>
            <a:cxnSpLocks/>
          </p:cNvCxnSpPr>
          <p:nvPr userDrawn="1"/>
        </p:nvCxnSpPr>
        <p:spPr>
          <a:xfrm flipV="1">
            <a:off x="3530895" y="1938989"/>
            <a:ext cx="5086632" cy="13976"/>
          </a:xfrm>
          <a:prstGeom prst="line">
            <a:avLst/>
          </a:prstGeom>
          <a:ln w="25400" cap="rnd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7" name="Straight Connector 266">
            <a:extLst>
              <a:ext uri="{FF2B5EF4-FFF2-40B4-BE49-F238E27FC236}">
                <a16:creationId xmlns:a16="http://schemas.microsoft.com/office/drawing/2014/main" id="{4DEFF758-3B08-4F1C-869F-4C6B6755CFC3}"/>
              </a:ext>
            </a:extLst>
          </p:cNvPr>
          <p:cNvCxnSpPr>
            <a:cxnSpLocks/>
          </p:cNvCxnSpPr>
          <p:nvPr userDrawn="1"/>
        </p:nvCxnSpPr>
        <p:spPr>
          <a:xfrm flipV="1">
            <a:off x="3530895" y="4382337"/>
            <a:ext cx="5086632" cy="13976"/>
          </a:xfrm>
          <a:prstGeom prst="line">
            <a:avLst/>
          </a:prstGeom>
          <a:ln w="25400" cap="rnd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41541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www.anubhavtrainings.com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5F84C837-9DCF-4D09-8477-144AEA6C872E}"/>
              </a:ext>
            </a:extLst>
          </p:cNvPr>
          <p:cNvGrpSpPr/>
          <p:nvPr userDrawn="1"/>
        </p:nvGrpSpPr>
        <p:grpSpPr>
          <a:xfrm>
            <a:off x="354110" y="326571"/>
            <a:ext cx="11480604" cy="6185861"/>
            <a:chOff x="354110" y="326571"/>
            <a:chExt cx="11480604" cy="6185861"/>
          </a:xfrm>
          <a:solidFill>
            <a:schemeClr val="accent1">
              <a:lumMod val="90000"/>
              <a:lumOff val="10000"/>
              <a:alpha val="20000"/>
            </a:schemeClr>
          </a:solidFill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C87704B4-D820-4D37-AD30-8A5EB8A7D887}"/>
                </a:ext>
              </a:extLst>
            </p:cNvPr>
            <p:cNvGrpSpPr/>
            <p:nvPr/>
          </p:nvGrpSpPr>
          <p:grpSpPr>
            <a:xfrm>
              <a:off x="354110" y="326571"/>
              <a:ext cx="11480604" cy="109990"/>
              <a:chOff x="354110" y="326571"/>
              <a:chExt cx="11480604" cy="109990"/>
            </a:xfrm>
            <a:grpFill/>
          </p:grpSpPr>
          <p:sp>
            <p:nvSpPr>
              <p:cNvPr id="331" name="Rectangle 5">
                <a:extLst>
                  <a:ext uri="{FF2B5EF4-FFF2-40B4-BE49-F238E27FC236}">
                    <a16:creationId xmlns:a16="http://schemas.microsoft.com/office/drawing/2014/main" id="{A5DE7724-0266-4B26-B3E0-F4A53755EFD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2" name="Rectangle 6">
                <a:extLst>
                  <a:ext uri="{FF2B5EF4-FFF2-40B4-BE49-F238E27FC236}">
                    <a16:creationId xmlns:a16="http://schemas.microsoft.com/office/drawing/2014/main" id="{92B81F68-69F1-412A-BA88-7CA31ABBD4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3" name="Rectangle 7">
                <a:extLst>
                  <a:ext uri="{FF2B5EF4-FFF2-40B4-BE49-F238E27FC236}">
                    <a16:creationId xmlns:a16="http://schemas.microsoft.com/office/drawing/2014/main" id="{0DDE4945-C355-486A-AC39-DC1CBDD53A2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4" name="Rectangle 8">
                <a:extLst>
                  <a:ext uri="{FF2B5EF4-FFF2-40B4-BE49-F238E27FC236}">
                    <a16:creationId xmlns:a16="http://schemas.microsoft.com/office/drawing/2014/main" id="{17174557-3DA8-460E-9EA2-59F750420CB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5" name="Rectangle 9">
                <a:extLst>
                  <a:ext uri="{FF2B5EF4-FFF2-40B4-BE49-F238E27FC236}">
                    <a16:creationId xmlns:a16="http://schemas.microsoft.com/office/drawing/2014/main" id="{911127AB-1DEB-4137-A7FC-F7DE993952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6" name="Rectangle 10">
                <a:extLst>
                  <a:ext uri="{FF2B5EF4-FFF2-40B4-BE49-F238E27FC236}">
                    <a16:creationId xmlns:a16="http://schemas.microsoft.com/office/drawing/2014/main" id="{4E17A780-BA9E-4864-B26E-9C35A8E0639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7" name="Rectangle 11">
                <a:extLst>
                  <a:ext uri="{FF2B5EF4-FFF2-40B4-BE49-F238E27FC236}">
                    <a16:creationId xmlns:a16="http://schemas.microsoft.com/office/drawing/2014/main" id="{314C61F4-16FA-4712-81C9-E6993CF2E32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8" name="Rectangle 12">
                <a:extLst>
                  <a:ext uri="{FF2B5EF4-FFF2-40B4-BE49-F238E27FC236}">
                    <a16:creationId xmlns:a16="http://schemas.microsoft.com/office/drawing/2014/main" id="{9B524249-3869-485B-86A9-F6134949E33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9" name="Rectangle 13">
                <a:extLst>
                  <a:ext uri="{FF2B5EF4-FFF2-40B4-BE49-F238E27FC236}">
                    <a16:creationId xmlns:a16="http://schemas.microsoft.com/office/drawing/2014/main" id="{DAAD3B7E-EB92-41AE-846B-19E6FD8D82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0" name="Rectangle 14">
                <a:extLst>
                  <a:ext uri="{FF2B5EF4-FFF2-40B4-BE49-F238E27FC236}">
                    <a16:creationId xmlns:a16="http://schemas.microsoft.com/office/drawing/2014/main" id="{7F852861-98F4-44DF-AF49-726C8F948D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1" name="Rectangle 15">
                <a:extLst>
                  <a:ext uri="{FF2B5EF4-FFF2-40B4-BE49-F238E27FC236}">
                    <a16:creationId xmlns:a16="http://schemas.microsoft.com/office/drawing/2014/main" id="{0569D434-561F-415D-ADEF-1C97BBF45E1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2" name="Rectangle 16">
                <a:extLst>
                  <a:ext uri="{FF2B5EF4-FFF2-40B4-BE49-F238E27FC236}">
                    <a16:creationId xmlns:a16="http://schemas.microsoft.com/office/drawing/2014/main" id="{E51E1051-20E9-499B-9F47-D453C9C4AD7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3" name="Rectangle 17">
                <a:extLst>
                  <a:ext uri="{FF2B5EF4-FFF2-40B4-BE49-F238E27FC236}">
                    <a16:creationId xmlns:a16="http://schemas.microsoft.com/office/drawing/2014/main" id="{0A15F00D-D432-491D-BD07-4D98418B47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4" name="Rectangle 18">
                <a:extLst>
                  <a:ext uri="{FF2B5EF4-FFF2-40B4-BE49-F238E27FC236}">
                    <a16:creationId xmlns:a16="http://schemas.microsoft.com/office/drawing/2014/main" id="{E5C71B9E-2FEA-4B4A-9DAF-57371D0345E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5" name="Rectangle 19">
                <a:extLst>
                  <a:ext uri="{FF2B5EF4-FFF2-40B4-BE49-F238E27FC236}">
                    <a16:creationId xmlns:a16="http://schemas.microsoft.com/office/drawing/2014/main" id="{0837AE5A-71E5-461E-86F8-382E419F4CE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6" name="Rectangle 20">
                <a:extLst>
                  <a:ext uri="{FF2B5EF4-FFF2-40B4-BE49-F238E27FC236}">
                    <a16:creationId xmlns:a16="http://schemas.microsoft.com/office/drawing/2014/main" id="{226E3A9F-A5DF-4BD9-8BF9-BD63B178B3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7" name="Rectangle 21">
                <a:extLst>
                  <a:ext uri="{FF2B5EF4-FFF2-40B4-BE49-F238E27FC236}">
                    <a16:creationId xmlns:a16="http://schemas.microsoft.com/office/drawing/2014/main" id="{0E15EBF9-0C38-49EB-BCE1-F087FE7B15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8" name="Rectangle 22">
                <a:extLst>
                  <a:ext uri="{FF2B5EF4-FFF2-40B4-BE49-F238E27FC236}">
                    <a16:creationId xmlns:a16="http://schemas.microsoft.com/office/drawing/2014/main" id="{CC706D37-6C28-4D62-837A-3DCE52AF5F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9" name="Rectangle 23">
                <a:extLst>
                  <a:ext uri="{FF2B5EF4-FFF2-40B4-BE49-F238E27FC236}">
                    <a16:creationId xmlns:a16="http://schemas.microsoft.com/office/drawing/2014/main" id="{322A967E-C401-4E57-A3E0-032F5B3EE8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0" name="Rectangle 24">
                <a:extLst>
                  <a:ext uri="{FF2B5EF4-FFF2-40B4-BE49-F238E27FC236}">
                    <a16:creationId xmlns:a16="http://schemas.microsoft.com/office/drawing/2014/main" id="{4E47C428-6492-4775-B7F6-D97F4C21EE0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1" name="Rectangle 25">
                <a:extLst>
                  <a:ext uri="{FF2B5EF4-FFF2-40B4-BE49-F238E27FC236}">
                    <a16:creationId xmlns:a16="http://schemas.microsoft.com/office/drawing/2014/main" id="{4FFE08B7-F49D-4351-AE15-CBCE5672922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2" name="Rectangle 26">
                <a:extLst>
                  <a:ext uri="{FF2B5EF4-FFF2-40B4-BE49-F238E27FC236}">
                    <a16:creationId xmlns:a16="http://schemas.microsoft.com/office/drawing/2014/main" id="{6ACFDA49-281E-4897-9BD4-34DD13A792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3" name="Rectangle 27">
                <a:extLst>
                  <a:ext uri="{FF2B5EF4-FFF2-40B4-BE49-F238E27FC236}">
                    <a16:creationId xmlns:a16="http://schemas.microsoft.com/office/drawing/2014/main" id="{575841DC-16E8-4CB3-B2BC-119E646F21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4" name="Rectangle 28">
                <a:extLst>
                  <a:ext uri="{FF2B5EF4-FFF2-40B4-BE49-F238E27FC236}">
                    <a16:creationId xmlns:a16="http://schemas.microsoft.com/office/drawing/2014/main" id="{E1ED8453-673F-4AFA-BA06-840415974D3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5" name="Rectangle 29">
                <a:extLst>
                  <a:ext uri="{FF2B5EF4-FFF2-40B4-BE49-F238E27FC236}">
                    <a16:creationId xmlns:a16="http://schemas.microsoft.com/office/drawing/2014/main" id="{DC901148-F99B-414C-A333-EA3FE0A5903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6" name="Rectangle 30">
                <a:extLst>
                  <a:ext uri="{FF2B5EF4-FFF2-40B4-BE49-F238E27FC236}">
                    <a16:creationId xmlns:a16="http://schemas.microsoft.com/office/drawing/2014/main" id="{D5A0830B-E1AB-410A-8A04-76CEB6D7EF5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0440C2EB-8720-4F5C-8F92-8632FE72EE8A}"/>
                </a:ext>
              </a:extLst>
            </p:cNvPr>
            <p:cNvGrpSpPr/>
            <p:nvPr/>
          </p:nvGrpSpPr>
          <p:grpSpPr>
            <a:xfrm>
              <a:off x="354110" y="833283"/>
              <a:ext cx="11480604" cy="108822"/>
              <a:chOff x="354110" y="834963"/>
              <a:chExt cx="11480604" cy="108822"/>
            </a:xfrm>
            <a:grpFill/>
          </p:grpSpPr>
          <p:sp>
            <p:nvSpPr>
              <p:cNvPr id="305" name="Rectangle 32">
                <a:extLst>
                  <a:ext uri="{FF2B5EF4-FFF2-40B4-BE49-F238E27FC236}">
                    <a16:creationId xmlns:a16="http://schemas.microsoft.com/office/drawing/2014/main" id="{EF02C6FC-5D3B-435D-860D-5BB6346A13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6" name="Rectangle 33">
                <a:extLst>
                  <a:ext uri="{FF2B5EF4-FFF2-40B4-BE49-F238E27FC236}">
                    <a16:creationId xmlns:a16="http://schemas.microsoft.com/office/drawing/2014/main" id="{BC57A1E8-0766-4B17-941D-E18BE4B6C2F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7" name="Rectangle 34">
                <a:extLst>
                  <a:ext uri="{FF2B5EF4-FFF2-40B4-BE49-F238E27FC236}">
                    <a16:creationId xmlns:a16="http://schemas.microsoft.com/office/drawing/2014/main" id="{21113A2C-E54A-447E-8F53-B5082437AE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8" name="Rectangle 35">
                <a:extLst>
                  <a:ext uri="{FF2B5EF4-FFF2-40B4-BE49-F238E27FC236}">
                    <a16:creationId xmlns:a16="http://schemas.microsoft.com/office/drawing/2014/main" id="{6F7DC80F-E11F-4661-A499-8EDA910AA7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9" name="Rectangle 36">
                <a:extLst>
                  <a:ext uri="{FF2B5EF4-FFF2-40B4-BE49-F238E27FC236}">
                    <a16:creationId xmlns:a16="http://schemas.microsoft.com/office/drawing/2014/main" id="{8CD34363-9B07-446F-99AC-0743548944C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0" name="Rectangle 37">
                <a:extLst>
                  <a:ext uri="{FF2B5EF4-FFF2-40B4-BE49-F238E27FC236}">
                    <a16:creationId xmlns:a16="http://schemas.microsoft.com/office/drawing/2014/main" id="{77985A41-F2CB-46B1-8553-15C2148C40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1" name="Rectangle 38">
                <a:extLst>
                  <a:ext uri="{FF2B5EF4-FFF2-40B4-BE49-F238E27FC236}">
                    <a16:creationId xmlns:a16="http://schemas.microsoft.com/office/drawing/2014/main" id="{90E6D67E-F055-4BC9-BE22-0DBDC394D9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2" name="Rectangle 39">
                <a:extLst>
                  <a:ext uri="{FF2B5EF4-FFF2-40B4-BE49-F238E27FC236}">
                    <a16:creationId xmlns:a16="http://schemas.microsoft.com/office/drawing/2014/main" id="{0228932B-BBDB-40C1-A9A1-395D1449598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3" name="Rectangle 40">
                <a:extLst>
                  <a:ext uri="{FF2B5EF4-FFF2-40B4-BE49-F238E27FC236}">
                    <a16:creationId xmlns:a16="http://schemas.microsoft.com/office/drawing/2014/main" id="{B5CE198A-88BB-4A73-AC8E-4EBF9A34A8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4" name="Rectangle 41">
                <a:extLst>
                  <a:ext uri="{FF2B5EF4-FFF2-40B4-BE49-F238E27FC236}">
                    <a16:creationId xmlns:a16="http://schemas.microsoft.com/office/drawing/2014/main" id="{8B97A0DC-41F9-44D7-B0F6-04A2CDE9013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5" name="Rectangle 42">
                <a:extLst>
                  <a:ext uri="{FF2B5EF4-FFF2-40B4-BE49-F238E27FC236}">
                    <a16:creationId xmlns:a16="http://schemas.microsoft.com/office/drawing/2014/main" id="{BD4550CC-C766-4008-A027-D4AD0A7C226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6" name="Rectangle 43">
                <a:extLst>
                  <a:ext uri="{FF2B5EF4-FFF2-40B4-BE49-F238E27FC236}">
                    <a16:creationId xmlns:a16="http://schemas.microsoft.com/office/drawing/2014/main" id="{5AEFD14B-8AC0-49F9-8636-E561501389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7" name="Rectangle 44">
                <a:extLst>
                  <a:ext uri="{FF2B5EF4-FFF2-40B4-BE49-F238E27FC236}">
                    <a16:creationId xmlns:a16="http://schemas.microsoft.com/office/drawing/2014/main" id="{F5728382-2E4A-44CB-B18D-09E3832100C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8" name="Rectangle 45">
                <a:extLst>
                  <a:ext uri="{FF2B5EF4-FFF2-40B4-BE49-F238E27FC236}">
                    <a16:creationId xmlns:a16="http://schemas.microsoft.com/office/drawing/2014/main" id="{A37A49D1-6574-424E-A93E-54D01DF37E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9" name="Rectangle 46">
                <a:extLst>
                  <a:ext uri="{FF2B5EF4-FFF2-40B4-BE49-F238E27FC236}">
                    <a16:creationId xmlns:a16="http://schemas.microsoft.com/office/drawing/2014/main" id="{20D0DBF2-AF64-41DB-8881-E697C0FB2F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0" name="Rectangle 47">
                <a:extLst>
                  <a:ext uri="{FF2B5EF4-FFF2-40B4-BE49-F238E27FC236}">
                    <a16:creationId xmlns:a16="http://schemas.microsoft.com/office/drawing/2014/main" id="{16993E22-9E00-4371-97E9-BC2FEC2901F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1" name="Rectangle 48">
                <a:extLst>
                  <a:ext uri="{FF2B5EF4-FFF2-40B4-BE49-F238E27FC236}">
                    <a16:creationId xmlns:a16="http://schemas.microsoft.com/office/drawing/2014/main" id="{3179D9A5-A656-445A-AEB3-41E85991FE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2" name="Rectangle 49">
                <a:extLst>
                  <a:ext uri="{FF2B5EF4-FFF2-40B4-BE49-F238E27FC236}">
                    <a16:creationId xmlns:a16="http://schemas.microsoft.com/office/drawing/2014/main" id="{FC5854E8-7F75-4352-B984-69A650316BA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3" name="Rectangle 50">
                <a:extLst>
                  <a:ext uri="{FF2B5EF4-FFF2-40B4-BE49-F238E27FC236}">
                    <a16:creationId xmlns:a16="http://schemas.microsoft.com/office/drawing/2014/main" id="{AF0E170F-2C99-4781-9DAD-76DB2ECCBF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4" name="Rectangle 51">
                <a:extLst>
                  <a:ext uri="{FF2B5EF4-FFF2-40B4-BE49-F238E27FC236}">
                    <a16:creationId xmlns:a16="http://schemas.microsoft.com/office/drawing/2014/main" id="{28A11474-FB86-497C-99B9-4844B293C67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5" name="Rectangle 52">
                <a:extLst>
                  <a:ext uri="{FF2B5EF4-FFF2-40B4-BE49-F238E27FC236}">
                    <a16:creationId xmlns:a16="http://schemas.microsoft.com/office/drawing/2014/main" id="{05C3E46C-5F7E-4619-BF04-C2ADA9C98EB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6" name="Rectangle 53">
                <a:extLst>
                  <a:ext uri="{FF2B5EF4-FFF2-40B4-BE49-F238E27FC236}">
                    <a16:creationId xmlns:a16="http://schemas.microsoft.com/office/drawing/2014/main" id="{9C1B1068-38BC-4829-B1BD-84365C3B1F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7" name="Rectangle 54">
                <a:extLst>
                  <a:ext uri="{FF2B5EF4-FFF2-40B4-BE49-F238E27FC236}">
                    <a16:creationId xmlns:a16="http://schemas.microsoft.com/office/drawing/2014/main" id="{86E8EEE5-A3C1-475B-B8D0-270016066D7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8" name="Rectangle 55">
                <a:extLst>
                  <a:ext uri="{FF2B5EF4-FFF2-40B4-BE49-F238E27FC236}">
                    <a16:creationId xmlns:a16="http://schemas.microsoft.com/office/drawing/2014/main" id="{746D302C-49CD-4082-A33B-0C8A909D3E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9" name="Rectangle 56">
                <a:extLst>
                  <a:ext uri="{FF2B5EF4-FFF2-40B4-BE49-F238E27FC236}">
                    <a16:creationId xmlns:a16="http://schemas.microsoft.com/office/drawing/2014/main" id="{4BBCB6AB-A251-4BF9-9D8C-3C637CBB181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0" name="Rectangle 57">
                <a:extLst>
                  <a:ext uri="{FF2B5EF4-FFF2-40B4-BE49-F238E27FC236}">
                    <a16:creationId xmlns:a16="http://schemas.microsoft.com/office/drawing/2014/main" id="{62940D8C-E4DD-44D0-B41A-E71282E21DC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FDB7BC43-BB8B-4C07-9AD5-56CA6D4AF9C1}"/>
                </a:ext>
              </a:extLst>
            </p:cNvPr>
            <p:cNvGrpSpPr/>
            <p:nvPr/>
          </p:nvGrpSpPr>
          <p:grpSpPr>
            <a:xfrm>
              <a:off x="354110" y="1338827"/>
              <a:ext cx="11480604" cy="109990"/>
              <a:chOff x="354110" y="1342187"/>
              <a:chExt cx="11480604" cy="109990"/>
            </a:xfrm>
            <a:grpFill/>
          </p:grpSpPr>
          <p:sp>
            <p:nvSpPr>
              <p:cNvPr id="279" name="Rectangle 59">
                <a:extLst>
                  <a:ext uri="{FF2B5EF4-FFF2-40B4-BE49-F238E27FC236}">
                    <a16:creationId xmlns:a16="http://schemas.microsoft.com/office/drawing/2014/main" id="{13ADCA1F-7FF7-48B7-ADB4-DFA0248FF60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0" name="Rectangle 60">
                <a:extLst>
                  <a:ext uri="{FF2B5EF4-FFF2-40B4-BE49-F238E27FC236}">
                    <a16:creationId xmlns:a16="http://schemas.microsoft.com/office/drawing/2014/main" id="{5AD937D1-C68B-4F0D-ADEA-F3D1DE5947C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1" name="Rectangle 61">
                <a:extLst>
                  <a:ext uri="{FF2B5EF4-FFF2-40B4-BE49-F238E27FC236}">
                    <a16:creationId xmlns:a16="http://schemas.microsoft.com/office/drawing/2014/main" id="{23E5266C-E488-4F40-B9BF-394BA98F35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2" name="Rectangle 62">
                <a:extLst>
                  <a:ext uri="{FF2B5EF4-FFF2-40B4-BE49-F238E27FC236}">
                    <a16:creationId xmlns:a16="http://schemas.microsoft.com/office/drawing/2014/main" id="{4F7FCCF1-F609-49F4-B325-65797AA4CB3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3" name="Rectangle 63">
                <a:extLst>
                  <a:ext uri="{FF2B5EF4-FFF2-40B4-BE49-F238E27FC236}">
                    <a16:creationId xmlns:a16="http://schemas.microsoft.com/office/drawing/2014/main" id="{2E25BA80-BA5B-4875-AC25-EC30179E5F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4" name="Rectangle 64">
                <a:extLst>
                  <a:ext uri="{FF2B5EF4-FFF2-40B4-BE49-F238E27FC236}">
                    <a16:creationId xmlns:a16="http://schemas.microsoft.com/office/drawing/2014/main" id="{09628177-D54C-4C14-BD67-B47A10B548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5" name="Rectangle 65">
                <a:extLst>
                  <a:ext uri="{FF2B5EF4-FFF2-40B4-BE49-F238E27FC236}">
                    <a16:creationId xmlns:a16="http://schemas.microsoft.com/office/drawing/2014/main" id="{BD99C527-73CA-4724-A08D-E49D7BA265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6" name="Rectangle 66">
                <a:extLst>
                  <a:ext uri="{FF2B5EF4-FFF2-40B4-BE49-F238E27FC236}">
                    <a16:creationId xmlns:a16="http://schemas.microsoft.com/office/drawing/2014/main" id="{9A4D76E3-5CA7-46C2-930A-CF883079E8B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7" name="Rectangle 67">
                <a:extLst>
                  <a:ext uri="{FF2B5EF4-FFF2-40B4-BE49-F238E27FC236}">
                    <a16:creationId xmlns:a16="http://schemas.microsoft.com/office/drawing/2014/main" id="{1B09DF21-850D-4386-91AE-BE671CF242C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8" name="Rectangle 68">
                <a:extLst>
                  <a:ext uri="{FF2B5EF4-FFF2-40B4-BE49-F238E27FC236}">
                    <a16:creationId xmlns:a16="http://schemas.microsoft.com/office/drawing/2014/main" id="{6A750E47-CA9C-435F-AEEE-64AF6CF50FF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9" name="Rectangle 69">
                <a:extLst>
                  <a:ext uri="{FF2B5EF4-FFF2-40B4-BE49-F238E27FC236}">
                    <a16:creationId xmlns:a16="http://schemas.microsoft.com/office/drawing/2014/main" id="{7F2F089C-B349-4F50-9EB2-5363F2E4F4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0" name="Rectangle 70">
                <a:extLst>
                  <a:ext uri="{FF2B5EF4-FFF2-40B4-BE49-F238E27FC236}">
                    <a16:creationId xmlns:a16="http://schemas.microsoft.com/office/drawing/2014/main" id="{B28AEF5D-9175-4653-BB17-DF5DBF173E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1" name="Rectangle 71">
                <a:extLst>
                  <a:ext uri="{FF2B5EF4-FFF2-40B4-BE49-F238E27FC236}">
                    <a16:creationId xmlns:a16="http://schemas.microsoft.com/office/drawing/2014/main" id="{09A5F7BF-091E-4363-BE84-44E8866B5D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2" name="Rectangle 72">
                <a:extLst>
                  <a:ext uri="{FF2B5EF4-FFF2-40B4-BE49-F238E27FC236}">
                    <a16:creationId xmlns:a16="http://schemas.microsoft.com/office/drawing/2014/main" id="{A2CCAB8E-B14D-4F5A-9CC9-0C5F45258CF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3" name="Rectangle 73">
                <a:extLst>
                  <a:ext uri="{FF2B5EF4-FFF2-40B4-BE49-F238E27FC236}">
                    <a16:creationId xmlns:a16="http://schemas.microsoft.com/office/drawing/2014/main" id="{922E39AA-A68F-4377-A1FB-723E4B73E9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4" name="Rectangle 74">
                <a:extLst>
                  <a:ext uri="{FF2B5EF4-FFF2-40B4-BE49-F238E27FC236}">
                    <a16:creationId xmlns:a16="http://schemas.microsoft.com/office/drawing/2014/main" id="{FD7E9F67-D814-430E-86B6-A7F91CDECE9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5" name="Rectangle 75">
                <a:extLst>
                  <a:ext uri="{FF2B5EF4-FFF2-40B4-BE49-F238E27FC236}">
                    <a16:creationId xmlns:a16="http://schemas.microsoft.com/office/drawing/2014/main" id="{FBF10FF0-2477-44F4-AD26-A9B7175BBF0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6" name="Rectangle 76">
                <a:extLst>
                  <a:ext uri="{FF2B5EF4-FFF2-40B4-BE49-F238E27FC236}">
                    <a16:creationId xmlns:a16="http://schemas.microsoft.com/office/drawing/2014/main" id="{A84D6BBF-5B9E-41F6-B5A3-2066E037BA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7" name="Rectangle 77">
                <a:extLst>
                  <a:ext uri="{FF2B5EF4-FFF2-40B4-BE49-F238E27FC236}">
                    <a16:creationId xmlns:a16="http://schemas.microsoft.com/office/drawing/2014/main" id="{BD98A702-4AE2-405F-BB4F-7E119FFDC17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8" name="Rectangle 78">
                <a:extLst>
                  <a:ext uri="{FF2B5EF4-FFF2-40B4-BE49-F238E27FC236}">
                    <a16:creationId xmlns:a16="http://schemas.microsoft.com/office/drawing/2014/main" id="{66B0FD6C-084A-4D89-95E7-D5CAC5EA273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9" name="Rectangle 79">
                <a:extLst>
                  <a:ext uri="{FF2B5EF4-FFF2-40B4-BE49-F238E27FC236}">
                    <a16:creationId xmlns:a16="http://schemas.microsoft.com/office/drawing/2014/main" id="{C70441D6-82B8-4CC6-8746-DD03CBEE89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0" name="Rectangle 80">
                <a:extLst>
                  <a:ext uri="{FF2B5EF4-FFF2-40B4-BE49-F238E27FC236}">
                    <a16:creationId xmlns:a16="http://schemas.microsoft.com/office/drawing/2014/main" id="{9FC2715B-1BF3-4105-B102-F53753596B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1" name="Rectangle 81">
                <a:extLst>
                  <a:ext uri="{FF2B5EF4-FFF2-40B4-BE49-F238E27FC236}">
                    <a16:creationId xmlns:a16="http://schemas.microsoft.com/office/drawing/2014/main" id="{A884CBD3-DC33-4DDA-B61D-48269A49E5D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2" name="Rectangle 82">
                <a:extLst>
                  <a:ext uri="{FF2B5EF4-FFF2-40B4-BE49-F238E27FC236}">
                    <a16:creationId xmlns:a16="http://schemas.microsoft.com/office/drawing/2014/main" id="{0211EF6E-ADB1-494B-9458-F01F26D9EC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3" name="Rectangle 83">
                <a:extLst>
                  <a:ext uri="{FF2B5EF4-FFF2-40B4-BE49-F238E27FC236}">
                    <a16:creationId xmlns:a16="http://schemas.microsoft.com/office/drawing/2014/main" id="{A0953B59-9108-4E9A-8D43-2D1964873DD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4" name="Rectangle 84">
                <a:extLst>
                  <a:ext uri="{FF2B5EF4-FFF2-40B4-BE49-F238E27FC236}">
                    <a16:creationId xmlns:a16="http://schemas.microsoft.com/office/drawing/2014/main" id="{09D35A91-41F9-4DF2-9E43-8A679A8AE3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1EB3C98D-2192-438D-A8F2-467C07BB00E4}"/>
                </a:ext>
              </a:extLst>
            </p:cNvPr>
            <p:cNvGrpSpPr/>
            <p:nvPr/>
          </p:nvGrpSpPr>
          <p:grpSpPr>
            <a:xfrm>
              <a:off x="354110" y="1845539"/>
              <a:ext cx="11480604" cy="109990"/>
              <a:chOff x="354110" y="1850572"/>
              <a:chExt cx="11480604" cy="109990"/>
            </a:xfrm>
            <a:grpFill/>
          </p:grpSpPr>
          <p:sp>
            <p:nvSpPr>
              <p:cNvPr id="253" name="Rectangle 5">
                <a:extLst>
                  <a:ext uri="{FF2B5EF4-FFF2-40B4-BE49-F238E27FC236}">
                    <a16:creationId xmlns:a16="http://schemas.microsoft.com/office/drawing/2014/main" id="{F4F5A9CA-F0B3-4B27-88DB-29279CA138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4" name="Rectangle 6">
                <a:extLst>
                  <a:ext uri="{FF2B5EF4-FFF2-40B4-BE49-F238E27FC236}">
                    <a16:creationId xmlns:a16="http://schemas.microsoft.com/office/drawing/2014/main" id="{6B00101B-EA50-41D8-AD9E-90E5E301108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5" name="Rectangle 7">
                <a:extLst>
                  <a:ext uri="{FF2B5EF4-FFF2-40B4-BE49-F238E27FC236}">
                    <a16:creationId xmlns:a16="http://schemas.microsoft.com/office/drawing/2014/main" id="{5B915499-1768-4511-8756-ED4DBF54EA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6" name="Rectangle 8">
                <a:extLst>
                  <a:ext uri="{FF2B5EF4-FFF2-40B4-BE49-F238E27FC236}">
                    <a16:creationId xmlns:a16="http://schemas.microsoft.com/office/drawing/2014/main" id="{A51912B5-2E84-4F86-9590-C8D76F5F689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7" name="Rectangle 9">
                <a:extLst>
                  <a:ext uri="{FF2B5EF4-FFF2-40B4-BE49-F238E27FC236}">
                    <a16:creationId xmlns:a16="http://schemas.microsoft.com/office/drawing/2014/main" id="{8F0AB2A0-4FC0-47E9-B72D-78C5C79D42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8" name="Rectangle 10">
                <a:extLst>
                  <a:ext uri="{FF2B5EF4-FFF2-40B4-BE49-F238E27FC236}">
                    <a16:creationId xmlns:a16="http://schemas.microsoft.com/office/drawing/2014/main" id="{0288265D-6218-4AC1-8DA4-7C99A21FE3A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9" name="Rectangle 11">
                <a:extLst>
                  <a:ext uri="{FF2B5EF4-FFF2-40B4-BE49-F238E27FC236}">
                    <a16:creationId xmlns:a16="http://schemas.microsoft.com/office/drawing/2014/main" id="{F6012ABB-E61A-44C5-B13C-723E2B94D0D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0" name="Rectangle 12">
                <a:extLst>
                  <a:ext uri="{FF2B5EF4-FFF2-40B4-BE49-F238E27FC236}">
                    <a16:creationId xmlns:a16="http://schemas.microsoft.com/office/drawing/2014/main" id="{BE5ABB41-A5A7-4870-8D57-99A1B03518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1" name="Rectangle 13">
                <a:extLst>
                  <a:ext uri="{FF2B5EF4-FFF2-40B4-BE49-F238E27FC236}">
                    <a16:creationId xmlns:a16="http://schemas.microsoft.com/office/drawing/2014/main" id="{71CE02BC-F6C4-4AAA-85EE-CA1DC4C9130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2" name="Rectangle 14">
                <a:extLst>
                  <a:ext uri="{FF2B5EF4-FFF2-40B4-BE49-F238E27FC236}">
                    <a16:creationId xmlns:a16="http://schemas.microsoft.com/office/drawing/2014/main" id="{B7FCF17E-80E5-4C42-982A-B0F7CB2860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3" name="Rectangle 15">
                <a:extLst>
                  <a:ext uri="{FF2B5EF4-FFF2-40B4-BE49-F238E27FC236}">
                    <a16:creationId xmlns:a16="http://schemas.microsoft.com/office/drawing/2014/main" id="{65887776-E441-4EC4-AD20-CF8E477AB6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4" name="Rectangle 16">
                <a:extLst>
                  <a:ext uri="{FF2B5EF4-FFF2-40B4-BE49-F238E27FC236}">
                    <a16:creationId xmlns:a16="http://schemas.microsoft.com/office/drawing/2014/main" id="{11D5F8BF-1FDC-441B-91C4-E2448245E08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5" name="Rectangle 17">
                <a:extLst>
                  <a:ext uri="{FF2B5EF4-FFF2-40B4-BE49-F238E27FC236}">
                    <a16:creationId xmlns:a16="http://schemas.microsoft.com/office/drawing/2014/main" id="{542342B8-4278-4527-BC1D-7340DBBAD75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6" name="Rectangle 18">
                <a:extLst>
                  <a:ext uri="{FF2B5EF4-FFF2-40B4-BE49-F238E27FC236}">
                    <a16:creationId xmlns:a16="http://schemas.microsoft.com/office/drawing/2014/main" id="{BA68B377-C604-4E24-AB51-317F3403A1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7" name="Rectangle 19">
                <a:extLst>
                  <a:ext uri="{FF2B5EF4-FFF2-40B4-BE49-F238E27FC236}">
                    <a16:creationId xmlns:a16="http://schemas.microsoft.com/office/drawing/2014/main" id="{826C09D4-4426-4EF1-9ECE-95EF5A1F456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8" name="Rectangle 20">
                <a:extLst>
                  <a:ext uri="{FF2B5EF4-FFF2-40B4-BE49-F238E27FC236}">
                    <a16:creationId xmlns:a16="http://schemas.microsoft.com/office/drawing/2014/main" id="{0450D0CD-0889-47F9-B308-AE91FF0E696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9" name="Rectangle 21">
                <a:extLst>
                  <a:ext uri="{FF2B5EF4-FFF2-40B4-BE49-F238E27FC236}">
                    <a16:creationId xmlns:a16="http://schemas.microsoft.com/office/drawing/2014/main" id="{D678AB17-E6DC-4FED-B940-2BA86FB46FA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0" name="Rectangle 22">
                <a:extLst>
                  <a:ext uri="{FF2B5EF4-FFF2-40B4-BE49-F238E27FC236}">
                    <a16:creationId xmlns:a16="http://schemas.microsoft.com/office/drawing/2014/main" id="{8B5BEF55-677A-4EB2-A06C-CC0C269C2F7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1" name="Rectangle 23">
                <a:extLst>
                  <a:ext uri="{FF2B5EF4-FFF2-40B4-BE49-F238E27FC236}">
                    <a16:creationId xmlns:a16="http://schemas.microsoft.com/office/drawing/2014/main" id="{7A560A20-EDE2-4276-B3A9-A1DB921EB1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2" name="Rectangle 24">
                <a:extLst>
                  <a:ext uri="{FF2B5EF4-FFF2-40B4-BE49-F238E27FC236}">
                    <a16:creationId xmlns:a16="http://schemas.microsoft.com/office/drawing/2014/main" id="{8BEEAB2A-47D8-4D4E-B157-9D1337AC7B8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3" name="Rectangle 25">
                <a:extLst>
                  <a:ext uri="{FF2B5EF4-FFF2-40B4-BE49-F238E27FC236}">
                    <a16:creationId xmlns:a16="http://schemas.microsoft.com/office/drawing/2014/main" id="{F9737555-61BD-4619-9BAB-2BC15EDBA3C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4" name="Rectangle 26">
                <a:extLst>
                  <a:ext uri="{FF2B5EF4-FFF2-40B4-BE49-F238E27FC236}">
                    <a16:creationId xmlns:a16="http://schemas.microsoft.com/office/drawing/2014/main" id="{D8D44D5F-E679-4796-ACA6-4ADB68B94E1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5" name="Rectangle 27">
                <a:extLst>
                  <a:ext uri="{FF2B5EF4-FFF2-40B4-BE49-F238E27FC236}">
                    <a16:creationId xmlns:a16="http://schemas.microsoft.com/office/drawing/2014/main" id="{140EB7C4-6BBE-4D3F-AF7D-B22AA3DD2A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6" name="Rectangle 28">
                <a:extLst>
                  <a:ext uri="{FF2B5EF4-FFF2-40B4-BE49-F238E27FC236}">
                    <a16:creationId xmlns:a16="http://schemas.microsoft.com/office/drawing/2014/main" id="{C56E1FAA-3AE1-45F3-8397-D07C426434E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7" name="Rectangle 29">
                <a:extLst>
                  <a:ext uri="{FF2B5EF4-FFF2-40B4-BE49-F238E27FC236}">
                    <a16:creationId xmlns:a16="http://schemas.microsoft.com/office/drawing/2014/main" id="{2F9A90DC-89AE-4C3E-8A65-C52AB581B4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8" name="Rectangle 30">
                <a:extLst>
                  <a:ext uri="{FF2B5EF4-FFF2-40B4-BE49-F238E27FC236}">
                    <a16:creationId xmlns:a16="http://schemas.microsoft.com/office/drawing/2014/main" id="{600ADA2C-2F1D-47C5-8870-1B9E6C8A3F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6B1DA9E6-94F5-437E-8B7B-A56561BB4A1A}"/>
                </a:ext>
              </a:extLst>
            </p:cNvPr>
            <p:cNvGrpSpPr/>
            <p:nvPr/>
          </p:nvGrpSpPr>
          <p:grpSpPr>
            <a:xfrm>
              <a:off x="354110" y="2352251"/>
              <a:ext cx="11480604" cy="108822"/>
              <a:chOff x="354110" y="2358964"/>
              <a:chExt cx="11480604" cy="108822"/>
            </a:xfrm>
            <a:grpFill/>
          </p:grpSpPr>
          <p:sp>
            <p:nvSpPr>
              <p:cNvPr id="227" name="Rectangle 32">
                <a:extLst>
                  <a:ext uri="{FF2B5EF4-FFF2-40B4-BE49-F238E27FC236}">
                    <a16:creationId xmlns:a16="http://schemas.microsoft.com/office/drawing/2014/main" id="{8CDFED4E-F4A6-4874-8B65-398D610F1DC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8" name="Rectangle 33">
                <a:extLst>
                  <a:ext uri="{FF2B5EF4-FFF2-40B4-BE49-F238E27FC236}">
                    <a16:creationId xmlns:a16="http://schemas.microsoft.com/office/drawing/2014/main" id="{8FCE50F7-C3D1-4B83-A0D8-CE83B0777FF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9" name="Rectangle 34">
                <a:extLst>
                  <a:ext uri="{FF2B5EF4-FFF2-40B4-BE49-F238E27FC236}">
                    <a16:creationId xmlns:a16="http://schemas.microsoft.com/office/drawing/2014/main" id="{422101F3-5770-4041-BA3E-C5275D0FC73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0" name="Rectangle 35">
                <a:extLst>
                  <a:ext uri="{FF2B5EF4-FFF2-40B4-BE49-F238E27FC236}">
                    <a16:creationId xmlns:a16="http://schemas.microsoft.com/office/drawing/2014/main" id="{4D8FEC62-30CA-4E87-A592-AA45C61EAA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1" name="Rectangle 36">
                <a:extLst>
                  <a:ext uri="{FF2B5EF4-FFF2-40B4-BE49-F238E27FC236}">
                    <a16:creationId xmlns:a16="http://schemas.microsoft.com/office/drawing/2014/main" id="{52E99015-D9DC-40AE-91AD-5D24574CEC0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2" name="Rectangle 37">
                <a:extLst>
                  <a:ext uri="{FF2B5EF4-FFF2-40B4-BE49-F238E27FC236}">
                    <a16:creationId xmlns:a16="http://schemas.microsoft.com/office/drawing/2014/main" id="{24DFE9E4-5C75-4EF9-AB54-F00FA9D9115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3" name="Rectangle 38">
                <a:extLst>
                  <a:ext uri="{FF2B5EF4-FFF2-40B4-BE49-F238E27FC236}">
                    <a16:creationId xmlns:a16="http://schemas.microsoft.com/office/drawing/2014/main" id="{2BBEC44B-F424-4C00-AF4A-8EEEDA8AA05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4" name="Rectangle 39">
                <a:extLst>
                  <a:ext uri="{FF2B5EF4-FFF2-40B4-BE49-F238E27FC236}">
                    <a16:creationId xmlns:a16="http://schemas.microsoft.com/office/drawing/2014/main" id="{68F30D9A-CF13-4E29-967E-63B3AF05CF3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5" name="Rectangle 40">
                <a:extLst>
                  <a:ext uri="{FF2B5EF4-FFF2-40B4-BE49-F238E27FC236}">
                    <a16:creationId xmlns:a16="http://schemas.microsoft.com/office/drawing/2014/main" id="{F7A8E062-ADFC-457E-ADD6-02843928F6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6" name="Rectangle 41">
                <a:extLst>
                  <a:ext uri="{FF2B5EF4-FFF2-40B4-BE49-F238E27FC236}">
                    <a16:creationId xmlns:a16="http://schemas.microsoft.com/office/drawing/2014/main" id="{E046A9D0-D179-44F9-86D3-9BF139B68BF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7" name="Rectangle 42">
                <a:extLst>
                  <a:ext uri="{FF2B5EF4-FFF2-40B4-BE49-F238E27FC236}">
                    <a16:creationId xmlns:a16="http://schemas.microsoft.com/office/drawing/2014/main" id="{CC517B0B-1BF2-473B-ABB9-1553D01B1C2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8" name="Rectangle 43">
                <a:extLst>
                  <a:ext uri="{FF2B5EF4-FFF2-40B4-BE49-F238E27FC236}">
                    <a16:creationId xmlns:a16="http://schemas.microsoft.com/office/drawing/2014/main" id="{5EE71ED6-EA45-4940-B212-163ED3D1C0A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9" name="Rectangle 44">
                <a:extLst>
                  <a:ext uri="{FF2B5EF4-FFF2-40B4-BE49-F238E27FC236}">
                    <a16:creationId xmlns:a16="http://schemas.microsoft.com/office/drawing/2014/main" id="{664318EC-EADE-4667-92A4-B3E5DB2A11C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0" name="Rectangle 45">
                <a:extLst>
                  <a:ext uri="{FF2B5EF4-FFF2-40B4-BE49-F238E27FC236}">
                    <a16:creationId xmlns:a16="http://schemas.microsoft.com/office/drawing/2014/main" id="{17B37ABD-81DA-4624-808B-EF4BC0B425B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1" name="Rectangle 46">
                <a:extLst>
                  <a:ext uri="{FF2B5EF4-FFF2-40B4-BE49-F238E27FC236}">
                    <a16:creationId xmlns:a16="http://schemas.microsoft.com/office/drawing/2014/main" id="{B1F30DC8-DD07-48C5-9D6C-FB85552792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2" name="Rectangle 47">
                <a:extLst>
                  <a:ext uri="{FF2B5EF4-FFF2-40B4-BE49-F238E27FC236}">
                    <a16:creationId xmlns:a16="http://schemas.microsoft.com/office/drawing/2014/main" id="{DFCE3AE1-313F-441F-8384-63A6EC165E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3" name="Rectangle 48">
                <a:extLst>
                  <a:ext uri="{FF2B5EF4-FFF2-40B4-BE49-F238E27FC236}">
                    <a16:creationId xmlns:a16="http://schemas.microsoft.com/office/drawing/2014/main" id="{2E331B42-AC28-4642-91F9-2F5BBFEC6AF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4" name="Rectangle 49">
                <a:extLst>
                  <a:ext uri="{FF2B5EF4-FFF2-40B4-BE49-F238E27FC236}">
                    <a16:creationId xmlns:a16="http://schemas.microsoft.com/office/drawing/2014/main" id="{9F4D84A8-36FE-4CE0-8B9F-BAC2BA8A813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5" name="Rectangle 50">
                <a:extLst>
                  <a:ext uri="{FF2B5EF4-FFF2-40B4-BE49-F238E27FC236}">
                    <a16:creationId xmlns:a16="http://schemas.microsoft.com/office/drawing/2014/main" id="{41E2C310-8272-48CF-BD5B-A99A2C7B3CC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6" name="Rectangle 51">
                <a:extLst>
                  <a:ext uri="{FF2B5EF4-FFF2-40B4-BE49-F238E27FC236}">
                    <a16:creationId xmlns:a16="http://schemas.microsoft.com/office/drawing/2014/main" id="{EFD4A3C6-7551-4DD0-AA1A-F932D7061D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7" name="Rectangle 52">
                <a:extLst>
                  <a:ext uri="{FF2B5EF4-FFF2-40B4-BE49-F238E27FC236}">
                    <a16:creationId xmlns:a16="http://schemas.microsoft.com/office/drawing/2014/main" id="{01F299DF-D3FF-4439-8EC7-B5A3414651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8" name="Rectangle 53">
                <a:extLst>
                  <a:ext uri="{FF2B5EF4-FFF2-40B4-BE49-F238E27FC236}">
                    <a16:creationId xmlns:a16="http://schemas.microsoft.com/office/drawing/2014/main" id="{086FB16A-99D0-4DB0-9B38-CF351B5DF4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9" name="Rectangle 54">
                <a:extLst>
                  <a:ext uri="{FF2B5EF4-FFF2-40B4-BE49-F238E27FC236}">
                    <a16:creationId xmlns:a16="http://schemas.microsoft.com/office/drawing/2014/main" id="{126BCD40-1D3C-4937-A15E-AD2E9671B5A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0" name="Rectangle 55">
                <a:extLst>
                  <a:ext uri="{FF2B5EF4-FFF2-40B4-BE49-F238E27FC236}">
                    <a16:creationId xmlns:a16="http://schemas.microsoft.com/office/drawing/2014/main" id="{03E4C7B0-DDFC-433A-A8E5-2315FA6EFE1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1" name="Rectangle 56">
                <a:extLst>
                  <a:ext uri="{FF2B5EF4-FFF2-40B4-BE49-F238E27FC236}">
                    <a16:creationId xmlns:a16="http://schemas.microsoft.com/office/drawing/2014/main" id="{7237BB88-10E9-454D-9D13-48878C421EB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2" name="Rectangle 57">
                <a:extLst>
                  <a:ext uri="{FF2B5EF4-FFF2-40B4-BE49-F238E27FC236}">
                    <a16:creationId xmlns:a16="http://schemas.microsoft.com/office/drawing/2014/main" id="{515F18F4-5E57-4249-AB0A-249437781E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25AB7310-F80F-4091-8BFE-CE8C71666A9B}"/>
                </a:ext>
              </a:extLst>
            </p:cNvPr>
            <p:cNvGrpSpPr/>
            <p:nvPr/>
          </p:nvGrpSpPr>
          <p:grpSpPr>
            <a:xfrm>
              <a:off x="354110" y="2857795"/>
              <a:ext cx="11480604" cy="109990"/>
              <a:chOff x="354110" y="2866188"/>
              <a:chExt cx="11480604" cy="109990"/>
            </a:xfrm>
            <a:grpFill/>
          </p:grpSpPr>
          <p:sp>
            <p:nvSpPr>
              <p:cNvPr id="201" name="Rectangle 59">
                <a:extLst>
                  <a:ext uri="{FF2B5EF4-FFF2-40B4-BE49-F238E27FC236}">
                    <a16:creationId xmlns:a16="http://schemas.microsoft.com/office/drawing/2014/main" id="{9E50B916-ECC1-4F73-8059-F029E658138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2" name="Rectangle 60">
                <a:extLst>
                  <a:ext uri="{FF2B5EF4-FFF2-40B4-BE49-F238E27FC236}">
                    <a16:creationId xmlns:a16="http://schemas.microsoft.com/office/drawing/2014/main" id="{A8DD1ADE-2032-47AE-B88E-78E0F1B018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3" name="Rectangle 61">
                <a:extLst>
                  <a:ext uri="{FF2B5EF4-FFF2-40B4-BE49-F238E27FC236}">
                    <a16:creationId xmlns:a16="http://schemas.microsoft.com/office/drawing/2014/main" id="{9A6D6E1F-6E00-44C8-ADD2-06A738E758F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4" name="Rectangle 62">
                <a:extLst>
                  <a:ext uri="{FF2B5EF4-FFF2-40B4-BE49-F238E27FC236}">
                    <a16:creationId xmlns:a16="http://schemas.microsoft.com/office/drawing/2014/main" id="{84FC7274-3463-4889-8E62-B693D50AE95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5" name="Rectangle 63">
                <a:extLst>
                  <a:ext uri="{FF2B5EF4-FFF2-40B4-BE49-F238E27FC236}">
                    <a16:creationId xmlns:a16="http://schemas.microsoft.com/office/drawing/2014/main" id="{E4E1A84A-DCAC-483B-BC08-579BF10B10B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6" name="Rectangle 64">
                <a:extLst>
                  <a:ext uri="{FF2B5EF4-FFF2-40B4-BE49-F238E27FC236}">
                    <a16:creationId xmlns:a16="http://schemas.microsoft.com/office/drawing/2014/main" id="{F14EE80D-C3D2-4E22-93C5-CDD09042131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7" name="Rectangle 65">
                <a:extLst>
                  <a:ext uri="{FF2B5EF4-FFF2-40B4-BE49-F238E27FC236}">
                    <a16:creationId xmlns:a16="http://schemas.microsoft.com/office/drawing/2014/main" id="{FB8FBFAE-E2E1-41A6-987B-CEFBAC1801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8" name="Rectangle 66">
                <a:extLst>
                  <a:ext uri="{FF2B5EF4-FFF2-40B4-BE49-F238E27FC236}">
                    <a16:creationId xmlns:a16="http://schemas.microsoft.com/office/drawing/2014/main" id="{138AF1CB-7808-4C24-B76D-AB9F6A45036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9" name="Rectangle 67">
                <a:extLst>
                  <a:ext uri="{FF2B5EF4-FFF2-40B4-BE49-F238E27FC236}">
                    <a16:creationId xmlns:a16="http://schemas.microsoft.com/office/drawing/2014/main" id="{F5E88013-D7CE-4120-B4BB-C894EC19C9A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0" name="Rectangle 68">
                <a:extLst>
                  <a:ext uri="{FF2B5EF4-FFF2-40B4-BE49-F238E27FC236}">
                    <a16:creationId xmlns:a16="http://schemas.microsoft.com/office/drawing/2014/main" id="{B6FC4D89-F7B1-46F5-9502-62F41E89DE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1" name="Rectangle 69">
                <a:extLst>
                  <a:ext uri="{FF2B5EF4-FFF2-40B4-BE49-F238E27FC236}">
                    <a16:creationId xmlns:a16="http://schemas.microsoft.com/office/drawing/2014/main" id="{64C81BD0-C449-4A1B-8492-2043019606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2" name="Rectangle 70">
                <a:extLst>
                  <a:ext uri="{FF2B5EF4-FFF2-40B4-BE49-F238E27FC236}">
                    <a16:creationId xmlns:a16="http://schemas.microsoft.com/office/drawing/2014/main" id="{5F91B7CB-59D7-4965-B754-71C102E43F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3" name="Rectangle 71">
                <a:extLst>
                  <a:ext uri="{FF2B5EF4-FFF2-40B4-BE49-F238E27FC236}">
                    <a16:creationId xmlns:a16="http://schemas.microsoft.com/office/drawing/2014/main" id="{677F7EA6-E57D-4E12-A4A5-AAFDCA8AA10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4" name="Rectangle 72">
                <a:extLst>
                  <a:ext uri="{FF2B5EF4-FFF2-40B4-BE49-F238E27FC236}">
                    <a16:creationId xmlns:a16="http://schemas.microsoft.com/office/drawing/2014/main" id="{56B270F4-040D-43EF-974A-3598BC6876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5" name="Rectangle 73">
                <a:extLst>
                  <a:ext uri="{FF2B5EF4-FFF2-40B4-BE49-F238E27FC236}">
                    <a16:creationId xmlns:a16="http://schemas.microsoft.com/office/drawing/2014/main" id="{EA8C5736-4550-4B46-8B52-247CF04D7E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6" name="Rectangle 74">
                <a:extLst>
                  <a:ext uri="{FF2B5EF4-FFF2-40B4-BE49-F238E27FC236}">
                    <a16:creationId xmlns:a16="http://schemas.microsoft.com/office/drawing/2014/main" id="{F42B7DAA-E3F5-4B02-B786-473C7605B5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7" name="Rectangle 75">
                <a:extLst>
                  <a:ext uri="{FF2B5EF4-FFF2-40B4-BE49-F238E27FC236}">
                    <a16:creationId xmlns:a16="http://schemas.microsoft.com/office/drawing/2014/main" id="{D850716E-F966-418B-A415-5B6E0F8A183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8" name="Rectangle 76">
                <a:extLst>
                  <a:ext uri="{FF2B5EF4-FFF2-40B4-BE49-F238E27FC236}">
                    <a16:creationId xmlns:a16="http://schemas.microsoft.com/office/drawing/2014/main" id="{B6DAAC97-C425-42B4-9405-AC447E2E0B8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9" name="Rectangle 77">
                <a:extLst>
                  <a:ext uri="{FF2B5EF4-FFF2-40B4-BE49-F238E27FC236}">
                    <a16:creationId xmlns:a16="http://schemas.microsoft.com/office/drawing/2014/main" id="{42D8FACA-2CB3-400B-9610-94CBA7A3EE3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0" name="Rectangle 78">
                <a:extLst>
                  <a:ext uri="{FF2B5EF4-FFF2-40B4-BE49-F238E27FC236}">
                    <a16:creationId xmlns:a16="http://schemas.microsoft.com/office/drawing/2014/main" id="{22200CE3-AD18-4A71-BA64-E2F227C44B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1" name="Rectangle 79">
                <a:extLst>
                  <a:ext uri="{FF2B5EF4-FFF2-40B4-BE49-F238E27FC236}">
                    <a16:creationId xmlns:a16="http://schemas.microsoft.com/office/drawing/2014/main" id="{475F60A0-5B50-42FC-8C11-E137E7C561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2" name="Rectangle 80">
                <a:extLst>
                  <a:ext uri="{FF2B5EF4-FFF2-40B4-BE49-F238E27FC236}">
                    <a16:creationId xmlns:a16="http://schemas.microsoft.com/office/drawing/2014/main" id="{CAA2354D-703C-4594-B119-475938CFD40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3" name="Rectangle 81">
                <a:extLst>
                  <a:ext uri="{FF2B5EF4-FFF2-40B4-BE49-F238E27FC236}">
                    <a16:creationId xmlns:a16="http://schemas.microsoft.com/office/drawing/2014/main" id="{F8619CF6-1E39-4CF1-AEF0-BE5A67EB6F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4" name="Rectangle 82">
                <a:extLst>
                  <a:ext uri="{FF2B5EF4-FFF2-40B4-BE49-F238E27FC236}">
                    <a16:creationId xmlns:a16="http://schemas.microsoft.com/office/drawing/2014/main" id="{354E893E-B006-4B22-BBCB-52A79A5461D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5" name="Rectangle 83">
                <a:extLst>
                  <a:ext uri="{FF2B5EF4-FFF2-40B4-BE49-F238E27FC236}">
                    <a16:creationId xmlns:a16="http://schemas.microsoft.com/office/drawing/2014/main" id="{0D56028C-9156-43E8-B855-AF135DD7E69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6" name="Rectangle 84">
                <a:extLst>
                  <a:ext uri="{FF2B5EF4-FFF2-40B4-BE49-F238E27FC236}">
                    <a16:creationId xmlns:a16="http://schemas.microsoft.com/office/drawing/2014/main" id="{950FA1E9-CD04-4DB1-B523-ABF2C1B6ED9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E6AA6044-FF9C-4224-BBD4-786BCC486D91}"/>
                </a:ext>
              </a:extLst>
            </p:cNvPr>
            <p:cNvGrpSpPr/>
            <p:nvPr/>
          </p:nvGrpSpPr>
          <p:grpSpPr>
            <a:xfrm>
              <a:off x="354110" y="3364507"/>
              <a:ext cx="11480604" cy="109990"/>
              <a:chOff x="354110" y="3364062"/>
              <a:chExt cx="11480604" cy="109990"/>
            </a:xfrm>
            <a:grpFill/>
          </p:grpSpPr>
          <p:sp>
            <p:nvSpPr>
              <p:cNvPr id="175" name="Rectangle 5">
                <a:extLst>
                  <a:ext uri="{FF2B5EF4-FFF2-40B4-BE49-F238E27FC236}">
                    <a16:creationId xmlns:a16="http://schemas.microsoft.com/office/drawing/2014/main" id="{CEC88F9D-6CCB-4C48-AB60-4743F3C98A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6" name="Rectangle 6">
                <a:extLst>
                  <a:ext uri="{FF2B5EF4-FFF2-40B4-BE49-F238E27FC236}">
                    <a16:creationId xmlns:a16="http://schemas.microsoft.com/office/drawing/2014/main" id="{BC4930EB-874F-4D2B-94B1-FF1459F4A72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7" name="Rectangle 7">
                <a:extLst>
                  <a:ext uri="{FF2B5EF4-FFF2-40B4-BE49-F238E27FC236}">
                    <a16:creationId xmlns:a16="http://schemas.microsoft.com/office/drawing/2014/main" id="{66BB2441-7C95-4A21-B558-2971312D51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8" name="Rectangle 8">
                <a:extLst>
                  <a:ext uri="{FF2B5EF4-FFF2-40B4-BE49-F238E27FC236}">
                    <a16:creationId xmlns:a16="http://schemas.microsoft.com/office/drawing/2014/main" id="{B2A1B236-8D43-4B78-90F2-27A974E1FE9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9" name="Rectangle 9">
                <a:extLst>
                  <a:ext uri="{FF2B5EF4-FFF2-40B4-BE49-F238E27FC236}">
                    <a16:creationId xmlns:a16="http://schemas.microsoft.com/office/drawing/2014/main" id="{E0526BF0-467E-421F-870A-02C866AC0CC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0" name="Rectangle 10">
                <a:extLst>
                  <a:ext uri="{FF2B5EF4-FFF2-40B4-BE49-F238E27FC236}">
                    <a16:creationId xmlns:a16="http://schemas.microsoft.com/office/drawing/2014/main" id="{79ACA6FA-E263-441B-B650-DEE2A495E19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1" name="Rectangle 11">
                <a:extLst>
                  <a:ext uri="{FF2B5EF4-FFF2-40B4-BE49-F238E27FC236}">
                    <a16:creationId xmlns:a16="http://schemas.microsoft.com/office/drawing/2014/main" id="{DA7F6558-782C-4107-91F4-AF8E5136C77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2" name="Rectangle 12">
                <a:extLst>
                  <a:ext uri="{FF2B5EF4-FFF2-40B4-BE49-F238E27FC236}">
                    <a16:creationId xmlns:a16="http://schemas.microsoft.com/office/drawing/2014/main" id="{E575740C-61C5-4D08-9803-25E05FA3F51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3" name="Rectangle 13">
                <a:extLst>
                  <a:ext uri="{FF2B5EF4-FFF2-40B4-BE49-F238E27FC236}">
                    <a16:creationId xmlns:a16="http://schemas.microsoft.com/office/drawing/2014/main" id="{D4CCCBBA-5E32-47C6-B40B-3E2155E3F1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4" name="Rectangle 14">
                <a:extLst>
                  <a:ext uri="{FF2B5EF4-FFF2-40B4-BE49-F238E27FC236}">
                    <a16:creationId xmlns:a16="http://schemas.microsoft.com/office/drawing/2014/main" id="{FC65131F-93B3-419C-B068-14D36AAC3FC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5" name="Rectangle 15">
                <a:extLst>
                  <a:ext uri="{FF2B5EF4-FFF2-40B4-BE49-F238E27FC236}">
                    <a16:creationId xmlns:a16="http://schemas.microsoft.com/office/drawing/2014/main" id="{469B75D4-B4A8-4C2E-8EBB-E95FAB7C56E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6" name="Rectangle 16">
                <a:extLst>
                  <a:ext uri="{FF2B5EF4-FFF2-40B4-BE49-F238E27FC236}">
                    <a16:creationId xmlns:a16="http://schemas.microsoft.com/office/drawing/2014/main" id="{6C8F3B5D-1D93-4D85-8639-75B5E46EC61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7" name="Rectangle 17">
                <a:extLst>
                  <a:ext uri="{FF2B5EF4-FFF2-40B4-BE49-F238E27FC236}">
                    <a16:creationId xmlns:a16="http://schemas.microsoft.com/office/drawing/2014/main" id="{DCCEB301-1F26-43A3-8B34-DBAFC32B322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8" name="Rectangle 18">
                <a:extLst>
                  <a:ext uri="{FF2B5EF4-FFF2-40B4-BE49-F238E27FC236}">
                    <a16:creationId xmlns:a16="http://schemas.microsoft.com/office/drawing/2014/main" id="{DD08B69C-E406-41F3-856E-A8C150CB642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9" name="Rectangle 19">
                <a:extLst>
                  <a:ext uri="{FF2B5EF4-FFF2-40B4-BE49-F238E27FC236}">
                    <a16:creationId xmlns:a16="http://schemas.microsoft.com/office/drawing/2014/main" id="{A1A90F4B-6060-4BA1-8AF2-FAFFAA04A88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0" name="Rectangle 20">
                <a:extLst>
                  <a:ext uri="{FF2B5EF4-FFF2-40B4-BE49-F238E27FC236}">
                    <a16:creationId xmlns:a16="http://schemas.microsoft.com/office/drawing/2014/main" id="{B1F471FD-A187-4EE2-9D21-E0A637683F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1" name="Rectangle 21">
                <a:extLst>
                  <a:ext uri="{FF2B5EF4-FFF2-40B4-BE49-F238E27FC236}">
                    <a16:creationId xmlns:a16="http://schemas.microsoft.com/office/drawing/2014/main" id="{68DAAA74-257B-4E75-A315-6B710A31486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2" name="Rectangle 22">
                <a:extLst>
                  <a:ext uri="{FF2B5EF4-FFF2-40B4-BE49-F238E27FC236}">
                    <a16:creationId xmlns:a16="http://schemas.microsoft.com/office/drawing/2014/main" id="{63000D52-BDE3-430B-8243-08564FFE96A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3" name="Rectangle 23">
                <a:extLst>
                  <a:ext uri="{FF2B5EF4-FFF2-40B4-BE49-F238E27FC236}">
                    <a16:creationId xmlns:a16="http://schemas.microsoft.com/office/drawing/2014/main" id="{F6BDC60F-B33E-4AD8-9807-B2C1A4C2C6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4" name="Rectangle 24">
                <a:extLst>
                  <a:ext uri="{FF2B5EF4-FFF2-40B4-BE49-F238E27FC236}">
                    <a16:creationId xmlns:a16="http://schemas.microsoft.com/office/drawing/2014/main" id="{F1DB5734-0088-4CC2-9415-998F194165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5" name="Rectangle 25">
                <a:extLst>
                  <a:ext uri="{FF2B5EF4-FFF2-40B4-BE49-F238E27FC236}">
                    <a16:creationId xmlns:a16="http://schemas.microsoft.com/office/drawing/2014/main" id="{1C679BCE-F04D-48E0-8E2B-0174E8E975E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6" name="Rectangle 26">
                <a:extLst>
                  <a:ext uri="{FF2B5EF4-FFF2-40B4-BE49-F238E27FC236}">
                    <a16:creationId xmlns:a16="http://schemas.microsoft.com/office/drawing/2014/main" id="{EA8ABD89-DF79-45A9-9CDB-0E871222D54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7" name="Rectangle 27">
                <a:extLst>
                  <a:ext uri="{FF2B5EF4-FFF2-40B4-BE49-F238E27FC236}">
                    <a16:creationId xmlns:a16="http://schemas.microsoft.com/office/drawing/2014/main" id="{C1A57486-D9A6-4CD5-878E-093E44A760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8" name="Rectangle 28">
                <a:extLst>
                  <a:ext uri="{FF2B5EF4-FFF2-40B4-BE49-F238E27FC236}">
                    <a16:creationId xmlns:a16="http://schemas.microsoft.com/office/drawing/2014/main" id="{B6582662-B56F-42F6-A821-B5F52FB8400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9" name="Rectangle 29">
                <a:extLst>
                  <a:ext uri="{FF2B5EF4-FFF2-40B4-BE49-F238E27FC236}">
                    <a16:creationId xmlns:a16="http://schemas.microsoft.com/office/drawing/2014/main" id="{1105049D-68B2-4636-9C28-7B8C2177161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0" name="Rectangle 30">
                <a:extLst>
                  <a:ext uri="{FF2B5EF4-FFF2-40B4-BE49-F238E27FC236}">
                    <a16:creationId xmlns:a16="http://schemas.microsoft.com/office/drawing/2014/main" id="{E0F75D5D-3B9C-40B7-AF8E-4C4322B6C9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00F6A935-DCBA-461C-832C-A343F475413E}"/>
                </a:ext>
              </a:extLst>
            </p:cNvPr>
            <p:cNvGrpSpPr/>
            <p:nvPr/>
          </p:nvGrpSpPr>
          <p:grpSpPr>
            <a:xfrm>
              <a:off x="354110" y="3871219"/>
              <a:ext cx="11480604" cy="108822"/>
              <a:chOff x="354110" y="3872454"/>
              <a:chExt cx="11480604" cy="108822"/>
            </a:xfrm>
            <a:grpFill/>
          </p:grpSpPr>
          <p:sp>
            <p:nvSpPr>
              <p:cNvPr id="149" name="Rectangle 32">
                <a:extLst>
                  <a:ext uri="{FF2B5EF4-FFF2-40B4-BE49-F238E27FC236}">
                    <a16:creationId xmlns:a16="http://schemas.microsoft.com/office/drawing/2014/main" id="{67654A26-DC7F-47CD-8FF8-BC012501CCE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0" name="Rectangle 33">
                <a:extLst>
                  <a:ext uri="{FF2B5EF4-FFF2-40B4-BE49-F238E27FC236}">
                    <a16:creationId xmlns:a16="http://schemas.microsoft.com/office/drawing/2014/main" id="{9949B927-96E9-4F44-9050-A81CD79D73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1" name="Rectangle 34">
                <a:extLst>
                  <a:ext uri="{FF2B5EF4-FFF2-40B4-BE49-F238E27FC236}">
                    <a16:creationId xmlns:a16="http://schemas.microsoft.com/office/drawing/2014/main" id="{3B5D9536-992F-4F39-93BC-BB2533D7850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2" name="Rectangle 35">
                <a:extLst>
                  <a:ext uri="{FF2B5EF4-FFF2-40B4-BE49-F238E27FC236}">
                    <a16:creationId xmlns:a16="http://schemas.microsoft.com/office/drawing/2014/main" id="{F1FA2A7F-208B-4450-9E7E-F29BB392516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3" name="Rectangle 36">
                <a:extLst>
                  <a:ext uri="{FF2B5EF4-FFF2-40B4-BE49-F238E27FC236}">
                    <a16:creationId xmlns:a16="http://schemas.microsoft.com/office/drawing/2014/main" id="{EF607D70-7F21-4A9F-A183-730E45EF31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4" name="Rectangle 37">
                <a:extLst>
                  <a:ext uri="{FF2B5EF4-FFF2-40B4-BE49-F238E27FC236}">
                    <a16:creationId xmlns:a16="http://schemas.microsoft.com/office/drawing/2014/main" id="{4ECF017A-32D9-44C4-837F-2C37B7B9FC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5" name="Rectangle 38">
                <a:extLst>
                  <a:ext uri="{FF2B5EF4-FFF2-40B4-BE49-F238E27FC236}">
                    <a16:creationId xmlns:a16="http://schemas.microsoft.com/office/drawing/2014/main" id="{34B3B9C3-9513-414E-B30D-F7CFC02E05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6" name="Rectangle 39">
                <a:extLst>
                  <a:ext uri="{FF2B5EF4-FFF2-40B4-BE49-F238E27FC236}">
                    <a16:creationId xmlns:a16="http://schemas.microsoft.com/office/drawing/2014/main" id="{E6A1B5D1-A0C1-47E7-A068-C05A44F3D7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7" name="Rectangle 40">
                <a:extLst>
                  <a:ext uri="{FF2B5EF4-FFF2-40B4-BE49-F238E27FC236}">
                    <a16:creationId xmlns:a16="http://schemas.microsoft.com/office/drawing/2014/main" id="{96D2BA52-50C4-45BF-B115-62AE7F01B07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8" name="Rectangle 41">
                <a:extLst>
                  <a:ext uri="{FF2B5EF4-FFF2-40B4-BE49-F238E27FC236}">
                    <a16:creationId xmlns:a16="http://schemas.microsoft.com/office/drawing/2014/main" id="{9DCC33D9-FAF4-4D54-A2F1-85D656FB93D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9" name="Rectangle 42">
                <a:extLst>
                  <a:ext uri="{FF2B5EF4-FFF2-40B4-BE49-F238E27FC236}">
                    <a16:creationId xmlns:a16="http://schemas.microsoft.com/office/drawing/2014/main" id="{8DD0B56F-45FF-4041-A939-24B54541A3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0" name="Rectangle 43">
                <a:extLst>
                  <a:ext uri="{FF2B5EF4-FFF2-40B4-BE49-F238E27FC236}">
                    <a16:creationId xmlns:a16="http://schemas.microsoft.com/office/drawing/2014/main" id="{96AB8477-5546-4080-8BC1-02BF0BB8F3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1" name="Rectangle 44">
                <a:extLst>
                  <a:ext uri="{FF2B5EF4-FFF2-40B4-BE49-F238E27FC236}">
                    <a16:creationId xmlns:a16="http://schemas.microsoft.com/office/drawing/2014/main" id="{4E453DC0-BE05-4525-866A-335CE37B00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2" name="Rectangle 45">
                <a:extLst>
                  <a:ext uri="{FF2B5EF4-FFF2-40B4-BE49-F238E27FC236}">
                    <a16:creationId xmlns:a16="http://schemas.microsoft.com/office/drawing/2014/main" id="{DE66478E-4EC6-4BE6-B27E-C0C0531CC1E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3" name="Rectangle 46">
                <a:extLst>
                  <a:ext uri="{FF2B5EF4-FFF2-40B4-BE49-F238E27FC236}">
                    <a16:creationId xmlns:a16="http://schemas.microsoft.com/office/drawing/2014/main" id="{698E3192-E8A7-4BE3-A213-C67294E393A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4" name="Rectangle 47">
                <a:extLst>
                  <a:ext uri="{FF2B5EF4-FFF2-40B4-BE49-F238E27FC236}">
                    <a16:creationId xmlns:a16="http://schemas.microsoft.com/office/drawing/2014/main" id="{73311133-150A-4295-BA6B-AE591A758BD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5" name="Rectangle 48">
                <a:extLst>
                  <a:ext uri="{FF2B5EF4-FFF2-40B4-BE49-F238E27FC236}">
                    <a16:creationId xmlns:a16="http://schemas.microsoft.com/office/drawing/2014/main" id="{01A2298C-D71C-4EE8-97EC-882AE8FE270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6" name="Rectangle 49">
                <a:extLst>
                  <a:ext uri="{FF2B5EF4-FFF2-40B4-BE49-F238E27FC236}">
                    <a16:creationId xmlns:a16="http://schemas.microsoft.com/office/drawing/2014/main" id="{4A510FF8-75EB-4CBF-8672-72CB0674B95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7" name="Rectangle 50">
                <a:extLst>
                  <a:ext uri="{FF2B5EF4-FFF2-40B4-BE49-F238E27FC236}">
                    <a16:creationId xmlns:a16="http://schemas.microsoft.com/office/drawing/2014/main" id="{1A2C9E47-1571-4FD2-8B6B-C7B564E8977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8" name="Rectangle 51">
                <a:extLst>
                  <a:ext uri="{FF2B5EF4-FFF2-40B4-BE49-F238E27FC236}">
                    <a16:creationId xmlns:a16="http://schemas.microsoft.com/office/drawing/2014/main" id="{86EF56B1-DD4A-4A19-A43F-347855BF842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9" name="Rectangle 52">
                <a:extLst>
                  <a:ext uri="{FF2B5EF4-FFF2-40B4-BE49-F238E27FC236}">
                    <a16:creationId xmlns:a16="http://schemas.microsoft.com/office/drawing/2014/main" id="{593C0948-4102-4E67-9CCD-6F94446F70B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0" name="Rectangle 53">
                <a:extLst>
                  <a:ext uri="{FF2B5EF4-FFF2-40B4-BE49-F238E27FC236}">
                    <a16:creationId xmlns:a16="http://schemas.microsoft.com/office/drawing/2014/main" id="{ACB6589F-762B-4CA7-8D92-92E5FB76FD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1" name="Rectangle 54">
                <a:extLst>
                  <a:ext uri="{FF2B5EF4-FFF2-40B4-BE49-F238E27FC236}">
                    <a16:creationId xmlns:a16="http://schemas.microsoft.com/office/drawing/2014/main" id="{9992ACB2-51DA-4341-842A-58050D15CC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2" name="Rectangle 55">
                <a:extLst>
                  <a:ext uri="{FF2B5EF4-FFF2-40B4-BE49-F238E27FC236}">
                    <a16:creationId xmlns:a16="http://schemas.microsoft.com/office/drawing/2014/main" id="{D9C60E55-0956-424D-8C75-2976AC3B653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3" name="Rectangle 56">
                <a:extLst>
                  <a:ext uri="{FF2B5EF4-FFF2-40B4-BE49-F238E27FC236}">
                    <a16:creationId xmlns:a16="http://schemas.microsoft.com/office/drawing/2014/main" id="{BE0FF237-544C-4EAB-ABB0-731D5FA88D4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4" name="Rectangle 57">
                <a:extLst>
                  <a:ext uri="{FF2B5EF4-FFF2-40B4-BE49-F238E27FC236}">
                    <a16:creationId xmlns:a16="http://schemas.microsoft.com/office/drawing/2014/main" id="{D1E0212C-F045-489C-9689-7C49F762CC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AC90BB14-74DB-4A2D-847B-7D160CCB7907}"/>
                </a:ext>
              </a:extLst>
            </p:cNvPr>
            <p:cNvGrpSpPr/>
            <p:nvPr/>
          </p:nvGrpSpPr>
          <p:grpSpPr>
            <a:xfrm>
              <a:off x="354110" y="4376763"/>
              <a:ext cx="11480604" cy="109990"/>
              <a:chOff x="354110" y="4379678"/>
              <a:chExt cx="11480604" cy="109990"/>
            </a:xfrm>
            <a:grpFill/>
          </p:grpSpPr>
          <p:sp>
            <p:nvSpPr>
              <p:cNvPr id="123" name="Rectangle 59">
                <a:extLst>
                  <a:ext uri="{FF2B5EF4-FFF2-40B4-BE49-F238E27FC236}">
                    <a16:creationId xmlns:a16="http://schemas.microsoft.com/office/drawing/2014/main" id="{99D447A1-2220-4498-AEF5-6E3E1E6E75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4" name="Rectangle 60">
                <a:extLst>
                  <a:ext uri="{FF2B5EF4-FFF2-40B4-BE49-F238E27FC236}">
                    <a16:creationId xmlns:a16="http://schemas.microsoft.com/office/drawing/2014/main" id="{7C3A93F4-91DD-433B-968A-852BE617B27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5" name="Rectangle 61">
                <a:extLst>
                  <a:ext uri="{FF2B5EF4-FFF2-40B4-BE49-F238E27FC236}">
                    <a16:creationId xmlns:a16="http://schemas.microsoft.com/office/drawing/2014/main" id="{1C73CE31-214B-4439-A783-35C6A8ED75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6" name="Rectangle 62">
                <a:extLst>
                  <a:ext uri="{FF2B5EF4-FFF2-40B4-BE49-F238E27FC236}">
                    <a16:creationId xmlns:a16="http://schemas.microsoft.com/office/drawing/2014/main" id="{36D68C3F-8E09-4424-AE30-DC0EA8A4B60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7" name="Rectangle 63">
                <a:extLst>
                  <a:ext uri="{FF2B5EF4-FFF2-40B4-BE49-F238E27FC236}">
                    <a16:creationId xmlns:a16="http://schemas.microsoft.com/office/drawing/2014/main" id="{D77BDB0F-9FB9-4B1E-8B4A-1E2673E906D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8" name="Rectangle 64">
                <a:extLst>
                  <a:ext uri="{FF2B5EF4-FFF2-40B4-BE49-F238E27FC236}">
                    <a16:creationId xmlns:a16="http://schemas.microsoft.com/office/drawing/2014/main" id="{11FC8FC1-3854-4435-94FA-7C19C8CF4B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9" name="Rectangle 65">
                <a:extLst>
                  <a:ext uri="{FF2B5EF4-FFF2-40B4-BE49-F238E27FC236}">
                    <a16:creationId xmlns:a16="http://schemas.microsoft.com/office/drawing/2014/main" id="{CD7A3181-77BB-4B10-BAE0-192A2D4C546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0" name="Rectangle 66">
                <a:extLst>
                  <a:ext uri="{FF2B5EF4-FFF2-40B4-BE49-F238E27FC236}">
                    <a16:creationId xmlns:a16="http://schemas.microsoft.com/office/drawing/2014/main" id="{34704098-6430-4842-A78C-8EA208FF5C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1" name="Rectangle 67">
                <a:extLst>
                  <a:ext uri="{FF2B5EF4-FFF2-40B4-BE49-F238E27FC236}">
                    <a16:creationId xmlns:a16="http://schemas.microsoft.com/office/drawing/2014/main" id="{821A9373-4697-4443-B247-58130E1D401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2" name="Rectangle 68">
                <a:extLst>
                  <a:ext uri="{FF2B5EF4-FFF2-40B4-BE49-F238E27FC236}">
                    <a16:creationId xmlns:a16="http://schemas.microsoft.com/office/drawing/2014/main" id="{BE59B0E9-E64A-4252-ABFF-7D0CCECB5F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3" name="Rectangle 69">
                <a:extLst>
                  <a:ext uri="{FF2B5EF4-FFF2-40B4-BE49-F238E27FC236}">
                    <a16:creationId xmlns:a16="http://schemas.microsoft.com/office/drawing/2014/main" id="{066F8BCA-C3C4-48C8-9103-65FC2FFF62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4" name="Rectangle 70">
                <a:extLst>
                  <a:ext uri="{FF2B5EF4-FFF2-40B4-BE49-F238E27FC236}">
                    <a16:creationId xmlns:a16="http://schemas.microsoft.com/office/drawing/2014/main" id="{68B69181-5D7D-4EFF-9724-B2BDD62DB4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5" name="Rectangle 71">
                <a:extLst>
                  <a:ext uri="{FF2B5EF4-FFF2-40B4-BE49-F238E27FC236}">
                    <a16:creationId xmlns:a16="http://schemas.microsoft.com/office/drawing/2014/main" id="{996BC465-13D7-4B01-81BD-88E7BAA5A99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6" name="Rectangle 72">
                <a:extLst>
                  <a:ext uri="{FF2B5EF4-FFF2-40B4-BE49-F238E27FC236}">
                    <a16:creationId xmlns:a16="http://schemas.microsoft.com/office/drawing/2014/main" id="{61C9420C-6853-4164-9D24-98349CD58CD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7" name="Rectangle 73">
                <a:extLst>
                  <a:ext uri="{FF2B5EF4-FFF2-40B4-BE49-F238E27FC236}">
                    <a16:creationId xmlns:a16="http://schemas.microsoft.com/office/drawing/2014/main" id="{EF04FF35-9797-4571-BCFF-435C37D251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8" name="Rectangle 74">
                <a:extLst>
                  <a:ext uri="{FF2B5EF4-FFF2-40B4-BE49-F238E27FC236}">
                    <a16:creationId xmlns:a16="http://schemas.microsoft.com/office/drawing/2014/main" id="{78C68F3A-1768-4D3F-8ABF-D899CEF5DE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9" name="Rectangle 75">
                <a:extLst>
                  <a:ext uri="{FF2B5EF4-FFF2-40B4-BE49-F238E27FC236}">
                    <a16:creationId xmlns:a16="http://schemas.microsoft.com/office/drawing/2014/main" id="{A69F85D7-2261-4042-B85B-C3FABE4A081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0" name="Rectangle 76">
                <a:extLst>
                  <a:ext uri="{FF2B5EF4-FFF2-40B4-BE49-F238E27FC236}">
                    <a16:creationId xmlns:a16="http://schemas.microsoft.com/office/drawing/2014/main" id="{31444D56-FEBA-4CC9-B179-200833A9BE9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1" name="Rectangle 77">
                <a:extLst>
                  <a:ext uri="{FF2B5EF4-FFF2-40B4-BE49-F238E27FC236}">
                    <a16:creationId xmlns:a16="http://schemas.microsoft.com/office/drawing/2014/main" id="{A7678401-8C3E-4FAF-A888-70B49C91161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2" name="Rectangle 78">
                <a:extLst>
                  <a:ext uri="{FF2B5EF4-FFF2-40B4-BE49-F238E27FC236}">
                    <a16:creationId xmlns:a16="http://schemas.microsoft.com/office/drawing/2014/main" id="{618CC429-D47D-440E-9695-6E61D609607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3" name="Rectangle 79">
                <a:extLst>
                  <a:ext uri="{FF2B5EF4-FFF2-40B4-BE49-F238E27FC236}">
                    <a16:creationId xmlns:a16="http://schemas.microsoft.com/office/drawing/2014/main" id="{F2B544AE-5CC8-4A61-BBDF-82DA13A5F7E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4" name="Rectangle 80">
                <a:extLst>
                  <a:ext uri="{FF2B5EF4-FFF2-40B4-BE49-F238E27FC236}">
                    <a16:creationId xmlns:a16="http://schemas.microsoft.com/office/drawing/2014/main" id="{46B39C8E-D445-41B8-8B42-2DE170717B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5" name="Rectangle 81">
                <a:extLst>
                  <a:ext uri="{FF2B5EF4-FFF2-40B4-BE49-F238E27FC236}">
                    <a16:creationId xmlns:a16="http://schemas.microsoft.com/office/drawing/2014/main" id="{38E7AB8E-5E17-460F-8595-4178AF462D9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6" name="Rectangle 82">
                <a:extLst>
                  <a:ext uri="{FF2B5EF4-FFF2-40B4-BE49-F238E27FC236}">
                    <a16:creationId xmlns:a16="http://schemas.microsoft.com/office/drawing/2014/main" id="{B1EBA00C-8D23-4B8D-996F-763D447186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7" name="Rectangle 83">
                <a:extLst>
                  <a:ext uri="{FF2B5EF4-FFF2-40B4-BE49-F238E27FC236}">
                    <a16:creationId xmlns:a16="http://schemas.microsoft.com/office/drawing/2014/main" id="{A74D84D5-1D5F-4261-AC8E-F836107F1A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8" name="Rectangle 84">
                <a:extLst>
                  <a:ext uri="{FF2B5EF4-FFF2-40B4-BE49-F238E27FC236}">
                    <a16:creationId xmlns:a16="http://schemas.microsoft.com/office/drawing/2014/main" id="{FAE1892A-CE1C-4062-87F1-490874F36EE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1802612C-7EF5-4229-B874-804F63CA5157}"/>
                </a:ext>
              </a:extLst>
            </p:cNvPr>
            <p:cNvGrpSpPr/>
            <p:nvPr/>
          </p:nvGrpSpPr>
          <p:grpSpPr>
            <a:xfrm>
              <a:off x="354110" y="4883475"/>
              <a:ext cx="11480604" cy="109990"/>
              <a:chOff x="354110" y="4888062"/>
              <a:chExt cx="11480604" cy="109990"/>
            </a:xfrm>
            <a:grpFill/>
          </p:grpSpPr>
          <p:sp>
            <p:nvSpPr>
              <p:cNvPr id="97" name="Rectangle 5">
                <a:extLst>
                  <a:ext uri="{FF2B5EF4-FFF2-40B4-BE49-F238E27FC236}">
                    <a16:creationId xmlns:a16="http://schemas.microsoft.com/office/drawing/2014/main" id="{79ECF9B6-3DAB-4C5C-B34E-D0A7F38B76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8" name="Rectangle 6">
                <a:extLst>
                  <a:ext uri="{FF2B5EF4-FFF2-40B4-BE49-F238E27FC236}">
                    <a16:creationId xmlns:a16="http://schemas.microsoft.com/office/drawing/2014/main" id="{35C9E271-FB6D-4F58-AC40-C72BEAE8A20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9" name="Rectangle 7">
                <a:extLst>
                  <a:ext uri="{FF2B5EF4-FFF2-40B4-BE49-F238E27FC236}">
                    <a16:creationId xmlns:a16="http://schemas.microsoft.com/office/drawing/2014/main" id="{6C77D497-A891-4E55-B019-C188318C9B9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0" name="Rectangle 8">
                <a:extLst>
                  <a:ext uri="{FF2B5EF4-FFF2-40B4-BE49-F238E27FC236}">
                    <a16:creationId xmlns:a16="http://schemas.microsoft.com/office/drawing/2014/main" id="{789A10D5-86A9-4355-A65E-55E0070B0C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1" name="Rectangle 9">
                <a:extLst>
                  <a:ext uri="{FF2B5EF4-FFF2-40B4-BE49-F238E27FC236}">
                    <a16:creationId xmlns:a16="http://schemas.microsoft.com/office/drawing/2014/main" id="{190FC9CA-1CD6-4748-9D13-6C41111A17B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2" name="Rectangle 10">
                <a:extLst>
                  <a:ext uri="{FF2B5EF4-FFF2-40B4-BE49-F238E27FC236}">
                    <a16:creationId xmlns:a16="http://schemas.microsoft.com/office/drawing/2014/main" id="{C8822FE6-6227-48F7-AA73-92699ABEA3A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3" name="Rectangle 11">
                <a:extLst>
                  <a:ext uri="{FF2B5EF4-FFF2-40B4-BE49-F238E27FC236}">
                    <a16:creationId xmlns:a16="http://schemas.microsoft.com/office/drawing/2014/main" id="{E5E1E87B-24C4-475C-8A8F-5B997B2D073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4" name="Rectangle 12">
                <a:extLst>
                  <a:ext uri="{FF2B5EF4-FFF2-40B4-BE49-F238E27FC236}">
                    <a16:creationId xmlns:a16="http://schemas.microsoft.com/office/drawing/2014/main" id="{A10C8796-2AC4-44B9-947C-67EA0E96672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5" name="Rectangle 13">
                <a:extLst>
                  <a:ext uri="{FF2B5EF4-FFF2-40B4-BE49-F238E27FC236}">
                    <a16:creationId xmlns:a16="http://schemas.microsoft.com/office/drawing/2014/main" id="{9C3B2967-6FE1-42A9-8AA6-D88F39ED25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6" name="Rectangle 14">
                <a:extLst>
                  <a:ext uri="{FF2B5EF4-FFF2-40B4-BE49-F238E27FC236}">
                    <a16:creationId xmlns:a16="http://schemas.microsoft.com/office/drawing/2014/main" id="{D65A60F3-B8CA-4A07-BA50-4382410F7DF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7" name="Rectangle 15">
                <a:extLst>
                  <a:ext uri="{FF2B5EF4-FFF2-40B4-BE49-F238E27FC236}">
                    <a16:creationId xmlns:a16="http://schemas.microsoft.com/office/drawing/2014/main" id="{CE9D0345-78D9-481A-97CD-9F4F5005DC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8" name="Rectangle 16">
                <a:extLst>
                  <a:ext uri="{FF2B5EF4-FFF2-40B4-BE49-F238E27FC236}">
                    <a16:creationId xmlns:a16="http://schemas.microsoft.com/office/drawing/2014/main" id="{335FF664-C997-40CD-A253-17AE029463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9" name="Rectangle 17">
                <a:extLst>
                  <a:ext uri="{FF2B5EF4-FFF2-40B4-BE49-F238E27FC236}">
                    <a16:creationId xmlns:a16="http://schemas.microsoft.com/office/drawing/2014/main" id="{9CC2681F-B216-40D9-B5A0-F02DCEABDF7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0" name="Rectangle 18">
                <a:extLst>
                  <a:ext uri="{FF2B5EF4-FFF2-40B4-BE49-F238E27FC236}">
                    <a16:creationId xmlns:a16="http://schemas.microsoft.com/office/drawing/2014/main" id="{A3004976-7D17-4D1E-8C1B-307A36D4D3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1" name="Rectangle 19">
                <a:extLst>
                  <a:ext uri="{FF2B5EF4-FFF2-40B4-BE49-F238E27FC236}">
                    <a16:creationId xmlns:a16="http://schemas.microsoft.com/office/drawing/2014/main" id="{2441E1C0-EA8F-4829-96F9-79E4F9F9B8A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2" name="Rectangle 20">
                <a:extLst>
                  <a:ext uri="{FF2B5EF4-FFF2-40B4-BE49-F238E27FC236}">
                    <a16:creationId xmlns:a16="http://schemas.microsoft.com/office/drawing/2014/main" id="{44BC57F8-5DE7-403F-B665-F6F2827DB80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3" name="Rectangle 21">
                <a:extLst>
                  <a:ext uri="{FF2B5EF4-FFF2-40B4-BE49-F238E27FC236}">
                    <a16:creationId xmlns:a16="http://schemas.microsoft.com/office/drawing/2014/main" id="{B34B239C-EECF-4F26-A48A-B0CC0F65BC7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4" name="Rectangle 22">
                <a:extLst>
                  <a:ext uri="{FF2B5EF4-FFF2-40B4-BE49-F238E27FC236}">
                    <a16:creationId xmlns:a16="http://schemas.microsoft.com/office/drawing/2014/main" id="{9761DB51-CFA3-48D3-A481-6AAF4370D4B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5" name="Rectangle 23">
                <a:extLst>
                  <a:ext uri="{FF2B5EF4-FFF2-40B4-BE49-F238E27FC236}">
                    <a16:creationId xmlns:a16="http://schemas.microsoft.com/office/drawing/2014/main" id="{8BF8C0DC-CA13-4B3A-9B31-81AD0D5A3B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6" name="Rectangle 24">
                <a:extLst>
                  <a:ext uri="{FF2B5EF4-FFF2-40B4-BE49-F238E27FC236}">
                    <a16:creationId xmlns:a16="http://schemas.microsoft.com/office/drawing/2014/main" id="{3B5D9432-1B5F-4352-8E2D-A4C9BA27882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7" name="Rectangle 25">
                <a:extLst>
                  <a:ext uri="{FF2B5EF4-FFF2-40B4-BE49-F238E27FC236}">
                    <a16:creationId xmlns:a16="http://schemas.microsoft.com/office/drawing/2014/main" id="{A72578CA-857C-4FF3-99D2-2409F1404F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8" name="Rectangle 26">
                <a:extLst>
                  <a:ext uri="{FF2B5EF4-FFF2-40B4-BE49-F238E27FC236}">
                    <a16:creationId xmlns:a16="http://schemas.microsoft.com/office/drawing/2014/main" id="{CAD4F8AF-D5EE-4F50-B004-20393F40DD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9" name="Rectangle 27">
                <a:extLst>
                  <a:ext uri="{FF2B5EF4-FFF2-40B4-BE49-F238E27FC236}">
                    <a16:creationId xmlns:a16="http://schemas.microsoft.com/office/drawing/2014/main" id="{8A57F274-20A6-4680-B7C0-AD8EA5A0BB6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0" name="Rectangle 28">
                <a:extLst>
                  <a:ext uri="{FF2B5EF4-FFF2-40B4-BE49-F238E27FC236}">
                    <a16:creationId xmlns:a16="http://schemas.microsoft.com/office/drawing/2014/main" id="{0F14F482-588A-4EEB-8243-0F8DF0EBFC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1" name="Rectangle 29">
                <a:extLst>
                  <a:ext uri="{FF2B5EF4-FFF2-40B4-BE49-F238E27FC236}">
                    <a16:creationId xmlns:a16="http://schemas.microsoft.com/office/drawing/2014/main" id="{DBE68752-D099-4312-A230-0F3B7131BC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2" name="Rectangle 30">
                <a:extLst>
                  <a:ext uri="{FF2B5EF4-FFF2-40B4-BE49-F238E27FC236}">
                    <a16:creationId xmlns:a16="http://schemas.microsoft.com/office/drawing/2014/main" id="{405BD9F5-ECE9-4C54-B627-8C58DFD735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81BDD497-9AE8-4EFE-A518-EB1944C837FD}"/>
                </a:ext>
              </a:extLst>
            </p:cNvPr>
            <p:cNvGrpSpPr/>
            <p:nvPr/>
          </p:nvGrpSpPr>
          <p:grpSpPr>
            <a:xfrm>
              <a:off x="354110" y="5390187"/>
              <a:ext cx="11480604" cy="108822"/>
              <a:chOff x="354110" y="5396454"/>
              <a:chExt cx="11480604" cy="108822"/>
            </a:xfrm>
            <a:grpFill/>
          </p:grpSpPr>
          <p:sp>
            <p:nvSpPr>
              <p:cNvPr id="71" name="Rectangle 32">
                <a:extLst>
                  <a:ext uri="{FF2B5EF4-FFF2-40B4-BE49-F238E27FC236}">
                    <a16:creationId xmlns:a16="http://schemas.microsoft.com/office/drawing/2014/main" id="{46DE1FDE-4944-42F3-AB62-2DB5477E3F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2" name="Rectangle 33">
                <a:extLst>
                  <a:ext uri="{FF2B5EF4-FFF2-40B4-BE49-F238E27FC236}">
                    <a16:creationId xmlns:a16="http://schemas.microsoft.com/office/drawing/2014/main" id="{06FCE84A-9F7C-4DFE-8CA9-5982F096E6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3" name="Rectangle 34">
                <a:extLst>
                  <a:ext uri="{FF2B5EF4-FFF2-40B4-BE49-F238E27FC236}">
                    <a16:creationId xmlns:a16="http://schemas.microsoft.com/office/drawing/2014/main" id="{DD56D081-1AAA-49A3-ABDB-5C753E6ABED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4" name="Rectangle 35">
                <a:extLst>
                  <a:ext uri="{FF2B5EF4-FFF2-40B4-BE49-F238E27FC236}">
                    <a16:creationId xmlns:a16="http://schemas.microsoft.com/office/drawing/2014/main" id="{BD4D92B3-9AE0-48B8-959E-07EA7AB29F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5" name="Rectangle 36">
                <a:extLst>
                  <a:ext uri="{FF2B5EF4-FFF2-40B4-BE49-F238E27FC236}">
                    <a16:creationId xmlns:a16="http://schemas.microsoft.com/office/drawing/2014/main" id="{3DD3026A-6FE6-4FA7-90F4-6DE1E8898CA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6" name="Rectangle 37">
                <a:extLst>
                  <a:ext uri="{FF2B5EF4-FFF2-40B4-BE49-F238E27FC236}">
                    <a16:creationId xmlns:a16="http://schemas.microsoft.com/office/drawing/2014/main" id="{AC970942-28D3-4460-85B7-BD20B0D76AC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7" name="Rectangle 38">
                <a:extLst>
                  <a:ext uri="{FF2B5EF4-FFF2-40B4-BE49-F238E27FC236}">
                    <a16:creationId xmlns:a16="http://schemas.microsoft.com/office/drawing/2014/main" id="{03D96458-7899-4A24-B66B-461086FAA1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8" name="Rectangle 39">
                <a:extLst>
                  <a:ext uri="{FF2B5EF4-FFF2-40B4-BE49-F238E27FC236}">
                    <a16:creationId xmlns:a16="http://schemas.microsoft.com/office/drawing/2014/main" id="{C8A769BE-C8A3-44B6-A98B-9A0CA8C8C1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9" name="Rectangle 40">
                <a:extLst>
                  <a:ext uri="{FF2B5EF4-FFF2-40B4-BE49-F238E27FC236}">
                    <a16:creationId xmlns:a16="http://schemas.microsoft.com/office/drawing/2014/main" id="{42866ABD-1FE3-40D1-8819-FC2FC19BC13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0" name="Rectangle 41">
                <a:extLst>
                  <a:ext uri="{FF2B5EF4-FFF2-40B4-BE49-F238E27FC236}">
                    <a16:creationId xmlns:a16="http://schemas.microsoft.com/office/drawing/2014/main" id="{0DA7C80D-458F-4BCF-9DF9-4EA5C63B69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1" name="Rectangle 42">
                <a:extLst>
                  <a:ext uri="{FF2B5EF4-FFF2-40B4-BE49-F238E27FC236}">
                    <a16:creationId xmlns:a16="http://schemas.microsoft.com/office/drawing/2014/main" id="{0BDDAC83-E0E2-46D1-BE39-29D715978A4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2" name="Rectangle 43">
                <a:extLst>
                  <a:ext uri="{FF2B5EF4-FFF2-40B4-BE49-F238E27FC236}">
                    <a16:creationId xmlns:a16="http://schemas.microsoft.com/office/drawing/2014/main" id="{778B5BE3-4E1C-4C31-8E26-1435B98AAD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3" name="Rectangle 44">
                <a:extLst>
                  <a:ext uri="{FF2B5EF4-FFF2-40B4-BE49-F238E27FC236}">
                    <a16:creationId xmlns:a16="http://schemas.microsoft.com/office/drawing/2014/main" id="{12D1914C-8D7D-4C81-BF2A-CC415E7FEFE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4" name="Rectangle 45">
                <a:extLst>
                  <a:ext uri="{FF2B5EF4-FFF2-40B4-BE49-F238E27FC236}">
                    <a16:creationId xmlns:a16="http://schemas.microsoft.com/office/drawing/2014/main" id="{3F7280B3-7FC7-46CC-B0AA-9279C8F01F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5" name="Rectangle 46">
                <a:extLst>
                  <a:ext uri="{FF2B5EF4-FFF2-40B4-BE49-F238E27FC236}">
                    <a16:creationId xmlns:a16="http://schemas.microsoft.com/office/drawing/2014/main" id="{8518DB40-11B0-4C34-8085-E25C7CCE90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6" name="Rectangle 47">
                <a:extLst>
                  <a:ext uri="{FF2B5EF4-FFF2-40B4-BE49-F238E27FC236}">
                    <a16:creationId xmlns:a16="http://schemas.microsoft.com/office/drawing/2014/main" id="{A0A4571B-8522-4F7C-A623-D22275A4BA7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7" name="Rectangle 48">
                <a:extLst>
                  <a:ext uri="{FF2B5EF4-FFF2-40B4-BE49-F238E27FC236}">
                    <a16:creationId xmlns:a16="http://schemas.microsoft.com/office/drawing/2014/main" id="{0058B0EA-93A6-4250-B9BB-2189D860E5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8" name="Rectangle 49">
                <a:extLst>
                  <a:ext uri="{FF2B5EF4-FFF2-40B4-BE49-F238E27FC236}">
                    <a16:creationId xmlns:a16="http://schemas.microsoft.com/office/drawing/2014/main" id="{AD35427D-2F04-45B3-A5EA-4C931023ECE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9" name="Rectangle 50">
                <a:extLst>
                  <a:ext uri="{FF2B5EF4-FFF2-40B4-BE49-F238E27FC236}">
                    <a16:creationId xmlns:a16="http://schemas.microsoft.com/office/drawing/2014/main" id="{C9AE1296-0B65-425E-B952-6EA87FD817F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0" name="Rectangle 51">
                <a:extLst>
                  <a:ext uri="{FF2B5EF4-FFF2-40B4-BE49-F238E27FC236}">
                    <a16:creationId xmlns:a16="http://schemas.microsoft.com/office/drawing/2014/main" id="{7A1EA1D6-A2F2-45C1-B37A-53504239CE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1" name="Rectangle 52">
                <a:extLst>
                  <a:ext uri="{FF2B5EF4-FFF2-40B4-BE49-F238E27FC236}">
                    <a16:creationId xmlns:a16="http://schemas.microsoft.com/office/drawing/2014/main" id="{505AF1AD-40CE-4BC2-AC86-033E06E7B6F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2" name="Rectangle 53">
                <a:extLst>
                  <a:ext uri="{FF2B5EF4-FFF2-40B4-BE49-F238E27FC236}">
                    <a16:creationId xmlns:a16="http://schemas.microsoft.com/office/drawing/2014/main" id="{4E83FA98-5620-4FBC-83BE-A15F94C83D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3" name="Rectangle 54">
                <a:extLst>
                  <a:ext uri="{FF2B5EF4-FFF2-40B4-BE49-F238E27FC236}">
                    <a16:creationId xmlns:a16="http://schemas.microsoft.com/office/drawing/2014/main" id="{994A88E7-EC98-4704-B017-A2BEA7AB44C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4" name="Rectangle 55">
                <a:extLst>
                  <a:ext uri="{FF2B5EF4-FFF2-40B4-BE49-F238E27FC236}">
                    <a16:creationId xmlns:a16="http://schemas.microsoft.com/office/drawing/2014/main" id="{44F8541E-6BEB-4522-8934-CDC85C95B8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5" name="Rectangle 56">
                <a:extLst>
                  <a:ext uri="{FF2B5EF4-FFF2-40B4-BE49-F238E27FC236}">
                    <a16:creationId xmlns:a16="http://schemas.microsoft.com/office/drawing/2014/main" id="{41BE143F-1045-43B6-9112-9CA42EAB94D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6" name="Rectangle 57">
                <a:extLst>
                  <a:ext uri="{FF2B5EF4-FFF2-40B4-BE49-F238E27FC236}">
                    <a16:creationId xmlns:a16="http://schemas.microsoft.com/office/drawing/2014/main" id="{15B3273B-882C-4741-AFCB-88C00782C0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42D156E4-2FEE-41D1-B234-92FA676F4D8E}"/>
                </a:ext>
              </a:extLst>
            </p:cNvPr>
            <p:cNvGrpSpPr/>
            <p:nvPr/>
          </p:nvGrpSpPr>
          <p:grpSpPr>
            <a:xfrm>
              <a:off x="354110" y="5895731"/>
              <a:ext cx="11480604" cy="109990"/>
              <a:chOff x="354110" y="5903678"/>
              <a:chExt cx="11480604" cy="109990"/>
            </a:xfrm>
            <a:grpFill/>
          </p:grpSpPr>
          <p:sp>
            <p:nvSpPr>
              <p:cNvPr id="45" name="Rectangle 59">
                <a:extLst>
                  <a:ext uri="{FF2B5EF4-FFF2-40B4-BE49-F238E27FC236}">
                    <a16:creationId xmlns:a16="http://schemas.microsoft.com/office/drawing/2014/main" id="{1282A854-928F-4C4C-AF50-E805B6E24D6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6" name="Rectangle 60">
                <a:extLst>
                  <a:ext uri="{FF2B5EF4-FFF2-40B4-BE49-F238E27FC236}">
                    <a16:creationId xmlns:a16="http://schemas.microsoft.com/office/drawing/2014/main" id="{BF09B981-640A-4B56-97EF-77A7674F2A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7" name="Rectangle 61">
                <a:extLst>
                  <a:ext uri="{FF2B5EF4-FFF2-40B4-BE49-F238E27FC236}">
                    <a16:creationId xmlns:a16="http://schemas.microsoft.com/office/drawing/2014/main" id="{0E3D84C4-7127-44E3-9D80-DD4C9DF86B9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8" name="Rectangle 62">
                <a:extLst>
                  <a:ext uri="{FF2B5EF4-FFF2-40B4-BE49-F238E27FC236}">
                    <a16:creationId xmlns:a16="http://schemas.microsoft.com/office/drawing/2014/main" id="{3C0ED1F5-7157-4C03-AF23-63AA54E2020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9" name="Rectangle 63">
                <a:extLst>
                  <a:ext uri="{FF2B5EF4-FFF2-40B4-BE49-F238E27FC236}">
                    <a16:creationId xmlns:a16="http://schemas.microsoft.com/office/drawing/2014/main" id="{DA4CC94A-11EC-484D-93A8-A6BA55C942E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0" name="Rectangle 64">
                <a:extLst>
                  <a:ext uri="{FF2B5EF4-FFF2-40B4-BE49-F238E27FC236}">
                    <a16:creationId xmlns:a16="http://schemas.microsoft.com/office/drawing/2014/main" id="{F3F8546E-5077-4146-94A8-9C4CC244E51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1" name="Rectangle 65">
                <a:extLst>
                  <a:ext uri="{FF2B5EF4-FFF2-40B4-BE49-F238E27FC236}">
                    <a16:creationId xmlns:a16="http://schemas.microsoft.com/office/drawing/2014/main" id="{931F67C4-9C1D-4588-A8E6-3E99D64C70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2" name="Rectangle 66">
                <a:extLst>
                  <a:ext uri="{FF2B5EF4-FFF2-40B4-BE49-F238E27FC236}">
                    <a16:creationId xmlns:a16="http://schemas.microsoft.com/office/drawing/2014/main" id="{EB21CB79-3CB2-4077-A9B9-C459851971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3" name="Rectangle 67">
                <a:extLst>
                  <a:ext uri="{FF2B5EF4-FFF2-40B4-BE49-F238E27FC236}">
                    <a16:creationId xmlns:a16="http://schemas.microsoft.com/office/drawing/2014/main" id="{DD611496-16E5-4416-B1A2-02348ABD39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4" name="Rectangle 68">
                <a:extLst>
                  <a:ext uri="{FF2B5EF4-FFF2-40B4-BE49-F238E27FC236}">
                    <a16:creationId xmlns:a16="http://schemas.microsoft.com/office/drawing/2014/main" id="{EF4511E4-6AE1-4AD2-9E94-8DFEBF58B10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5" name="Rectangle 69">
                <a:extLst>
                  <a:ext uri="{FF2B5EF4-FFF2-40B4-BE49-F238E27FC236}">
                    <a16:creationId xmlns:a16="http://schemas.microsoft.com/office/drawing/2014/main" id="{5A9F5148-2BFE-49A2-882C-9C270DAC2D3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6" name="Rectangle 70">
                <a:extLst>
                  <a:ext uri="{FF2B5EF4-FFF2-40B4-BE49-F238E27FC236}">
                    <a16:creationId xmlns:a16="http://schemas.microsoft.com/office/drawing/2014/main" id="{17978533-954B-41FA-ACA1-BB2EAC45FE1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7" name="Rectangle 71">
                <a:extLst>
                  <a:ext uri="{FF2B5EF4-FFF2-40B4-BE49-F238E27FC236}">
                    <a16:creationId xmlns:a16="http://schemas.microsoft.com/office/drawing/2014/main" id="{9926B974-3B58-43BE-A627-034A472C617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8" name="Rectangle 72">
                <a:extLst>
                  <a:ext uri="{FF2B5EF4-FFF2-40B4-BE49-F238E27FC236}">
                    <a16:creationId xmlns:a16="http://schemas.microsoft.com/office/drawing/2014/main" id="{E88CA7B8-FC95-4FE1-9B97-D5EF9F9424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9" name="Rectangle 73">
                <a:extLst>
                  <a:ext uri="{FF2B5EF4-FFF2-40B4-BE49-F238E27FC236}">
                    <a16:creationId xmlns:a16="http://schemas.microsoft.com/office/drawing/2014/main" id="{A92934FD-C410-4C84-A5E1-081E7B422AA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0" name="Rectangle 74">
                <a:extLst>
                  <a:ext uri="{FF2B5EF4-FFF2-40B4-BE49-F238E27FC236}">
                    <a16:creationId xmlns:a16="http://schemas.microsoft.com/office/drawing/2014/main" id="{2DA33973-6FE4-4D86-BBFB-90D4909293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1" name="Rectangle 75">
                <a:extLst>
                  <a:ext uri="{FF2B5EF4-FFF2-40B4-BE49-F238E27FC236}">
                    <a16:creationId xmlns:a16="http://schemas.microsoft.com/office/drawing/2014/main" id="{94818BD6-2B6E-47BE-B503-E9E8E6375D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2" name="Rectangle 76">
                <a:extLst>
                  <a:ext uri="{FF2B5EF4-FFF2-40B4-BE49-F238E27FC236}">
                    <a16:creationId xmlns:a16="http://schemas.microsoft.com/office/drawing/2014/main" id="{F051DFF7-292C-4CA6-B811-8790171A25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3" name="Rectangle 77">
                <a:extLst>
                  <a:ext uri="{FF2B5EF4-FFF2-40B4-BE49-F238E27FC236}">
                    <a16:creationId xmlns:a16="http://schemas.microsoft.com/office/drawing/2014/main" id="{728FA892-539E-4633-A6ED-61FF464A503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4" name="Rectangle 78">
                <a:extLst>
                  <a:ext uri="{FF2B5EF4-FFF2-40B4-BE49-F238E27FC236}">
                    <a16:creationId xmlns:a16="http://schemas.microsoft.com/office/drawing/2014/main" id="{FE6AF4DA-E293-4A89-BE4C-DD3E6BDBE21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5" name="Rectangle 79">
                <a:extLst>
                  <a:ext uri="{FF2B5EF4-FFF2-40B4-BE49-F238E27FC236}">
                    <a16:creationId xmlns:a16="http://schemas.microsoft.com/office/drawing/2014/main" id="{11BA7696-6E60-4A76-8A02-38F11535F1F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6" name="Rectangle 80">
                <a:extLst>
                  <a:ext uri="{FF2B5EF4-FFF2-40B4-BE49-F238E27FC236}">
                    <a16:creationId xmlns:a16="http://schemas.microsoft.com/office/drawing/2014/main" id="{EBA43DA8-F00F-4803-9505-8D973D07BA4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7" name="Rectangle 81">
                <a:extLst>
                  <a:ext uri="{FF2B5EF4-FFF2-40B4-BE49-F238E27FC236}">
                    <a16:creationId xmlns:a16="http://schemas.microsoft.com/office/drawing/2014/main" id="{5996994C-303B-47AD-B7A1-EB4C4801F26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8" name="Rectangle 82">
                <a:extLst>
                  <a:ext uri="{FF2B5EF4-FFF2-40B4-BE49-F238E27FC236}">
                    <a16:creationId xmlns:a16="http://schemas.microsoft.com/office/drawing/2014/main" id="{AC9DA622-9D85-4CCD-AC5B-C16EC91FDA8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9" name="Rectangle 83">
                <a:extLst>
                  <a:ext uri="{FF2B5EF4-FFF2-40B4-BE49-F238E27FC236}">
                    <a16:creationId xmlns:a16="http://schemas.microsoft.com/office/drawing/2014/main" id="{74795EEC-C77C-457E-8ED2-A2565D98D6B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0" name="Rectangle 84">
                <a:extLst>
                  <a:ext uri="{FF2B5EF4-FFF2-40B4-BE49-F238E27FC236}">
                    <a16:creationId xmlns:a16="http://schemas.microsoft.com/office/drawing/2014/main" id="{E7A6C9D7-E009-43E7-83C2-4012ED6CC08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56EC6267-892C-414C-9F90-78AE254ABFE9}"/>
                </a:ext>
              </a:extLst>
            </p:cNvPr>
            <p:cNvGrpSpPr/>
            <p:nvPr/>
          </p:nvGrpSpPr>
          <p:grpSpPr>
            <a:xfrm>
              <a:off x="354110" y="6402442"/>
              <a:ext cx="11480604" cy="109990"/>
              <a:chOff x="354110" y="5903678"/>
              <a:chExt cx="11480604" cy="109990"/>
            </a:xfrm>
            <a:grpFill/>
          </p:grpSpPr>
          <p:sp>
            <p:nvSpPr>
              <p:cNvPr id="19" name="Rectangle 59">
                <a:extLst>
                  <a:ext uri="{FF2B5EF4-FFF2-40B4-BE49-F238E27FC236}">
                    <a16:creationId xmlns:a16="http://schemas.microsoft.com/office/drawing/2014/main" id="{3E75128E-3C74-4C95-89B7-CB30EBD0DA9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" name="Rectangle 60">
                <a:extLst>
                  <a:ext uri="{FF2B5EF4-FFF2-40B4-BE49-F238E27FC236}">
                    <a16:creationId xmlns:a16="http://schemas.microsoft.com/office/drawing/2014/main" id="{5123F894-661A-41E9-A3C4-D6515378591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" name="Rectangle 61">
                <a:extLst>
                  <a:ext uri="{FF2B5EF4-FFF2-40B4-BE49-F238E27FC236}">
                    <a16:creationId xmlns:a16="http://schemas.microsoft.com/office/drawing/2014/main" id="{6DE83EB5-D56C-4E03-AFAA-ABFCDBF526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" name="Rectangle 62">
                <a:extLst>
                  <a:ext uri="{FF2B5EF4-FFF2-40B4-BE49-F238E27FC236}">
                    <a16:creationId xmlns:a16="http://schemas.microsoft.com/office/drawing/2014/main" id="{A7150839-4B6F-48D6-8DC1-234F92C9969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" name="Rectangle 63">
                <a:extLst>
                  <a:ext uri="{FF2B5EF4-FFF2-40B4-BE49-F238E27FC236}">
                    <a16:creationId xmlns:a16="http://schemas.microsoft.com/office/drawing/2014/main" id="{F57DE175-BDB3-46EA-A233-0D1C4BC629C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" name="Rectangle 64">
                <a:extLst>
                  <a:ext uri="{FF2B5EF4-FFF2-40B4-BE49-F238E27FC236}">
                    <a16:creationId xmlns:a16="http://schemas.microsoft.com/office/drawing/2014/main" id="{E0DC63F5-28E3-423C-884B-60E11C90CCF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" name="Rectangle 65">
                <a:extLst>
                  <a:ext uri="{FF2B5EF4-FFF2-40B4-BE49-F238E27FC236}">
                    <a16:creationId xmlns:a16="http://schemas.microsoft.com/office/drawing/2014/main" id="{1B8EDB48-7E1A-4E8D-8DD6-E2E9045E5C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" name="Rectangle 66">
                <a:extLst>
                  <a:ext uri="{FF2B5EF4-FFF2-40B4-BE49-F238E27FC236}">
                    <a16:creationId xmlns:a16="http://schemas.microsoft.com/office/drawing/2014/main" id="{7B2F1A3E-E3C9-4E74-A8BB-5D7489CCC8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" name="Rectangle 67">
                <a:extLst>
                  <a:ext uri="{FF2B5EF4-FFF2-40B4-BE49-F238E27FC236}">
                    <a16:creationId xmlns:a16="http://schemas.microsoft.com/office/drawing/2014/main" id="{986E435A-5565-453A-9521-30F8988F19B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" name="Rectangle 68">
                <a:extLst>
                  <a:ext uri="{FF2B5EF4-FFF2-40B4-BE49-F238E27FC236}">
                    <a16:creationId xmlns:a16="http://schemas.microsoft.com/office/drawing/2014/main" id="{1B037B73-2947-4134-8DBF-86815CE18D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" name="Rectangle 69">
                <a:extLst>
                  <a:ext uri="{FF2B5EF4-FFF2-40B4-BE49-F238E27FC236}">
                    <a16:creationId xmlns:a16="http://schemas.microsoft.com/office/drawing/2014/main" id="{59E3FCFD-4BC9-4154-9F9A-FEDADE6AF8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" name="Rectangle 70">
                <a:extLst>
                  <a:ext uri="{FF2B5EF4-FFF2-40B4-BE49-F238E27FC236}">
                    <a16:creationId xmlns:a16="http://schemas.microsoft.com/office/drawing/2014/main" id="{75B4E090-E69E-4E1B-9D47-2E7610643E7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" name="Rectangle 71">
                <a:extLst>
                  <a:ext uri="{FF2B5EF4-FFF2-40B4-BE49-F238E27FC236}">
                    <a16:creationId xmlns:a16="http://schemas.microsoft.com/office/drawing/2014/main" id="{3E8EF4EA-870F-4671-9D93-BBDD11E3A6D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" name="Rectangle 72">
                <a:extLst>
                  <a:ext uri="{FF2B5EF4-FFF2-40B4-BE49-F238E27FC236}">
                    <a16:creationId xmlns:a16="http://schemas.microsoft.com/office/drawing/2014/main" id="{381F046F-5BF7-4214-B4FB-EEBE29F7CA1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" name="Rectangle 73">
                <a:extLst>
                  <a:ext uri="{FF2B5EF4-FFF2-40B4-BE49-F238E27FC236}">
                    <a16:creationId xmlns:a16="http://schemas.microsoft.com/office/drawing/2014/main" id="{836148AC-AF61-43A3-A1B1-BB54CE216AE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" name="Rectangle 74">
                <a:extLst>
                  <a:ext uri="{FF2B5EF4-FFF2-40B4-BE49-F238E27FC236}">
                    <a16:creationId xmlns:a16="http://schemas.microsoft.com/office/drawing/2014/main" id="{B1DE9085-D5E0-4B83-BB80-E434D7DDD1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" name="Rectangle 75">
                <a:extLst>
                  <a:ext uri="{FF2B5EF4-FFF2-40B4-BE49-F238E27FC236}">
                    <a16:creationId xmlns:a16="http://schemas.microsoft.com/office/drawing/2014/main" id="{317373CF-A0A3-4A1C-88A0-683C2A8DF16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" name="Rectangle 76">
                <a:extLst>
                  <a:ext uri="{FF2B5EF4-FFF2-40B4-BE49-F238E27FC236}">
                    <a16:creationId xmlns:a16="http://schemas.microsoft.com/office/drawing/2014/main" id="{4347A2CA-AF14-4C9E-BBAB-D90DBAA965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7" name="Rectangle 77">
                <a:extLst>
                  <a:ext uri="{FF2B5EF4-FFF2-40B4-BE49-F238E27FC236}">
                    <a16:creationId xmlns:a16="http://schemas.microsoft.com/office/drawing/2014/main" id="{B9A6E2C3-57A3-42A9-A83E-18CDCD7C69C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8" name="Rectangle 78">
                <a:extLst>
                  <a:ext uri="{FF2B5EF4-FFF2-40B4-BE49-F238E27FC236}">
                    <a16:creationId xmlns:a16="http://schemas.microsoft.com/office/drawing/2014/main" id="{66345FAF-D8B3-4589-B236-9592A4B2E67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9" name="Rectangle 79">
                <a:extLst>
                  <a:ext uri="{FF2B5EF4-FFF2-40B4-BE49-F238E27FC236}">
                    <a16:creationId xmlns:a16="http://schemas.microsoft.com/office/drawing/2014/main" id="{B6D66C40-7B12-4FAE-BA0D-F11071E94A8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0" name="Rectangle 80">
                <a:extLst>
                  <a:ext uri="{FF2B5EF4-FFF2-40B4-BE49-F238E27FC236}">
                    <a16:creationId xmlns:a16="http://schemas.microsoft.com/office/drawing/2014/main" id="{88E16CD4-DE64-472C-92F2-04F69839E8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1" name="Rectangle 81">
                <a:extLst>
                  <a:ext uri="{FF2B5EF4-FFF2-40B4-BE49-F238E27FC236}">
                    <a16:creationId xmlns:a16="http://schemas.microsoft.com/office/drawing/2014/main" id="{D595AF87-0CEC-4595-A702-E82EE7CBEF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2" name="Rectangle 82">
                <a:extLst>
                  <a:ext uri="{FF2B5EF4-FFF2-40B4-BE49-F238E27FC236}">
                    <a16:creationId xmlns:a16="http://schemas.microsoft.com/office/drawing/2014/main" id="{61ED73B8-7315-4650-922A-B9670ED5FF3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3" name="Rectangle 83">
                <a:extLst>
                  <a:ext uri="{FF2B5EF4-FFF2-40B4-BE49-F238E27FC236}">
                    <a16:creationId xmlns:a16="http://schemas.microsoft.com/office/drawing/2014/main" id="{78E5D2BE-A2AA-4686-881A-1AAC20E7698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4" name="Rectangle 84">
                <a:extLst>
                  <a:ext uri="{FF2B5EF4-FFF2-40B4-BE49-F238E27FC236}">
                    <a16:creationId xmlns:a16="http://schemas.microsoft.com/office/drawing/2014/main" id="{6983C63B-88C2-4A51-9595-E3C3B3B9118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</p:grpSp>
      <p:sp>
        <p:nvSpPr>
          <p:cNvPr id="357" name="Title 1">
            <a:extLst>
              <a:ext uri="{FF2B5EF4-FFF2-40B4-BE49-F238E27FC236}">
                <a16:creationId xmlns:a16="http://schemas.microsoft.com/office/drawing/2014/main" id="{854A438C-BC9A-4A4F-ABD3-80A84279EC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9756" y="73844"/>
            <a:ext cx="10969943" cy="711081"/>
          </a:xfrm>
        </p:spPr>
        <p:txBody>
          <a:bodyPr>
            <a:noAutofit/>
          </a:bodyPr>
          <a:lstStyle>
            <a:lvl1pPr algn="l">
              <a:defRPr sz="3600">
                <a:solidFill>
                  <a:schemeClr val="bg1"/>
                </a:solidFill>
                <a:latin typeface="Cooper Black" panose="0208090404030B020404" pitchFamily="18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9003832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out Us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8C1607FC-4025-4535-B960-C423F1504CE5}"/>
              </a:ext>
            </a:extLst>
          </p:cNvPr>
          <p:cNvGrpSpPr/>
          <p:nvPr userDrawn="1"/>
        </p:nvGrpSpPr>
        <p:grpSpPr>
          <a:xfrm>
            <a:off x="354110" y="326571"/>
            <a:ext cx="11480604" cy="6185861"/>
            <a:chOff x="354110" y="326571"/>
            <a:chExt cx="11480604" cy="6185861"/>
          </a:xfrm>
          <a:solidFill>
            <a:schemeClr val="accent1">
              <a:lumMod val="90000"/>
              <a:lumOff val="10000"/>
              <a:alpha val="20000"/>
            </a:schemeClr>
          </a:solidFill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651BEEC-E6AC-4E4B-9B88-D2F823311FDE}"/>
                </a:ext>
              </a:extLst>
            </p:cNvPr>
            <p:cNvGrpSpPr/>
            <p:nvPr/>
          </p:nvGrpSpPr>
          <p:grpSpPr>
            <a:xfrm>
              <a:off x="354110" y="326571"/>
              <a:ext cx="11480604" cy="109990"/>
              <a:chOff x="354110" y="326571"/>
              <a:chExt cx="11480604" cy="109990"/>
            </a:xfrm>
            <a:grpFill/>
          </p:grpSpPr>
          <p:sp>
            <p:nvSpPr>
              <p:cNvPr id="337" name="Rectangle 5">
                <a:extLst>
                  <a:ext uri="{FF2B5EF4-FFF2-40B4-BE49-F238E27FC236}">
                    <a16:creationId xmlns:a16="http://schemas.microsoft.com/office/drawing/2014/main" id="{85C298FF-97F9-4147-B827-D8E5136C26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8" name="Rectangle 6">
                <a:extLst>
                  <a:ext uri="{FF2B5EF4-FFF2-40B4-BE49-F238E27FC236}">
                    <a16:creationId xmlns:a16="http://schemas.microsoft.com/office/drawing/2014/main" id="{9408EFDD-1492-4223-8E65-A093D2F1BB8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9" name="Rectangle 7">
                <a:extLst>
                  <a:ext uri="{FF2B5EF4-FFF2-40B4-BE49-F238E27FC236}">
                    <a16:creationId xmlns:a16="http://schemas.microsoft.com/office/drawing/2014/main" id="{F894E7F8-7101-42ED-9EE3-85F58C6EF3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0" name="Rectangle 8">
                <a:extLst>
                  <a:ext uri="{FF2B5EF4-FFF2-40B4-BE49-F238E27FC236}">
                    <a16:creationId xmlns:a16="http://schemas.microsoft.com/office/drawing/2014/main" id="{877C8C7E-1793-4536-97A4-63A3591EF9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1" name="Rectangle 9">
                <a:extLst>
                  <a:ext uri="{FF2B5EF4-FFF2-40B4-BE49-F238E27FC236}">
                    <a16:creationId xmlns:a16="http://schemas.microsoft.com/office/drawing/2014/main" id="{077D2BC4-41B3-4D98-84CA-A2503EF131C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2" name="Rectangle 10">
                <a:extLst>
                  <a:ext uri="{FF2B5EF4-FFF2-40B4-BE49-F238E27FC236}">
                    <a16:creationId xmlns:a16="http://schemas.microsoft.com/office/drawing/2014/main" id="{DE4270DF-458E-4975-B86F-E605B966C6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3" name="Rectangle 11">
                <a:extLst>
                  <a:ext uri="{FF2B5EF4-FFF2-40B4-BE49-F238E27FC236}">
                    <a16:creationId xmlns:a16="http://schemas.microsoft.com/office/drawing/2014/main" id="{5334B1DA-DE9D-46A4-B1CC-07D8B5B37F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4" name="Rectangle 12">
                <a:extLst>
                  <a:ext uri="{FF2B5EF4-FFF2-40B4-BE49-F238E27FC236}">
                    <a16:creationId xmlns:a16="http://schemas.microsoft.com/office/drawing/2014/main" id="{1CF1EF4A-5FEC-4B62-A622-2DEE7B72C0B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5" name="Rectangle 13">
                <a:extLst>
                  <a:ext uri="{FF2B5EF4-FFF2-40B4-BE49-F238E27FC236}">
                    <a16:creationId xmlns:a16="http://schemas.microsoft.com/office/drawing/2014/main" id="{322BDF90-AD9B-4F68-8F1B-8AE6FD1E47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6" name="Rectangle 14">
                <a:extLst>
                  <a:ext uri="{FF2B5EF4-FFF2-40B4-BE49-F238E27FC236}">
                    <a16:creationId xmlns:a16="http://schemas.microsoft.com/office/drawing/2014/main" id="{93F9BC3E-2349-4557-A942-FF58D34975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7" name="Rectangle 15">
                <a:extLst>
                  <a:ext uri="{FF2B5EF4-FFF2-40B4-BE49-F238E27FC236}">
                    <a16:creationId xmlns:a16="http://schemas.microsoft.com/office/drawing/2014/main" id="{D4E479F8-DBB7-4E24-82DB-9187E1DA157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8" name="Rectangle 16">
                <a:extLst>
                  <a:ext uri="{FF2B5EF4-FFF2-40B4-BE49-F238E27FC236}">
                    <a16:creationId xmlns:a16="http://schemas.microsoft.com/office/drawing/2014/main" id="{88729413-47AC-4DEA-A613-0B6158FCB8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9" name="Rectangle 17">
                <a:extLst>
                  <a:ext uri="{FF2B5EF4-FFF2-40B4-BE49-F238E27FC236}">
                    <a16:creationId xmlns:a16="http://schemas.microsoft.com/office/drawing/2014/main" id="{20F824DD-152A-4F6D-952E-24ADD1A8C07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0" name="Rectangle 18">
                <a:extLst>
                  <a:ext uri="{FF2B5EF4-FFF2-40B4-BE49-F238E27FC236}">
                    <a16:creationId xmlns:a16="http://schemas.microsoft.com/office/drawing/2014/main" id="{951C09E8-C755-4AEB-9C27-AE9621753A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1" name="Rectangle 19">
                <a:extLst>
                  <a:ext uri="{FF2B5EF4-FFF2-40B4-BE49-F238E27FC236}">
                    <a16:creationId xmlns:a16="http://schemas.microsoft.com/office/drawing/2014/main" id="{32F64432-EE66-40C8-A67A-FA722F75D5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2" name="Rectangle 20">
                <a:extLst>
                  <a:ext uri="{FF2B5EF4-FFF2-40B4-BE49-F238E27FC236}">
                    <a16:creationId xmlns:a16="http://schemas.microsoft.com/office/drawing/2014/main" id="{29005991-F871-4DFB-9517-DCB334B68B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3" name="Rectangle 21">
                <a:extLst>
                  <a:ext uri="{FF2B5EF4-FFF2-40B4-BE49-F238E27FC236}">
                    <a16:creationId xmlns:a16="http://schemas.microsoft.com/office/drawing/2014/main" id="{1C601034-B07F-4FCA-B65F-4BA94F1FEF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4" name="Rectangle 22">
                <a:extLst>
                  <a:ext uri="{FF2B5EF4-FFF2-40B4-BE49-F238E27FC236}">
                    <a16:creationId xmlns:a16="http://schemas.microsoft.com/office/drawing/2014/main" id="{A3C10F51-A92E-4F5D-841E-2495E85BD8B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5" name="Rectangle 23">
                <a:extLst>
                  <a:ext uri="{FF2B5EF4-FFF2-40B4-BE49-F238E27FC236}">
                    <a16:creationId xmlns:a16="http://schemas.microsoft.com/office/drawing/2014/main" id="{8656C742-4C71-41EC-9EED-8A0FF35A8B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6" name="Rectangle 24">
                <a:extLst>
                  <a:ext uri="{FF2B5EF4-FFF2-40B4-BE49-F238E27FC236}">
                    <a16:creationId xmlns:a16="http://schemas.microsoft.com/office/drawing/2014/main" id="{DD7837C0-45DC-47B0-8EB6-E1AFA3DF28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7" name="Rectangle 25">
                <a:extLst>
                  <a:ext uri="{FF2B5EF4-FFF2-40B4-BE49-F238E27FC236}">
                    <a16:creationId xmlns:a16="http://schemas.microsoft.com/office/drawing/2014/main" id="{C6C4A808-47AA-4933-B20F-A80BEEFBDE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8" name="Rectangle 26">
                <a:extLst>
                  <a:ext uri="{FF2B5EF4-FFF2-40B4-BE49-F238E27FC236}">
                    <a16:creationId xmlns:a16="http://schemas.microsoft.com/office/drawing/2014/main" id="{1916F620-2E67-4716-A335-AA9D0F9A9B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9" name="Rectangle 27">
                <a:extLst>
                  <a:ext uri="{FF2B5EF4-FFF2-40B4-BE49-F238E27FC236}">
                    <a16:creationId xmlns:a16="http://schemas.microsoft.com/office/drawing/2014/main" id="{54529738-34CA-43C1-9448-C6D7594E392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0" name="Rectangle 28">
                <a:extLst>
                  <a:ext uri="{FF2B5EF4-FFF2-40B4-BE49-F238E27FC236}">
                    <a16:creationId xmlns:a16="http://schemas.microsoft.com/office/drawing/2014/main" id="{AB2B254B-6166-4F70-A263-5F5630C8AF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1" name="Rectangle 29">
                <a:extLst>
                  <a:ext uri="{FF2B5EF4-FFF2-40B4-BE49-F238E27FC236}">
                    <a16:creationId xmlns:a16="http://schemas.microsoft.com/office/drawing/2014/main" id="{CC179163-7F45-4275-B900-184CA908E7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2" name="Rectangle 30">
                <a:extLst>
                  <a:ext uri="{FF2B5EF4-FFF2-40B4-BE49-F238E27FC236}">
                    <a16:creationId xmlns:a16="http://schemas.microsoft.com/office/drawing/2014/main" id="{A16179B1-495E-40B6-BA3E-4FE45BD06F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6CC022AE-7DA1-4DBC-B4FA-A550170E3244}"/>
                </a:ext>
              </a:extLst>
            </p:cNvPr>
            <p:cNvGrpSpPr/>
            <p:nvPr/>
          </p:nvGrpSpPr>
          <p:grpSpPr>
            <a:xfrm>
              <a:off x="354110" y="833283"/>
              <a:ext cx="11480604" cy="108822"/>
              <a:chOff x="354110" y="834963"/>
              <a:chExt cx="11480604" cy="108822"/>
            </a:xfrm>
            <a:grpFill/>
          </p:grpSpPr>
          <p:sp>
            <p:nvSpPr>
              <p:cNvPr id="311" name="Rectangle 32">
                <a:extLst>
                  <a:ext uri="{FF2B5EF4-FFF2-40B4-BE49-F238E27FC236}">
                    <a16:creationId xmlns:a16="http://schemas.microsoft.com/office/drawing/2014/main" id="{E6CEC545-E6D9-4264-BEA6-119B54AE4C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2" name="Rectangle 33">
                <a:extLst>
                  <a:ext uri="{FF2B5EF4-FFF2-40B4-BE49-F238E27FC236}">
                    <a16:creationId xmlns:a16="http://schemas.microsoft.com/office/drawing/2014/main" id="{60C7E7B9-97E8-4AE1-A9F0-162381B38D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3" name="Rectangle 34">
                <a:extLst>
                  <a:ext uri="{FF2B5EF4-FFF2-40B4-BE49-F238E27FC236}">
                    <a16:creationId xmlns:a16="http://schemas.microsoft.com/office/drawing/2014/main" id="{BC9E105B-3AD3-4AC9-8C4E-3DABA3F821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4" name="Rectangle 35">
                <a:extLst>
                  <a:ext uri="{FF2B5EF4-FFF2-40B4-BE49-F238E27FC236}">
                    <a16:creationId xmlns:a16="http://schemas.microsoft.com/office/drawing/2014/main" id="{B10232F8-CE74-495F-B906-B4B2237079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5" name="Rectangle 36">
                <a:extLst>
                  <a:ext uri="{FF2B5EF4-FFF2-40B4-BE49-F238E27FC236}">
                    <a16:creationId xmlns:a16="http://schemas.microsoft.com/office/drawing/2014/main" id="{377EBFB6-EE61-435B-A0EA-67D67D892FE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6" name="Rectangle 37">
                <a:extLst>
                  <a:ext uri="{FF2B5EF4-FFF2-40B4-BE49-F238E27FC236}">
                    <a16:creationId xmlns:a16="http://schemas.microsoft.com/office/drawing/2014/main" id="{7837C467-758B-463F-B551-93C783E129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7" name="Rectangle 38">
                <a:extLst>
                  <a:ext uri="{FF2B5EF4-FFF2-40B4-BE49-F238E27FC236}">
                    <a16:creationId xmlns:a16="http://schemas.microsoft.com/office/drawing/2014/main" id="{C77A01F7-C261-4381-86C3-4C89EE66C7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8" name="Rectangle 39">
                <a:extLst>
                  <a:ext uri="{FF2B5EF4-FFF2-40B4-BE49-F238E27FC236}">
                    <a16:creationId xmlns:a16="http://schemas.microsoft.com/office/drawing/2014/main" id="{7477D541-DCD7-4A47-BAD6-421CE795D86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9" name="Rectangle 40">
                <a:extLst>
                  <a:ext uri="{FF2B5EF4-FFF2-40B4-BE49-F238E27FC236}">
                    <a16:creationId xmlns:a16="http://schemas.microsoft.com/office/drawing/2014/main" id="{4E64ADB5-6C15-4DFA-A1D8-CCB52869EB2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0" name="Rectangle 41">
                <a:extLst>
                  <a:ext uri="{FF2B5EF4-FFF2-40B4-BE49-F238E27FC236}">
                    <a16:creationId xmlns:a16="http://schemas.microsoft.com/office/drawing/2014/main" id="{AC57F5E1-8997-4B18-B946-EC6DFA386D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1" name="Rectangle 42">
                <a:extLst>
                  <a:ext uri="{FF2B5EF4-FFF2-40B4-BE49-F238E27FC236}">
                    <a16:creationId xmlns:a16="http://schemas.microsoft.com/office/drawing/2014/main" id="{AC1B45CA-8F96-41DA-A93A-FD14080BEB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2" name="Rectangle 43">
                <a:extLst>
                  <a:ext uri="{FF2B5EF4-FFF2-40B4-BE49-F238E27FC236}">
                    <a16:creationId xmlns:a16="http://schemas.microsoft.com/office/drawing/2014/main" id="{703118E8-5E3B-4DFA-9921-369E22CA03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3" name="Rectangle 44">
                <a:extLst>
                  <a:ext uri="{FF2B5EF4-FFF2-40B4-BE49-F238E27FC236}">
                    <a16:creationId xmlns:a16="http://schemas.microsoft.com/office/drawing/2014/main" id="{ED301010-E5DC-4676-A476-7C14D84A53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4" name="Rectangle 45">
                <a:extLst>
                  <a:ext uri="{FF2B5EF4-FFF2-40B4-BE49-F238E27FC236}">
                    <a16:creationId xmlns:a16="http://schemas.microsoft.com/office/drawing/2014/main" id="{37F85CBA-9F8F-490A-A6C5-555D548FDA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5" name="Rectangle 46">
                <a:extLst>
                  <a:ext uri="{FF2B5EF4-FFF2-40B4-BE49-F238E27FC236}">
                    <a16:creationId xmlns:a16="http://schemas.microsoft.com/office/drawing/2014/main" id="{4CDDB648-0406-4415-9B3A-F56F9D7B2E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6" name="Rectangle 47">
                <a:extLst>
                  <a:ext uri="{FF2B5EF4-FFF2-40B4-BE49-F238E27FC236}">
                    <a16:creationId xmlns:a16="http://schemas.microsoft.com/office/drawing/2014/main" id="{9656844F-AFE3-4957-A69F-F4A848FEF63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7" name="Rectangle 48">
                <a:extLst>
                  <a:ext uri="{FF2B5EF4-FFF2-40B4-BE49-F238E27FC236}">
                    <a16:creationId xmlns:a16="http://schemas.microsoft.com/office/drawing/2014/main" id="{5A3A99BA-4854-4231-B6BB-888D83A0100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8" name="Rectangle 49">
                <a:extLst>
                  <a:ext uri="{FF2B5EF4-FFF2-40B4-BE49-F238E27FC236}">
                    <a16:creationId xmlns:a16="http://schemas.microsoft.com/office/drawing/2014/main" id="{22B51AD2-0C6E-467F-A47F-34DAB5BB7EB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9" name="Rectangle 50">
                <a:extLst>
                  <a:ext uri="{FF2B5EF4-FFF2-40B4-BE49-F238E27FC236}">
                    <a16:creationId xmlns:a16="http://schemas.microsoft.com/office/drawing/2014/main" id="{EDE14BA8-EBD0-4206-8FB2-6B9E4AB28F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0" name="Rectangle 51">
                <a:extLst>
                  <a:ext uri="{FF2B5EF4-FFF2-40B4-BE49-F238E27FC236}">
                    <a16:creationId xmlns:a16="http://schemas.microsoft.com/office/drawing/2014/main" id="{F2846FEF-2688-4964-A02B-231009108D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1" name="Rectangle 52">
                <a:extLst>
                  <a:ext uri="{FF2B5EF4-FFF2-40B4-BE49-F238E27FC236}">
                    <a16:creationId xmlns:a16="http://schemas.microsoft.com/office/drawing/2014/main" id="{93E03F91-49D8-43EE-B637-0558AECB0E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2" name="Rectangle 53">
                <a:extLst>
                  <a:ext uri="{FF2B5EF4-FFF2-40B4-BE49-F238E27FC236}">
                    <a16:creationId xmlns:a16="http://schemas.microsoft.com/office/drawing/2014/main" id="{25EB1B6D-371C-4129-8792-C87711A4DC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3" name="Rectangle 54">
                <a:extLst>
                  <a:ext uri="{FF2B5EF4-FFF2-40B4-BE49-F238E27FC236}">
                    <a16:creationId xmlns:a16="http://schemas.microsoft.com/office/drawing/2014/main" id="{F0762AD7-4B47-41B5-90EC-26D5248FC1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4" name="Rectangle 55">
                <a:extLst>
                  <a:ext uri="{FF2B5EF4-FFF2-40B4-BE49-F238E27FC236}">
                    <a16:creationId xmlns:a16="http://schemas.microsoft.com/office/drawing/2014/main" id="{77F5372A-DF0C-4EB4-8383-88ACAFBC34E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5" name="Rectangle 56">
                <a:extLst>
                  <a:ext uri="{FF2B5EF4-FFF2-40B4-BE49-F238E27FC236}">
                    <a16:creationId xmlns:a16="http://schemas.microsoft.com/office/drawing/2014/main" id="{E1647C36-4FD2-4648-B99F-D1A25055E7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6" name="Rectangle 57">
                <a:extLst>
                  <a:ext uri="{FF2B5EF4-FFF2-40B4-BE49-F238E27FC236}">
                    <a16:creationId xmlns:a16="http://schemas.microsoft.com/office/drawing/2014/main" id="{ACEC7B34-ADAF-47D3-BF11-ED91BA7A1A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86937529-B296-43D8-A41E-AB8B81312F52}"/>
                </a:ext>
              </a:extLst>
            </p:cNvPr>
            <p:cNvGrpSpPr/>
            <p:nvPr/>
          </p:nvGrpSpPr>
          <p:grpSpPr>
            <a:xfrm>
              <a:off x="354110" y="1338827"/>
              <a:ext cx="11480604" cy="109990"/>
              <a:chOff x="354110" y="1342187"/>
              <a:chExt cx="11480604" cy="109990"/>
            </a:xfrm>
            <a:grpFill/>
          </p:grpSpPr>
          <p:sp>
            <p:nvSpPr>
              <p:cNvPr id="285" name="Rectangle 59">
                <a:extLst>
                  <a:ext uri="{FF2B5EF4-FFF2-40B4-BE49-F238E27FC236}">
                    <a16:creationId xmlns:a16="http://schemas.microsoft.com/office/drawing/2014/main" id="{D5764D4B-1D40-4C27-A916-0AC8D92994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6" name="Rectangle 60">
                <a:extLst>
                  <a:ext uri="{FF2B5EF4-FFF2-40B4-BE49-F238E27FC236}">
                    <a16:creationId xmlns:a16="http://schemas.microsoft.com/office/drawing/2014/main" id="{8D6FB00B-87D1-4116-9000-867A2BDD99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7" name="Rectangle 61">
                <a:extLst>
                  <a:ext uri="{FF2B5EF4-FFF2-40B4-BE49-F238E27FC236}">
                    <a16:creationId xmlns:a16="http://schemas.microsoft.com/office/drawing/2014/main" id="{13141309-AB43-4A97-A80F-35655D9BF20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8" name="Rectangle 62">
                <a:extLst>
                  <a:ext uri="{FF2B5EF4-FFF2-40B4-BE49-F238E27FC236}">
                    <a16:creationId xmlns:a16="http://schemas.microsoft.com/office/drawing/2014/main" id="{C9A0F710-6D9F-43AD-AC28-FF4E521655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9" name="Rectangle 63">
                <a:extLst>
                  <a:ext uri="{FF2B5EF4-FFF2-40B4-BE49-F238E27FC236}">
                    <a16:creationId xmlns:a16="http://schemas.microsoft.com/office/drawing/2014/main" id="{22D043F3-2F25-42E6-A0CC-C1417E89D1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0" name="Rectangle 64">
                <a:extLst>
                  <a:ext uri="{FF2B5EF4-FFF2-40B4-BE49-F238E27FC236}">
                    <a16:creationId xmlns:a16="http://schemas.microsoft.com/office/drawing/2014/main" id="{128AE702-54D4-4937-85C0-321F9B6D172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1" name="Rectangle 65">
                <a:extLst>
                  <a:ext uri="{FF2B5EF4-FFF2-40B4-BE49-F238E27FC236}">
                    <a16:creationId xmlns:a16="http://schemas.microsoft.com/office/drawing/2014/main" id="{495CD95D-8E09-4DE3-AD35-D07AE4DACF5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2" name="Rectangle 66">
                <a:extLst>
                  <a:ext uri="{FF2B5EF4-FFF2-40B4-BE49-F238E27FC236}">
                    <a16:creationId xmlns:a16="http://schemas.microsoft.com/office/drawing/2014/main" id="{F9E349F8-478A-454D-B3EF-507AC59758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3" name="Rectangle 67">
                <a:extLst>
                  <a:ext uri="{FF2B5EF4-FFF2-40B4-BE49-F238E27FC236}">
                    <a16:creationId xmlns:a16="http://schemas.microsoft.com/office/drawing/2014/main" id="{038DA8FC-06DE-457C-A8EE-5A7FEC447F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4" name="Rectangle 68">
                <a:extLst>
                  <a:ext uri="{FF2B5EF4-FFF2-40B4-BE49-F238E27FC236}">
                    <a16:creationId xmlns:a16="http://schemas.microsoft.com/office/drawing/2014/main" id="{37F3C727-E73B-4515-BA7B-40F0811025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5" name="Rectangle 69">
                <a:extLst>
                  <a:ext uri="{FF2B5EF4-FFF2-40B4-BE49-F238E27FC236}">
                    <a16:creationId xmlns:a16="http://schemas.microsoft.com/office/drawing/2014/main" id="{7ACA813C-C067-4264-85A3-D6CC63AFF9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6" name="Rectangle 70">
                <a:extLst>
                  <a:ext uri="{FF2B5EF4-FFF2-40B4-BE49-F238E27FC236}">
                    <a16:creationId xmlns:a16="http://schemas.microsoft.com/office/drawing/2014/main" id="{7F1EFEF0-7477-4565-8B37-7950FACA67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7" name="Rectangle 71">
                <a:extLst>
                  <a:ext uri="{FF2B5EF4-FFF2-40B4-BE49-F238E27FC236}">
                    <a16:creationId xmlns:a16="http://schemas.microsoft.com/office/drawing/2014/main" id="{F425C54F-BDFC-4555-881A-B6F267624F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8" name="Rectangle 72">
                <a:extLst>
                  <a:ext uri="{FF2B5EF4-FFF2-40B4-BE49-F238E27FC236}">
                    <a16:creationId xmlns:a16="http://schemas.microsoft.com/office/drawing/2014/main" id="{213AFED9-7175-4A0D-92DC-B39BAE0FD3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9" name="Rectangle 73">
                <a:extLst>
                  <a:ext uri="{FF2B5EF4-FFF2-40B4-BE49-F238E27FC236}">
                    <a16:creationId xmlns:a16="http://schemas.microsoft.com/office/drawing/2014/main" id="{9E4FCFC2-A1ED-453A-B612-E5E0B39C2A9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0" name="Rectangle 74">
                <a:extLst>
                  <a:ext uri="{FF2B5EF4-FFF2-40B4-BE49-F238E27FC236}">
                    <a16:creationId xmlns:a16="http://schemas.microsoft.com/office/drawing/2014/main" id="{1C9D742B-9152-4EF7-A612-B519BF62C6C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1" name="Rectangle 75">
                <a:extLst>
                  <a:ext uri="{FF2B5EF4-FFF2-40B4-BE49-F238E27FC236}">
                    <a16:creationId xmlns:a16="http://schemas.microsoft.com/office/drawing/2014/main" id="{2149792F-282E-44D6-84AE-7D31FA24B2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2" name="Rectangle 76">
                <a:extLst>
                  <a:ext uri="{FF2B5EF4-FFF2-40B4-BE49-F238E27FC236}">
                    <a16:creationId xmlns:a16="http://schemas.microsoft.com/office/drawing/2014/main" id="{BEAFEECA-B893-49C1-9039-812C4AF541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3" name="Rectangle 77">
                <a:extLst>
                  <a:ext uri="{FF2B5EF4-FFF2-40B4-BE49-F238E27FC236}">
                    <a16:creationId xmlns:a16="http://schemas.microsoft.com/office/drawing/2014/main" id="{122E4F71-6D60-47F1-8100-1C8190AADA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4" name="Rectangle 78">
                <a:extLst>
                  <a:ext uri="{FF2B5EF4-FFF2-40B4-BE49-F238E27FC236}">
                    <a16:creationId xmlns:a16="http://schemas.microsoft.com/office/drawing/2014/main" id="{E9A54785-45A1-4BC8-A85E-CA3EB19FF3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5" name="Rectangle 79">
                <a:extLst>
                  <a:ext uri="{FF2B5EF4-FFF2-40B4-BE49-F238E27FC236}">
                    <a16:creationId xmlns:a16="http://schemas.microsoft.com/office/drawing/2014/main" id="{D765DC5F-87A3-4E46-88C5-F2101A2941F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6" name="Rectangle 80">
                <a:extLst>
                  <a:ext uri="{FF2B5EF4-FFF2-40B4-BE49-F238E27FC236}">
                    <a16:creationId xmlns:a16="http://schemas.microsoft.com/office/drawing/2014/main" id="{644B6B17-5BBC-4A03-8899-52E7DF7FE6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7" name="Rectangle 81">
                <a:extLst>
                  <a:ext uri="{FF2B5EF4-FFF2-40B4-BE49-F238E27FC236}">
                    <a16:creationId xmlns:a16="http://schemas.microsoft.com/office/drawing/2014/main" id="{987BE756-32EA-455B-8130-C8E83B1B3B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8" name="Rectangle 82">
                <a:extLst>
                  <a:ext uri="{FF2B5EF4-FFF2-40B4-BE49-F238E27FC236}">
                    <a16:creationId xmlns:a16="http://schemas.microsoft.com/office/drawing/2014/main" id="{5C7821F2-B5EF-4833-B9B9-5AE62E01175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9" name="Rectangle 83">
                <a:extLst>
                  <a:ext uri="{FF2B5EF4-FFF2-40B4-BE49-F238E27FC236}">
                    <a16:creationId xmlns:a16="http://schemas.microsoft.com/office/drawing/2014/main" id="{EDF1C499-3F66-4B42-92C0-855DDB14CD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0" name="Rectangle 84">
                <a:extLst>
                  <a:ext uri="{FF2B5EF4-FFF2-40B4-BE49-F238E27FC236}">
                    <a16:creationId xmlns:a16="http://schemas.microsoft.com/office/drawing/2014/main" id="{3A95874A-F523-4169-A3FB-782B25C88E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7F2D639A-C347-4082-9643-F89AF7802C05}"/>
                </a:ext>
              </a:extLst>
            </p:cNvPr>
            <p:cNvGrpSpPr/>
            <p:nvPr/>
          </p:nvGrpSpPr>
          <p:grpSpPr>
            <a:xfrm>
              <a:off x="354110" y="1845539"/>
              <a:ext cx="11480604" cy="109990"/>
              <a:chOff x="354110" y="1850572"/>
              <a:chExt cx="11480604" cy="109990"/>
            </a:xfrm>
            <a:grpFill/>
          </p:grpSpPr>
          <p:sp>
            <p:nvSpPr>
              <p:cNvPr id="259" name="Rectangle 5">
                <a:extLst>
                  <a:ext uri="{FF2B5EF4-FFF2-40B4-BE49-F238E27FC236}">
                    <a16:creationId xmlns:a16="http://schemas.microsoft.com/office/drawing/2014/main" id="{6291B61F-460B-41F6-82CC-088066FD85C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0" name="Rectangle 6">
                <a:extLst>
                  <a:ext uri="{FF2B5EF4-FFF2-40B4-BE49-F238E27FC236}">
                    <a16:creationId xmlns:a16="http://schemas.microsoft.com/office/drawing/2014/main" id="{C588270F-A3F7-4DD2-8B81-C30BA64125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1" name="Rectangle 7">
                <a:extLst>
                  <a:ext uri="{FF2B5EF4-FFF2-40B4-BE49-F238E27FC236}">
                    <a16:creationId xmlns:a16="http://schemas.microsoft.com/office/drawing/2014/main" id="{050F8909-1A69-4BF3-BC80-ECD1B486FA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2" name="Rectangle 8">
                <a:extLst>
                  <a:ext uri="{FF2B5EF4-FFF2-40B4-BE49-F238E27FC236}">
                    <a16:creationId xmlns:a16="http://schemas.microsoft.com/office/drawing/2014/main" id="{995EC835-8CAE-48D8-ADF0-22B6D986B1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3" name="Rectangle 9">
                <a:extLst>
                  <a:ext uri="{FF2B5EF4-FFF2-40B4-BE49-F238E27FC236}">
                    <a16:creationId xmlns:a16="http://schemas.microsoft.com/office/drawing/2014/main" id="{5076577D-01F8-484C-8AEB-1091039A66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4" name="Rectangle 10">
                <a:extLst>
                  <a:ext uri="{FF2B5EF4-FFF2-40B4-BE49-F238E27FC236}">
                    <a16:creationId xmlns:a16="http://schemas.microsoft.com/office/drawing/2014/main" id="{5FAA1557-63ED-4C2E-89BE-E827B69C47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5" name="Rectangle 11">
                <a:extLst>
                  <a:ext uri="{FF2B5EF4-FFF2-40B4-BE49-F238E27FC236}">
                    <a16:creationId xmlns:a16="http://schemas.microsoft.com/office/drawing/2014/main" id="{63D8B1EF-AF76-4A72-B4E3-FC4D1B4E7A8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6" name="Rectangle 12">
                <a:extLst>
                  <a:ext uri="{FF2B5EF4-FFF2-40B4-BE49-F238E27FC236}">
                    <a16:creationId xmlns:a16="http://schemas.microsoft.com/office/drawing/2014/main" id="{4DF3DA51-2B69-42BD-A6DE-6F85AA1161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7" name="Rectangle 13">
                <a:extLst>
                  <a:ext uri="{FF2B5EF4-FFF2-40B4-BE49-F238E27FC236}">
                    <a16:creationId xmlns:a16="http://schemas.microsoft.com/office/drawing/2014/main" id="{464ECA3E-44D7-43DE-A35E-EADB2D8D72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8" name="Rectangle 14">
                <a:extLst>
                  <a:ext uri="{FF2B5EF4-FFF2-40B4-BE49-F238E27FC236}">
                    <a16:creationId xmlns:a16="http://schemas.microsoft.com/office/drawing/2014/main" id="{36E4F914-DFE7-4297-8E42-A27710155F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9" name="Rectangle 15">
                <a:extLst>
                  <a:ext uri="{FF2B5EF4-FFF2-40B4-BE49-F238E27FC236}">
                    <a16:creationId xmlns:a16="http://schemas.microsoft.com/office/drawing/2014/main" id="{164AA26B-0915-4E61-AFF2-BDA8ED551B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0" name="Rectangle 16">
                <a:extLst>
                  <a:ext uri="{FF2B5EF4-FFF2-40B4-BE49-F238E27FC236}">
                    <a16:creationId xmlns:a16="http://schemas.microsoft.com/office/drawing/2014/main" id="{D5AB2E4B-626F-4072-87E5-595D35EFADA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1" name="Rectangle 17">
                <a:extLst>
                  <a:ext uri="{FF2B5EF4-FFF2-40B4-BE49-F238E27FC236}">
                    <a16:creationId xmlns:a16="http://schemas.microsoft.com/office/drawing/2014/main" id="{65DAB362-330B-46D1-BCA8-58DF84B02A0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2" name="Rectangle 18">
                <a:extLst>
                  <a:ext uri="{FF2B5EF4-FFF2-40B4-BE49-F238E27FC236}">
                    <a16:creationId xmlns:a16="http://schemas.microsoft.com/office/drawing/2014/main" id="{354D240F-C2AD-45B8-AC36-32AD2EAD65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3" name="Rectangle 19">
                <a:extLst>
                  <a:ext uri="{FF2B5EF4-FFF2-40B4-BE49-F238E27FC236}">
                    <a16:creationId xmlns:a16="http://schemas.microsoft.com/office/drawing/2014/main" id="{90E2C084-FE42-498D-9DD1-54C9F18333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4" name="Rectangle 20">
                <a:extLst>
                  <a:ext uri="{FF2B5EF4-FFF2-40B4-BE49-F238E27FC236}">
                    <a16:creationId xmlns:a16="http://schemas.microsoft.com/office/drawing/2014/main" id="{C350DA86-5C2C-4CB7-B1CC-4409FC68993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5" name="Rectangle 21">
                <a:extLst>
                  <a:ext uri="{FF2B5EF4-FFF2-40B4-BE49-F238E27FC236}">
                    <a16:creationId xmlns:a16="http://schemas.microsoft.com/office/drawing/2014/main" id="{3476D016-BE0E-40FB-AE03-36C7206310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6" name="Rectangle 22">
                <a:extLst>
                  <a:ext uri="{FF2B5EF4-FFF2-40B4-BE49-F238E27FC236}">
                    <a16:creationId xmlns:a16="http://schemas.microsoft.com/office/drawing/2014/main" id="{4207A264-69D9-418A-8329-92D261B9B62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7" name="Rectangle 23">
                <a:extLst>
                  <a:ext uri="{FF2B5EF4-FFF2-40B4-BE49-F238E27FC236}">
                    <a16:creationId xmlns:a16="http://schemas.microsoft.com/office/drawing/2014/main" id="{A6B0A29B-A2CB-436D-9F5A-97AC9E9B35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8" name="Rectangle 24">
                <a:extLst>
                  <a:ext uri="{FF2B5EF4-FFF2-40B4-BE49-F238E27FC236}">
                    <a16:creationId xmlns:a16="http://schemas.microsoft.com/office/drawing/2014/main" id="{E9855E46-BFAF-42D9-AC3D-C449C9315DD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9" name="Rectangle 25">
                <a:extLst>
                  <a:ext uri="{FF2B5EF4-FFF2-40B4-BE49-F238E27FC236}">
                    <a16:creationId xmlns:a16="http://schemas.microsoft.com/office/drawing/2014/main" id="{8A0832E2-B419-44F2-AA90-20EF152828F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0" name="Rectangle 26">
                <a:extLst>
                  <a:ext uri="{FF2B5EF4-FFF2-40B4-BE49-F238E27FC236}">
                    <a16:creationId xmlns:a16="http://schemas.microsoft.com/office/drawing/2014/main" id="{19E36BF2-3D4E-4C2B-8D4A-DCF9E92FAE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1" name="Rectangle 27">
                <a:extLst>
                  <a:ext uri="{FF2B5EF4-FFF2-40B4-BE49-F238E27FC236}">
                    <a16:creationId xmlns:a16="http://schemas.microsoft.com/office/drawing/2014/main" id="{038C7A5F-FE20-45D2-9A21-6F27B6DEE7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2" name="Rectangle 28">
                <a:extLst>
                  <a:ext uri="{FF2B5EF4-FFF2-40B4-BE49-F238E27FC236}">
                    <a16:creationId xmlns:a16="http://schemas.microsoft.com/office/drawing/2014/main" id="{E6296672-5055-43EF-8C50-F99741CCADC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3" name="Rectangle 29">
                <a:extLst>
                  <a:ext uri="{FF2B5EF4-FFF2-40B4-BE49-F238E27FC236}">
                    <a16:creationId xmlns:a16="http://schemas.microsoft.com/office/drawing/2014/main" id="{9F789C90-FBCD-48B5-800E-4829555286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4" name="Rectangle 30">
                <a:extLst>
                  <a:ext uri="{FF2B5EF4-FFF2-40B4-BE49-F238E27FC236}">
                    <a16:creationId xmlns:a16="http://schemas.microsoft.com/office/drawing/2014/main" id="{DDF49BA7-3A02-4020-A1E4-11270C6862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6A8B488-F73F-46BA-AAC6-FAAE1D26CA95}"/>
                </a:ext>
              </a:extLst>
            </p:cNvPr>
            <p:cNvGrpSpPr/>
            <p:nvPr/>
          </p:nvGrpSpPr>
          <p:grpSpPr>
            <a:xfrm>
              <a:off x="354110" y="2352251"/>
              <a:ext cx="11480604" cy="108822"/>
              <a:chOff x="354110" y="2358964"/>
              <a:chExt cx="11480604" cy="108822"/>
            </a:xfrm>
            <a:grpFill/>
          </p:grpSpPr>
          <p:sp>
            <p:nvSpPr>
              <p:cNvPr id="233" name="Rectangle 32">
                <a:extLst>
                  <a:ext uri="{FF2B5EF4-FFF2-40B4-BE49-F238E27FC236}">
                    <a16:creationId xmlns:a16="http://schemas.microsoft.com/office/drawing/2014/main" id="{B4B13D94-DCE1-468B-AF50-848FB46E49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4" name="Rectangle 33">
                <a:extLst>
                  <a:ext uri="{FF2B5EF4-FFF2-40B4-BE49-F238E27FC236}">
                    <a16:creationId xmlns:a16="http://schemas.microsoft.com/office/drawing/2014/main" id="{D42897BB-EFBB-4C3E-B7D8-39558C9973F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5" name="Rectangle 34">
                <a:extLst>
                  <a:ext uri="{FF2B5EF4-FFF2-40B4-BE49-F238E27FC236}">
                    <a16:creationId xmlns:a16="http://schemas.microsoft.com/office/drawing/2014/main" id="{4FAE9ED1-B75E-4074-8A29-538EBAC751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6" name="Rectangle 35">
                <a:extLst>
                  <a:ext uri="{FF2B5EF4-FFF2-40B4-BE49-F238E27FC236}">
                    <a16:creationId xmlns:a16="http://schemas.microsoft.com/office/drawing/2014/main" id="{04AF33C2-82DD-4449-B5ED-C6E11A9176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7" name="Rectangle 36">
                <a:extLst>
                  <a:ext uri="{FF2B5EF4-FFF2-40B4-BE49-F238E27FC236}">
                    <a16:creationId xmlns:a16="http://schemas.microsoft.com/office/drawing/2014/main" id="{A402AA2F-3566-4F90-A3D7-2F6ACC0596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8" name="Rectangle 37">
                <a:extLst>
                  <a:ext uri="{FF2B5EF4-FFF2-40B4-BE49-F238E27FC236}">
                    <a16:creationId xmlns:a16="http://schemas.microsoft.com/office/drawing/2014/main" id="{12257C74-8FE2-4A5A-AE7D-4253FD48B2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9" name="Rectangle 38">
                <a:extLst>
                  <a:ext uri="{FF2B5EF4-FFF2-40B4-BE49-F238E27FC236}">
                    <a16:creationId xmlns:a16="http://schemas.microsoft.com/office/drawing/2014/main" id="{EDCCE78B-73E1-4347-A0AB-893F31DE0D7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0" name="Rectangle 39">
                <a:extLst>
                  <a:ext uri="{FF2B5EF4-FFF2-40B4-BE49-F238E27FC236}">
                    <a16:creationId xmlns:a16="http://schemas.microsoft.com/office/drawing/2014/main" id="{71A20C81-1914-4715-86F6-FC2A3887F21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1" name="Rectangle 40">
                <a:extLst>
                  <a:ext uri="{FF2B5EF4-FFF2-40B4-BE49-F238E27FC236}">
                    <a16:creationId xmlns:a16="http://schemas.microsoft.com/office/drawing/2014/main" id="{30EB0F8B-2241-4BB6-B10C-10150726F1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2" name="Rectangle 41">
                <a:extLst>
                  <a:ext uri="{FF2B5EF4-FFF2-40B4-BE49-F238E27FC236}">
                    <a16:creationId xmlns:a16="http://schemas.microsoft.com/office/drawing/2014/main" id="{93DC7C70-8C17-43A4-9F9B-0C24A1A8816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3" name="Rectangle 42">
                <a:extLst>
                  <a:ext uri="{FF2B5EF4-FFF2-40B4-BE49-F238E27FC236}">
                    <a16:creationId xmlns:a16="http://schemas.microsoft.com/office/drawing/2014/main" id="{700DA9A2-C7ED-46FB-B7ED-912E60E910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4" name="Rectangle 43">
                <a:extLst>
                  <a:ext uri="{FF2B5EF4-FFF2-40B4-BE49-F238E27FC236}">
                    <a16:creationId xmlns:a16="http://schemas.microsoft.com/office/drawing/2014/main" id="{23993B3F-B1E2-4626-915E-30EA0C27114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5" name="Rectangle 44">
                <a:extLst>
                  <a:ext uri="{FF2B5EF4-FFF2-40B4-BE49-F238E27FC236}">
                    <a16:creationId xmlns:a16="http://schemas.microsoft.com/office/drawing/2014/main" id="{70A847F2-326C-4A11-90C5-5A5E3BC0062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6" name="Rectangle 45">
                <a:extLst>
                  <a:ext uri="{FF2B5EF4-FFF2-40B4-BE49-F238E27FC236}">
                    <a16:creationId xmlns:a16="http://schemas.microsoft.com/office/drawing/2014/main" id="{D050CF34-CB80-475B-86F9-30114A7E61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7" name="Rectangle 46">
                <a:extLst>
                  <a:ext uri="{FF2B5EF4-FFF2-40B4-BE49-F238E27FC236}">
                    <a16:creationId xmlns:a16="http://schemas.microsoft.com/office/drawing/2014/main" id="{72F7682D-8B8B-4827-9F84-5A883F2575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8" name="Rectangle 47">
                <a:extLst>
                  <a:ext uri="{FF2B5EF4-FFF2-40B4-BE49-F238E27FC236}">
                    <a16:creationId xmlns:a16="http://schemas.microsoft.com/office/drawing/2014/main" id="{096B96DB-AD07-4F59-8D81-878896D609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9" name="Rectangle 48">
                <a:extLst>
                  <a:ext uri="{FF2B5EF4-FFF2-40B4-BE49-F238E27FC236}">
                    <a16:creationId xmlns:a16="http://schemas.microsoft.com/office/drawing/2014/main" id="{8B2388B0-7437-4F3C-B5AF-A99838656D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0" name="Rectangle 49">
                <a:extLst>
                  <a:ext uri="{FF2B5EF4-FFF2-40B4-BE49-F238E27FC236}">
                    <a16:creationId xmlns:a16="http://schemas.microsoft.com/office/drawing/2014/main" id="{FBE62A09-5F6A-4BC0-9413-4B7222385A0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1" name="Rectangle 50">
                <a:extLst>
                  <a:ext uri="{FF2B5EF4-FFF2-40B4-BE49-F238E27FC236}">
                    <a16:creationId xmlns:a16="http://schemas.microsoft.com/office/drawing/2014/main" id="{FD4120A0-F176-4CF5-BD30-0A467CCD63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2" name="Rectangle 51">
                <a:extLst>
                  <a:ext uri="{FF2B5EF4-FFF2-40B4-BE49-F238E27FC236}">
                    <a16:creationId xmlns:a16="http://schemas.microsoft.com/office/drawing/2014/main" id="{8075DBF6-9812-49E0-8973-F29DF46219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3" name="Rectangle 52">
                <a:extLst>
                  <a:ext uri="{FF2B5EF4-FFF2-40B4-BE49-F238E27FC236}">
                    <a16:creationId xmlns:a16="http://schemas.microsoft.com/office/drawing/2014/main" id="{55CA37AD-A3E1-4489-9138-C3852B352A1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4" name="Rectangle 53">
                <a:extLst>
                  <a:ext uri="{FF2B5EF4-FFF2-40B4-BE49-F238E27FC236}">
                    <a16:creationId xmlns:a16="http://schemas.microsoft.com/office/drawing/2014/main" id="{C88268CA-A454-432A-BBC6-F3C2F2736E0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5" name="Rectangle 54">
                <a:extLst>
                  <a:ext uri="{FF2B5EF4-FFF2-40B4-BE49-F238E27FC236}">
                    <a16:creationId xmlns:a16="http://schemas.microsoft.com/office/drawing/2014/main" id="{3EA71045-4C26-49CD-944A-9D37A7B686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6" name="Rectangle 55">
                <a:extLst>
                  <a:ext uri="{FF2B5EF4-FFF2-40B4-BE49-F238E27FC236}">
                    <a16:creationId xmlns:a16="http://schemas.microsoft.com/office/drawing/2014/main" id="{4CA66C44-3E69-4CC0-BE3E-5099678F39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7" name="Rectangle 56">
                <a:extLst>
                  <a:ext uri="{FF2B5EF4-FFF2-40B4-BE49-F238E27FC236}">
                    <a16:creationId xmlns:a16="http://schemas.microsoft.com/office/drawing/2014/main" id="{DBCD939E-7346-4FE8-9A9E-3196A16340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8" name="Rectangle 57">
                <a:extLst>
                  <a:ext uri="{FF2B5EF4-FFF2-40B4-BE49-F238E27FC236}">
                    <a16:creationId xmlns:a16="http://schemas.microsoft.com/office/drawing/2014/main" id="{2048A8D9-1609-4979-9E04-CE3C740052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518EF978-EC3B-4512-9384-D9CDBEA6D3B0}"/>
                </a:ext>
              </a:extLst>
            </p:cNvPr>
            <p:cNvGrpSpPr/>
            <p:nvPr/>
          </p:nvGrpSpPr>
          <p:grpSpPr>
            <a:xfrm>
              <a:off x="354110" y="2857795"/>
              <a:ext cx="11480604" cy="109990"/>
              <a:chOff x="354110" y="2866188"/>
              <a:chExt cx="11480604" cy="109990"/>
            </a:xfrm>
            <a:grpFill/>
          </p:grpSpPr>
          <p:sp>
            <p:nvSpPr>
              <p:cNvPr id="207" name="Rectangle 59">
                <a:extLst>
                  <a:ext uri="{FF2B5EF4-FFF2-40B4-BE49-F238E27FC236}">
                    <a16:creationId xmlns:a16="http://schemas.microsoft.com/office/drawing/2014/main" id="{1CDD4CCD-B616-436B-A3FD-F9E6416D616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8" name="Rectangle 60">
                <a:extLst>
                  <a:ext uri="{FF2B5EF4-FFF2-40B4-BE49-F238E27FC236}">
                    <a16:creationId xmlns:a16="http://schemas.microsoft.com/office/drawing/2014/main" id="{C714A79D-593F-4D51-9527-0F7D446701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9" name="Rectangle 61">
                <a:extLst>
                  <a:ext uri="{FF2B5EF4-FFF2-40B4-BE49-F238E27FC236}">
                    <a16:creationId xmlns:a16="http://schemas.microsoft.com/office/drawing/2014/main" id="{E7C7988F-856E-46FD-8950-CCDDDA38CF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0" name="Rectangle 62">
                <a:extLst>
                  <a:ext uri="{FF2B5EF4-FFF2-40B4-BE49-F238E27FC236}">
                    <a16:creationId xmlns:a16="http://schemas.microsoft.com/office/drawing/2014/main" id="{6A604DC1-6DD7-4A5F-939D-B7E3D6B445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1" name="Rectangle 63">
                <a:extLst>
                  <a:ext uri="{FF2B5EF4-FFF2-40B4-BE49-F238E27FC236}">
                    <a16:creationId xmlns:a16="http://schemas.microsoft.com/office/drawing/2014/main" id="{5E841B6F-400E-43A2-BA9E-713E1210E2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2" name="Rectangle 64">
                <a:extLst>
                  <a:ext uri="{FF2B5EF4-FFF2-40B4-BE49-F238E27FC236}">
                    <a16:creationId xmlns:a16="http://schemas.microsoft.com/office/drawing/2014/main" id="{EB3556E4-BBFF-4497-86CB-E08210DD43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3" name="Rectangle 65">
                <a:extLst>
                  <a:ext uri="{FF2B5EF4-FFF2-40B4-BE49-F238E27FC236}">
                    <a16:creationId xmlns:a16="http://schemas.microsoft.com/office/drawing/2014/main" id="{4ED49176-4A95-47F2-9609-F517D91CE5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4" name="Rectangle 66">
                <a:extLst>
                  <a:ext uri="{FF2B5EF4-FFF2-40B4-BE49-F238E27FC236}">
                    <a16:creationId xmlns:a16="http://schemas.microsoft.com/office/drawing/2014/main" id="{C285A21A-D02C-4E2C-9129-0E4FD14398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5" name="Rectangle 67">
                <a:extLst>
                  <a:ext uri="{FF2B5EF4-FFF2-40B4-BE49-F238E27FC236}">
                    <a16:creationId xmlns:a16="http://schemas.microsoft.com/office/drawing/2014/main" id="{0FAC70C0-5E77-440D-AA2C-C5F3A3CEC69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6" name="Rectangle 68">
                <a:extLst>
                  <a:ext uri="{FF2B5EF4-FFF2-40B4-BE49-F238E27FC236}">
                    <a16:creationId xmlns:a16="http://schemas.microsoft.com/office/drawing/2014/main" id="{5463B017-838F-413D-8764-821503622A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7" name="Rectangle 69">
                <a:extLst>
                  <a:ext uri="{FF2B5EF4-FFF2-40B4-BE49-F238E27FC236}">
                    <a16:creationId xmlns:a16="http://schemas.microsoft.com/office/drawing/2014/main" id="{D1A17899-795E-470F-B52B-0EE1A5143D8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8" name="Rectangle 70">
                <a:extLst>
                  <a:ext uri="{FF2B5EF4-FFF2-40B4-BE49-F238E27FC236}">
                    <a16:creationId xmlns:a16="http://schemas.microsoft.com/office/drawing/2014/main" id="{BFA98CD7-C296-4FF8-AEA4-137B730DF3A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9" name="Rectangle 71">
                <a:extLst>
                  <a:ext uri="{FF2B5EF4-FFF2-40B4-BE49-F238E27FC236}">
                    <a16:creationId xmlns:a16="http://schemas.microsoft.com/office/drawing/2014/main" id="{9F11BA7F-A440-4A5A-9145-C2CBF5DAF0D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0" name="Rectangle 72">
                <a:extLst>
                  <a:ext uri="{FF2B5EF4-FFF2-40B4-BE49-F238E27FC236}">
                    <a16:creationId xmlns:a16="http://schemas.microsoft.com/office/drawing/2014/main" id="{D21FFF55-7EAD-40FA-9864-F5B8971D14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1" name="Rectangle 73">
                <a:extLst>
                  <a:ext uri="{FF2B5EF4-FFF2-40B4-BE49-F238E27FC236}">
                    <a16:creationId xmlns:a16="http://schemas.microsoft.com/office/drawing/2014/main" id="{30F55C85-4BDF-4A1A-A90A-C676A91173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2" name="Rectangle 74">
                <a:extLst>
                  <a:ext uri="{FF2B5EF4-FFF2-40B4-BE49-F238E27FC236}">
                    <a16:creationId xmlns:a16="http://schemas.microsoft.com/office/drawing/2014/main" id="{CD376222-CE2E-460E-A86D-CEEFFC77F8C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3" name="Rectangle 75">
                <a:extLst>
                  <a:ext uri="{FF2B5EF4-FFF2-40B4-BE49-F238E27FC236}">
                    <a16:creationId xmlns:a16="http://schemas.microsoft.com/office/drawing/2014/main" id="{D9F6E244-E70D-4E98-BE65-616D29AD4D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4" name="Rectangle 76">
                <a:extLst>
                  <a:ext uri="{FF2B5EF4-FFF2-40B4-BE49-F238E27FC236}">
                    <a16:creationId xmlns:a16="http://schemas.microsoft.com/office/drawing/2014/main" id="{E3B75F8F-57C0-4AD6-92A4-826B4281F4A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5" name="Rectangle 77">
                <a:extLst>
                  <a:ext uri="{FF2B5EF4-FFF2-40B4-BE49-F238E27FC236}">
                    <a16:creationId xmlns:a16="http://schemas.microsoft.com/office/drawing/2014/main" id="{A535E84C-3ECC-4B95-9FA9-A4AD23F2F27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6" name="Rectangle 78">
                <a:extLst>
                  <a:ext uri="{FF2B5EF4-FFF2-40B4-BE49-F238E27FC236}">
                    <a16:creationId xmlns:a16="http://schemas.microsoft.com/office/drawing/2014/main" id="{B36D8AB3-727A-44D7-B945-11021E7E56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7" name="Rectangle 79">
                <a:extLst>
                  <a:ext uri="{FF2B5EF4-FFF2-40B4-BE49-F238E27FC236}">
                    <a16:creationId xmlns:a16="http://schemas.microsoft.com/office/drawing/2014/main" id="{D97F58A0-5D6C-414B-81E1-932E36D87F8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8" name="Rectangle 80">
                <a:extLst>
                  <a:ext uri="{FF2B5EF4-FFF2-40B4-BE49-F238E27FC236}">
                    <a16:creationId xmlns:a16="http://schemas.microsoft.com/office/drawing/2014/main" id="{34645A3A-2DF2-467B-ADEC-66C2680074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9" name="Rectangle 81">
                <a:extLst>
                  <a:ext uri="{FF2B5EF4-FFF2-40B4-BE49-F238E27FC236}">
                    <a16:creationId xmlns:a16="http://schemas.microsoft.com/office/drawing/2014/main" id="{2991A0D8-2D5D-4B08-9704-9BFB93B162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0" name="Rectangle 82">
                <a:extLst>
                  <a:ext uri="{FF2B5EF4-FFF2-40B4-BE49-F238E27FC236}">
                    <a16:creationId xmlns:a16="http://schemas.microsoft.com/office/drawing/2014/main" id="{7128A5D3-8A8E-4A5B-ACA1-5A01DEAE2F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1" name="Rectangle 83">
                <a:extLst>
                  <a:ext uri="{FF2B5EF4-FFF2-40B4-BE49-F238E27FC236}">
                    <a16:creationId xmlns:a16="http://schemas.microsoft.com/office/drawing/2014/main" id="{D017036E-3A97-4D6A-AA9F-AA9B8E3E0E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2" name="Rectangle 84">
                <a:extLst>
                  <a:ext uri="{FF2B5EF4-FFF2-40B4-BE49-F238E27FC236}">
                    <a16:creationId xmlns:a16="http://schemas.microsoft.com/office/drawing/2014/main" id="{5BCCE486-20E6-47E4-96AF-5AFB021736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906BB728-4849-4082-9FF0-0EA3AABEBCF4}"/>
                </a:ext>
              </a:extLst>
            </p:cNvPr>
            <p:cNvGrpSpPr/>
            <p:nvPr/>
          </p:nvGrpSpPr>
          <p:grpSpPr>
            <a:xfrm>
              <a:off x="354110" y="3364507"/>
              <a:ext cx="11480604" cy="109990"/>
              <a:chOff x="354110" y="3364062"/>
              <a:chExt cx="11480604" cy="109990"/>
            </a:xfrm>
            <a:grpFill/>
          </p:grpSpPr>
          <p:sp>
            <p:nvSpPr>
              <p:cNvPr id="181" name="Rectangle 5">
                <a:extLst>
                  <a:ext uri="{FF2B5EF4-FFF2-40B4-BE49-F238E27FC236}">
                    <a16:creationId xmlns:a16="http://schemas.microsoft.com/office/drawing/2014/main" id="{AC28E286-CB3B-41B8-9829-2A09FD0F1C4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2" name="Rectangle 6">
                <a:extLst>
                  <a:ext uri="{FF2B5EF4-FFF2-40B4-BE49-F238E27FC236}">
                    <a16:creationId xmlns:a16="http://schemas.microsoft.com/office/drawing/2014/main" id="{A6CBC9BD-AE25-437A-9246-679B5C4DB8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3" name="Rectangle 7">
                <a:extLst>
                  <a:ext uri="{FF2B5EF4-FFF2-40B4-BE49-F238E27FC236}">
                    <a16:creationId xmlns:a16="http://schemas.microsoft.com/office/drawing/2014/main" id="{BDB3BE91-D24B-44FB-A0BE-35ABBB2313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4" name="Rectangle 8">
                <a:extLst>
                  <a:ext uri="{FF2B5EF4-FFF2-40B4-BE49-F238E27FC236}">
                    <a16:creationId xmlns:a16="http://schemas.microsoft.com/office/drawing/2014/main" id="{02BF76EB-C07C-40D8-ABF9-14A0E81337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5" name="Rectangle 9">
                <a:extLst>
                  <a:ext uri="{FF2B5EF4-FFF2-40B4-BE49-F238E27FC236}">
                    <a16:creationId xmlns:a16="http://schemas.microsoft.com/office/drawing/2014/main" id="{FC0AC496-1F3F-4359-904E-5527E0BAD7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6" name="Rectangle 10">
                <a:extLst>
                  <a:ext uri="{FF2B5EF4-FFF2-40B4-BE49-F238E27FC236}">
                    <a16:creationId xmlns:a16="http://schemas.microsoft.com/office/drawing/2014/main" id="{67A5809D-4B79-4E2A-8B9D-C29BBE187D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7" name="Rectangle 11">
                <a:extLst>
                  <a:ext uri="{FF2B5EF4-FFF2-40B4-BE49-F238E27FC236}">
                    <a16:creationId xmlns:a16="http://schemas.microsoft.com/office/drawing/2014/main" id="{5FA8A205-5CFE-4939-86AC-E0D585AB22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8" name="Rectangle 12">
                <a:extLst>
                  <a:ext uri="{FF2B5EF4-FFF2-40B4-BE49-F238E27FC236}">
                    <a16:creationId xmlns:a16="http://schemas.microsoft.com/office/drawing/2014/main" id="{553F272B-5533-4FB6-A9F0-875A21EC046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9" name="Rectangle 13">
                <a:extLst>
                  <a:ext uri="{FF2B5EF4-FFF2-40B4-BE49-F238E27FC236}">
                    <a16:creationId xmlns:a16="http://schemas.microsoft.com/office/drawing/2014/main" id="{187F64CB-DEFF-42C8-A80D-BF5D20C7E7B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0" name="Rectangle 14">
                <a:extLst>
                  <a:ext uri="{FF2B5EF4-FFF2-40B4-BE49-F238E27FC236}">
                    <a16:creationId xmlns:a16="http://schemas.microsoft.com/office/drawing/2014/main" id="{D8A81EE6-EC79-451C-8888-B85838267D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1" name="Rectangle 15">
                <a:extLst>
                  <a:ext uri="{FF2B5EF4-FFF2-40B4-BE49-F238E27FC236}">
                    <a16:creationId xmlns:a16="http://schemas.microsoft.com/office/drawing/2014/main" id="{2F75E8FE-AE95-4C7F-8BE5-50A035B1B1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2" name="Rectangle 16">
                <a:extLst>
                  <a:ext uri="{FF2B5EF4-FFF2-40B4-BE49-F238E27FC236}">
                    <a16:creationId xmlns:a16="http://schemas.microsoft.com/office/drawing/2014/main" id="{521C11C5-735B-4510-A6D4-19E2849558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3" name="Rectangle 17">
                <a:extLst>
                  <a:ext uri="{FF2B5EF4-FFF2-40B4-BE49-F238E27FC236}">
                    <a16:creationId xmlns:a16="http://schemas.microsoft.com/office/drawing/2014/main" id="{DE053974-1CFB-4C67-9102-E4BA82742CC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4" name="Rectangle 18">
                <a:extLst>
                  <a:ext uri="{FF2B5EF4-FFF2-40B4-BE49-F238E27FC236}">
                    <a16:creationId xmlns:a16="http://schemas.microsoft.com/office/drawing/2014/main" id="{00A33D5E-F49C-4A86-B377-B3598B7EF79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5" name="Rectangle 19">
                <a:extLst>
                  <a:ext uri="{FF2B5EF4-FFF2-40B4-BE49-F238E27FC236}">
                    <a16:creationId xmlns:a16="http://schemas.microsoft.com/office/drawing/2014/main" id="{7B19912A-F019-49AD-A23F-B9B6F8E598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6" name="Rectangle 20">
                <a:extLst>
                  <a:ext uri="{FF2B5EF4-FFF2-40B4-BE49-F238E27FC236}">
                    <a16:creationId xmlns:a16="http://schemas.microsoft.com/office/drawing/2014/main" id="{0EDE0526-CBA2-4A01-9D59-24F0B138B6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7" name="Rectangle 21">
                <a:extLst>
                  <a:ext uri="{FF2B5EF4-FFF2-40B4-BE49-F238E27FC236}">
                    <a16:creationId xmlns:a16="http://schemas.microsoft.com/office/drawing/2014/main" id="{5E66E413-A492-40ED-BCC5-F23480C017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8" name="Rectangle 22">
                <a:extLst>
                  <a:ext uri="{FF2B5EF4-FFF2-40B4-BE49-F238E27FC236}">
                    <a16:creationId xmlns:a16="http://schemas.microsoft.com/office/drawing/2014/main" id="{6FCFA5F2-AFE6-49D8-BE15-40E90D43FF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9" name="Rectangle 23">
                <a:extLst>
                  <a:ext uri="{FF2B5EF4-FFF2-40B4-BE49-F238E27FC236}">
                    <a16:creationId xmlns:a16="http://schemas.microsoft.com/office/drawing/2014/main" id="{AD7A4E43-F44A-43CF-A9D7-BA4D8B2B2F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0" name="Rectangle 24">
                <a:extLst>
                  <a:ext uri="{FF2B5EF4-FFF2-40B4-BE49-F238E27FC236}">
                    <a16:creationId xmlns:a16="http://schemas.microsoft.com/office/drawing/2014/main" id="{FC2E67AB-58DA-4BCF-81D2-0040BBD962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1" name="Rectangle 25">
                <a:extLst>
                  <a:ext uri="{FF2B5EF4-FFF2-40B4-BE49-F238E27FC236}">
                    <a16:creationId xmlns:a16="http://schemas.microsoft.com/office/drawing/2014/main" id="{C99A6A98-815A-4877-8FE9-06C0CB7E14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2" name="Rectangle 26">
                <a:extLst>
                  <a:ext uri="{FF2B5EF4-FFF2-40B4-BE49-F238E27FC236}">
                    <a16:creationId xmlns:a16="http://schemas.microsoft.com/office/drawing/2014/main" id="{C64F5A0E-D9C8-4999-8349-EA4D5F6ACF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3" name="Rectangle 27">
                <a:extLst>
                  <a:ext uri="{FF2B5EF4-FFF2-40B4-BE49-F238E27FC236}">
                    <a16:creationId xmlns:a16="http://schemas.microsoft.com/office/drawing/2014/main" id="{6935F975-0CC7-414B-9F9C-44875EF3FC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4" name="Rectangle 28">
                <a:extLst>
                  <a:ext uri="{FF2B5EF4-FFF2-40B4-BE49-F238E27FC236}">
                    <a16:creationId xmlns:a16="http://schemas.microsoft.com/office/drawing/2014/main" id="{21DEE8DA-7AB4-4341-BEF7-E8343A7BDF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5" name="Rectangle 29">
                <a:extLst>
                  <a:ext uri="{FF2B5EF4-FFF2-40B4-BE49-F238E27FC236}">
                    <a16:creationId xmlns:a16="http://schemas.microsoft.com/office/drawing/2014/main" id="{AF4FCF43-3009-4229-89F8-D62F91C9267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6" name="Rectangle 30">
                <a:extLst>
                  <a:ext uri="{FF2B5EF4-FFF2-40B4-BE49-F238E27FC236}">
                    <a16:creationId xmlns:a16="http://schemas.microsoft.com/office/drawing/2014/main" id="{21EAAE8A-F99B-4A0B-8E7D-566273D5E9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9899924C-8D1C-46B4-9F38-88AD7EA3A211}"/>
                </a:ext>
              </a:extLst>
            </p:cNvPr>
            <p:cNvGrpSpPr/>
            <p:nvPr/>
          </p:nvGrpSpPr>
          <p:grpSpPr>
            <a:xfrm>
              <a:off x="354110" y="3871219"/>
              <a:ext cx="11480604" cy="108822"/>
              <a:chOff x="354110" y="3872454"/>
              <a:chExt cx="11480604" cy="108822"/>
            </a:xfrm>
            <a:grpFill/>
          </p:grpSpPr>
          <p:sp>
            <p:nvSpPr>
              <p:cNvPr id="155" name="Rectangle 32">
                <a:extLst>
                  <a:ext uri="{FF2B5EF4-FFF2-40B4-BE49-F238E27FC236}">
                    <a16:creationId xmlns:a16="http://schemas.microsoft.com/office/drawing/2014/main" id="{FD0840A3-FF5F-4E9F-AAB6-948A5E4EC0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6" name="Rectangle 33">
                <a:extLst>
                  <a:ext uri="{FF2B5EF4-FFF2-40B4-BE49-F238E27FC236}">
                    <a16:creationId xmlns:a16="http://schemas.microsoft.com/office/drawing/2014/main" id="{F50A1B14-0F67-4FC2-88F7-3BE9E0EB2D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7" name="Rectangle 34">
                <a:extLst>
                  <a:ext uri="{FF2B5EF4-FFF2-40B4-BE49-F238E27FC236}">
                    <a16:creationId xmlns:a16="http://schemas.microsoft.com/office/drawing/2014/main" id="{0081421C-B014-4BA9-9B01-C495814F14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8" name="Rectangle 35">
                <a:extLst>
                  <a:ext uri="{FF2B5EF4-FFF2-40B4-BE49-F238E27FC236}">
                    <a16:creationId xmlns:a16="http://schemas.microsoft.com/office/drawing/2014/main" id="{F2F01CCA-56ED-486D-8B82-39DC92A848E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9" name="Rectangle 36">
                <a:extLst>
                  <a:ext uri="{FF2B5EF4-FFF2-40B4-BE49-F238E27FC236}">
                    <a16:creationId xmlns:a16="http://schemas.microsoft.com/office/drawing/2014/main" id="{D80D4491-E5C9-4C50-81FD-6FC11F9488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0" name="Rectangle 37">
                <a:extLst>
                  <a:ext uri="{FF2B5EF4-FFF2-40B4-BE49-F238E27FC236}">
                    <a16:creationId xmlns:a16="http://schemas.microsoft.com/office/drawing/2014/main" id="{FEC9B9BF-B893-41BF-B931-31F1750D89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1" name="Rectangle 38">
                <a:extLst>
                  <a:ext uri="{FF2B5EF4-FFF2-40B4-BE49-F238E27FC236}">
                    <a16:creationId xmlns:a16="http://schemas.microsoft.com/office/drawing/2014/main" id="{3CAD1EA0-31D2-4388-AC66-BE422B6142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2" name="Rectangle 39">
                <a:extLst>
                  <a:ext uri="{FF2B5EF4-FFF2-40B4-BE49-F238E27FC236}">
                    <a16:creationId xmlns:a16="http://schemas.microsoft.com/office/drawing/2014/main" id="{992B7398-2CE5-4B74-B42B-0E4E9FA210C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3" name="Rectangle 40">
                <a:extLst>
                  <a:ext uri="{FF2B5EF4-FFF2-40B4-BE49-F238E27FC236}">
                    <a16:creationId xmlns:a16="http://schemas.microsoft.com/office/drawing/2014/main" id="{2AC042C8-974E-43A8-B1AB-D62435FE96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4" name="Rectangle 41">
                <a:extLst>
                  <a:ext uri="{FF2B5EF4-FFF2-40B4-BE49-F238E27FC236}">
                    <a16:creationId xmlns:a16="http://schemas.microsoft.com/office/drawing/2014/main" id="{2D6F1AB9-6712-4B85-8932-7F5F1BCFDA3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5" name="Rectangle 42">
                <a:extLst>
                  <a:ext uri="{FF2B5EF4-FFF2-40B4-BE49-F238E27FC236}">
                    <a16:creationId xmlns:a16="http://schemas.microsoft.com/office/drawing/2014/main" id="{80DC2507-35DC-491B-8CB6-90312B184E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6" name="Rectangle 43">
                <a:extLst>
                  <a:ext uri="{FF2B5EF4-FFF2-40B4-BE49-F238E27FC236}">
                    <a16:creationId xmlns:a16="http://schemas.microsoft.com/office/drawing/2014/main" id="{778102A0-D658-43A1-846D-9B9E4B9AE1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7" name="Rectangle 44">
                <a:extLst>
                  <a:ext uri="{FF2B5EF4-FFF2-40B4-BE49-F238E27FC236}">
                    <a16:creationId xmlns:a16="http://schemas.microsoft.com/office/drawing/2014/main" id="{0532E36E-F8F7-4121-80C1-216501C391E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8" name="Rectangle 45">
                <a:extLst>
                  <a:ext uri="{FF2B5EF4-FFF2-40B4-BE49-F238E27FC236}">
                    <a16:creationId xmlns:a16="http://schemas.microsoft.com/office/drawing/2014/main" id="{EBD0C1A7-E07E-492D-A5B7-899D81C3591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9" name="Rectangle 46">
                <a:extLst>
                  <a:ext uri="{FF2B5EF4-FFF2-40B4-BE49-F238E27FC236}">
                    <a16:creationId xmlns:a16="http://schemas.microsoft.com/office/drawing/2014/main" id="{FF89631E-3434-468A-BE5A-16772FE2F3D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0" name="Rectangle 47">
                <a:extLst>
                  <a:ext uri="{FF2B5EF4-FFF2-40B4-BE49-F238E27FC236}">
                    <a16:creationId xmlns:a16="http://schemas.microsoft.com/office/drawing/2014/main" id="{C379EE06-9745-42DA-BBC1-A082CA50FB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1" name="Rectangle 48">
                <a:extLst>
                  <a:ext uri="{FF2B5EF4-FFF2-40B4-BE49-F238E27FC236}">
                    <a16:creationId xmlns:a16="http://schemas.microsoft.com/office/drawing/2014/main" id="{06184212-6301-4320-A25C-8350DB2579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2" name="Rectangle 49">
                <a:extLst>
                  <a:ext uri="{FF2B5EF4-FFF2-40B4-BE49-F238E27FC236}">
                    <a16:creationId xmlns:a16="http://schemas.microsoft.com/office/drawing/2014/main" id="{D81215A9-8DA9-436E-BFD3-672FD476BE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3" name="Rectangle 50">
                <a:extLst>
                  <a:ext uri="{FF2B5EF4-FFF2-40B4-BE49-F238E27FC236}">
                    <a16:creationId xmlns:a16="http://schemas.microsoft.com/office/drawing/2014/main" id="{7F4705F9-3317-4397-B01E-644775B19C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4" name="Rectangle 51">
                <a:extLst>
                  <a:ext uri="{FF2B5EF4-FFF2-40B4-BE49-F238E27FC236}">
                    <a16:creationId xmlns:a16="http://schemas.microsoft.com/office/drawing/2014/main" id="{2857C00E-FADC-42AA-AA16-38A83D5AF73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5" name="Rectangle 52">
                <a:extLst>
                  <a:ext uri="{FF2B5EF4-FFF2-40B4-BE49-F238E27FC236}">
                    <a16:creationId xmlns:a16="http://schemas.microsoft.com/office/drawing/2014/main" id="{74EAC93D-EF3C-4092-B15E-15494A23FE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6" name="Rectangle 53">
                <a:extLst>
                  <a:ext uri="{FF2B5EF4-FFF2-40B4-BE49-F238E27FC236}">
                    <a16:creationId xmlns:a16="http://schemas.microsoft.com/office/drawing/2014/main" id="{5D3EEE91-37CE-4F2F-905E-D7AFCC6E45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7" name="Rectangle 54">
                <a:extLst>
                  <a:ext uri="{FF2B5EF4-FFF2-40B4-BE49-F238E27FC236}">
                    <a16:creationId xmlns:a16="http://schemas.microsoft.com/office/drawing/2014/main" id="{368F77C6-C453-499B-8B47-39BE1A310E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8" name="Rectangle 55">
                <a:extLst>
                  <a:ext uri="{FF2B5EF4-FFF2-40B4-BE49-F238E27FC236}">
                    <a16:creationId xmlns:a16="http://schemas.microsoft.com/office/drawing/2014/main" id="{4EB7C421-E508-4232-A011-40643DB79DC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9" name="Rectangle 56">
                <a:extLst>
                  <a:ext uri="{FF2B5EF4-FFF2-40B4-BE49-F238E27FC236}">
                    <a16:creationId xmlns:a16="http://schemas.microsoft.com/office/drawing/2014/main" id="{B7A7C2F9-930E-4B50-9AA3-47FE15F43A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0" name="Rectangle 57">
                <a:extLst>
                  <a:ext uri="{FF2B5EF4-FFF2-40B4-BE49-F238E27FC236}">
                    <a16:creationId xmlns:a16="http://schemas.microsoft.com/office/drawing/2014/main" id="{4ADCC0C0-6310-4ED1-A69B-CF3133EB55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8F8A1E95-3088-4CA0-BA17-9F2DBDABF9DB}"/>
                </a:ext>
              </a:extLst>
            </p:cNvPr>
            <p:cNvGrpSpPr/>
            <p:nvPr/>
          </p:nvGrpSpPr>
          <p:grpSpPr>
            <a:xfrm>
              <a:off x="354110" y="4376763"/>
              <a:ext cx="11480604" cy="109990"/>
              <a:chOff x="354110" y="4379678"/>
              <a:chExt cx="11480604" cy="109990"/>
            </a:xfrm>
            <a:grpFill/>
          </p:grpSpPr>
          <p:sp>
            <p:nvSpPr>
              <p:cNvPr id="129" name="Rectangle 59">
                <a:extLst>
                  <a:ext uri="{FF2B5EF4-FFF2-40B4-BE49-F238E27FC236}">
                    <a16:creationId xmlns:a16="http://schemas.microsoft.com/office/drawing/2014/main" id="{EFCB7559-FD17-472B-B7A1-3FFC63C8BCC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0" name="Rectangle 60">
                <a:extLst>
                  <a:ext uri="{FF2B5EF4-FFF2-40B4-BE49-F238E27FC236}">
                    <a16:creationId xmlns:a16="http://schemas.microsoft.com/office/drawing/2014/main" id="{2DA5B014-05A6-4DC4-A1AF-6B4B382336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1" name="Rectangle 61">
                <a:extLst>
                  <a:ext uri="{FF2B5EF4-FFF2-40B4-BE49-F238E27FC236}">
                    <a16:creationId xmlns:a16="http://schemas.microsoft.com/office/drawing/2014/main" id="{FEA4E4F7-8218-4E7C-9E87-224A643273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2" name="Rectangle 62">
                <a:extLst>
                  <a:ext uri="{FF2B5EF4-FFF2-40B4-BE49-F238E27FC236}">
                    <a16:creationId xmlns:a16="http://schemas.microsoft.com/office/drawing/2014/main" id="{A94D8FC5-1EBD-4EE3-98BE-790ADC20DB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3" name="Rectangle 63">
                <a:extLst>
                  <a:ext uri="{FF2B5EF4-FFF2-40B4-BE49-F238E27FC236}">
                    <a16:creationId xmlns:a16="http://schemas.microsoft.com/office/drawing/2014/main" id="{30D19DB9-4852-4829-8388-B6807A0BF6D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4" name="Rectangle 64">
                <a:extLst>
                  <a:ext uri="{FF2B5EF4-FFF2-40B4-BE49-F238E27FC236}">
                    <a16:creationId xmlns:a16="http://schemas.microsoft.com/office/drawing/2014/main" id="{084DC439-7F3A-4989-96B7-B29D496E65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5" name="Rectangle 65">
                <a:extLst>
                  <a:ext uri="{FF2B5EF4-FFF2-40B4-BE49-F238E27FC236}">
                    <a16:creationId xmlns:a16="http://schemas.microsoft.com/office/drawing/2014/main" id="{35EB4226-F03D-4819-A4CC-D42233D588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6" name="Rectangle 66">
                <a:extLst>
                  <a:ext uri="{FF2B5EF4-FFF2-40B4-BE49-F238E27FC236}">
                    <a16:creationId xmlns:a16="http://schemas.microsoft.com/office/drawing/2014/main" id="{E00FCAAA-AC7E-4B03-AD5E-74ABD97642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7" name="Rectangle 67">
                <a:extLst>
                  <a:ext uri="{FF2B5EF4-FFF2-40B4-BE49-F238E27FC236}">
                    <a16:creationId xmlns:a16="http://schemas.microsoft.com/office/drawing/2014/main" id="{7D3AA8CA-C2E8-4862-8F87-EFAEFBCFF0C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8" name="Rectangle 68">
                <a:extLst>
                  <a:ext uri="{FF2B5EF4-FFF2-40B4-BE49-F238E27FC236}">
                    <a16:creationId xmlns:a16="http://schemas.microsoft.com/office/drawing/2014/main" id="{217BE0BD-ECA6-4A6D-9864-90AF19AF30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9" name="Rectangle 69">
                <a:extLst>
                  <a:ext uri="{FF2B5EF4-FFF2-40B4-BE49-F238E27FC236}">
                    <a16:creationId xmlns:a16="http://schemas.microsoft.com/office/drawing/2014/main" id="{4367775C-E241-437A-90EC-7A4D13D422E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0" name="Rectangle 70">
                <a:extLst>
                  <a:ext uri="{FF2B5EF4-FFF2-40B4-BE49-F238E27FC236}">
                    <a16:creationId xmlns:a16="http://schemas.microsoft.com/office/drawing/2014/main" id="{45804E6D-FE13-4F7A-A02C-81ED1ACEAF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1" name="Rectangle 71">
                <a:extLst>
                  <a:ext uri="{FF2B5EF4-FFF2-40B4-BE49-F238E27FC236}">
                    <a16:creationId xmlns:a16="http://schemas.microsoft.com/office/drawing/2014/main" id="{A09F54AC-51E7-45A0-B639-BFEC5FE67C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2" name="Rectangle 72">
                <a:extLst>
                  <a:ext uri="{FF2B5EF4-FFF2-40B4-BE49-F238E27FC236}">
                    <a16:creationId xmlns:a16="http://schemas.microsoft.com/office/drawing/2014/main" id="{CA60C1A9-4AD0-4191-96A2-CC1DD32F6F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3" name="Rectangle 73">
                <a:extLst>
                  <a:ext uri="{FF2B5EF4-FFF2-40B4-BE49-F238E27FC236}">
                    <a16:creationId xmlns:a16="http://schemas.microsoft.com/office/drawing/2014/main" id="{9A28ED63-9408-4F16-A85E-E76BA9F9AD0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4" name="Rectangle 74">
                <a:extLst>
                  <a:ext uri="{FF2B5EF4-FFF2-40B4-BE49-F238E27FC236}">
                    <a16:creationId xmlns:a16="http://schemas.microsoft.com/office/drawing/2014/main" id="{8E63D1D1-CF92-468A-B012-24216CA08E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5" name="Rectangle 75">
                <a:extLst>
                  <a:ext uri="{FF2B5EF4-FFF2-40B4-BE49-F238E27FC236}">
                    <a16:creationId xmlns:a16="http://schemas.microsoft.com/office/drawing/2014/main" id="{8FC2CD59-128D-4D06-937E-4505D57D198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6" name="Rectangle 76">
                <a:extLst>
                  <a:ext uri="{FF2B5EF4-FFF2-40B4-BE49-F238E27FC236}">
                    <a16:creationId xmlns:a16="http://schemas.microsoft.com/office/drawing/2014/main" id="{B9A7B9E1-4CEE-41C8-A799-EE4B9AFCD0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7" name="Rectangle 77">
                <a:extLst>
                  <a:ext uri="{FF2B5EF4-FFF2-40B4-BE49-F238E27FC236}">
                    <a16:creationId xmlns:a16="http://schemas.microsoft.com/office/drawing/2014/main" id="{3C824F84-B682-4EA2-AFC1-D56DF71A0C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8" name="Rectangle 78">
                <a:extLst>
                  <a:ext uri="{FF2B5EF4-FFF2-40B4-BE49-F238E27FC236}">
                    <a16:creationId xmlns:a16="http://schemas.microsoft.com/office/drawing/2014/main" id="{154DDE76-05F9-405C-86DB-477B87DBB8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9" name="Rectangle 79">
                <a:extLst>
                  <a:ext uri="{FF2B5EF4-FFF2-40B4-BE49-F238E27FC236}">
                    <a16:creationId xmlns:a16="http://schemas.microsoft.com/office/drawing/2014/main" id="{28217A81-8951-475F-9F90-88B99F13D6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0" name="Rectangle 80">
                <a:extLst>
                  <a:ext uri="{FF2B5EF4-FFF2-40B4-BE49-F238E27FC236}">
                    <a16:creationId xmlns:a16="http://schemas.microsoft.com/office/drawing/2014/main" id="{DD226742-8914-401E-8D78-93F56B2E48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1" name="Rectangle 81">
                <a:extLst>
                  <a:ext uri="{FF2B5EF4-FFF2-40B4-BE49-F238E27FC236}">
                    <a16:creationId xmlns:a16="http://schemas.microsoft.com/office/drawing/2014/main" id="{B0E1AE86-33D6-4D1D-BC23-EA8A4AF1CFD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2" name="Rectangle 82">
                <a:extLst>
                  <a:ext uri="{FF2B5EF4-FFF2-40B4-BE49-F238E27FC236}">
                    <a16:creationId xmlns:a16="http://schemas.microsoft.com/office/drawing/2014/main" id="{CCA69695-3790-4A9F-9CC1-5EBCB1C96D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3" name="Rectangle 83">
                <a:extLst>
                  <a:ext uri="{FF2B5EF4-FFF2-40B4-BE49-F238E27FC236}">
                    <a16:creationId xmlns:a16="http://schemas.microsoft.com/office/drawing/2014/main" id="{E75DD56F-C446-4037-8A60-A6C1A44E8CF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4" name="Rectangle 84">
                <a:extLst>
                  <a:ext uri="{FF2B5EF4-FFF2-40B4-BE49-F238E27FC236}">
                    <a16:creationId xmlns:a16="http://schemas.microsoft.com/office/drawing/2014/main" id="{3658AAE9-4C55-47F2-9C83-497627EC28D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909F6D0B-FF49-4CC2-90DB-BE84FEA93E9F}"/>
                </a:ext>
              </a:extLst>
            </p:cNvPr>
            <p:cNvGrpSpPr/>
            <p:nvPr/>
          </p:nvGrpSpPr>
          <p:grpSpPr>
            <a:xfrm>
              <a:off x="354110" y="4883475"/>
              <a:ext cx="11480604" cy="109990"/>
              <a:chOff x="354110" y="4888062"/>
              <a:chExt cx="11480604" cy="109990"/>
            </a:xfrm>
            <a:grpFill/>
          </p:grpSpPr>
          <p:sp>
            <p:nvSpPr>
              <p:cNvPr id="103" name="Rectangle 5">
                <a:extLst>
                  <a:ext uri="{FF2B5EF4-FFF2-40B4-BE49-F238E27FC236}">
                    <a16:creationId xmlns:a16="http://schemas.microsoft.com/office/drawing/2014/main" id="{5B16BA60-1923-4CB8-AC58-3FA97E9782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4" name="Rectangle 6">
                <a:extLst>
                  <a:ext uri="{FF2B5EF4-FFF2-40B4-BE49-F238E27FC236}">
                    <a16:creationId xmlns:a16="http://schemas.microsoft.com/office/drawing/2014/main" id="{5472B612-6D9A-49B7-A1A5-EF7EBDCE08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5" name="Rectangle 7">
                <a:extLst>
                  <a:ext uri="{FF2B5EF4-FFF2-40B4-BE49-F238E27FC236}">
                    <a16:creationId xmlns:a16="http://schemas.microsoft.com/office/drawing/2014/main" id="{19A7F840-07E0-4852-B348-40D8EB6148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6" name="Rectangle 8">
                <a:extLst>
                  <a:ext uri="{FF2B5EF4-FFF2-40B4-BE49-F238E27FC236}">
                    <a16:creationId xmlns:a16="http://schemas.microsoft.com/office/drawing/2014/main" id="{F501C6E7-9683-4F5F-ADB4-D120A8CE23A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7" name="Rectangle 9">
                <a:extLst>
                  <a:ext uri="{FF2B5EF4-FFF2-40B4-BE49-F238E27FC236}">
                    <a16:creationId xmlns:a16="http://schemas.microsoft.com/office/drawing/2014/main" id="{6B0B292A-E263-45E9-8363-AB5BA07DC7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8" name="Rectangle 10">
                <a:extLst>
                  <a:ext uri="{FF2B5EF4-FFF2-40B4-BE49-F238E27FC236}">
                    <a16:creationId xmlns:a16="http://schemas.microsoft.com/office/drawing/2014/main" id="{F6D80E9D-A930-4211-B815-FA67CF10A5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9" name="Rectangle 11">
                <a:extLst>
                  <a:ext uri="{FF2B5EF4-FFF2-40B4-BE49-F238E27FC236}">
                    <a16:creationId xmlns:a16="http://schemas.microsoft.com/office/drawing/2014/main" id="{75CB23DF-89C3-4513-88A0-E31FACFB7D1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0" name="Rectangle 12">
                <a:extLst>
                  <a:ext uri="{FF2B5EF4-FFF2-40B4-BE49-F238E27FC236}">
                    <a16:creationId xmlns:a16="http://schemas.microsoft.com/office/drawing/2014/main" id="{792B94F3-12D9-42E8-91C9-DE5D158733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1" name="Rectangle 13">
                <a:extLst>
                  <a:ext uri="{FF2B5EF4-FFF2-40B4-BE49-F238E27FC236}">
                    <a16:creationId xmlns:a16="http://schemas.microsoft.com/office/drawing/2014/main" id="{F5C29CE0-8ED9-4F8F-B865-6A66D95AA6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2" name="Rectangle 14">
                <a:extLst>
                  <a:ext uri="{FF2B5EF4-FFF2-40B4-BE49-F238E27FC236}">
                    <a16:creationId xmlns:a16="http://schemas.microsoft.com/office/drawing/2014/main" id="{E1288316-CFF0-4D0C-A6EA-50B406EBF6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3" name="Rectangle 15">
                <a:extLst>
                  <a:ext uri="{FF2B5EF4-FFF2-40B4-BE49-F238E27FC236}">
                    <a16:creationId xmlns:a16="http://schemas.microsoft.com/office/drawing/2014/main" id="{4BF70EA3-0A87-40BD-94BF-76AAEC816C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4" name="Rectangle 16">
                <a:extLst>
                  <a:ext uri="{FF2B5EF4-FFF2-40B4-BE49-F238E27FC236}">
                    <a16:creationId xmlns:a16="http://schemas.microsoft.com/office/drawing/2014/main" id="{8AC49DAE-1800-40B4-908D-DACDDBFF21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5" name="Rectangle 17">
                <a:extLst>
                  <a:ext uri="{FF2B5EF4-FFF2-40B4-BE49-F238E27FC236}">
                    <a16:creationId xmlns:a16="http://schemas.microsoft.com/office/drawing/2014/main" id="{236BF9F5-A935-4DA3-A4A9-52DD30165B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6" name="Rectangle 18">
                <a:extLst>
                  <a:ext uri="{FF2B5EF4-FFF2-40B4-BE49-F238E27FC236}">
                    <a16:creationId xmlns:a16="http://schemas.microsoft.com/office/drawing/2014/main" id="{97FE846A-6C60-49BD-8759-77095BC247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7" name="Rectangle 19">
                <a:extLst>
                  <a:ext uri="{FF2B5EF4-FFF2-40B4-BE49-F238E27FC236}">
                    <a16:creationId xmlns:a16="http://schemas.microsoft.com/office/drawing/2014/main" id="{FA924FA8-FE97-40A1-852B-77A498A7C4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8" name="Rectangle 20">
                <a:extLst>
                  <a:ext uri="{FF2B5EF4-FFF2-40B4-BE49-F238E27FC236}">
                    <a16:creationId xmlns:a16="http://schemas.microsoft.com/office/drawing/2014/main" id="{3C593FAE-CE47-48A5-AC85-6174EAC0A2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9" name="Rectangle 21">
                <a:extLst>
                  <a:ext uri="{FF2B5EF4-FFF2-40B4-BE49-F238E27FC236}">
                    <a16:creationId xmlns:a16="http://schemas.microsoft.com/office/drawing/2014/main" id="{E2228A57-948E-4482-9E06-D9E725176D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0" name="Rectangle 22">
                <a:extLst>
                  <a:ext uri="{FF2B5EF4-FFF2-40B4-BE49-F238E27FC236}">
                    <a16:creationId xmlns:a16="http://schemas.microsoft.com/office/drawing/2014/main" id="{1EF13CFA-22CA-4C10-BE90-D5CC115A89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1" name="Rectangle 23">
                <a:extLst>
                  <a:ext uri="{FF2B5EF4-FFF2-40B4-BE49-F238E27FC236}">
                    <a16:creationId xmlns:a16="http://schemas.microsoft.com/office/drawing/2014/main" id="{0E8E90A3-1641-4E9B-A194-D5F117F9AEF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2" name="Rectangle 24">
                <a:extLst>
                  <a:ext uri="{FF2B5EF4-FFF2-40B4-BE49-F238E27FC236}">
                    <a16:creationId xmlns:a16="http://schemas.microsoft.com/office/drawing/2014/main" id="{A68EDFEF-E0D3-402A-9521-3DF38E4B8F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3" name="Rectangle 25">
                <a:extLst>
                  <a:ext uri="{FF2B5EF4-FFF2-40B4-BE49-F238E27FC236}">
                    <a16:creationId xmlns:a16="http://schemas.microsoft.com/office/drawing/2014/main" id="{CCF9D944-04E9-47A8-9177-AFC8A6780F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4" name="Rectangle 26">
                <a:extLst>
                  <a:ext uri="{FF2B5EF4-FFF2-40B4-BE49-F238E27FC236}">
                    <a16:creationId xmlns:a16="http://schemas.microsoft.com/office/drawing/2014/main" id="{ABDECE26-FC06-416E-A783-A77B3FFA3AF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5" name="Rectangle 27">
                <a:extLst>
                  <a:ext uri="{FF2B5EF4-FFF2-40B4-BE49-F238E27FC236}">
                    <a16:creationId xmlns:a16="http://schemas.microsoft.com/office/drawing/2014/main" id="{1F81018F-D062-471E-8E4D-BF55555F50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6" name="Rectangle 28">
                <a:extLst>
                  <a:ext uri="{FF2B5EF4-FFF2-40B4-BE49-F238E27FC236}">
                    <a16:creationId xmlns:a16="http://schemas.microsoft.com/office/drawing/2014/main" id="{75BC1DFB-E2E0-44A2-8449-1511B5F4C2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7" name="Rectangle 29">
                <a:extLst>
                  <a:ext uri="{FF2B5EF4-FFF2-40B4-BE49-F238E27FC236}">
                    <a16:creationId xmlns:a16="http://schemas.microsoft.com/office/drawing/2014/main" id="{FE671700-5C5E-4E82-8FDC-49E44FF7399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8" name="Rectangle 30">
                <a:extLst>
                  <a:ext uri="{FF2B5EF4-FFF2-40B4-BE49-F238E27FC236}">
                    <a16:creationId xmlns:a16="http://schemas.microsoft.com/office/drawing/2014/main" id="{367003AF-BC87-4F81-81EB-3D09A24C99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5E7D7A4E-C314-4987-9657-060E28CAA6A0}"/>
                </a:ext>
              </a:extLst>
            </p:cNvPr>
            <p:cNvGrpSpPr/>
            <p:nvPr/>
          </p:nvGrpSpPr>
          <p:grpSpPr>
            <a:xfrm>
              <a:off x="354110" y="5390187"/>
              <a:ext cx="11480604" cy="108822"/>
              <a:chOff x="354110" y="5396454"/>
              <a:chExt cx="11480604" cy="108822"/>
            </a:xfrm>
            <a:grpFill/>
          </p:grpSpPr>
          <p:sp>
            <p:nvSpPr>
              <p:cNvPr id="77" name="Rectangle 32">
                <a:extLst>
                  <a:ext uri="{FF2B5EF4-FFF2-40B4-BE49-F238E27FC236}">
                    <a16:creationId xmlns:a16="http://schemas.microsoft.com/office/drawing/2014/main" id="{8E8A1AC8-CA63-4F37-A8CF-FF832D8BE4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8" name="Rectangle 33">
                <a:extLst>
                  <a:ext uri="{FF2B5EF4-FFF2-40B4-BE49-F238E27FC236}">
                    <a16:creationId xmlns:a16="http://schemas.microsoft.com/office/drawing/2014/main" id="{628E2734-FDDB-44A3-9AF2-03978429626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9" name="Rectangle 34">
                <a:extLst>
                  <a:ext uri="{FF2B5EF4-FFF2-40B4-BE49-F238E27FC236}">
                    <a16:creationId xmlns:a16="http://schemas.microsoft.com/office/drawing/2014/main" id="{088CF2A2-82EB-4956-973F-6A38CD7EA0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0" name="Rectangle 35">
                <a:extLst>
                  <a:ext uri="{FF2B5EF4-FFF2-40B4-BE49-F238E27FC236}">
                    <a16:creationId xmlns:a16="http://schemas.microsoft.com/office/drawing/2014/main" id="{C040EEA9-3095-4F30-8483-23F37448C2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1" name="Rectangle 36">
                <a:extLst>
                  <a:ext uri="{FF2B5EF4-FFF2-40B4-BE49-F238E27FC236}">
                    <a16:creationId xmlns:a16="http://schemas.microsoft.com/office/drawing/2014/main" id="{749693CE-451B-4AFB-88A8-C12ED178EA2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2" name="Rectangle 37">
                <a:extLst>
                  <a:ext uri="{FF2B5EF4-FFF2-40B4-BE49-F238E27FC236}">
                    <a16:creationId xmlns:a16="http://schemas.microsoft.com/office/drawing/2014/main" id="{30280489-C791-44E8-963D-1255607CDB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3" name="Rectangle 38">
                <a:extLst>
                  <a:ext uri="{FF2B5EF4-FFF2-40B4-BE49-F238E27FC236}">
                    <a16:creationId xmlns:a16="http://schemas.microsoft.com/office/drawing/2014/main" id="{8CC74FC2-413D-4801-AE6D-107C3B1129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4" name="Rectangle 39">
                <a:extLst>
                  <a:ext uri="{FF2B5EF4-FFF2-40B4-BE49-F238E27FC236}">
                    <a16:creationId xmlns:a16="http://schemas.microsoft.com/office/drawing/2014/main" id="{B285A8B1-8801-46CD-91B8-97CE12F319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5" name="Rectangle 40">
                <a:extLst>
                  <a:ext uri="{FF2B5EF4-FFF2-40B4-BE49-F238E27FC236}">
                    <a16:creationId xmlns:a16="http://schemas.microsoft.com/office/drawing/2014/main" id="{2DCB03A8-663D-4DCB-A3A5-59C55ED304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6" name="Rectangle 41">
                <a:extLst>
                  <a:ext uri="{FF2B5EF4-FFF2-40B4-BE49-F238E27FC236}">
                    <a16:creationId xmlns:a16="http://schemas.microsoft.com/office/drawing/2014/main" id="{5407D7A5-9403-4899-B30F-57F9270DFA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7" name="Rectangle 42">
                <a:extLst>
                  <a:ext uri="{FF2B5EF4-FFF2-40B4-BE49-F238E27FC236}">
                    <a16:creationId xmlns:a16="http://schemas.microsoft.com/office/drawing/2014/main" id="{A5A712A8-2D9C-4566-93D7-A554219464B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8" name="Rectangle 43">
                <a:extLst>
                  <a:ext uri="{FF2B5EF4-FFF2-40B4-BE49-F238E27FC236}">
                    <a16:creationId xmlns:a16="http://schemas.microsoft.com/office/drawing/2014/main" id="{4B61ED17-0B4A-42B3-B859-84E6FBD9F9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9" name="Rectangle 44">
                <a:extLst>
                  <a:ext uri="{FF2B5EF4-FFF2-40B4-BE49-F238E27FC236}">
                    <a16:creationId xmlns:a16="http://schemas.microsoft.com/office/drawing/2014/main" id="{7FF71609-E043-4DD4-BBED-210943BF31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0" name="Rectangle 45">
                <a:extLst>
                  <a:ext uri="{FF2B5EF4-FFF2-40B4-BE49-F238E27FC236}">
                    <a16:creationId xmlns:a16="http://schemas.microsoft.com/office/drawing/2014/main" id="{9107E37E-3623-4410-8CEA-DA33995A6A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1" name="Rectangle 46">
                <a:extLst>
                  <a:ext uri="{FF2B5EF4-FFF2-40B4-BE49-F238E27FC236}">
                    <a16:creationId xmlns:a16="http://schemas.microsoft.com/office/drawing/2014/main" id="{B83800E2-BDEE-48AC-9D9F-0B03C123FB6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2" name="Rectangle 47">
                <a:extLst>
                  <a:ext uri="{FF2B5EF4-FFF2-40B4-BE49-F238E27FC236}">
                    <a16:creationId xmlns:a16="http://schemas.microsoft.com/office/drawing/2014/main" id="{924E8ED7-0B54-488C-86FD-838BEC6C72B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3" name="Rectangle 48">
                <a:extLst>
                  <a:ext uri="{FF2B5EF4-FFF2-40B4-BE49-F238E27FC236}">
                    <a16:creationId xmlns:a16="http://schemas.microsoft.com/office/drawing/2014/main" id="{5E731C89-5DF4-4419-9A67-52BAEC3733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4" name="Rectangle 49">
                <a:extLst>
                  <a:ext uri="{FF2B5EF4-FFF2-40B4-BE49-F238E27FC236}">
                    <a16:creationId xmlns:a16="http://schemas.microsoft.com/office/drawing/2014/main" id="{D7B0E779-6D3D-4414-91BB-C1BBE6380D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5" name="Rectangle 50">
                <a:extLst>
                  <a:ext uri="{FF2B5EF4-FFF2-40B4-BE49-F238E27FC236}">
                    <a16:creationId xmlns:a16="http://schemas.microsoft.com/office/drawing/2014/main" id="{E846AB63-6AAB-4E86-B4BA-7853BD6021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6" name="Rectangle 51">
                <a:extLst>
                  <a:ext uri="{FF2B5EF4-FFF2-40B4-BE49-F238E27FC236}">
                    <a16:creationId xmlns:a16="http://schemas.microsoft.com/office/drawing/2014/main" id="{D05AC798-949B-4443-ADBB-917EF526FE1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7" name="Rectangle 52">
                <a:extLst>
                  <a:ext uri="{FF2B5EF4-FFF2-40B4-BE49-F238E27FC236}">
                    <a16:creationId xmlns:a16="http://schemas.microsoft.com/office/drawing/2014/main" id="{8B3E2107-60AF-4064-A551-A333E6249C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8" name="Rectangle 53">
                <a:extLst>
                  <a:ext uri="{FF2B5EF4-FFF2-40B4-BE49-F238E27FC236}">
                    <a16:creationId xmlns:a16="http://schemas.microsoft.com/office/drawing/2014/main" id="{055FD3E8-A340-4393-92E1-4FD68288FDB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9" name="Rectangle 54">
                <a:extLst>
                  <a:ext uri="{FF2B5EF4-FFF2-40B4-BE49-F238E27FC236}">
                    <a16:creationId xmlns:a16="http://schemas.microsoft.com/office/drawing/2014/main" id="{C18C5E0E-D82C-4F82-A0E3-6BE9AAF75E2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0" name="Rectangle 55">
                <a:extLst>
                  <a:ext uri="{FF2B5EF4-FFF2-40B4-BE49-F238E27FC236}">
                    <a16:creationId xmlns:a16="http://schemas.microsoft.com/office/drawing/2014/main" id="{677F5FC4-34F3-400A-9970-A7EA63DB4B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1" name="Rectangle 56">
                <a:extLst>
                  <a:ext uri="{FF2B5EF4-FFF2-40B4-BE49-F238E27FC236}">
                    <a16:creationId xmlns:a16="http://schemas.microsoft.com/office/drawing/2014/main" id="{2A4794CF-928E-4F8E-A532-7800E5996B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2" name="Rectangle 57">
                <a:extLst>
                  <a:ext uri="{FF2B5EF4-FFF2-40B4-BE49-F238E27FC236}">
                    <a16:creationId xmlns:a16="http://schemas.microsoft.com/office/drawing/2014/main" id="{E4F63079-D99A-4ECA-AE8B-8E93D42956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8F81BE07-E676-45EB-9AFA-7BF1FBB657A2}"/>
                </a:ext>
              </a:extLst>
            </p:cNvPr>
            <p:cNvGrpSpPr/>
            <p:nvPr/>
          </p:nvGrpSpPr>
          <p:grpSpPr>
            <a:xfrm>
              <a:off x="354110" y="5895731"/>
              <a:ext cx="11480604" cy="109990"/>
              <a:chOff x="354110" y="5903678"/>
              <a:chExt cx="11480604" cy="109990"/>
            </a:xfrm>
            <a:grpFill/>
          </p:grpSpPr>
          <p:sp>
            <p:nvSpPr>
              <p:cNvPr id="51" name="Rectangle 59">
                <a:extLst>
                  <a:ext uri="{FF2B5EF4-FFF2-40B4-BE49-F238E27FC236}">
                    <a16:creationId xmlns:a16="http://schemas.microsoft.com/office/drawing/2014/main" id="{90F41A19-F592-419E-BB70-0A26A5A2C99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2" name="Rectangle 60">
                <a:extLst>
                  <a:ext uri="{FF2B5EF4-FFF2-40B4-BE49-F238E27FC236}">
                    <a16:creationId xmlns:a16="http://schemas.microsoft.com/office/drawing/2014/main" id="{1469FDD4-E3FD-413E-AE75-22EE1F631B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3" name="Rectangle 61">
                <a:extLst>
                  <a:ext uri="{FF2B5EF4-FFF2-40B4-BE49-F238E27FC236}">
                    <a16:creationId xmlns:a16="http://schemas.microsoft.com/office/drawing/2014/main" id="{FE475E5D-8646-4FC9-BFFB-619E2D0E25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4" name="Rectangle 62">
                <a:extLst>
                  <a:ext uri="{FF2B5EF4-FFF2-40B4-BE49-F238E27FC236}">
                    <a16:creationId xmlns:a16="http://schemas.microsoft.com/office/drawing/2014/main" id="{3D36A72E-C554-4C3C-9B1B-6CB10E5F62B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5" name="Rectangle 63">
                <a:extLst>
                  <a:ext uri="{FF2B5EF4-FFF2-40B4-BE49-F238E27FC236}">
                    <a16:creationId xmlns:a16="http://schemas.microsoft.com/office/drawing/2014/main" id="{7A4E6F93-4FD1-43BD-92BD-564F60D0B6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6" name="Rectangle 64">
                <a:extLst>
                  <a:ext uri="{FF2B5EF4-FFF2-40B4-BE49-F238E27FC236}">
                    <a16:creationId xmlns:a16="http://schemas.microsoft.com/office/drawing/2014/main" id="{91390BA3-956A-4FEA-961B-6154DE6FB76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7" name="Rectangle 65">
                <a:extLst>
                  <a:ext uri="{FF2B5EF4-FFF2-40B4-BE49-F238E27FC236}">
                    <a16:creationId xmlns:a16="http://schemas.microsoft.com/office/drawing/2014/main" id="{3BDA4482-76BD-4B95-9A99-C9D97E68F6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8" name="Rectangle 66">
                <a:extLst>
                  <a:ext uri="{FF2B5EF4-FFF2-40B4-BE49-F238E27FC236}">
                    <a16:creationId xmlns:a16="http://schemas.microsoft.com/office/drawing/2014/main" id="{7C89DCF1-7783-4715-A5F6-F69C325A84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9" name="Rectangle 67">
                <a:extLst>
                  <a:ext uri="{FF2B5EF4-FFF2-40B4-BE49-F238E27FC236}">
                    <a16:creationId xmlns:a16="http://schemas.microsoft.com/office/drawing/2014/main" id="{C358A697-8E33-4B4A-8E88-7C19923AD4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0" name="Rectangle 68">
                <a:extLst>
                  <a:ext uri="{FF2B5EF4-FFF2-40B4-BE49-F238E27FC236}">
                    <a16:creationId xmlns:a16="http://schemas.microsoft.com/office/drawing/2014/main" id="{8716A687-A14A-4B91-AB47-EC1722AF30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1" name="Rectangle 69">
                <a:extLst>
                  <a:ext uri="{FF2B5EF4-FFF2-40B4-BE49-F238E27FC236}">
                    <a16:creationId xmlns:a16="http://schemas.microsoft.com/office/drawing/2014/main" id="{3597BC4D-A8AB-476D-A463-DDA92D6194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2" name="Rectangle 70">
                <a:extLst>
                  <a:ext uri="{FF2B5EF4-FFF2-40B4-BE49-F238E27FC236}">
                    <a16:creationId xmlns:a16="http://schemas.microsoft.com/office/drawing/2014/main" id="{3D5FE933-374E-4D22-95B5-F8B154CFC29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3" name="Rectangle 71">
                <a:extLst>
                  <a:ext uri="{FF2B5EF4-FFF2-40B4-BE49-F238E27FC236}">
                    <a16:creationId xmlns:a16="http://schemas.microsoft.com/office/drawing/2014/main" id="{4DA4C424-BC57-46B1-8A19-98F4A1F4BC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4" name="Rectangle 72">
                <a:extLst>
                  <a:ext uri="{FF2B5EF4-FFF2-40B4-BE49-F238E27FC236}">
                    <a16:creationId xmlns:a16="http://schemas.microsoft.com/office/drawing/2014/main" id="{8072EEA5-91EE-47E9-9C82-96966E37CB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5" name="Rectangle 73">
                <a:extLst>
                  <a:ext uri="{FF2B5EF4-FFF2-40B4-BE49-F238E27FC236}">
                    <a16:creationId xmlns:a16="http://schemas.microsoft.com/office/drawing/2014/main" id="{D2366CD8-B517-40C0-8E52-217CE8F164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6" name="Rectangle 74">
                <a:extLst>
                  <a:ext uri="{FF2B5EF4-FFF2-40B4-BE49-F238E27FC236}">
                    <a16:creationId xmlns:a16="http://schemas.microsoft.com/office/drawing/2014/main" id="{2739573F-C01A-4A42-BDB4-F8717CD6555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7" name="Rectangle 75">
                <a:extLst>
                  <a:ext uri="{FF2B5EF4-FFF2-40B4-BE49-F238E27FC236}">
                    <a16:creationId xmlns:a16="http://schemas.microsoft.com/office/drawing/2014/main" id="{94A56444-668B-41B0-8986-65EB2B4A32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8" name="Rectangle 76">
                <a:extLst>
                  <a:ext uri="{FF2B5EF4-FFF2-40B4-BE49-F238E27FC236}">
                    <a16:creationId xmlns:a16="http://schemas.microsoft.com/office/drawing/2014/main" id="{B2CFF404-368E-4A76-A2CA-471611869B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9" name="Rectangle 77">
                <a:extLst>
                  <a:ext uri="{FF2B5EF4-FFF2-40B4-BE49-F238E27FC236}">
                    <a16:creationId xmlns:a16="http://schemas.microsoft.com/office/drawing/2014/main" id="{3B1857CC-9DC7-43E3-98B6-0DCBB2DC18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0" name="Rectangle 78">
                <a:extLst>
                  <a:ext uri="{FF2B5EF4-FFF2-40B4-BE49-F238E27FC236}">
                    <a16:creationId xmlns:a16="http://schemas.microsoft.com/office/drawing/2014/main" id="{13C3C468-F3E2-4B75-BB66-184F85DD01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1" name="Rectangle 79">
                <a:extLst>
                  <a:ext uri="{FF2B5EF4-FFF2-40B4-BE49-F238E27FC236}">
                    <a16:creationId xmlns:a16="http://schemas.microsoft.com/office/drawing/2014/main" id="{1A0E9336-6E7F-4174-BB8B-7B675743AA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2" name="Rectangle 80">
                <a:extLst>
                  <a:ext uri="{FF2B5EF4-FFF2-40B4-BE49-F238E27FC236}">
                    <a16:creationId xmlns:a16="http://schemas.microsoft.com/office/drawing/2014/main" id="{1AB6293C-8454-4149-8126-EFE23BCE434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3" name="Rectangle 81">
                <a:extLst>
                  <a:ext uri="{FF2B5EF4-FFF2-40B4-BE49-F238E27FC236}">
                    <a16:creationId xmlns:a16="http://schemas.microsoft.com/office/drawing/2014/main" id="{BAE4953B-46B2-4552-8D6A-C67D4FCB3D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4" name="Rectangle 82">
                <a:extLst>
                  <a:ext uri="{FF2B5EF4-FFF2-40B4-BE49-F238E27FC236}">
                    <a16:creationId xmlns:a16="http://schemas.microsoft.com/office/drawing/2014/main" id="{40C5CC0E-449E-4E60-822F-5A4AB69E54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5" name="Rectangle 83">
                <a:extLst>
                  <a:ext uri="{FF2B5EF4-FFF2-40B4-BE49-F238E27FC236}">
                    <a16:creationId xmlns:a16="http://schemas.microsoft.com/office/drawing/2014/main" id="{B2688373-3DD7-4956-8759-7CB2AF735B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6" name="Rectangle 84">
                <a:extLst>
                  <a:ext uri="{FF2B5EF4-FFF2-40B4-BE49-F238E27FC236}">
                    <a16:creationId xmlns:a16="http://schemas.microsoft.com/office/drawing/2014/main" id="{50B8E454-F10F-456B-81ED-301B191CA48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960ABA5C-8D36-4AAD-9494-669B8A3E9E86}"/>
                </a:ext>
              </a:extLst>
            </p:cNvPr>
            <p:cNvGrpSpPr/>
            <p:nvPr/>
          </p:nvGrpSpPr>
          <p:grpSpPr>
            <a:xfrm>
              <a:off x="354110" y="6402442"/>
              <a:ext cx="11480604" cy="109990"/>
              <a:chOff x="354110" y="5903678"/>
              <a:chExt cx="11480604" cy="109990"/>
            </a:xfrm>
            <a:grpFill/>
          </p:grpSpPr>
          <p:sp>
            <p:nvSpPr>
              <p:cNvPr id="25" name="Rectangle 59">
                <a:extLst>
                  <a:ext uri="{FF2B5EF4-FFF2-40B4-BE49-F238E27FC236}">
                    <a16:creationId xmlns:a16="http://schemas.microsoft.com/office/drawing/2014/main" id="{9006E5F9-87EA-4BFF-AC26-08D7B4E6558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" name="Rectangle 60">
                <a:extLst>
                  <a:ext uri="{FF2B5EF4-FFF2-40B4-BE49-F238E27FC236}">
                    <a16:creationId xmlns:a16="http://schemas.microsoft.com/office/drawing/2014/main" id="{40F26277-619B-41A3-9D5F-A02E6914E16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" name="Rectangle 61">
                <a:extLst>
                  <a:ext uri="{FF2B5EF4-FFF2-40B4-BE49-F238E27FC236}">
                    <a16:creationId xmlns:a16="http://schemas.microsoft.com/office/drawing/2014/main" id="{23DB5C85-827B-49AF-BC96-24E7ABDAD9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" name="Rectangle 62">
                <a:extLst>
                  <a:ext uri="{FF2B5EF4-FFF2-40B4-BE49-F238E27FC236}">
                    <a16:creationId xmlns:a16="http://schemas.microsoft.com/office/drawing/2014/main" id="{847A0A99-2056-4E0E-8A5A-2CBCA33AFFD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" name="Rectangle 63">
                <a:extLst>
                  <a:ext uri="{FF2B5EF4-FFF2-40B4-BE49-F238E27FC236}">
                    <a16:creationId xmlns:a16="http://schemas.microsoft.com/office/drawing/2014/main" id="{5474EE8D-D88A-47FF-9107-09082030E0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" name="Rectangle 64">
                <a:extLst>
                  <a:ext uri="{FF2B5EF4-FFF2-40B4-BE49-F238E27FC236}">
                    <a16:creationId xmlns:a16="http://schemas.microsoft.com/office/drawing/2014/main" id="{0EC4B1DB-FB22-4303-B2D7-5E60C557A8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" name="Rectangle 65">
                <a:extLst>
                  <a:ext uri="{FF2B5EF4-FFF2-40B4-BE49-F238E27FC236}">
                    <a16:creationId xmlns:a16="http://schemas.microsoft.com/office/drawing/2014/main" id="{B5127279-9249-47F2-8A42-1F7F68517E9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" name="Rectangle 66">
                <a:extLst>
                  <a:ext uri="{FF2B5EF4-FFF2-40B4-BE49-F238E27FC236}">
                    <a16:creationId xmlns:a16="http://schemas.microsoft.com/office/drawing/2014/main" id="{4BE3E747-CD2D-4EA9-8A1C-AFC94F64039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" name="Rectangle 67">
                <a:extLst>
                  <a:ext uri="{FF2B5EF4-FFF2-40B4-BE49-F238E27FC236}">
                    <a16:creationId xmlns:a16="http://schemas.microsoft.com/office/drawing/2014/main" id="{844450CC-44D2-4CFB-9D82-BA80F0CA0E8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" name="Rectangle 68">
                <a:extLst>
                  <a:ext uri="{FF2B5EF4-FFF2-40B4-BE49-F238E27FC236}">
                    <a16:creationId xmlns:a16="http://schemas.microsoft.com/office/drawing/2014/main" id="{56C9C6B8-074B-4807-A953-D5D69AEE2F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" name="Rectangle 69">
                <a:extLst>
                  <a:ext uri="{FF2B5EF4-FFF2-40B4-BE49-F238E27FC236}">
                    <a16:creationId xmlns:a16="http://schemas.microsoft.com/office/drawing/2014/main" id="{55A940DF-BE4B-4046-BF7D-7BBB8316FF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" name="Rectangle 70">
                <a:extLst>
                  <a:ext uri="{FF2B5EF4-FFF2-40B4-BE49-F238E27FC236}">
                    <a16:creationId xmlns:a16="http://schemas.microsoft.com/office/drawing/2014/main" id="{79FECFE2-55AB-4195-B4F2-F1831B0901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7" name="Rectangle 71">
                <a:extLst>
                  <a:ext uri="{FF2B5EF4-FFF2-40B4-BE49-F238E27FC236}">
                    <a16:creationId xmlns:a16="http://schemas.microsoft.com/office/drawing/2014/main" id="{F78BF45E-3F1B-4CCF-AB55-6AACA1D7968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8" name="Rectangle 72">
                <a:extLst>
                  <a:ext uri="{FF2B5EF4-FFF2-40B4-BE49-F238E27FC236}">
                    <a16:creationId xmlns:a16="http://schemas.microsoft.com/office/drawing/2014/main" id="{CEAEA0D2-DAF5-42AD-824D-BF0A0786AC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9" name="Rectangle 73">
                <a:extLst>
                  <a:ext uri="{FF2B5EF4-FFF2-40B4-BE49-F238E27FC236}">
                    <a16:creationId xmlns:a16="http://schemas.microsoft.com/office/drawing/2014/main" id="{2616B93B-15A3-4A25-B322-A4A334791D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0" name="Rectangle 74">
                <a:extLst>
                  <a:ext uri="{FF2B5EF4-FFF2-40B4-BE49-F238E27FC236}">
                    <a16:creationId xmlns:a16="http://schemas.microsoft.com/office/drawing/2014/main" id="{26C24972-CC21-4F79-908A-8F7EEF3C3B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1" name="Rectangle 75">
                <a:extLst>
                  <a:ext uri="{FF2B5EF4-FFF2-40B4-BE49-F238E27FC236}">
                    <a16:creationId xmlns:a16="http://schemas.microsoft.com/office/drawing/2014/main" id="{FD7C3FD5-0F89-4B6D-AC87-8001A0810C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2" name="Rectangle 76">
                <a:extLst>
                  <a:ext uri="{FF2B5EF4-FFF2-40B4-BE49-F238E27FC236}">
                    <a16:creationId xmlns:a16="http://schemas.microsoft.com/office/drawing/2014/main" id="{B03C108E-68F6-4221-BC40-C5E3C19044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3" name="Rectangle 77">
                <a:extLst>
                  <a:ext uri="{FF2B5EF4-FFF2-40B4-BE49-F238E27FC236}">
                    <a16:creationId xmlns:a16="http://schemas.microsoft.com/office/drawing/2014/main" id="{AEE8C851-520C-4A98-839F-17DEECB4C1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4" name="Rectangle 78">
                <a:extLst>
                  <a:ext uri="{FF2B5EF4-FFF2-40B4-BE49-F238E27FC236}">
                    <a16:creationId xmlns:a16="http://schemas.microsoft.com/office/drawing/2014/main" id="{64CDD37E-8761-499B-B591-D1B68A0C60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5" name="Rectangle 79">
                <a:extLst>
                  <a:ext uri="{FF2B5EF4-FFF2-40B4-BE49-F238E27FC236}">
                    <a16:creationId xmlns:a16="http://schemas.microsoft.com/office/drawing/2014/main" id="{CF1D9CFA-A92A-4012-8DBE-A1AFE416C0D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6" name="Rectangle 80">
                <a:extLst>
                  <a:ext uri="{FF2B5EF4-FFF2-40B4-BE49-F238E27FC236}">
                    <a16:creationId xmlns:a16="http://schemas.microsoft.com/office/drawing/2014/main" id="{5B28FF0B-0B00-4C89-9B32-5FCEE8CF723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7" name="Rectangle 81">
                <a:extLst>
                  <a:ext uri="{FF2B5EF4-FFF2-40B4-BE49-F238E27FC236}">
                    <a16:creationId xmlns:a16="http://schemas.microsoft.com/office/drawing/2014/main" id="{3F39461F-D7C3-4741-A3BF-B2B81AC1BD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8" name="Rectangle 82">
                <a:extLst>
                  <a:ext uri="{FF2B5EF4-FFF2-40B4-BE49-F238E27FC236}">
                    <a16:creationId xmlns:a16="http://schemas.microsoft.com/office/drawing/2014/main" id="{B209DBFB-FB6A-41D4-B8FD-371C1627C2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9" name="Rectangle 83">
                <a:extLst>
                  <a:ext uri="{FF2B5EF4-FFF2-40B4-BE49-F238E27FC236}">
                    <a16:creationId xmlns:a16="http://schemas.microsoft.com/office/drawing/2014/main" id="{9851ABD3-4B24-43E9-8246-B439DE28902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0" name="Rectangle 84">
                <a:extLst>
                  <a:ext uri="{FF2B5EF4-FFF2-40B4-BE49-F238E27FC236}">
                    <a16:creationId xmlns:a16="http://schemas.microsoft.com/office/drawing/2014/main" id="{C66181AB-B727-41A6-A789-CF6AAB6890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</p:grp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www.anubhavtrainings.com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08ACDF83-3992-49FB-93C3-FD7BBB55C91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575931" y="607234"/>
            <a:ext cx="6932127" cy="4386230"/>
          </a:xfrm>
          <a:custGeom>
            <a:avLst/>
            <a:gdLst>
              <a:gd name="connsiteX0" fmla="*/ 387523 w 6932127"/>
              <a:gd name="connsiteY0" fmla="*/ 0 h 4386230"/>
              <a:gd name="connsiteX1" fmla="*/ 6544604 w 6932127"/>
              <a:gd name="connsiteY1" fmla="*/ 0 h 4386230"/>
              <a:gd name="connsiteX2" fmla="*/ 6932127 w 6932127"/>
              <a:gd name="connsiteY2" fmla="*/ 387523 h 4386230"/>
              <a:gd name="connsiteX3" fmla="*/ 6932127 w 6932127"/>
              <a:gd name="connsiteY3" fmla="*/ 3998707 h 4386230"/>
              <a:gd name="connsiteX4" fmla="*/ 6544604 w 6932127"/>
              <a:gd name="connsiteY4" fmla="*/ 4386230 h 4386230"/>
              <a:gd name="connsiteX5" fmla="*/ 387523 w 6932127"/>
              <a:gd name="connsiteY5" fmla="*/ 4386230 h 4386230"/>
              <a:gd name="connsiteX6" fmla="*/ 0 w 6932127"/>
              <a:gd name="connsiteY6" fmla="*/ 3998707 h 4386230"/>
              <a:gd name="connsiteX7" fmla="*/ 0 w 6932127"/>
              <a:gd name="connsiteY7" fmla="*/ 387523 h 4386230"/>
              <a:gd name="connsiteX8" fmla="*/ 387523 w 6932127"/>
              <a:gd name="connsiteY8" fmla="*/ 0 h 43862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932127" h="4386230">
                <a:moveTo>
                  <a:pt x="387523" y="0"/>
                </a:moveTo>
                <a:lnTo>
                  <a:pt x="6544604" y="0"/>
                </a:lnTo>
                <a:cubicBezTo>
                  <a:pt x="6758627" y="0"/>
                  <a:pt x="6932127" y="173500"/>
                  <a:pt x="6932127" y="387523"/>
                </a:cubicBezTo>
                <a:lnTo>
                  <a:pt x="6932127" y="3998707"/>
                </a:lnTo>
                <a:cubicBezTo>
                  <a:pt x="6932127" y="4212730"/>
                  <a:pt x="6758627" y="4386230"/>
                  <a:pt x="6544604" y="4386230"/>
                </a:cubicBezTo>
                <a:lnTo>
                  <a:pt x="387523" y="4386230"/>
                </a:lnTo>
                <a:cubicBezTo>
                  <a:pt x="173500" y="4386230"/>
                  <a:pt x="0" y="4212730"/>
                  <a:pt x="0" y="3998707"/>
                </a:cubicBezTo>
                <a:lnTo>
                  <a:pt x="0" y="387523"/>
                </a:lnTo>
                <a:cubicBezTo>
                  <a:pt x="0" y="173500"/>
                  <a:pt x="173500" y="0"/>
                  <a:pt x="387523" y="0"/>
                </a:cubicBezTo>
                <a:close/>
              </a:path>
            </a:pathLst>
          </a:custGeom>
          <a:solidFill>
            <a:schemeClr val="accent3"/>
          </a:solidFill>
          <a:effectLst>
            <a:outerShdw blurRad="635000" dist="825500" dir="9600000" algn="tr" rotWithShape="0">
              <a:prstClr val="black">
                <a:alpha val="20000"/>
              </a:prstClr>
            </a:outerShdw>
          </a:effectLst>
        </p:spPr>
        <p:txBody>
          <a:bodyPr wrap="square" anchor="ctr">
            <a:noAutofit/>
          </a:bodyPr>
          <a:lstStyle>
            <a:lvl1pPr marL="0" indent="0" algn="ctr">
              <a:buFontTx/>
              <a:buNone/>
              <a:defRPr>
                <a:solidFill>
                  <a:schemeClr val="bg1"/>
                </a:solidFill>
                <a:latin typeface="+mn-lt"/>
              </a:defRPr>
            </a:lvl1pPr>
          </a:lstStyle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30900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hat we do?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8C1607FC-4025-4535-B960-C423F1504CE5}"/>
              </a:ext>
            </a:extLst>
          </p:cNvPr>
          <p:cNvGrpSpPr/>
          <p:nvPr userDrawn="1"/>
        </p:nvGrpSpPr>
        <p:grpSpPr>
          <a:xfrm>
            <a:off x="354110" y="326571"/>
            <a:ext cx="11480604" cy="6185861"/>
            <a:chOff x="354110" y="326571"/>
            <a:chExt cx="11480604" cy="6185861"/>
          </a:xfrm>
          <a:solidFill>
            <a:schemeClr val="accent1">
              <a:lumMod val="90000"/>
              <a:lumOff val="10000"/>
              <a:alpha val="20000"/>
            </a:schemeClr>
          </a:solidFill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651BEEC-E6AC-4E4B-9B88-D2F823311FDE}"/>
                </a:ext>
              </a:extLst>
            </p:cNvPr>
            <p:cNvGrpSpPr/>
            <p:nvPr/>
          </p:nvGrpSpPr>
          <p:grpSpPr>
            <a:xfrm>
              <a:off x="354110" y="326571"/>
              <a:ext cx="11480604" cy="109990"/>
              <a:chOff x="354110" y="326571"/>
              <a:chExt cx="11480604" cy="109990"/>
            </a:xfrm>
            <a:grpFill/>
          </p:grpSpPr>
          <p:sp>
            <p:nvSpPr>
              <p:cNvPr id="337" name="Rectangle 5">
                <a:extLst>
                  <a:ext uri="{FF2B5EF4-FFF2-40B4-BE49-F238E27FC236}">
                    <a16:creationId xmlns:a16="http://schemas.microsoft.com/office/drawing/2014/main" id="{85C298FF-97F9-4147-B827-D8E5136C26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8" name="Rectangle 6">
                <a:extLst>
                  <a:ext uri="{FF2B5EF4-FFF2-40B4-BE49-F238E27FC236}">
                    <a16:creationId xmlns:a16="http://schemas.microsoft.com/office/drawing/2014/main" id="{9408EFDD-1492-4223-8E65-A093D2F1BB8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9" name="Rectangle 7">
                <a:extLst>
                  <a:ext uri="{FF2B5EF4-FFF2-40B4-BE49-F238E27FC236}">
                    <a16:creationId xmlns:a16="http://schemas.microsoft.com/office/drawing/2014/main" id="{F894E7F8-7101-42ED-9EE3-85F58C6EF3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0" name="Rectangle 8">
                <a:extLst>
                  <a:ext uri="{FF2B5EF4-FFF2-40B4-BE49-F238E27FC236}">
                    <a16:creationId xmlns:a16="http://schemas.microsoft.com/office/drawing/2014/main" id="{877C8C7E-1793-4536-97A4-63A3591EF9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1" name="Rectangle 9">
                <a:extLst>
                  <a:ext uri="{FF2B5EF4-FFF2-40B4-BE49-F238E27FC236}">
                    <a16:creationId xmlns:a16="http://schemas.microsoft.com/office/drawing/2014/main" id="{077D2BC4-41B3-4D98-84CA-A2503EF131C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2" name="Rectangle 10">
                <a:extLst>
                  <a:ext uri="{FF2B5EF4-FFF2-40B4-BE49-F238E27FC236}">
                    <a16:creationId xmlns:a16="http://schemas.microsoft.com/office/drawing/2014/main" id="{DE4270DF-458E-4975-B86F-E605B966C6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3" name="Rectangle 11">
                <a:extLst>
                  <a:ext uri="{FF2B5EF4-FFF2-40B4-BE49-F238E27FC236}">
                    <a16:creationId xmlns:a16="http://schemas.microsoft.com/office/drawing/2014/main" id="{5334B1DA-DE9D-46A4-B1CC-07D8B5B37F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4" name="Rectangle 12">
                <a:extLst>
                  <a:ext uri="{FF2B5EF4-FFF2-40B4-BE49-F238E27FC236}">
                    <a16:creationId xmlns:a16="http://schemas.microsoft.com/office/drawing/2014/main" id="{1CF1EF4A-5FEC-4B62-A622-2DEE7B72C0B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5" name="Rectangle 13">
                <a:extLst>
                  <a:ext uri="{FF2B5EF4-FFF2-40B4-BE49-F238E27FC236}">
                    <a16:creationId xmlns:a16="http://schemas.microsoft.com/office/drawing/2014/main" id="{322BDF90-AD9B-4F68-8F1B-8AE6FD1E47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6" name="Rectangle 14">
                <a:extLst>
                  <a:ext uri="{FF2B5EF4-FFF2-40B4-BE49-F238E27FC236}">
                    <a16:creationId xmlns:a16="http://schemas.microsoft.com/office/drawing/2014/main" id="{93F9BC3E-2349-4557-A942-FF58D34975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7" name="Rectangle 15">
                <a:extLst>
                  <a:ext uri="{FF2B5EF4-FFF2-40B4-BE49-F238E27FC236}">
                    <a16:creationId xmlns:a16="http://schemas.microsoft.com/office/drawing/2014/main" id="{D4E479F8-DBB7-4E24-82DB-9187E1DA157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8" name="Rectangle 16">
                <a:extLst>
                  <a:ext uri="{FF2B5EF4-FFF2-40B4-BE49-F238E27FC236}">
                    <a16:creationId xmlns:a16="http://schemas.microsoft.com/office/drawing/2014/main" id="{88729413-47AC-4DEA-A613-0B6158FCB8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9" name="Rectangle 17">
                <a:extLst>
                  <a:ext uri="{FF2B5EF4-FFF2-40B4-BE49-F238E27FC236}">
                    <a16:creationId xmlns:a16="http://schemas.microsoft.com/office/drawing/2014/main" id="{20F824DD-152A-4F6D-952E-24ADD1A8C07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0" name="Rectangle 18">
                <a:extLst>
                  <a:ext uri="{FF2B5EF4-FFF2-40B4-BE49-F238E27FC236}">
                    <a16:creationId xmlns:a16="http://schemas.microsoft.com/office/drawing/2014/main" id="{951C09E8-C755-4AEB-9C27-AE9621753A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1" name="Rectangle 19">
                <a:extLst>
                  <a:ext uri="{FF2B5EF4-FFF2-40B4-BE49-F238E27FC236}">
                    <a16:creationId xmlns:a16="http://schemas.microsoft.com/office/drawing/2014/main" id="{32F64432-EE66-40C8-A67A-FA722F75D5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2" name="Rectangle 20">
                <a:extLst>
                  <a:ext uri="{FF2B5EF4-FFF2-40B4-BE49-F238E27FC236}">
                    <a16:creationId xmlns:a16="http://schemas.microsoft.com/office/drawing/2014/main" id="{29005991-F871-4DFB-9517-DCB334B68B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3" name="Rectangle 21">
                <a:extLst>
                  <a:ext uri="{FF2B5EF4-FFF2-40B4-BE49-F238E27FC236}">
                    <a16:creationId xmlns:a16="http://schemas.microsoft.com/office/drawing/2014/main" id="{1C601034-B07F-4FCA-B65F-4BA94F1FEF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4" name="Rectangle 22">
                <a:extLst>
                  <a:ext uri="{FF2B5EF4-FFF2-40B4-BE49-F238E27FC236}">
                    <a16:creationId xmlns:a16="http://schemas.microsoft.com/office/drawing/2014/main" id="{A3C10F51-A92E-4F5D-841E-2495E85BD8B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5" name="Rectangle 23">
                <a:extLst>
                  <a:ext uri="{FF2B5EF4-FFF2-40B4-BE49-F238E27FC236}">
                    <a16:creationId xmlns:a16="http://schemas.microsoft.com/office/drawing/2014/main" id="{8656C742-4C71-41EC-9EED-8A0FF35A8B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6" name="Rectangle 24">
                <a:extLst>
                  <a:ext uri="{FF2B5EF4-FFF2-40B4-BE49-F238E27FC236}">
                    <a16:creationId xmlns:a16="http://schemas.microsoft.com/office/drawing/2014/main" id="{DD7837C0-45DC-47B0-8EB6-E1AFA3DF28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7" name="Rectangle 25">
                <a:extLst>
                  <a:ext uri="{FF2B5EF4-FFF2-40B4-BE49-F238E27FC236}">
                    <a16:creationId xmlns:a16="http://schemas.microsoft.com/office/drawing/2014/main" id="{C6C4A808-47AA-4933-B20F-A80BEEFBDE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8" name="Rectangle 26">
                <a:extLst>
                  <a:ext uri="{FF2B5EF4-FFF2-40B4-BE49-F238E27FC236}">
                    <a16:creationId xmlns:a16="http://schemas.microsoft.com/office/drawing/2014/main" id="{1916F620-2E67-4716-A335-AA9D0F9A9B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9" name="Rectangle 27">
                <a:extLst>
                  <a:ext uri="{FF2B5EF4-FFF2-40B4-BE49-F238E27FC236}">
                    <a16:creationId xmlns:a16="http://schemas.microsoft.com/office/drawing/2014/main" id="{54529738-34CA-43C1-9448-C6D7594E392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0" name="Rectangle 28">
                <a:extLst>
                  <a:ext uri="{FF2B5EF4-FFF2-40B4-BE49-F238E27FC236}">
                    <a16:creationId xmlns:a16="http://schemas.microsoft.com/office/drawing/2014/main" id="{AB2B254B-6166-4F70-A263-5F5630C8AF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1" name="Rectangle 29">
                <a:extLst>
                  <a:ext uri="{FF2B5EF4-FFF2-40B4-BE49-F238E27FC236}">
                    <a16:creationId xmlns:a16="http://schemas.microsoft.com/office/drawing/2014/main" id="{CC179163-7F45-4275-B900-184CA908E7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2" name="Rectangle 30">
                <a:extLst>
                  <a:ext uri="{FF2B5EF4-FFF2-40B4-BE49-F238E27FC236}">
                    <a16:creationId xmlns:a16="http://schemas.microsoft.com/office/drawing/2014/main" id="{A16179B1-495E-40B6-BA3E-4FE45BD06F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6CC022AE-7DA1-4DBC-B4FA-A550170E3244}"/>
                </a:ext>
              </a:extLst>
            </p:cNvPr>
            <p:cNvGrpSpPr/>
            <p:nvPr/>
          </p:nvGrpSpPr>
          <p:grpSpPr>
            <a:xfrm>
              <a:off x="354110" y="833283"/>
              <a:ext cx="11480604" cy="108822"/>
              <a:chOff x="354110" y="834963"/>
              <a:chExt cx="11480604" cy="108822"/>
            </a:xfrm>
            <a:grpFill/>
          </p:grpSpPr>
          <p:sp>
            <p:nvSpPr>
              <p:cNvPr id="311" name="Rectangle 32">
                <a:extLst>
                  <a:ext uri="{FF2B5EF4-FFF2-40B4-BE49-F238E27FC236}">
                    <a16:creationId xmlns:a16="http://schemas.microsoft.com/office/drawing/2014/main" id="{E6CEC545-E6D9-4264-BEA6-119B54AE4C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2" name="Rectangle 33">
                <a:extLst>
                  <a:ext uri="{FF2B5EF4-FFF2-40B4-BE49-F238E27FC236}">
                    <a16:creationId xmlns:a16="http://schemas.microsoft.com/office/drawing/2014/main" id="{60C7E7B9-97E8-4AE1-A9F0-162381B38D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3" name="Rectangle 34">
                <a:extLst>
                  <a:ext uri="{FF2B5EF4-FFF2-40B4-BE49-F238E27FC236}">
                    <a16:creationId xmlns:a16="http://schemas.microsoft.com/office/drawing/2014/main" id="{BC9E105B-3AD3-4AC9-8C4E-3DABA3F821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4" name="Rectangle 35">
                <a:extLst>
                  <a:ext uri="{FF2B5EF4-FFF2-40B4-BE49-F238E27FC236}">
                    <a16:creationId xmlns:a16="http://schemas.microsoft.com/office/drawing/2014/main" id="{B10232F8-CE74-495F-B906-B4B2237079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5" name="Rectangle 36">
                <a:extLst>
                  <a:ext uri="{FF2B5EF4-FFF2-40B4-BE49-F238E27FC236}">
                    <a16:creationId xmlns:a16="http://schemas.microsoft.com/office/drawing/2014/main" id="{377EBFB6-EE61-435B-A0EA-67D67D892FE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6" name="Rectangle 37">
                <a:extLst>
                  <a:ext uri="{FF2B5EF4-FFF2-40B4-BE49-F238E27FC236}">
                    <a16:creationId xmlns:a16="http://schemas.microsoft.com/office/drawing/2014/main" id="{7837C467-758B-463F-B551-93C783E129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7" name="Rectangle 38">
                <a:extLst>
                  <a:ext uri="{FF2B5EF4-FFF2-40B4-BE49-F238E27FC236}">
                    <a16:creationId xmlns:a16="http://schemas.microsoft.com/office/drawing/2014/main" id="{C77A01F7-C261-4381-86C3-4C89EE66C7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8" name="Rectangle 39">
                <a:extLst>
                  <a:ext uri="{FF2B5EF4-FFF2-40B4-BE49-F238E27FC236}">
                    <a16:creationId xmlns:a16="http://schemas.microsoft.com/office/drawing/2014/main" id="{7477D541-DCD7-4A47-BAD6-421CE795D86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9" name="Rectangle 40">
                <a:extLst>
                  <a:ext uri="{FF2B5EF4-FFF2-40B4-BE49-F238E27FC236}">
                    <a16:creationId xmlns:a16="http://schemas.microsoft.com/office/drawing/2014/main" id="{4E64ADB5-6C15-4DFA-A1D8-CCB52869EB2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0" name="Rectangle 41">
                <a:extLst>
                  <a:ext uri="{FF2B5EF4-FFF2-40B4-BE49-F238E27FC236}">
                    <a16:creationId xmlns:a16="http://schemas.microsoft.com/office/drawing/2014/main" id="{AC57F5E1-8997-4B18-B946-EC6DFA386D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1" name="Rectangle 42">
                <a:extLst>
                  <a:ext uri="{FF2B5EF4-FFF2-40B4-BE49-F238E27FC236}">
                    <a16:creationId xmlns:a16="http://schemas.microsoft.com/office/drawing/2014/main" id="{AC1B45CA-8F96-41DA-A93A-FD14080BEB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2" name="Rectangle 43">
                <a:extLst>
                  <a:ext uri="{FF2B5EF4-FFF2-40B4-BE49-F238E27FC236}">
                    <a16:creationId xmlns:a16="http://schemas.microsoft.com/office/drawing/2014/main" id="{703118E8-5E3B-4DFA-9921-369E22CA03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3" name="Rectangle 44">
                <a:extLst>
                  <a:ext uri="{FF2B5EF4-FFF2-40B4-BE49-F238E27FC236}">
                    <a16:creationId xmlns:a16="http://schemas.microsoft.com/office/drawing/2014/main" id="{ED301010-E5DC-4676-A476-7C14D84A53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4" name="Rectangle 45">
                <a:extLst>
                  <a:ext uri="{FF2B5EF4-FFF2-40B4-BE49-F238E27FC236}">
                    <a16:creationId xmlns:a16="http://schemas.microsoft.com/office/drawing/2014/main" id="{37F85CBA-9F8F-490A-A6C5-555D548FDA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5" name="Rectangle 46">
                <a:extLst>
                  <a:ext uri="{FF2B5EF4-FFF2-40B4-BE49-F238E27FC236}">
                    <a16:creationId xmlns:a16="http://schemas.microsoft.com/office/drawing/2014/main" id="{4CDDB648-0406-4415-9B3A-F56F9D7B2E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6" name="Rectangle 47">
                <a:extLst>
                  <a:ext uri="{FF2B5EF4-FFF2-40B4-BE49-F238E27FC236}">
                    <a16:creationId xmlns:a16="http://schemas.microsoft.com/office/drawing/2014/main" id="{9656844F-AFE3-4957-A69F-F4A848FEF63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7" name="Rectangle 48">
                <a:extLst>
                  <a:ext uri="{FF2B5EF4-FFF2-40B4-BE49-F238E27FC236}">
                    <a16:creationId xmlns:a16="http://schemas.microsoft.com/office/drawing/2014/main" id="{5A3A99BA-4854-4231-B6BB-888D83A0100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8" name="Rectangle 49">
                <a:extLst>
                  <a:ext uri="{FF2B5EF4-FFF2-40B4-BE49-F238E27FC236}">
                    <a16:creationId xmlns:a16="http://schemas.microsoft.com/office/drawing/2014/main" id="{22B51AD2-0C6E-467F-A47F-34DAB5BB7EB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9" name="Rectangle 50">
                <a:extLst>
                  <a:ext uri="{FF2B5EF4-FFF2-40B4-BE49-F238E27FC236}">
                    <a16:creationId xmlns:a16="http://schemas.microsoft.com/office/drawing/2014/main" id="{EDE14BA8-EBD0-4206-8FB2-6B9E4AB28F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0" name="Rectangle 51">
                <a:extLst>
                  <a:ext uri="{FF2B5EF4-FFF2-40B4-BE49-F238E27FC236}">
                    <a16:creationId xmlns:a16="http://schemas.microsoft.com/office/drawing/2014/main" id="{F2846FEF-2688-4964-A02B-231009108D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1" name="Rectangle 52">
                <a:extLst>
                  <a:ext uri="{FF2B5EF4-FFF2-40B4-BE49-F238E27FC236}">
                    <a16:creationId xmlns:a16="http://schemas.microsoft.com/office/drawing/2014/main" id="{93E03F91-49D8-43EE-B637-0558AECB0E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2" name="Rectangle 53">
                <a:extLst>
                  <a:ext uri="{FF2B5EF4-FFF2-40B4-BE49-F238E27FC236}">
                    <a16:creationId xmlns:a16="http://schemas.microsoft.com/office/drawing/2014/main" id="{25EB1B6D-371C-4129-8792-C87711A4DC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3" name="Rectangle 54">
                <a:extLst>
                  <a:ext uri="{FF2B5EF4-FFF2-40B4-BE49-F238E27FC236}">
                    <a16:creationId xmlns:a16="http://schemas.microsoft.com/office/drawing/2014/main" id="{F0762AD7-4B47-41B5-90EC-26D5248FC1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4" name="Rectangle 55">
                <a:extLst>
                  <a:ext uri="{FF2B5EF4-FFF2-40B4-BE49-F238E27FC236}">
                    <a16:creationId xmlns:a16="http://schemas.microsoft.com/office/drawing/2014/main" id="{77F5372A-DF0C-4EB4-8383-88ACAFBC34E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5" name="Rectangle 56">
                <a:extLst>
                  <a:ext uri="{FF2B5EF4-FFF2-40B4-BE49-F238E27FC236}">
                    <a16:creationId xmlns:a16="http://schemas.microsoft.com/office/drawing/2014/main" id="{E1647C36-4FD2-4648-B99F-D1A25055E7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6" name="Rectangle 57">
                <a:extLst>
                  <a:ext uri="{FF2B5EF4-FFF2-40B4-BE49-F238E27FC236}">
                    <a16:creationId xmlns:a16="http://schemas.microsoft.com/office/drawing/2014/main" id="{ACEC7B34-ADAF-47D3-BF11-ED91BA7A1A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86937529-B296-43D8-A41E-AB8B81312F52}"/>
                </a:ext>
              </a:extLst>
            </p:cNvPr>
            <p:cNvGrpSpPr/>
            <p:nvPr/>
          </p:nvGrpSpPr>
          <p:grpSpPr>
            <a:xfrm>
              <a:off x="354110" y="1338827"/>
              <a:ext cx="11480604" cy="109990"/>
              <a:chOff x="354110" y="1342187"/>
              <a:chExt cx="11480604" cy="109990"/>
            </a:xfrm>
            <a:grpFill/>
          </p:grpSpPr>
          <p:sp>
            <p:nvSpPr>
              <p:cNvPr id="285" name="Rectangle 59">
                <a:extLst>
                  <a:ext uri="{FF2B5EF4-FFF2-40B4-BE49-F238E27FC236}">
                    <a16:creationId xmlns:a16="http://schemas.microsoft.com/office/drawing/2014/main" id="{D5764D4B-1D40-4C27-A916-0AC8D92994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6" name="Rectangle 60">
                <a:extLst>
                  <a:ext uri="{FF2B5EF4-FFF2-40B4-BE49-F238E27FC236}">
                    <a16:creationId xmlns:a16="http://schemas.microsoft.com/office/drawing/2014/main" id="{8D6FB00B-87D1-4116-9000-867A2BDD99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7" name="Rectangle 61">
                <a:extLst>
                  <a:ext uri="{FF2B5EF4-FFF2-40B4-BE49-F238E27FC236}">
                    <a16:creationId xmlns:a16="http://schemas.microsoft.com/office/drawing/2014/main" id="{13141309-AB43-4A97-A80F-35655D9BF20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8" name="Rectangle 62">
                <a:extLst>
                  <a:ext uri="{FF2B5EF4-FFF2-40B4-BE49-F238E27FC236}">
                    <a16:creationId xmlns:a16="http://schemas.microsoft.com/office/drawing/2014/main" id="{C9A0F710-6D9F-43AD-AC28-FF4E521655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9" name="Rectangle 63">
                <a:extLst>
                  <a:ext uri="{FF2B5EF4-FFF2-40B4-BE49-F238E27FC236}">
                    <a16:creationId xmlns:a16="http://schemas.microsoft.com/office/drawing/2014/main" id="{22D043F3-2F25-42E6-A0CC-C1417E89D1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0" name="Rectangle 64">
                <a:extLst>
                  <a:ext uri="{FF2B5EF4-FFF2-40B4-BE49-F238E27FC236}">
                    <a16:creationId xmlns:a16="http://schemas.microsoft.com/office/drawing/2014/main" id="{128AE702-54D4-4937-85C0-321F9B6D172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1" name="Rectangle 65">
                <a:extLst>
                  <a:ext uri="{FF2B5EF4-FFF2-40B4-BE49-F238E27FC236}">
                    <a16:creationId xmlns:a16="http://schemas.microsoft.com/office/drawing/2014/main" id="{495CD95D-8E09-4DE3-AD35-D07AE4DACF5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2" name="Rectangle 66">
                <a:extLst>
                  <a:ext uri="{FF2B5EF4-FFF2-40B4-BE49-F238E27FC236}">
                    <a16:creationId xmlns:a16="http://schemas.microsoft.com/office/drawing/2014/main" id="{F9E349F8-478A-454D-B3EF-507AC59758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3" name="Rectangle 67">
                <a:extLst>
                  <a:ext uri="{FF2B5EF4-FFF2-40B4-BE49-F238E27FC236}">
                    <a16:creationId xmlns:a16="http://schemas.microsoft.com/office/drawing/2014/main" id="{038DA8FC-06DE-457C-A8EE-5A7FEC447F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4" name="Rectangle 68">
                <a:extLst>
                  <a:ext uri="{FF2B5EF4-FFF2-40B4-BE49-F238E27FC236}">
                    <a16:creationId xmlns:a16="http://schemas.microsoft.com/office/drawing/2014/main" id="{37F3C727-E73B-4515-BA7B-40F0811025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5" name="Rectangle 69">
                <a:extLst>
                  <a:ext uri="{FF2B5EF4-FFF2-40B4-BE49-F238E27FC236}">
                    <a16:creationId xmlns:a16="http://schemas.microsoft.com/office/drawing/2014/main" id="{7ACA813C-C067-4264-85A3-D6CC63AFF9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6" name="Rectangle 70">
                <a:extLst>
                  <a:ext uri="{FF2B5EF4-FFF2-40B4-BE49-F238E27FC236}">
                    <a16:creationId xmlns:a16="http://schemas.microsoft.com/office/drawing/2014/main" id="{7F1EFEF0-7477-4565-8B37-7950FACA67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7" name="Rectangle 71">
                <a:extLst>
                  <a:ext uri="{FF2B5EF4-FFF2-40B4-BE49-F238E27FC236}">
                    <a16:creationId xmlns:a16="http://schemas.microsoft.com/office/drawing/2014/main" id="{F425C54F-BDFC-4555-881A-B6F267624F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8" name="Rectangle 72">
                <a:extLst>
                  <a:ext uri="{FF2B5EF4-FFF2-40B4-BE49-F238E27FC236}">
                    <a16:creationId xmlns:a16="http://schemas.microsoft.com/office/drawing/2014/main" id="{213AFED9-7175-4A0D-92DC-B39BAE0FD3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9" name="Rectangle 73">
                <a:extLst>
                  <a:ext uri="{FF2B5EF4-FFF2-40B4-BE49-F238E27FC236}">
                    <a16:creationId xmlns:a16="http://schemas.microsoft.com/office/drawing/2014/main" id="{9E4FCFC2-A1ED-453A-B612-E5E0B39C2A9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0" name="Rectangle 74">
                <a:extLst>
                  <a:ext uri="{FF2B5EF4-FFF2-40B4-BE49-F238E27FC236}">
                    <a16:creationId xmlns:a16="http://schemas.microsoft.com/office/drawing/2014/main" id="{1C9D742B-9152-4EF7-A612-B519BF62C6C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1" name="Rectangle 75">
                <a:extLst>
                  <a:ext uri="{FF2B5EF4-FFF2-40B4-BE49-F238E27FC236}">
                    <a16:creationId xmlns:a16="http://schemas.microsoft.com/office/drawing/2014/main" id="{2149792F-282E-44D6-84AE-7D31FA24B2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2" name="Rectangle 76">
                <a:extLst>
                  <a:ext uri="{FF2B5EF4-FFF2-40B4-BE49-F238E27FC236}">
                    <a16:creationId xmlns:a16="http://schemas.microsoft.com/office/drawing/2014/main" id="{BEAFEECA-B893-49C1-9039-812C4AF541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3" name="Rectangle 77">
                <a:extLst>
                  <a:ext uri="{FF2B5EF4-FFF2-40B4-BE49-F238E27FC236}">
                    <a16:creationId xmlns:a16="http://schemas.microsoft.com/office/drawing/2014/main" id="{122E4F71-6D60-47F1-8100-1C8190AADA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4" name="Rectangle 78">
                <a:extLst>
                  <a:ext uri="{FF2B5EF4-FFF2-40B4-BE49-F238E27FC236}">
                    <a16:creationId xmlns:a16="http://schemas.microsoft.com/office/drawing/2014/main" id="{E9A54785-45A1-4BC8-A85E-CA3EB19FF3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5" name="Rectangle 79">
                <a:extLst>
                  <a:ext uri="{FF2B5EF4-FFF2-40B4-BE49-F238E27FC236}">
                    <a16:creationId xmlns:a16="http://schemas.microsoft.com/office/drawing/2014/main" id="{D765DC5F-87A3-4E46-88C5-F2101A2941F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6" name="Rectangle 80">
                <a:extLst>
                  <a:ext uri="{FF2B5EF4-FFF2-40B4-BE49-F238E27FC236}">
                    <a16:creationId xmlns:a16="http://schemas.microsoft.com/office/drawing/2014/main" id="{644B6B17-5BBC-4A03-8899-52E7DF7FE6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7" name="Rectangle 81">
                <a:extLst>
                  <a:ext uri="{FF2B5EF4-FFF2-40B4-BE49-F238E27FC236}">
                    <a16:creationId xmlns:a16="http://schemas.microsoft.com/office/drawing/2014/main" id="{987BE756-32EA-455B-8130-C8E83B1B3B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8" name="Rectangle 82">
                <a:extLst>
                  <a:ext uri="{FF2B5EF4-FFF2-40B4-BE49-F238E27FC236}">
                    <a16:creationId xmlns:a16="http://schemas.microsoft.com/office/drawing/2014/main" id="{5C7821F2-B5EF-4833-B9B9-5AE62E01175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9" name="Rectangle 83">
                <a:extLst>
                  <a:ext uri="{FF2B5EF4-FFF2-40B4-BE49-F238E27FC236}">
                    <a16:creationId xmlns:a16="http://schemas.microsoft.com/office/drawing/2014/main" id="{EDF1C499-3F66-4B42-92C0-855DDB14CD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0" name="Rectangle 84">
                <a:extLst>
                  <a:ext uri="{FF2B5EF4-FFF2-40B4-BE49-F238E27FC236}">
                    <a16:creationId xmlns:a16="http://schemas.microsoft.com/office/drawing/2014/main" id="{3A95874A-F523-4169-A3FB-782B25C88E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7F2D639A-C347-4082-9643-F89AF7802C05}"/>
                </a:ext>
              </a:extLst>
            </p:cNvPr>
            <p:cNvGrpSpPr/>
            <p:nvPr/>
          </p:nvGrpSpPr>
          <p:grpSpPr>
            <a:xfrm>
              <a:off x="354110" y="1845539"/>
              <a:ext cx="11480604" cy="109990"/>
              <a:chOff x="354110" y="1850572"/>
              <a:chExt cx="11480604" cy="109990"/>
            </a:xfrm>
            <a:grpFill/>
          </p:grpSpPr>
          <p:sp>
            <p:nvSpPr>
              <p:cNvPr id="259" name="Rectangle 5">
                <a:extLst>
                  <a:ext uri="{FF2B5EF4-FFF2-40B4-BE49-F238E27FC236}">
                    <a16:creationId xmlns:a16="http://schemas.microsoft.com/office/drawing/2014/main" id="{6291B61F-460B-41F6-82CC-088066FD85C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0" name="Rectangle 6">
                <a:extLst>
                  <a:ext uri="{FF2B5EF4-FFF2-40B4-BE49-F238E27FC236}">
                    <a16:creationId xmlns:a16="http://schemas.microsoft.com/office/drawing/2014/main" id="{C588270F-A3F7-4DD2-8B81-C30BA64125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1" name="Rectangle 7">
                <a:extLst>
                  <a:ext uri="{FF2B5EF4-FFF2-40B4-BE49-F238E27FC236}">
                    <a16:creationId xmlns:a16="http://schemas.microsoft.com/office/drawing/2014/main" id="{050F8909-1A69-4BF3-BC80-ECD1B486FA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2" name="Rectangle 8">
                <a:extLst>
                  <a:ext uri="{FF2B5EF4-FFF2-40B4-BE49-F238E27FC236}">
                    <a16:creationId xmlns:a16="http://schemas.microsoft.com/office/drawing/2014/main" id="{995EC835-8CAE-48D8-ADF0-22B6D986B1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3" name="Rectangle 9">
                <a:extLst>
                  <a:ext uri="{FF2B5EF4-FFF2-40B4-BE49-F238E27FC236}">
                    <a16:creationId xmlns:a16="http://schemas.microsoft.com/office/drawing/2014/main" id="{5076577D-01F8-484C-8AEB-1091039A66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4" name="Rectangle 10">
                <a:extLst>
                  <a:ext uri="{FF2B5EF4-FFF2-40B4-BE49-F238E27FC236}">
                    <a16:creationId xmlns:a16="http://schemas.microsoft.com/office/drawing/2014/main" id="{5FAA1557-63ED-4C2E-89BE-E827B69C47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5" name="Rectangle 11">
                <a:extLst>
                  <a:ext uri="{FF2B5EF4-FFF2-40B4-BE49-F238E27FC236}">
                    <a16:creationId xmlns:a16="http://schemas.microsoft.com/office/drawing/2014/main" id="{63D8B1EF-AF76-4A72-B4E3-FC4D1B4E7A8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6" name="Rectangle 12">
                <a:extLst>
                  <a:ext uri="{FF2B5EF4-FFF2-40B4-BE49-F238E27FC236}">
                    <a16:creationId xmlns:a16="http://schemas.microsoft.com/office/drawing/2014/main" id="{4DF3DA51-2B69-42BD-A6DE-6F85AA1161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7" name="Rectangle 13">
                <a:extLst>
                  <a:ext uri="{FF2B5EF4-FFF2-40B4-BE49-F238E27FC236}">
                    <a16:creationId xmlns:a16="http://schemas.microsoft.com/office/drawing/2014/main" id="{464ECA3E-44D7-43DE-A35E-EADB2D8D72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8" name="Rectangle 14">
                <a:extLst>
                  <a:ext uri="{FF2B5EF4-FFF2-40B4-BE49-F238E27FC236}">
                    <a16:creationId xmlns:a16="http://schemas.microsoft.com/office/drawing/2014/main" id="{36E4F914-DFE7-4297-8E42-A27710155F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9" name="Rectangle 15">
                <a:extLst>
                  <a:ext uri="{FF2B5EF4-FFF2-40B4-BE49-F238E27FC236}">
                    <a16:creationId xmlns:a16="http://schemas.microsoft.com/office/drawing/2014/main" id="{164AA26B-0915-4E61-AFF2-BDA8ED551B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0" name="Rectangle 16">
                <a:extLst>
                  <a:ext uri="{FF2B5EF4-FFF2-40B4-BE49-F238E27FC236}">
                    <a16:creationId xmlns:a16="http://schemas.microsoft.com/office/drawing/2014/main" id="{D5AB2E4B-626F-4072-87E5-595D35EFADA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1" name="Rectangle 17">
                <a:extLst>
                  <a:ext uri="{FF2B5EF4-FFF2-40B4-BE49-F238E27FC236}">
                    <a16:creationId xmlns:a16="http://schemas.microsoft.com/office/drawing/2014/main" id="{65DAB362-330B-46D1-BCA8-58DF84B02A0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2" name="Rectangle 18">
                <a:extLst>
                  <a:ext uri="{FF2B5EF4-FFF2-40B4-BE49-F238E27FC236}">
                    <a16:creationId xmlns:a16="http://schemas.microsoft.com/office/drawing/2014/main" id="{354D240F-C2AD-45B8-AC36-32AD2EAD65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3" name="Rectangle 19">
                <a:extLst>
                  <a:ext uri="{FF2B5EF4-FFF2-40B4-BE49-F238E27FC236}">
                    <a16:creationId xmlns:a16="http://schemas.microsoft.com/office/drawing/2014/main" id="{90E2C084-FE42-498D-9DD1-54C9F18333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4" name="Rectangle 20">
                <a:extLst>
                  <a:ext uri="{FF2B5EF4-FFF2-40B4-BE49-F238E27FC236}">
                    <a16:creationId xmlns:a16="http://schemas.microsoft.com/office/drawing/2014/main" id="{C350DA86-5C2C-4CB7-B1CC-4409FC68993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5" name="Rectangle 21">
                <a:extLst>
                  <a:ext uri="{FF2B5EF4-FFF2-40B4-BE49-F238E27FC236}">
                    <a16:creationId xmlns:a16="http://schemas.microsoft.com/office/drawing/2014/main" id="{3476D016-BE0E-40FB-AE03-36C7206310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6" name="Rectangle 22">
                <a:extLst>
                  <a:ext uri="{FF2B5EF4-FFF2-40B4-BE49-F238E27FC236}">
                    <a16:creationId xmlns:a16="http://schemas.microsoft.com/office/drawing/2014/main" id="{4207A264-69D9-418A-8329-92D261B9B62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7" name="Rectangle 23">
                <a:extLst>
                  <a:ext uri="{FF2B5EF4-FFF2-40B4-BE49-F238E27FC236}">
                    <a16:creationId xmlns:a16="http://schemas.microsoft.com/office/drawing/2014/main" id="{A6B0A29B-A2CB-436D-9F5A-97AC9E9B35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8" name="Rectangle 24">
                <a:extLst>
                  <a:ext uri="{FF2B5EF4-FFF2-40B4-BE49-F238E27FC236}">
                    <a16:creationId xmlns:a16="http://schemas.microsoft.com/office/drawing/2014/main" id="{E9855E46-BFAF-42D9-AC3D-C449C9315DD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9" name="Rectangle 25">
                <a:extLst>
                  <a:ext uri="{FF2B5EF4-FFF2-40B4-BE49-F238E27FC236}">
                    <a16:creationId xmlns:a16="http://schemas.microsoft.com/office/drawing/2014/main" id="{8A0832E2-B419-44F2-AA90-20EF152828F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0" name="Rectangle 26">
                <a:extLst>
                  <a:ext uri="{FF2B5EF4-FFF2-40B4-BE49-F238E27FC236}">
                    <a16:creationId xmlns:a16="http://schemas.microsoft.com/office/drawing/2014/main" id="{19E36BF2-3D4E-4C2B-8D4A-DCF9E92FAE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1" name="Rectangle 27">
                <a:extLst>
                  <a:ext uri="{FF2B5EF4-FFF2-40B4-BE49-F238E27FC236}">
                    <a16:creationId xmlns:a16="http://schemas.microsoft.com/office/drawing/2014/main" id="{038C7A5F-FE20-45D2-9A21-6F27B6DEE7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2" name="Rectangle 28">
                <a:extLst>
                  <a:ext uri="{FF2B5EF4-FFF2-40B4-BE49-F238E27FC236}">
                    <a16:creationId xmlns:a16="http://schemas.microsoft.com/office/drawing/2014/main" id="{E6296672-5055-43EF-8C50-F99741CCADC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3" name="Rectangle 29">
                <a:extLst>
                  <a:ext uri="{FF2B5EF4-FFF2-40B4-BE49-F238E27FC236}">
                    <a16:creationId xmlns:a16="http://schemas.microsoft.com/office/drawing/2014/main" id="{9F789C90-FBCD-48B5-800E-4829555286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4" name="Rectangle 30">
                <a:extLst>
                  <a:ext uri="{FF2B5EF4-FFF2-40B4-BE49-F238E27FC236}">
                    <a16:creationId xmlns:a16="http://schemas.microsoft.com/office/drawing/2014/main" id="{DDF49BA7-3A02-4020-A1E4-11270C6862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6A8B488-F73F-46BA-AAC6-FAAE1D26CA95}"/>
                </a:ext>
              </a:extLst>
            </p:cNvPr>
            <p:cNvGrpSpPr/>
            <p:nvPr/>
          </p:nvGrpSpPr>
          <p:grpSpPr>
            <a:xfrm>
              <a:off x="354110" y="2352251"/>
              <a:ext cx="11480604" cy="108822"/>
              <a:chOff x="354110" y="2358964"/>
              <a:chExt cx="11480604" cy="108822"/>
            </a:xfrm>
            <a:grpFill/>
          </p:grpSpPr>
          <p:sp>
            <p:nvSpPr>
              <p:cNvPr id="233" name="Rectangle 32">
                <a:extLst>
                  <a:ext uri="{FF2B5EF4-FFF2-40B4-BE49-F238E27FC236}">
                    <a16:creationId xmlns:a16="http://schemas.microsoft.com/office/drawing/2014/main" id="{B4B13D94-DCE1-468B-AF50-848FB46E49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4" name="Rectangle 33">
                <a:extLst>
                  <a:ext uri="{FF2B5EF4-FFF2-40B4-BE49-F238E27FC236}">
                    <a16:creationId xmlns:a16="http://schemas.microsoft.com/office/drawing/2014/main" id="{D42897BB-EFBB-4C3E-B7D8-39558C9973F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5" name="Rectangle 34">
                <a:extLst>
                  <a:ext uri="{FF2B5EF4-FFF2-40B4-BE49-F238E27FC236}">
                    <a16:creationId xmlns:a16="http://schemas.microsoft.com/office/drawing/2014/main" id="{4FAE9ED1-B75E-4074-8A29-538EBAC751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6" name="Rectangle 35">
                <a:extLst>
                  <a:ext uri="{FF2B5EF4-FFF2-40B4-BE49-F238E27FC236}">
                    <a16:creationId xmlns:a16="http://schemas.microsoft.com/office/drawing/2014/main" id="{04AF33C2-82DD-4449-B5ED-C6E11A9176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7" name="Rectangle 36">
                <a:extLst>
                  <a:ext uri="{FF2B5EF4-FFF2-40B4-BE49-F238E27FC236}">
                    <a16:creationId xmlns:a16="http://schemas.microsoft.com/office/drawing/2014/main" id="{A402AA2F-3566-4F90-A3D7-2F6ACC0596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8" name="Rectangle 37">
                <a:extLst>
                  <a:ext uri="{FF2B5EF4-FFF2-40B4-BE49-F238E27FC236}">
                    <a16:creationId xmlns:a16="http://schemas.microsoft.com/office/drawing/2014/main" id="{12257C74-8FE2-4A5A-AE7D-4253FD48B2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9" name="Rectangle 38">
                <a:extLst>
                  <a:ext uri="{FF2B5EF4-FFF2-40B4-BE49-F238E27FC236}">
                    <a16:creationId xmlns:a16="http://schemas.microsoft.com/office/drawing/2014/main" id="{EDCCE78B-73E1-4347-A0AB-893F31DE0D7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0" name="Rectangle 39">
                <a:extLst>
                  <a:ext uri="{FF2B5EF4-FFF2-40B4-BE49-F238E27FC236}">
                    <a16:creationId xmlns:a16="http://schemas.microsoft.com/office/drawing/2014/main" id="{71A20C81-1914-4715-86F6-FC2A3887F21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1" name="Rectangle 40">
                <a:extLst>
                  <a:ext uri="{FF2B5EF4-FFF2-40B4-BE49-F238E27FC236}">
                    <a16:creationId xmlns:a16="http://schemas.microsoft.com/office/drawing/2014/main" id="{30EB0F8B-2241-4BB6-B10C-10150726F1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2" name="Rectangle 41">
                <a:extLst>
                  <a:ext uri="{FF2B5EF4-FFF2-40B4-BE49-F238E27FC236}">
                    <a16:creationId xmlns:a16="http://schemas.microsoft.com/office/drawing/2014/main" id="{93DC7C70-8C17-43A4-9F9B-0C24A1A8816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3" name="Rectangle 42">
                <a:extLst>
                  <a:ext uri="{FF2B5EF4-FFF2-40B4-BE49-F238E27FC236}">
                    <a16:creationId xmlns:a16="http://schemas.microsoft.com/office/drawing/2014/main" id="{700DA9A2-C7ED-46FB-B7ED-912E60E910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4" name="Rectangle 43">
                <a:extLst>
                  <a:ext uri="{FF2B5EF4-FFF2-40B4-BE49-F238E27FC236}">
                    <a16:creationId xmlns:a16="http://schemas.microsoft.com/office/drawing/2014/main" id="{23993B3F-B1E2-4626-915E-30EA0C27114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5" name="Rectangle 44">
                <a:extLst>
                  <a:ext uri="{FF2B5EF4-FFF2-40B4-BE49-F238E27FC236}">
                    <a16:creationId xmlns:a16="http://schemas.microsoft.com/office/drawing/2014/main" id="{70A847F2-326C-4A11-90C5-5A5E3BC0062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6" name="Rectangle 45">
                <a:extLst>
                  <a:ext uri="{FF2B5EF4-FFF2-40B4-BE49-F238E27FC236}">
                    <a16:creationId xmlns:a16="http://schemas.microsoft.com/office/drawing/2014/main" id="{D050CF34-CB80-475B-86F9-30114A7E61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7" name="Rectangle 46">
                <a:extLst>
                  <a:ext uri="{FF2B5EF4-FFF2-40B4-BE49-F238E27FC236}">
                    <a16:creationId xmlns:a16="http://schemas.microsoft.com/office/drawing/2014/main" id="{72F7682D-8B8B-4827-9F84-5A883F2575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8" name="Rectangle 47">
                <a:extLst>
                  <a:ext uri="{FF2B5EF4-FFF2-40B4-BE49-F238E27FC236}">
                    <a16:creationId xmlns:a16="http://schemas.microsoft.com/office/drawing/2014/main" id="{096B96DB-AD07-4F59-8D81-878896D609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9" name="Rectangle 48">
                <a:extLst>
                  <a:ext uri="{FF2B5EF4-FFF2-40B4-BE49-F238E27FC236}">
                    <a16:creationId xmlns:a16="http://schemas.microsoft.com/office/drawing/2014/main" id="{8B2388B0-7437-4F3C-B5AF-A99838656D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0" name="Rectangle 49">
                <a:extLst>
                  <a:ext uri="{FF2B5EF4-FFF2-40B4-BE49-F238E27FC236}">
                    <a16:creationId xmlns:a16="http://schemas.microsoft.com/office/drawing/2014/main" id="{FBE62A09-5F6A-4BC0-9413-4B7222385A0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1" name="Rectangle 50">
                <a:extLst>
                  <a:ext uri="{FF2B5EF4-FFF2-40B4-BE49-F238E27FC236}">
                    <a16:creationId xmlns:a16="http://schemas.microsoft.com/office/drawing/2014/main" id="{FD4120A0-F176-4CF5-BD30-0A467CCD63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2" name="Rectangle 51">
                <a:extLst>
                  <a:ext uri="{FF2B5EF4-FFF2-40B4-BE49-F238E27FC236}">
                    <a16:creationId xmlns:a16="http://schemas.microsoft.com/office/drawing/2014/main" id="{8075DBF6-9812-49E0-8973-F29DF46219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3" name="Rectangle 52">
                <a:extLst>
                  <a:ext uri="{FF2B5EF4-FFF2-40B4-BE49-F238E27FC236}">
                    <a16:creationId xmlns:a16="http://schemas.microsoft.com/office/drawing/2014/main" id="{55CA37AD-A3E1-4489-9138-C3852B352A1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4" name="Rectangle 53">
                <a:extLst>
                  <a:ext uri="{FF2B5EF4-FFF2-40B4-BE49-F238E27FC236}">
                    <a16:creationId xmlns:a16="http://schemas.microsoft.com/office/drawing/2014/main" id="{C88268CA-A454-432A-BBC6-F3C2F2736E0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5" name="Rectangle 54">
                <a:extLst>
                  <a:ext uri="{FF2B5EF4-FFF2-40B4-BE49-F238E27FC236}">
                    <a16:creationId xmlns:a16="http://schemas.microsoft.com/office/drawing/2014/main" id="{3EA71045-4C26-49CD-944A-9D37A7B686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6" name="Rectangle 55">
                <a:extLst>
                  <a:ext uri="{FF2B5EF4-FFF2-40B4-BE49-F238E27FC236}">
                    <a16:creationId xmlns:a16="http://schemas.microsoft.com/office/drawing/2014/main" id="{4CA66C44-3E69-4CC0-BE3E-5099678F39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7" name="Rectangle 56">
                <a:extLst>
                  <a:ext uri="{FF2B5EF4-FFF2-40B4-BE49-F238E27FC236}">
                    <a16:creationId xmlns:a16="http://schemas.microsoft.com/office/drawing/2014/main" id="{DBCD939E-7346-4FE8-9A9E-3196A16340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8" name="Rectangle 57">
                <a:extLst>
                  <a:ext uri="{FF2B5EF4-FFF2-40B4-BE49-F238E27FC236}">
                    <a16:creationId xmlns:a16="http://schemas.microsoft.com/office/drawing/2014/main" id="{2048A8D9-1609-4979-9E04-CE3C740052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518EF978-EC3B-4512-9384-D9CDBEA6D3B0}"/>
                </a:ext>
              </a:extLst>
            </p:cNvPr>
            <p:cNvGrpSpPr/>
            <p:nvPr/>
          </p:nvGrpSpPr>
          <p:grpSpPr>
            <a:xfrm>
              <a:off x="354110" y="2857795"/>
              <a:ext cx="11480604" cy="109990"/>
              <a:chOff x="354110" y="2866188"/>
              <a:chExt cx="11480604" cy="109990"/>
            </a:xfrm>
            <a:grpFill/>
          </p:grpSpPr>
          <p:sp>
            <p:nvSpPr>
              <p:cNvPr id="207" name="Rectangle 59">
                <a:extLst>
                  <a:ext uri="{FF2B5EF4-FFF2-40B4-BE49-F238E27FC236}">
                    <a16:creationId xmlns:a16="http://schemas.microsoft.com/office/drawing/2014/main" id="{1CDD4CCD-B616-436B-A3FD-F9E6416D616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8" name="Rectangle 60">
                <a:extLst>
                  <a:ext uri="{FF2B5EF4-FFF2-40B4-BE49-F238E27FC236}">
                    <a16:creationId xmlns:a16="http://schemas.microsoft.com/office/drawing/2014/main" id="{C714A79D-593F-4D51-9527-0F7D446701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9" name="Rectangle 61">
                <a:extLst>
                  <a:ext uri="{FF2B5EF4-FFF2-40B4-BE49-F238E27FC236}">
                    <a16:creationId xmlns:a16="http://schemas.microsoft.com/office/drawing/2014/main" id="{E7C7988F-856E-46FD-8950-CCDDDA38CF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0" name="Rectangle 62">
                <a:extLst>
                  <a:ext uri="{FF2B5EF4-FFF2-40B4-BE49-F238E27FC236}">
                    <a16:creationId xmlns:a16="http://schemas.microsoft.com/office/drawing/2014/main" id="{6A604DC1-6DD7-4A5F-939D-B7E3D6B445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1" name="Rectangle 63">
                <a:extLst>
                  <a:ext uri="{FF2B5EF4-FFF2-40B4-BE49-F238E27FC236}">
                    <a16:creationId xmlns:a16="http://schemas.microsoft.com/office/drawing/2014/main" id="{5E841B6F-400E-43A2-BA9E-713E1210E2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2" name="Rectangle 64">
                <a:extLst>
                  <a:ext uri="{FF2B5EF4-FFF2-40B4-BE49-F238E27FC236}">
                    <a16:creationId xmlns:a16="http://schemas.microsoft.com/office/drawing/2014/main" id="{EB3556E4-BBFF-4497-86CB-E08210DD43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3" name="Rectangle 65">
                <a:extLst>
                  <a:ext uri="{FF2B5EF4-FFF2-40B4-BE49-F238E27FC236}">
                    <a16:creationId xmlns:a16="http://schemas.microsoft.com/office/drawing/2014/main" id="{4ED49176-4A95-47F2-9609-F517D91CE5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4" name="Rectangle 66">
                <a:extLst>
                  <a:ext uri="{FF2B5EF4-FFF2-40B4-BE49-F238E27FC236}">
                    <a16:creationId xmlns:a16="http://schemas.microsoft.com/office/drawing/2014/main" id="{C285A21A-D02C-4E2C-9129-0E4FD14398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5" name="Rectangle 67">
                <a:extLst>
                  <a:ext uri="{FF2B5EF4-FFF2-40B4-BE49-F238E27FC236}">
                    <a16:creationId xmlns:a16="http://schemas.microsoft.com/office/drawing/2014/main" id="{0FAC70C0-5E77-440D-AA2C-C5F3A3CEC69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6" name="Rectangle 68">
                <a:extLst>
                  <a:ext uri="{FF2B5EF4-FFF2-40B4-BE49-F238E27FC236}">
                    <a16:creationId xmlns:a16="http://schemas.microsoft.com/office/drawing/2014/main" id="{5463B017-838F-413D-8764-821503622A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7" name="Rectangle 69">
                <a:extLst>
                  <a:ext uri="{FF2B5EF4-FFF2-40B4-BE49-F238E27FC236}">
                    <a16:creationId xmlns:a16="http://schemas.microsoft.com/office/drawing/2014/main" id="{D1A17899-795E-470F-B52B-0EE1A5143D8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8" name="Rectangle 70">
                <a:extLst>
                  <a:ext uri="{FF2B5EF4-FFF2-40B4-BE49-F238E27FC236}">
                    <a16:creationId xmlns:a16="http://schemas.microsoft.com/office/drawing/2014/main" id="{BFA98CD7-C296-4FF8-AEA4-137B730DF3A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9" name="Rectangle 71">
                <a:extLst>
                  <a:ext uri="{FF2B5EF4-FFF2-40B4-BE49-F238E27FC236}">
                    <a16:creationId xmlns:a16="http://schemas.microsoft.com/office/drawing/2014/main" id="{9F11BA7F-A440-4A5A-9145-C2CBF5DAF0D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0" name="Rectangle 72">
                <a:extLst>
                  <a:ext uri="{FF2B5EF4-FFF2-40B4-BE49-F238E27FC236}">
                    <a16:creationId xmlns:a16="http://schemas.microsoft.com/office/drawing/2014/main" id="{D21FFF55-7EAD-40FA-9864-F5B8971D14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1" name="Rectangle 73">
                <a:extLst>
                  <a:ext uri="{FF2B5EF4-FFF2-40B4-BE49-F238E27FC236}">
                    <a16:creationId xmlns:a16="http://schemas.microsoft.com/office/drawing/2014/main" id="{30F55C85-4BDF-4A1A-A90A-C676A91173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2" name="Rectangle 74">
                <a:extLst>
                  <a:ext uri="{FF2B5EF4-FFF2-40B4-BE49-F238E27FC236}">
                    <a16:creationId xmlns:a16="http://schemas.microsoft.com/office/drawing/2014/main" id="{CD376222-CE2E-460E-A86D-CEEFFC77F8C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3" name="Rectangle 75">
                <a:extLst>
                  <a:ext uri="{FF2B5EF4-FFF2-40B4-BE49-F238E27FC236}">
                    <a16:creationId xmlns:a16="http://schemas.microsoft.com/office/drawing/2014/main" id="{D9F6E244-E70D-4E98-BE65-616D29AD4D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4" name="Rectangle 76">
                <a:extLst>
                  <a:ext uri="{FF2B5EF4-FFF2-40B4-BE49-F238E27FC236}">
                    <a16:creationId xmlns:a16="http://schemas.microsoft.com/office/drawing/2014/main" id="{E3B75F8F-57C0-4AD6-92A4-826B4281F4A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5" name="Rectangle 77">
                <a:extLst>
                  <a:ext uri="{FF2B5EF4-FFF2-40B4-BE49-F238E27FC236}">
                    <a16:creationId xmlns:a16="http://schemas.microsoft.com/office/drawing/2014/main" id="{A535E84C-3ECC-4B95-9FA9-A4AD23F2F27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6" name="Rectangle 78">
                <a:extLst>
                  <a:ext uri="{FF2B5EF4-FFF2-40B4-BE49-F238E27FC236}">
                    <a16:creationId xmlns:a16="http://schemas.microsoft.com/office/drawing/2014/main" id="{B36D8AB3-727A-44D7-B945-11021E7E56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7" name="Rectangle 79">
                <a:extLst>
                  <a:ext uri="{FF2B5EF4-FFF2-40B4-BE49-F238E27FC236}">
                    <a16:creationId xmlns:a16="http://schemas.microsoft.com/office/drawing/2014/main" id="{D97F58A0-5D6C-414B-81E1-932E36D87F8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8" name="Rectangle 80">
                <a:extLst>
                  <a:ext uri="{FF2B5EF4-FFF2-40B4-BE49-F238E27FC236}">
                    <a16:creationId xmlns:a16="http://schemas.microsoft.com/office/drawing/2014/main" id="{34645A3A-2DF2-467B-ADEC-66C2680074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9" name="Rectangle 81">
                <a:extLst>
                  <a:ext uri="{FF2B5EF4-FFF2-40B4-BE49-F238E27FC236}">
                    <a16:creationId xmlns:a16="http://schemas.microsoft.com/office/drawing/2014/main" id="{2991A0D8-2D5D-4B08-9704-9BFB93B162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0" name="Rectangle 82">
                <a:extLst>
                  <a:ext uri="{FF2B5EF4-FFF2-40B4-BE49-F238E27FC236}">
                    <a16:creationId xmlns:a16="http://schemas.microsoft.com/office/drawing/2014/main" id="{7128A5D3-8A8E-4A5B-ACA1-5A01DEAE2F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1" name="Rectangle 83">
                <a:extLst>
                  <a:ext uri="{FF2B5EF4-FFF2-40B4-BE49-F238E27FC236}">
                    <a16:creationId xmlns:a16="http://schemas.microsoft.com/office/drawing/2014/main" id="{D017036E-3A97-4D6A-AA9F-AA9B8E3E0E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2" name="Rectangle 84">
                <a:extLst>
                  <a:ext uri="{FF2B5EF4-FFF2-40B4-BE49-F238E27FC236}">
                    <a16:creationId xmlns:a16="http://schemas.microsoft.com/office/drawing/2014/main" id="{5BCCE486-20E6-47E4-96AF-5AFB021736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906BB728-4849-4082-9FF0-0EA3AABEBCF4}"/>
                </a:ext>
              </a:extLst>
            </p:cNvPr>
            <p:cNvGrpSpPr/>
            <p:nvPr/>
          </p:nvGrpSpPr>
          <p:grpSpPr>
            <a:xfrm>
              <a:off x="354110" y="3364507"/>
              <a:ext cx="11480604" cy="109990"/>
              <a:chOff x="354110" y="3364062"/>
              <a:chExt cx="11480604" cy="109990"/>
            </a:xfrm>
            <a:grpFill/>
          </p:grpSpPr>
          <p:sp>
            <p:nvSpPr>
              <p:cNvPr id="181" name="Rectangle 5">
                <a:extLst>
                  <a:ext uri="{FF2B5EF4-FFF2-40B4-BE49-F238E27FC236}">
                    <a16:creationId xmlns:a16="http://schemas.microsoft.com/office/drawing/2014/main" id="{AC28E286-CB3B-41B8-9829-2A09FD0F1C4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2" name="Rectangle 6">
                <a:extLst>
                  <a:ext uri="{FF2B5EF4-FFF2-40B4-BE49-F238E27FC236}">
                    <a16:creationId xmlns:a16="http://schemas.microsoft.com/office/drawing/2014/main" id="{A6CBC9BD-AE25-437A-9246-679B5C4DB8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3" name="Rectangle 7">
                <a:extLst>
                  <a:ext uri="{FF2B5EF4-FFF2-40B4-BE49-F238E27FC236}">
                    <a16:creationId xmlns:a16="http://schemas.microsoft.com/office/drawing/2014/main" id="{BDB3BE91-D24B-44FB-A0BE-35ABBB2313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4" name="Rectangle 8">
                <a:extLst>
                  <a:ext uri="{FF2B5EF4-FFF2-40B4-BE49-F238E27FC236}">
                    <a16:creationId xmlns:a16="http://schemas.microsoft.com/office/drawing/2014/main" id="{02BF76EB-C07C-40D8-ABF9-14A0E81337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5" name="Rectangle 9">
                <a:extLst>
                  <a:ext uri="{FF2B5EF4-FFF2-40B4-BE49-F238E27FC236}">
                    <a16:creationId xmlns:a16="http://schemas.microsoft.com/office/drawing/2014/main" id="{FC0AC496-1F3F-4359-904E-5527E0BAD7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6" name="Rectangle 10">
                <a:extLst>
                  <a:ext uri="{FF2B5EF4-FFF2-40B4-BE49-F238E27FC236}">
                    <a16:creationId xmlns:a16="http://schemas.microsoft.com/office/drawing/2014/main" id="{67A5809D-4B79-4E2A-8B9D-C29BBE187D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7" name="Rectangle 11">
                <a:extLst>
                  <a:ext uri="{FF2B5EF4-FFF2-40B4-BE49-F238E27FC236}">
                    <a16:creationId xmlns:a16="http://schemas.microsoft.com/office/drawing/2014/main" id="{5FA8A205-5CFE-4939-86AC-E0D585AB22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8" name="Rectangle 12">
                <a:extLst>
                  <a:ext uri="{FF2B5EF4-FFF2-40B4-BE49-F238E27FC236}">
                    <a16:creationId xmlns:a16="http://schemas.microsoft.com/office/drawing/2014/main" id="{553F272B-5533-4FB6-A9F0-875A21EC046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9" name="Rectangle 13">
                <a:extLst>
                  <a:ext uri="{FF2B5EF4-FFF2-40B4-BE49-F238E27FC236}">
                    <a16:creationId xmlns:a16="http://schemas.microsoft.com/office/drawing/2014/main" id="{187F64CB-DEFF-42C8-A80D-BF5D20C7E7B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0" name="Rectangle 14">
                <a:extLst>
                  <a:ext uri="{FF2B5EF4-FFF2-40B4-BE49-F238E27FC236}">
                    <a16:creationId xmlns:a16="http://schemas.microsoft.com/office/drawing/2014/main" id="{D8A81EE6-EC79-451C-8888-B85838267D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1" name="Rectangle 15">
                <a:extLst>
                  <a:ext uri="{FF2B5EF4-FFF2-40B4-BE49-F238E27FC236}">
                    <a16:creationId xmlns:a16="http://schemas.microsoft.com/office/drawing/2014/main" id="{2F75E8FE-AE95-4C7F-8BE5-50A035B1B1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2" name="Rectangle 16">
                <a:extLst>
                  <a:ext uri="{FF2B5EF4-FFF2-40B4-BE49-F238E27FC236}">
                    <a16:creationId xmlns:a16="http://schemas.microsoft.com/office/drawing/2014/main" id="{521C11C5-735B-4510-A6D4-19E2849558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3" name="Rectangle 17">
                <a:extLst>
                  <a:ext uri="{FF2B5EF4-FFF2-40B4-BE49-F238E27FC236}">
                    <a16:creationId xmlns:a16="http://schemas.microsoft.com/office/drawing/2014/main" id="{DE053974-1CFB-4C67-9102-E4BA82742CC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4" name="Rectangle 18">
                <a:extLst>
                  <a:ext uri="{FF2B5EF4-FFF2-40B4-BE49-F238E27FC236}">
                    <a16:creationId xmlns:a16="http://schemas.microsoft.com/office/drawing/2014/main" id="{00A33D5E-F49C-4A86-B377-B3598B7EF79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5" name="Rectangle 19">
                <a:extLst>
                  <a:ext uri="{FF2B5EF4-FFF2-40B4-BE49-F238E27FC236}">
                    <a16:creationId xmlns:a16="http://schemas.microsoft.com/office/drawing/2014/main" id="{7B19912A-F019-49AD-A23F-B9B6F8E598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6" name="Rectangle 20">
                <a:extLst>
                  <a:ext uri="{FF2B5EF4-FFF2-40B4-BE49-F238E27FC236}">
                    <a16:creationId xmlns:a16="http://schemas.microsoft.com/office/drawing/2014/main" id="{0EDE0526-CBA2-4A01-9D59-24F0B138B6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7" name="Rectangle 21">
                <a:extLst>
                  <a:ext uri="{FF2B5EF4-FFF2-40B4-BE49-F238E27FC236}">
                    <a16:creationId xmlns:a16="http://schemas.microsoft.com/office/drawing/2014/main" id="{5E66E413-A492-40ED-BCC5-F23480C017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8" name="Rectangle 22">
                <a:extLst>
                  <a:ext uri="{FF2B5EF4-FFF2-40B4-BE49-F238E27FC236}">
                    <a16:creationId xmlns:a16="http://schemas.microsoft.com/office/drawing/2014/main" id="{6FCFA5F2-AFE6-49D8-BE15-40E90D43FF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9" name="Rectangle 23">
                <a:extLst>
                  <a:ext uri="{FF2B5EF4-FFF2-40B4-BE49-F238E27FC236}">
                    <a16:creationId xmlns:a16="http://schemas.microsoft.com/office/drawing/2014/main" id="{AD7A4E43-F44A-43CF-A9D7-BA4D8B2B2F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0" name="Rectangle 24">
                <a:extLst>
                  <a:ext uri="{FF2B5EF4-FFF2-40B4-BE49-F238E27FC236}">
                    <a16:creationId xmlns:a16="http://schemas.microsoft.com/office/drawing/2014/main" id="{FC2E67AB-58DA-4BCF-81D2-0040BBD962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1" name="Rectangle 25">
                <a:extLst>
                  <a:ext uri="{FF2B5EF4-FFF2-40B4-BE49-F238E27FC236}">
                    <a16:creationId xmlns:a16="http://schemas.microsoft.com/office/drawing/2014/main" id="{C99A6A98-815A-4877-8FE9-06C0CB7E14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2" name="Rectangle 26">
                <a:extLst>
                  <a:ext uri="{FF2B5EF4-FFF2-40B4-BE49-F238E27FC236}">
                    <a16:creationId xmlns:a16="http://schemas.microsoft.com/office/drawing/2014/main" id="{C64F5A0E-D9C8-4999-8349-EA4D5F6ACF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3" name="Rectangle 27">
                <a:extLst>
                  <a:ext uri="{FF2B5EF4-FFF2-40B4-BE49-F238E27FC236}">
                    <a16:creationId xmlns:a16="http://schemas.microsoft.com/office/drawing/2014/main" id="{6935F975-0CC7-414B-9F9C-44875EF3FC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4" name="Rectangle 28">
                <a:extLst>
                  <a:ext uri="{FF2B5EF4-FFF2-40B4-BE49-F238E27FC236}">
                    <a16:creationId xmlns:a16="http://schemas.microsoft.com/office/drawing/2014/main" id="{21DEE8DA-7AB4-4341-BEF7-E8343A7BDF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5" name="Rectangle 29">
                <a:extLst>
                  <a:ext uri="{FF2B5EF4-FFF2-40B4-BE49-F238E27FC236}">
                    <a16:creationId xmlns:a16="http://schemas.microsoft.com/office/drawing/2014/main" id="{AF4FCF43-3009-4229-89F8-D62F91C9267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6" name="Rectangle 30">
                <a:extLst>
                  <a:ext uri="{FF2B5EF4-FFF2-40B4-BE49-F238E27FC236}">
                    <a16:creationId xmlns:a16="http://schemas.microsoft.com/office/drawing/2014/main" id="{21EAAE8A-F99B-4A0B-8E7D-566273D5E9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9899924C-8D1C-46B4-9F38-88AD7EA3A211}"/>
                </a:ext>
              </a:extLst>
            </p:cNvPr>
            <p:cNvGrpSpPr/>
            <p:nvPr/>
          </p:nvGrpSpPr>
          <p:grpSpPr>
            <a:xfrm>
              <a:off x="354110" y="3871219"/>
              <a:ext cx="11480604" cy="108822"/>
              <a:chOff x="354110" y="3872454"/>
              <a:chExt cx="11480604" cy="108822"/>
            </a:xfrm>
            <a:grpFill/>
          </p:grpSpPr>
          <p:sp>
            <p:nvSpPr>
              <p:cNvPr id="155" name="Rectangle 32">
                <a:extLst>
                  <a:ext uri="{FF2B5EF4-FFF2-40B4-BE49-F238E27FC236}">
                    <a16:creationId xmlns:a16="http://schemas.microsoft.com/office/drawing/2014/main" id="{FD0840A3-FF5F-4E9F-AAB6-948A5E4EC0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6" name="Rectangle 33">
                <a:extLst>
                  <a:ext uri="{FF2B5EF4-FFF2-40B4-BE49-F238E27FC236}">
                    <a16:creationId xmlns:a16="http://schemas.microsoft.com/office/drawing/2014/main" id="{F50A1B14-0F67-4FC2-88F7-3BE9E0EB2D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7" name="Rectangle 34">
                <a:extLst>
                  <a:ext uri="{FF2B5EF4-FFF2-40B4-BE49-F238E27FC236}">
                    <a16:creationId xmlns:a16="http://schemas.microsoft.com/office/drawing/2014/main" id="{0081421C-B014-4BA9-9B01-C495814F14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8" name="Rectangle 35">
                <a:extLst>
                  <a:ext uri="{FF2B5EF4-FFF2-40B4-BE49-F238E27FC236}">
                    <a16:creationId xmlns:a16="http://schemas.microsoft.com/office/drawing/2014/main" id="{F2F01CCA-56ED-486D-8B82-39DC92A848E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9" name="Rectangle 36">
                <a:extLst>
                  <a:ext uri="{FF2B5EF4-FFF2-40B4-BE49-F238E27FC236}">
                    <a16:creationId xmlns:a16="http://schemas.microsoft.com/office/drawing/2014/main" id="{D80D4491-E5C9-4C50-81FD-6FC11F9488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0" name="Rectangle 37">
                <a:extLst>
                  <a:ext uri="{FF2B5EF4-FFF2-40B4-BE49-F238E27FC236}">
                    <a16:creationId xmlns:a16="http://schemas.microsoft.com/office/drawing/2014/main" id="{FEC9B9BF-B893-41BF-B931-31F1750D89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1" name="Rectangle 38">
                <a:extLst>
                  <a:ext uri="{FF2B5EF4-FFF2-40B4-BE49-F238E27FC236}">
                    <a16:creationId xmlns:a16="http://schemas.microsoft.com/office/drawing/2014/main" id="{3CAD1EA0-31D2-4388-AC66-BE422B6142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2" name="Rectangle 39">
                <a:extLst>
                  <a:ext uri="{FF2B5EF4-FFF2-40B4-BE49-F238E27FC236}">
                    <a16:creationId xmlns:a16="http://schemas.microsoft.com/office/drawing/2014/main" id="{992B7398-2CE5-4B74-B42B-0E4E9FA210C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3" name="Rectangle 40">
                <a:extLst>
                  <a:ext uri="{FF2B5EF4-FFF2-40B4-BE49-F238E27FC236}">
                    <a16:creationId xmlns:a16="http://schemas.microsoft.com/office/drawing/2014/main" id="{2AC042C8-974E-43A8-B1AB-D62435FE96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4" name="Rectangle 41">
                <a:extLst>
                  <a:ext uri="{FF2B5EF4-FFF2-40B4-BE49-F238E27FC236}">
                    <a16:creationId xmlns:a16="http://schemas.microsoft.com/office/drawing/2014/main" id="{2D6F1AB9-6712-4B85-8932-7F5F1BCFDA3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5" name="Rectangle 42">
                <a:extLst>
                  <a:ext uri="{FF2B5EF4-FFF2-40B4-BE49-F238E27FC236}">
                    <a16:creationId xmlns:a16="http://schemas.microsoft.com/office/drawing/2014/main" id="{80DC2507-35DC-491B-8CB6-90312B184E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6" name="Rectangle 43">
                <a:extLst>
                  <a:ext uri="{FF2B5EF4-FFF2-40B4-BE49-F238E27FC236}">
                    <a16:creationId xmlns:a16="http://schemas.microsoft.com/office/drawing/2014/main" id="{778102A0-D658-43A1-846D-9B9E4B9AE1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7" name="Rectangle 44">
                <a:extLst>
                  <a:ext uri="{FF2B5EF4-FFF2-40B4-BE49-F238E27FC236}">
                    <a16:creationId xmlns:a16="http://schemas.microsoft.com/office/drawing/2014/main" id="{0532E36E-F8F7-4121-80C1-216501C391E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8" name="Rectangle 45">
                <a:extLst>
                  <a:ext uri="{FF2B5EF4-FFF2-40B4-BE49-F238E27FC236}">
                    <a16:creationId xmlns:a16="http://schemas.microsoft.com/office/drawing/2014/main" id="{EBD0C1A7-E07E-492D-A5B7-899D81C3591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9" name="Rectangle 46">
                <a:extLst>
                  <a:ext uri="{FF2B5EF4-FFF2-40B4-BE49-F238E27FC236}">
                    <a16:creationId xmlns:a16="http://schemas.microsoft.com/office/drawing/2014/main" id="{FF89631E-3434-468A-BE5A-16772FE2F3D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0" name="Rectangle 47">
                <a:extLst>
                  <a:ext uri="{FF2B5EF4-FFF2-40B4-BE49-F238E27FC236}">
                    <a16:creationId xmlns:a16="http://schemas.microsoft.com/office/drawing/2014/main" id="{C379EE06-9745-42DA-BBC1-A082CA50FB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1" name="Rectangle 48">
                <a:extLst>
                  <a:ext uri="{FF2B5EF4-FFF2-40B4-BE49-F238E27FC236}">
                    <a16:creationId xmlns:a16="http://schemas.microsoft.com/office/drawing/2014/main" id="{06184212-6301-4320-A25C-8350DB2579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2" name="Rectangle 49">
                <a:extLst>
                  <a:ext uri="{FF2B5EF4-FFF2-40B4-BE49-F238E27FC236}">
                    <a16:creationId xmlns:a16="http://schemas.microsoft.com/office/drawing/2014/main" id="{D81215A9-8DA9-436E-BFD3-672FD476BE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3" name="Rectangle 50">
                <a:extLst>
                  <a:ext uri="{FF2B5EF4-FFF2-40B4-BE49-F238E27FC236}">
                    <a16:creationId xmlns:a16="http://schemas.microsoft.com/office/drawing/2014/main" id="{7F4705F9-3317-4397-B01E-644775B19C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4" name="Rectangle 51">
                <a:extLst>
                  <a:ext uri="{FF2B5EF4-FFF2-40B4-BE49-F238E27FC236}">
                    <a16:creationId xmlns:a16="http://schemas.microsoft.com/office/drawing/2014/main" id="{2857C00E-FADC-42AA-AA16-38A83D5AF73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5" name="Rectangle 52">
                <a:extLst>
                  <a:ext uri="{FF2B5EF4-FFF2-40B4-BE49-F238E27FC236}">
                    <a16:creationId xmlns:a16="http://schemas.microsoft.com/office/drawing/2014/main" id="{74EAC93D-EF3C-4092-B15E-15494A23FE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6" name="Rectangle 53">
                <a:extLst>
                  <a:ext uri="{FF2B5EF4-FFF2-40B4-BE49-F238E27FC236}">
                    <a16:creationId xmlns:a16="http://schemas.microsoft.com/office/drawing/2014/main" id="{5D3EEE91-37CE-4F2F-905E-D7AFCC6E45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7" name="Rectangle 54">
                <a:extLst>
                  <a:ext uri="{FF2B5EF4-FFF2-40B4-BE49-F238E27FC236}">
                    <a16:creationId xmlns:a16="http://schemas.microsoft.com/office/drawing/2014/main" id="{368F77C6-C453-499B-8B47-39BE1A310E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8" name="Rectangle 55">
                <a:extLst>
                  <a:ext uri="{FF2B5EF4-FFF2-40B4-BE49-F238E27FC236}">
                    <a16:creationId xmlns:a16="http://schemas.microsoft.com/office/drawing/2014/main" id="{4EB7C421-E508-4232-A011-40643DB79DC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9" name="Rectangle 56">
                <a:extLst>
                  <a:ext uri="{FF2B5EF4-FFF2-40B4-BE49-F238E27FC236}">
                    <a16:creationId xmlns:a16="http://schemas.microsoft.com/office/drawing/2014/main" id="{B7A7C2F9-930E-4B50-9AA3-47FE15F43A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0" name="Rectangle 57">
                <a:extLst>
                  <a:ext uri="{FF2B5EF4-FFF2-40B4-BE49-F238E27FC236}">
                    <a16:creationId xmlns:a16="http://schemas.microsoft.com/office/drawing/2014/main" id="{4ADCC0C0-6310-4ED1-A69B-CF3133EB55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8F8A1E95-3088-4CA0-BA17-9F2DBDABF9DB}"/>
                </a:ext>
              </a:extLst>
            </p:cNvPr>
            <p:cNvGrpSpPr/>
            <p:nvPr/>
          </p:nvGrpSpPr>
          <p:grpSpPr>
            <a:xfrm>
              <a:off x="354110" y="4376763"/>
              <a:ext cx="11480604" cy="109990"/>
              <a:chOff x="354110" y="4379678"/>
              <a:chExt cx="11480604" cy="109990"/>
            </a:xfrm>
            <a:grpFill/>
          </p:grpSpPr>
          <p:sp>
            <p:nvSpPr>
              <p:cNvPr id="129" name="Rectangle 59">
                <a:extLst>
                  <a:ext uri="{FF2B5EF4-FFF2-40B4-BE49-F238E27FC236}">
                    <a16:creationId xmlns:a16="http://schemas.microsoft.com/office/drawing/2014/main" id="{EFCB7559-FD17-472B-B7A1-3FFC63C8BCC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0" name="Rectangle 60">
                <a:extLst>
                  <a:ext uri="{FF2B5EF4-FFF2-40B4-BE49-F238E27FC236}">
                    <a16:creationId xmlns:a16="http://schemas.microsoft.com/office/drawing/2014/main" id="{2DA5B014-05A6-4DC4-A1AF-6B4B382336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1" name="Rectangle 61">
                <a:extLst>
                  <a:ext uri="{FF2B5EF4-FFF2-40B4-BE49-F238E27FC236}">
                    <a16:creationId xmlns:a16="http://schemas.microsoft.com/office/drawing/2014/main" id="{FEA4E4F7-8218-4E7C-9E87-224A643273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2" name="Rectangle 62">
                <a:extLst>
                  <a:ext uri="{FF2B5EF4-FFF2-40B4-BE49-F238E27FC236}">
                    <a16:creationId xmlns:a16="http://schemas.microsoft.com/office/drawing/2014/main" id="{A94D8FC5-1EBD-4EE3-98BE-790ADC20DB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3" name="Rectangle 63">
                <a:extLst>
                  <a:ext uri="{FF2B5EF4-FFF2-40B4-BE49-F238E27FC236}">
                    <a16:creationId xmlns:a16="http://schemas.microsoft.com/office/drawing/2014/main" id="{30D19DB9-4852-4829-8388-B6807A0BF6D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4" name="Rectangle 64">
                <a:extLst>
                  <a:ext uri="{FF2B5EF4-FFF2-40B4-BE49-F238E27FC236}">
                    <a16:creationId xmlns:a16="http://schemas.microsoft.com/office/drawing/2014/main" id="{084DC439-7F3A-4989-96B7-B29D496E65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5" name="Rectangle 65">
                <a:extLst>
                  <a:ext uri="{FF2B5EF4-FFF2-40B4-BE49-F238E27FC236}">
                    <a16:creationId xmlns:a16="http://schemas.microsoft.com/office/drawing/2014/main" id="{35EB4226-F03D-4819-A4CC-D42233D588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6" name="Rectangle 66">
                <a:extLst>
                  <a:ext uri="{FF2B5EF4-FFF2-40B4-BE49-F238E27FC236}">
                    <a16:creationId xmlns:a16="http://schemas.microsoft.com/office/drawing/2014/main" id="{E00FCAAA-AC7E-4B03-AD5E-74ABD97642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7" name="Rectangle 67">
                <a:extLst>
                  <a:ext uri="{FF2B5EF4-FFF2-40B4-BE49-F238E27FC236}">
                    <a16:creationId xmlns:a16="http://schemas.microsoft.com/office/drawing/2014/main" id="{7D3AA8CA-C2E8-4862-8F87-EFAEFBCFF0C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8" name="Rectangle 68">
                <a:extLst>
                  <a:ext uri="{FF2B5EF4-FFF2-40B4-BE49-F238E27FC236}">
                    <a16:creationId xmlns:a16="http://schemas.microsoft.com/office/drawing/2014/main" id="{217BE0BD-ECA6-4A6D-9864-90AF19AF30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9" name="Rectangle 69">
                <a:extLst>
                  <a:ext uri="{FF2B5EF4-FFF2-40B4-BE49-F238E27FC236}">
                    <a16:creationId xmlns:a16="http://schemas.microsoft.com/office/drawing/2014/main" id="{4367775C-E241-437A-90EC-7A4D13D422E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0" name="Rectangle 70">
                <a:extLst>
                  <a:ext uri="{FF2B5EF4-FFF2-40B4-BE49-F238E27FC236}">
                    <a16:creationId xmlns:a16="http://schemas.microsoft.com/office/drawing/2014/main" id="{45804E6D-FE13-4F7A-A02C-81ED1ACEAF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1" name="Rectangle 71">
                <a:extLst>
                  <a:ext uri="{FF2B5EF4-FFF2-40B4-BE49-F238E27FC236}">
                    <a16:creationId xmlns:a16="http://schemas.microsoft.com/office/drawing/2014/main" id="{A09F54AC-51E7-45A0-B639-BFEC5FE67C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2" name="Rectangle 72">
                <a:extLst>
                  <a:ext uri="{FF2B5EF4-FFF2-40B4-BE49-F238E27FC236}">
                    <a16:creationId xmlns:a16="http://schemas.microsoft.com/office/drawing/2014/main" id="{CA60C1A9-4AD0-4191-96A2-CC1DD32F6F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3" name="Rectangle 73">
                <a:extLst>
                  <a:ext uri="{FF2B5EF4-FFF2-40B4-BE49-F238E27FC236}">
                    <a16:creationId xmlns:a16="http://schemas.microsoft.com/office/drawing/2014/main" id="{9A28ED63-9408-4F16-A85E-E76BA9F9AD0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4" name="Rectangle 74">
                <a:extLst>
                  <a:ext uri="{FF2B5EF4-FFF2-40B4-BE49-F238E27FC236}">
                    <a16:creationId xmlns:a16="http://schemas.microsoft.com/office/drawing/2014/main" id="{8E63D1D1-CF92-468A-B012-24216CA08E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5" name="Rectangle 75">
                <a:extLst>
                  <a:ext uri="{FF2B5EF4-FFF2-40B4-BE49-F238E27FC236}">
                    <a16:creationId xmlns:a16="http://schemas.microsoft.com/office/drawing/2014/main" id="{8FC2CD59-128D-4D06-937E-4505D57D198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6" name="Rectangle 76">
                <a:extLst>
                  <a:ext uri="{FF2B5EF4-FFF2-40B4-BE49-F238E27FC236}">
                    <a16:creationId xmlns:a16="http://schemas.microsoft.com/office/drawing/2014/main" id="{B9A7B9E1-4CEE-41C8-A799-EE4B9AFCD0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7" name="Rectangle 77">
                <a:extLst>
                  <a:ext uri="{FF2B5EF4-FFF2-40B4-BE49-F238E27FC236}">
                    <a16:creationId xmlns:a16="http://schemas.microsoft.com/office/drawing/2014/main" id="{3C824F84-B682-4EA2-AFC1-D56DF71A0C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8" name="Rectangle 78">
                <a:extLst>
                  <a:ext uri="{FF2B5EF4-FFF2-40B4-BE49-F238E27FC236}">
                    <a16:creationId xmlns:a16="http://schemas.microsoft.com/office/drawing/2014/main" id="{154DDE76-05F9-405C-86DB-477B87DBB8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9" name="Rectangle 79">
                <a:extLst>
                  <a:ext uri="{FF2B5EF4-FFF2-40B4-BE49-F238E27FC236}">
                    <a16:creationId xmlns:a16="http://schemas.microsoft.com/office/drawing/2014/main" id="{28217A81-8951-475F-9F90-88B99F13D6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0" name="Rectangle 80">
                <a:extLst>
                  <a:ext uri="{FF2B5EF4-FFF2-40B4-BE49-F238E27FC236}">
                    <a16:creationId xmlns:a16="http://schemas.microsoft.com/office/drawing/2014/main" id="{DD226742-8914-401E-8D78-93F56B2E48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1" name="Rectangle 81">
                <a:extLst>
                  <a:ext uri="{FF2B5EF4-FFF2-40B4-BE49-F238E27FC236}">
                    <a16:creationId xmlns:a16="http://schemas.microsoft.com/office/drawing/2014/main" id="{B0E1AE86-33D6-4D1D-BC23-EA8A4AF1CFD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2" name="Rectangle 82">
                <a:extLst>
                  <a:ext uri="{FF2B5EF4-FFF2-40B4-BE49-F238E27FC236}">
                    <a16:creationId xmlns:a16="http://schemas.microsoft.com/office/drawing/2014/main" id="{CCA69695-3790-4A9F-9CC1-5EBCB1C96D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3" name="Rectangle 83">
                <a:extLst>
                  <a:ext uri="{FF2B5EF4-FFF2-40B4-BE49-F238E27FC236}">
                    <a16:creationId xmlns:a16="http://schemas.microsoft.com/office/drawing/2014/main" id="{E75DD56F-C446-4037-8A60-A6C1A44E8CF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4" name="Rectangle 84">
                <a:extLst>
                  <a:ext uri="{FF2B5EF4-FFF2-40B4-BE49-F238E27FC236}">
                    <a16:creationId xmlns:a16="http://schemas.microsoft.com/office/drawing/2014/main" id="{3658AAE9-4C55-47F2-9C83-497627EC28D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909F6D0B-FF49-4CC2-90DB-BE84FEA93E9F}"/>
                </a:ext>
              </a:extLst>
            </p:cNvPr>
            <p:cNvGrpSpPr/>
            <p:nvPr/>
          </p:nvGrpSpPr>
          <p:grpSpPr>
            <a:xfrm>
              <a:off x="354110" y="4883475"/>
              <a:ext cx="11480604" cy="109990"/>
              <a:chOff x="354110" y="4888062"/>
              <a:chExt cx="11480604" cy="109990"/>
            </a:xfrm>
            <a:grpFill/>
          </p:grpSpPr>
          <p:sp>
            <p:nvSpPr>
              <p:cNvPr id="103" name="Rectangle 5">
                <a:extLst>
                  <a:ext uri="{FF2B5EF4-FFF2-40B4-BE49-F238E27FC236}">
                    <a16:creationId xmlns:a16="http://schemas.microsoft.com/office/drawing/2014/main" id="{5B16BA60-1923-4CB8-AC58-3FA97E9782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4" name="Rectangle 6">
                <a:extLst>
                  <a:ext uri="{FF2B5EF4-FFF2-40B4-BE49-F238E27FC236}">
                    <a16:creationId xmlns:a16="http://schemas.microsoft.com/office/drawing/2014/main" id="{5472B612-6D9A-49B7-A1A5-EF7EBDCE08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5" name="Rectangle 7">
                <a:extLst>
                  <a:ext uri="{FF2B5EF4-FFF2-40B4-BE49-F238E27FC236}">
                    <a16:creationId xmlns:a16="http://schemas.microsoft.com/office/drawing/2014/main" id="{19A7F840-07E0-4852-B348-40D8EB6148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6" name="Rectangle 8">
                <a:extLst>
                  <a:ext uri="{FF2B5EF4-FFF2-40B4-BE49-F238E27FC236}">
                    <a16:creationId xmlns:a16="http://schemas.microsoft.com/office/drawing/2014/main" id="{F501C6E7-9683-4F5F-ADB4-D120A8CE23A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7" name="Rectangle 9">
                <a:extLst>
                  <a:ext uri="{FF2B5EF4-FFF2-40B4-BE49-F238E27FC236}">
                    <a16:creationId xmlns:a16="http://schemas.microsoft.com/office/drawing/2014/main" id="{6B0B292A-E263-45E9-8363-AB5BA07DC7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8" name="Rectangle 10">
                <a:extLst>
                  <a:ext uri="{FF2B5EF4-FFF2-40B4-BE49-F238E27FC236}">
                    <a16:creationId xmlns:a16="http://schemas.microsoft.com/office/drawing/2014/main" id="{F6D80E9D-A930-4211-B815-FA67CF10A5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9" name="Rectangle 11">
                <a:extLst>
                  <a:ext uri="{FF2B5EF4-FFF2-40B4-BE49-F238E27FC236}">
                    <a16:creationId xmlns:a16="http://schemas.microsoft.com/office/drawing/2014/main" id="{75CB23DF-89C3-4513-88A0-E31FACFB7D1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0" name="Rectangle 12">
                <a:extLst>
                  <a:ext uri="{FF2B5EF4-FFF2-40B4-BE49-F238E27FC236}">
                    <a16:creationId xmlns:a16="http://schemas.microsoft.com/office/drawing/2014/main" id="{792B94F3-12D9-42E8-91C9-DE5D158733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1" name="Rectangle 13">
                <a:extLst>
                  <a:ext uri="{FF2B5EF4-FFF2-40B4-BE49-F238E27FC236}">
                    <a16:creationId xmlns:a16="http://schemas.microsoft.com/office/drawing/2014/main" id="{F5C29CE0-8ED9-4F8F-B865-6A66D95AA6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2" name="Rectangle 14">
                <a:extLst>
                  <a:ext uri="{FF2B5EF4-FFF2-40B4-BE49-F238E27FC236}">
                    <a16:creationId xmlns:a16="http://schemas.microsoft.com/office/drawing/2014/main" id="{E1288316-CFF0-4D0C-A6EA-50B406EBF6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3" name="Rectangle 15">
                <a:extLst>
                  <a:ext uri="{FF2B5EF4-FFF2-40B4-BE49-F238E27FC236}">
                    <a16:creationId xmlns:a16="http://schemas.microsoft.com/office/drawing/2014/main" id="{4BF70EA3-0A87-40BD-94BF-76AAEC816C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4" name="Rectangle 16">
                <a:extLst>
                  <a:ext uri="{FF2B5EF4-FFF2-40B4-BE49-F238E27FC236}">
                    <a16:creationId xmlns:a16="http://schemas.microsoft.com/office/drawing/2014/main" id="{8AC49DAE-1800-40B4-908D-DACDDBFF21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5" name="Rectangle 17">
                <a:extLst>
                  <a:ext uri="{FF2B5EF4-FFF2-40B4-BE49-F238E27FC236}">
                    <a16:creationId xmlns:a16="http://schemas.microsoft.com/office/drawing/2014/main" id="{236BF9F5-A935-4DA3-A4A9-52DD30165B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6" name="Rectangle 18">
                <a:extLst>
                  <a:ext uri="{FF2B5EF4-FFF2-40B4-BE49-F238E27FC236}">
                    <a16:creationId xmlns:a16="http://schemas.microsoft.com/office/drawing/2014/main" id="{97FE846A-6C60-49BD-8759-77095BC247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7" name="Rectangle 19">
                <a:extLst>
                  <a:ext uri="{FF2B5EF4-FFF2-40B4-BE49-F238E27FC236}">
                    <a16:creationId xmlns:a16="http://schemas.microsoft.com/office/drawing/2014/main" id="{FA924FA8-FE97-40A1-852B-77A498A7C4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8" name="Rectangle 20">
                <a:extLst>
                  <a:ext uri="{FF2B5EF4-FFF2-40B4-BE49-F238E27FC236}">
                    <a16:creationId xmlns:a16="http://schemas.microsoft.com/office/drawing/2014/main" id="{3C593FAE-CE47-48A5-AC85-6174EAC0A2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9" name="Rectangle 21">
                <a:extLst>
                  <a:ext uri="{FF2B5EF4-FFF2-40B4-BE49-F238E27FC236}">
                    <a16:creationId xmlns:a16="http://schemas.microsoft.com/office/drawing/2014/main" id="{E2228A57-948E-4482-9E06-D9E725176D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0" name="Rectangle 22">
                <a:extLst>
                  <a:ext uri="{FF2B5EF4-FFF2-40B4-BE49-F238E27FC236}">
                    <a16:creationId xmlns:a16="http://schemas.microsoft.com/office/drawing/2014/main" id="{1EF13CFA-22CA-4C10-BE90-D5CC115A89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1" name="Rectangle 23">
                <a:extLst>
                  <a:ext uri="{FF2B5EF4-FFF2-40B4-BE49-F238E27FC236}">
                    <a16:creationId xmlns:a16="http://schemas.microsoft.com/office/drawing/2014/main" id="{0E8E90A3-1641-4E9B-A194-D5F117F9AEF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2" name="Rectangle 24">
                <a:extLst>
                  <a:ext uri="{FF2B5EF4-FFF2-40B4-BE49-F238E27FC236}">
                    <a16:creationId xmlns:a16="http://schemas.microsoft.com/office/drawing/2014/main" id="{A68EDFEF-E0D3-402A-9521-3DF38E4B8F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3" name="Rectangle 25">
                <a:extLst>
                  <a:ext uri="{FF2B5EF4-FFF2-40B4-BE49-F238E27FC236}">
                    <a16:creationId xmlns:a16="http://schemas.microsoft.com/office/drawing/2014/main" id="{CCF9D944-04E9-47A8-9177-AFC8A6780F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4" name="Rectangle 26">
                <a:extLst>
                  <a:ext uri="{FF2B5EF4-FFF2-40B4-BE49-F238E27FC236}">
                    <a16:creationId xmlns:a16="http://schemas.microsoft.com/office/drawing/2014/main" id="{ABDECE26-FC06-416E-A783-A77B3FFA3AF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5" name="Rectangle 27">
                <a:extLst>
                  <a:ext uri="{FF2B5EF4-FFF2-40B4-BE49-F238E27FC236}">
                    <a16:creationId xmlns:a16="http://schemas.microsoft.com/office/drawing/2014/main" id="{1F81018F-D062-471E-8E4D-BF55555F50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6" name="Rectangle 28">
                <a:extLst>
                  <a:ext uri="{FF2B5EF4-FFF2-40B4-BE49-F238E27FC236}">
                    <a16:creationId xmlns:a16="http://schemas.microsoft.com/office/drawing/2014/main" id="{75BC1DFB-E2E0-44A2-8449-1511B5F4C2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7" name="Rectangle 29">
                <a:extLst>
                  <a:ext uri="{FF2B5EF4-FFF2-40B4-BE49-F238E27FC236}">
                    <a16:creationId xmlns:a16="http://schemas.microsoft.com/office/drawing/2014/main" id="{FE671700-5C5E-4E82-8FDC-49E44FF7399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8" name="Rectangle 30">
                <a:extLst>
                  <a:ext uri="{FF2B5EF4-FFF2-40B4-BE49-F238E27FC236}">
                    <a16:creationId xmlns:a16="http://schemas.microsoft.com/office/drawing/2014/main" id="{367003AF-BC87-4F81-81EB-3D09A24C99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5E7D7A4E-C314-4987-9657-060E28CAA6A0}"/>
                </a:ext>
              </a:extLst>
            </p:cNvPr>
            <p:cNvGrpSpPr/>
            <p:nvPr/>
          </p:nvGrpSpPr>
          <p:grpSpPr>
            <a:xfrm>
              <a:off x="354110" y="5390187"/>
              <a:ext cx="11480604" cy="108822"/>
              <a:chOff x="354110" y="5396454"/>
              <a:chExt cx="11480604" cy="108822"/>
            </a:xfrm>
            <a:grpFill/>
          </p:grpSpPr>
          <p:sp>
            <p:nvSpPr>
              <p:cNvPr id="77" name="Rectangle 32">
                <a:extLst>
                  <a:ext uri="{FF2B5EF4-FFF2-40B4-BE49-F238E27FC236}">
                    <a16:creationId xmlns:a16="http://schemas.microsoft.com/office/drawing/2014/main" id="{8E8A1AC8-CA63-4F37-A8CF-FF832D8BE4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8" name="Rectangle 33">
                <a:extLst>
                  <a:ext uri="{FF2B5EF4-FFF2-40B4-BE49-F238E27FC236}">
                    <a16:creationId xmlns:a16="http://schemas.microsoft.com/office/drawing/2014/main" id="{628E2734-FDDB-44A3-9AF2-03978429626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9" name="Rectangle 34">
                <a:extLst>
                  <a:ext uri="{FF2B5EF4-FFF2-40B4-BE49-F238E27FC236}">
                    <a16:creationId xmlns:a16="http://schemas.microsoft.com/office/drawing/2014/main" id="{088CF2A2-82EB-4956-973F-6A38CD7EA0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0" name="Rectangle 35">
                <a:extLst>
                  <a:ext uri="{FF2B5EF4-FFF2-40B4-BE49-F238E27FC236}">
                    <a16:creationId xmlns:a16="http://schemas.microsoft.com/office/drawing/2014/main" id="{C040EEA9-3095-4F30-8483-23F37448C2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1" name="Rectangle 36">
                <a:extLst>
                  <a:ext uri="{FF2B5EF4-FFF2-40B4-BE49-F238E27FC236}">
                    <a16:creationId xmlns:a16="http://schemas.microsoft.com/office/drawing/2014/main" id="{749693CE-451B-4AFB-88A8-C12ED178EA2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2" name="Rectangle 37">
                <a:extLst>
                  <a:ext uri="{FF2B5EF4-FFF2-40B4-BE49-F238E27FC236}">
                    <a16:creationId xmlns:a16="http://schemas.microsoft.com/office/drawing/2014/main" id="{30280489-C791-44E8-963D-1255607CDB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3" name="Rectangle 38">
                <a:extLst>
                  <a:ext uri="{FF2B5EF4-FFF2-40B4-BE49-F238E27FC236}">
                    <a16:creationId xmlns:a16="http://schemas.microsoft.com/office/drawing/2014/main" id="{8CC74FC2-413D-4801-AE6D-107C3B1129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4" name="Rectangle 39">
                <a:extLst>
                  <a:ext uri="{FF2B5EF4-FFF2-40B4-BE49-F238E27FC236}">
                    <a16:creationId xmlns:a16="http://schemas.microsoft.com/office/drawing/2014/main" id="{B285A8B1-8801-46CD-91B8-97CE12F319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5" name="Rectangle 40">
                <a:extLst>
                  <a:ext uri="{FF2B5EF4-FFF2-40B4-BE49-F238E27FC236}">
                    <a16:creationId xmlns:a16="http://schemas.microsoft.com/office/drawing/2014/main" id="{2DCB03A8-663D-4DCB-A3A5-59C55ED304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6" name="Rectangle 41">
                <a:extLst>
                  <a:ext uri="{FF2B5EF4-FFF2-40B4-BE49-F238E27FC236}">
                    <a16:creationId xmlns:a16="http://schemas.microsoft.com/office/drawing/2014/main" id="{5407D7A5-9403-4899-B30F-57F9270DFA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7" name="Rectangle 42">
                <a:extLst>
                  <a:ext uri="{FF2B5EF4-FFF2-40B4-BE49-F238E27FC236}">
                    <a16:creationId xmlns:a16="http://schemas.microsoft.com/office/drawing/2014/main" id="{A5A712A8-2D9C-4566-93D7-A554219464B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8" name="Rectangle 43">
                <a:extLst>
                  <a:ext uri="{FF2B5EF4-FFF2-40B4-BE49-F238E27FC236}">
                    <a16:creationId xmlns:a16="http://schemas.microsoft.com/office/drawing/2014/main" id="{4B61ED17-0B4A-42B3-B859-84E6FBD9F9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9" name="Rectangle 44">
                <a:extLst>
                  <a:ext uri="{FF2B5EF4-FFF2-40B4-BE49-F238E27FC236}">
                    <a16:creationId xmlns:a16="http://schemas.microsoft.com/office/drawing/2014/main" id="{7FF71609-E043-4DD4-BBED-210943BF31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0" name="Rectangle 45">
                <a:extLst>
                  <a:ext uri="{FF2B5EF4-FFF2-40B4-BE49-F238E27FC236}">
                    <a16:creationId xmlns:a16="http://schemas.microsoft.com/office/drawing/2014/main" id="{9107E37E-3623-4410-8CEA-DA33995A6A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1" name="Rectangle 46">
                <a:extLst>
                  <a:ext uri="{FF2B5EF4-FFF2-40B4-BE49-F238E27FC236}">
                    <a16:creationId xmlns:a16="http://schemas.microsoft.com/office/drawing/2014/main" id="{B83800E2-BDEE-48AC-9D9F-0B03C123FB6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2" name="Rectangle 47">
                <a:extLst>
                  <a:ext uri="{FF2B5EF4-FFF2-40B4-BE49-F238E27FC236}">
                    <a16:creationId xmlns:a16="http://schemas.microsoft.com/office/drawing/2014/main" id="{924E8ED7-0B54-488C-86FD-838BEC6C72B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3" name="Rectangle 48">
                <a:extLst>
                  <a:ext uri="{FF2B5EF4-FFF2-40B4-BE49-F238E27FC236}">
                    <a16:creationId xmlns:a16="http://schemas.microsoft.com/office/drawing/2014/main" id="{5E731C89-5DF4-4419-9A67-52BAEC3733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4" name="Rectangle 49">
                <a:extLst>
                  <a:ext uri="{FF2B5EF4-FFF2-40B4-BE49-F238E27FC236}">
                    <a16:creationId xmlns:a16="http://schemas.microsoft.com/office/drawing/2014/main" id="{D7B0E779-6D3D-4414-91BB-C1BBE6380D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5" name="Rectangle 50">
                <a:extLst>
                  <a:ext uri="{FF2B5EF4-FFF2-40B4-BE49-F238E27FC236}">
                    <a16:creationId xmlns:a16="http://schemas.microsoft.com/office/drawing/2014/main" id="{E846AB63-6AAB-4E86-B4BA-7853BD6021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6" name="Rectangle 51">
                <a:extLst>
                  <a:ext uri="{FF2B5EF4-FFF2-40B4-BE49-F238E27FC236}">
                    <a16:creationId xmlns:a16="http://schemas.microsoft.com/office/drawing/2014/main" id="{D05AC798-949B-4443-ADBB-917EF526FE1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7" name="Rectangle 52">
                <a:extLst>
                  <a:ext uri="{FF2B5EF4-FFF2-40B4-BE49-F238E27FC236}">
                    <a16:creationId xmlns:a16="http://schemas.microsoft.com/office/drawing/2014/main" id="{8B3E2107-60AF-4064-A551-A333E6249C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8" name="Rectangle 53">
                <a:extLst>
                  <a:ext uri="{FF2B5EF4-FFF2-40B4-BE49-F238E27FC236}">
                    <a16:creationId xmlns:a16="http://schemas.microsoft.com/office/drawing/2014/main" id="{055FD3E8-A340-4393-92E1-4FD68288FDB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9" name="Rectangle 54">
                <a:extLst>
                  <a:ext uri="{FF2B5EF4-FFF2-40B4-BE49-F238E27FC236}">
                    <a16:creationId xmlns:a16="http://schemas.microsoft.com/office/drawing/2014/main" id="{C18C5E0E-D82C-4F82-A0E3-6BE9AAF75E2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0" name="Rectangle 55">
                <a:extLst>
                  <a:ext uri="{FF2B5EF4-FFF2-40B4-BE49-F238E27FC236}">
                    <a16:creationId xmlns:a16="http://schemas.microsoft.com/office/drawing/2014/main" id="{677F5FC4-34F3-400A-9970-A7EA63DB4B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1" name="Rectangle 56">
                <a:extLst>
                  <a:ext uri="{FF2B5EF4-FFF2-40B4-BE49-F238E27FC236}">
                    <a16:creationId xmlns:a16="http://schemas.microsoft.com/office/drawing/2014/main" id="{2A4794CF-928E-4F8E-A532-7800E5996B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2" name="Rectangle 57">
                <a:extLst>
                  <a:ext uri="{FF2B5EF4-FFF2-40B4-BE49-F238E27FC236}">
                    <a16:creationId xmlns:a16="http://schemas.microsoft.com/office/drawing/2014/main" id="{E4F63079-D99A-4ECA-AE8B-8E93D42956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8F81BE07-E676-45EB-9AFA-7BF1FBB657A2}"/>
                </a:ext>
              </a:extLst>
            </p:cNvPr>
            <p:cNvGrpSpPr/>
            <p:nvPr/>
          </p:nvGrpSpPr>
          <p:grpSpPr>
            <a:xfrm>
              <a:off x="354110" y="5895731"/>
              <a:ext cx="11480604" cy="109990"/>
              <a:chOff x="354110" y="5903678"/>
              <a:chExt cx="11480604" cy="109990"/>
            </a:xfrm>
            <a:grpFill/>
          </p:grpSpPr>
          <p:sp>
            <p:nvSpPr>
              <p:cNvPr id="51" name="Rectangle 59">
                <a:extLst>
                  <a:ext uri="{FF2B5EF4-FFF2-40B4-BE49-F238E27FC236}">
                    <a16:creationId xmlns:a16="http://schemas.microsoft.com/office/drawing/2014/main" id="{90F41A19-F592-419E-BB70-0A26A5A2C99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2" name="Rectangle 60">
                <a:extLst>
                  <a:ext uri="{FF2B5EF4-FFF2-40B4-BE49-F238E27FC236}">
                    <a16:creationId xmlns:a16="http://schemas.microsoft.com/office/drawing/2014/main" id="{1469FDD4-E3FD-413E-AE75-22EE1F631B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3" name="Rectangle 61">
                <a:extLst>
                  <a:ext uri="{FF2B5EF4-FFF2-40B4-BE49-F238E27FC236}">
                    <a16:creationId xmlns:a16="http://schemas.microsoft.com/office/drawing/2014/main" id="{FE475E5D-8646-4FC9-BFFB-619E2D0E25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4" name="Rectangle 62">
                <a:extLst>
                  <a:ext uri="{FF2B5EF4-FFF2-40B4-BE49-F238E27FC236}">
                    <a16:creationId xmlns:a16="http://schemas.microsoft.com/office/drawing/2014/main" id="{3D36A72E-C554-4C3C-9B1B-6CB10E5F62B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5" name="Rectangle 63">
                <a:extLst>
                  <a:ext uri="{FF2B5EF4-FFF2-40B4-BE49-F238E27FC236}">
                    <a16:creationId xmlns:a16="http://schemas.microsoft.com/office/drawing/2014/main" id="{7A4E6F93-4FD1-43BD-92BD-564F60D0B6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6" name="Rectangle 64">
                <a:extLst>
                  <a:ext uri="{FF2B5EF4-FFF2-40B4-BE49-F238E27FC236}">
                    <a16:creationId xmlns:a16="http://schemas.microsoft.com/office/drawing/2014/main" id="{91390BA3-956A-4FEA-961B-6154DE6FB76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7" name="Rectangle 65">
                <a:extLst>
                  <a:ext uri="{FF2B5EF4-FFF2-40B4-BE49-F238E27FC236}">
                    <a16:creationId xmlns:a16="http://schemas.microsoft.com/office/drawing/2014/main" id="{3BDA4482-76BD-4B95-9A99-C9D97E68F6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8" name="Rectangle 66">
                <a:extLst>
                  <a:ext uri="{FF2B5EF4-FFF2-40B4-BE49-F238E27FC236}">
                    <a16:creationId xmlns:a16="http://schemas.microsoft.com/office/drawing/2014/main" id="{7C89DCF1-7783-4715-A5F6-F69C325A84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9" name="Rectangle 67">
                <a:extLst>
                  <a:ext uri="{FF2B5EF4-FFF2-40B4-BE49-F238E27FC236}">
                    <a16:creationId xmlns:a16="http://schemas.microsoft.com/office/drawing/2014/main" id="{C358A697-8E33-4B4A-8E88-7C19923AD4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0" name="Rectangle 68">
                <a:extLst>
                  <a:ext uri="{FF2B5EF4-FFF2-40B4-BE49-F238E27FC236}">
                    <a16:creationId xmlns:a16="http://schemas.microsoft.com/office/drawing/2014/main" id="{8716A687-A14A-4B91-AB47-EC1722AF30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1" name="Rectangle 69">
                <a:extLst>
                  <a:ext uri="{FF2B5EF4-FFF2-40B4-BE49-F238E27FC236}">
                    <a16:creationId xmlns:a16="http://schemas.microsoft.com/office/drawing/2014/main" id="{3597BC4D-A8AB-476D-A463-DDA92D6194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2" name="Rectangle 70">
                <a:extLst>
                  <a:ext uri="{FF2B5EF4-FFF2-40B4-BE49-F238E27FC236}">
                    <a16:creationId xmlns:a16="http://schemas.microsoft.com/office/drawing/2014/main" id="{3D5FE933-374E-4D22-95B5-F8B154CFC29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3" name="Rectangle 71">
                <a:extLst>
                  <a:ext uri="{FF2B5EF4-FFF2-40B4-BE49-F238E27FC236}">
                    <a16:creationId xmlns:a16="http://schemas.microsoft.com/office/drawing/2014/main" id="{4DA4C424-BC57-46B1-8A19-98F4A1F4BC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4" name="Rectangle 72">
                <a:extLst>
                  <a:ext uri="{FF2B5EF4-FFF2-40B4-BE49-F238E27FC236}">
                    <a16:creationId xmlns:a16="http://schemas.microsoft.com/office/drawing/2014/main" id="{8072EEA5-91EE-47E9-9C82-96966E37CB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5" name="Rectangle 73">
                <a:extLst>
                  <a:ext uri="{FF2B5EF4-FFF2-40B4-BE49-F238E27FC236}">
                    <a16:creationId xmlns:a16="http://schemas.microsoft.com/office/drawing/2014/main" id="{D2366CD8-B517-40C0-8E52-217CE8F164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6" name="Rectangle 74">
                <a:extLst>
                  <a:ext uri="{FF2B5EF4-FFF2-40B4-BE49-F238E27FC236}">
                    <a16:creationId xmlns:a16="http://schemas.microsoft.com/office/drawing/2014/main" id="{2739573F-C01A-4A42-BDB4-F8717CD6555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7" name="Rectangle 75">
                <a:extLst>
                  <a:ext uri="{FF2B5EF4-FFF2-40B4-BE49-F238E27FC236}">
                    <a16:creationId xmlns:a16="http://schemas.microsoft.com/office/drawing/2014/main" id="{94A56444-668B-41B0-8986-65EB2B4A32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8" name="Rectangle 76">
                <a:extLst>
                  <a:ext uri="{FF2B5EF4-FFF2-40B4-BE49-F238E27FC236}">
                    <a16:creationId xmlns:a16="http://schemas.microsoft.com/office/drawing/2014/main" id="{B2CFF404-368E-4A76-A2CA-471611869B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9" name="Rectangle 77">
                <a:extLst>
                  <a:ext uri="{FF2B5EF4-FFF2-40B4-BE49-F238E27FC236}">
                    <a16:creationId xmlns:a16="http://schemas.microsoft.com/office/drawing/2014/main" id="{3B1857CC-9DC7-43E3-98B6-0DCBB2DC18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0" name="Rectangle 78">
                <a:extLst>
                  <a:ext uri="{FF2B5EF4-FFF2-40B4-BE49-F238E27FC236}">
                    <a16:creationId xmlns:a16="http://schemas.microsoft.com/office/drawing/2014/main" id="{13C3C468-F3E2-4B75-BB66-184F85DD01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1" name="Rectangle 79">
                <a:extLst>
                  <a:ext uri="{FF2B5EF4-FFF2-40B4-BE49-F238E27FC236}">
                    <a16:creationId xmlns:a16="http://schemas.microsoft.com/office/drawing/2014/main" id="{1A0E9336-6E7F-4174-BB8B-7B675743AA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2" name="Rectangle 80">
                <a:extLst>
                  <a:ext uri="{FF2B5EF4-FFF2-40B4-BE49-F238E27FC236}">
                    <a16:creationId xmlns:a16="http://schemas.microsoft.com/office/drawing/2014/main" id="{1AB6293C-8454-4149-8126-EFE23BCE434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3" name="Rectangle 81">
                <a:extLst>
                  <a:ext uri="{FF2B5EF4-FFF2-40B4-BE49-F238E27FC236}">
                    <a16:creationId xmlns:a16="http://schemas.microsoft.com/office/drawing/2014/main" id="{BAE4953B-46B2-4552-8D6A-C67D4FCB3D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4" name="Rectangle 82">
                <a:extLst>
                  <a:ext uri="{FF2B5EF4-FFF2-40B4-BE49-F238E27FC236}">
                    <a16:creationId xmlns:a16="http://schemas.microsoft.com/office/drawing/2014/main" id="{40C5CC0E-449E-4E60-822F-5A4AB69E54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5" name="Rectangle 83">
                <a:extLst>
                  <a:ext uri="{FF2B5EF4-FFF2-40B4-BE49-F238E27FC236}">
                    <a16:creationId xmlns:a16="http://schemas.microsoft.com/office/drawing/2014/main" id="{B2688373-3DD7-4956-8759-7CB2AF735B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6" name="Rectangle 84">
                <a:extLst>
                  <a:ext uri="{FF2B5EF4-FFF2-40B4-BE49-F238E27FC236}">
                    <a16:creationId xmlns:a16="http://schemas.microsoft.com/office/drawing/2014/main" id="{50B8E454-F10F-456B-81ED-301B191CA48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960ABA5C-8D36-4AAD-9494-669B8A3E9E86}"/>
                </a:ext>
              </a:extLst>
            </p:cNvPr>
            <p:cNvGrpSpPr/>
            <p:nvPr/>
          </p:nvGrpSpPr>
          <p:grpSpPr>
            <a:xfrm>
              <a:off x="354110" y="6402442"/>
              <a:ext cx="11480604" cy="109990"/>
              <a:chOff x="354110" y="5903678"/>
              <a:chExt cx="11480604" cy="109990"/>
            </a:xfrm>
            <a:grpFill/>
          </p:grpSpPr>
          <p:sp>
            <p:nvSpPr>
              <p:cNvPr id="25" name="Rectangle 59">
                <a:extLst>
                  <a:ext uri="{FF2B5EF4-FFF2-40B4-BE49-F238E27FC236}">
                    <a16:creationId xmlns:a16="http://schemas.microsoft.com/office/drawing/2014/main" id="{9006E5F9-87EA-4BFF-AC26-08D7B4E6558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" name="Rectangle 60">
                <a:extLst>
                  <a:ext uri="{FF2B5EF4-FFF2-40B4-BE49-F238E27FC236}">
                    <a16:creationId xmlns:a16="http://schemas.microsoft.com/office/drawing/2014/main" id="{40F26277-619B-41A3-9D5F-A02E6914E16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" name="Rectangle 61">
                <a:extLst>
                  <a:ext uri="{FF2B5EF4-FFF2-40B4-BE49-F238E27FC236}">
                    <a16:creationId xmlns:a16="http://schemas.microsoft.com/office/drawing/2014/main" id="{23DB5C85-827B-49AF-BC96-24E7ABDAD9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" name="Rectangle 62">
                <a:extLst>
                  <a:ext uri="{FF2B5EF4-FFF2-40B4-BE49-F238E27FC236}">
                    <a16:creationId xmlns:a16="http://schemas.microsoft.com/office/drawing/2014/main" id="{847A0A99-2056-4E0E-8A5A-2CBCA33AFFD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" name="Rectangle 63">
                <a:extLst>
                  <a:ext uri="{FF2B5EF4-FFF2-40B4-BE49-F238E27FC236}">
                    <a16:creationId xmlns:a16="http://schemas.microsoft.com/office/drawing/2014/main" id="{5474EE8D-D88A-47FF-9107-09082030E0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" name="Rectangle 64">
                <a:extLst>
                  <a:ext uri="{FF2B5EF4-FFF2-40B4-BE49-F238E27FC236}">
                    <a16:creationId xmlns:a16="http://schemas.microsoft.com/office/drawing/2014/main" id="{0EC4B1DB-FB22-4303-B2D7-5E60C557A8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" name="Rectangle 65">
                <a:extLst>
                  <a:ext uri="{FF2B5EF4-FFF2-40B4-BE49-F238E27FC236}">
                    <a16:creationId xmlns:a16="http://schemas.microsoft.com/office/drawing/2014/main" id="{B5127279-9249-47F2-8A42-1F7F68517E9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" name="Rectangle 66">
                <a:extLst>
                  <a:ext uri="{FF2B5EF4-FFF2-40B4-BE49-F238E27FC236}">
                    <a16:creationId xmlns:a16="http://schemas.microsoft.com/office/drawing/2014/main" id="{4BE3E747-CD2D-4EA9-8A1C-AFC94F64039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" name="Rectangle 67">
                <a:extLst>
                  <a:ext uri="{FF2B5EF4-FFF2-40B4-BE49-F238E27FC236}">
                    <a16:creationId xmlns:a16="http://schemas.microsoft.com/office/drawing/2014/main" id="{844450CC-44D2-4CFB-9D82-BA80F0CA0E8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" name="Rectangle 68">
                <a:extLst>
                  <a:ext uri="{FF2B5EF4-FFF2-40B4-BE49-F238E27FC236}">
                    <a16:creationId xmlns:a16="http://schemas.microsoft.com/office/drawing/2014/main" id="{56C9C6B8-074B-4807-A953-D5D69AEE2F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" name="Rectangle 69">
                <a:extLst>
                  <a:ext uri="{FF2B5EF4-FFF2-40B4-BE49-F238E27FC236}">
                    <a16:creationId xmlns:a16="http://schemas.microsoft.com/office/drawing/2014/main" id="{55A940DF-BE4B-4046-BF7D-7BBB8316FF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" name="Rectangle 70">
                <a:extLst>
                  <a:ext uri="{FF2B5EF4-FFF2-40B4-BE49-F238E27FC236}">
                    <a16:creationId xmlns:a16="http://schemas.microsoft.com/office/drawing/2014/main" id="{79FECFE2-55AB-4195-B4F2-F1831B0901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7" name="Rectangle 71">
                <a:extLst>
                  <a:ext uri="{FF2B5EF4-FFF2-40B4-BE49-F238E27FC236}">
                    <a16:creationId xmlns:a16="http://schemas.microsoft.com/office/drawing/2014/main" id="{F78BF45E-3F1B-4CCF-AB55-6AACA1D7968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8" name="Rectangle 72">
                <a:extLst>
                  <a:ext uri="{FF2B5EF4-FFF2-40B4-BE49-F238E27FC236}">
                    <a16:creationId xmlns:a16="http://schemas.microsoft.com/office/drawing/2014/main" id="{CEAEA0D2-DAF5-42AD-824D-BF0A0786AC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9" name="Rectangle 73">
                <a:extLst>
                  <a:ext uri="{FF2B5EF4-FFF2-40B4-BE49-F238E27FC236}">
                    <a16:creationId xmlns:a16="http://schemas.microsoft.com/office/drawing/2014/main" id="{2616B93B-15A3-4A25-B322-A4A334791D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0" name="Rectangle 74">
                <a:extLst>
                  <a:ext uri="{FF2B5EF4-FFF2-40B4-BE49-F238E27FC236}">
                    <a16:creationId xmlns:a16="http://schemas.microsoft.com/office/drawing/2014/main" id="{26C24972-CC21-4F79-908A-8F7EEF3C3B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1" name="Rectangle 75">
                <a:extLst>
                  <a:ext uri="{FF2B5EF4-FFF2-40B4-BE49-F238E27FC236}">
                    <a16:creationId xmlns:a16="http://schemas.microsoft.com/office/drawing/2014/main" id="{FD7C3FD5-0F89-4B6D-AC87-8001A0810C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2" name="Rectangle 76">
                <a:extLst>
                  <a:ext uri="{FF2B5EF4-FFF2-40B4-BE49-F238E27FC236}">
                    <a16:creationId xmlns:a16="http://schemas.microsoft.com/office/drawing/2014/main" id="{B03C108E-68F6-4221-BC40-C5E3C19044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3" name="Rectangle 77">
                <a:extLst>
                  <a:ext uri="{FF2B5EF4-FFF2-40B4-BE49-F238E27FC236}">
                    <a16:creationId xmlns:a16="http://schemas.microsoft.com/office/drawing/2014/main" id="{AEE8C851-520C-4A98-839F-17DEECB4C1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4" name="Rectangle 78">
                <a:extLst>
                  <a:ext uri="{FF2B5EF4-FFF2-40B4-BE49-F238E27FC236}">
                    <a16:creationId xmlns:a16="http://schemas.microsoft.com/office/drawing/2014/main" id="{64CDD37E-8761-499B-B591-D1B68A0C60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5" name="Rectangle 79">
                <a:extLst>
                  <a:ext uri="{FF2B5EF4-FFF2-40B4-BE49-F238E27FC236}">
                    <a16:creationId xmlns:a16="http://schemas.microsoft.com/office/drawing/2014/main" id="{CF1D9CFA-A92A-4012-8DBE-A1AFE416C0D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6" name="Rectangle 80">
                <a:extLst>
                  <a:ext uri="{FF2B5EF4-FFF2-40B4-BE49-F238E27FC236}">
                    <a16:creationId xmlns:a16="http://schemas.microsoft.com/office/drawing/2014/main" id="{5B28FF0B-0B00-4C89-9B32-5FCEE8CF723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7" name="Rectangle 81">
                <a:extLst>
                  <a:ext uri="{FF2B5EF4-FFF2-40B4-BE49-F238E27FC236}">
                    <a16:creationId xmlns:a16="http://schemas.microsoft.com/office/drawing/2014/main" id="{3F39461F-D7C3-4741-A3BF-B2B81AC1BD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8" name="Rectangle 82">
                <a:extLst>
                  <a:ext uri="{FF2B5EF4-FFF2-40B4-BE49-F238E27FC236}">
                    <a16:creationId xmlns:a16="http://schemas.microsoft.com/office/drawing/2014/main" id="{B209DBFB-FB6A-41D4-B8FD-371C1627C2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9" name="Rectangle 83">
                <a:extLst>
                  <a:ext uri="{FF2B5EF4-FFF2-40B4-BE49-F238E27FC236}">
                    <a16:creationId xmlns:a16="http://schemas.microsoft.com/office/drawing/2014/main" id="{9851ABD3-4B24-43E9-8246-B439DE28902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0" name="Rectangle 84">
                <a:extLst>
                  <a:ext uri="{FF2B5EF4-FFF2-40B4-BE49-F238E27FC236}">
                    <a16:creationId xmlns:a16="http://schemas.microsoft.com/office/drawing/2014/main" id="{C66181AB-B727-41A6-A789-CF6AAB6890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</p:grp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364" name="Picture Placeholder 2">
            <a:extLst>
              <a:ext uri="{FF2B5EF4-FFF2-40B4-BE49-F238E27FC236}">
                <a16:creationId xmlns:a16="http://schemas.microsoft.com/office/drawing/2014/main" id="{251EF59E-16AF-4781-8288-EC19B9762CA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-20540" y="-11151"/>
            <a:ext cx="6784876" cy="5685522"/>
          </a:xfrm>
          <a:custGeom>
            <a:avLst/>
            <a:gdLst>
              <a:gd name="connsiteX0" fmla="*/ 0 w 7654699"/>
              <a:gd name="connsiteY0" fmla="*/ 0 h 5678805"/>
              <a:gd name="connsiteX1" fmla="*/ 7654699 w 7654699"/>
              <a:gd name="connsiteY1" fmla="*/ 0 h 5678805"/>
              <a:gd name="connsiteX2" fmla="*/ 7654699 w 7654699"/>
              <a:gd name="connsiteY2" fmla="*/ 0 h 5678805"/>
              <a:gd name="connsiteX3" fmla="*/ 7654699 w 7654699"/>
              <a:gd name="connsiteY3" fmla="*/ 4808982 h 5678805"/>
              <a:gd name="connsiteX4" fmla="*/ 6784876 w 7654699"/>
              <a:gd name="connsiteY4" fmla="*/ 5678805 h 5678805"/>
              <a:gd name="connsiteX5" fmla="*/ 869823 w 7654699"/>
              <a:gd name="connsiteY5" fmla="*/ 5678805 h 5678805"/>
              <a:gd name="connsiteX6" fmla="*/ 0 w 7654699"/>
              <a:gd name="connsiteY6" fmla="*/ 4808982 h 5678805"/>
              <a:gd name="connsiteX7" fmla="*/ 0 w 7654699"/>
              <a:gd name="connsiteY7" fmla="*/ 0 h 5678805"/>
              <a:gd name="connsiteX8" fmla="*/ 0 w 7654699"/>
              <a:gd name="connsiteY8" fmla="*/ 0 h 5678805"/>
              <a:gd name="connsiteX0" fmla="*/ 0 w 7654699"/>
              <a:gd name="connsiteY0" fmla="*/ 6717 h 5685522"/>
              <a:gd name="connsiteX1" fmla="*/ 901515 w 7654699"/>
              <a:gd name="connsiteY1" fmla="*/ 0 h 5685522"/>
              <a:gd name="connsiteX2" fmla="*/ 7654699 w 7654699"/>
              <a:gd name="connsiteY2" fmla="*/ 6717 h 5685522"/>
              <a:gd name="connsiteX3" fmla="*/ 7654699 w 7654699"/>
              <a:gd name="connsiteY3" fmla="*/ 6717 h 5685522"/>
              <a:gd name="connsiteX4" fmla="*/ 7654699 w 7654699"/>
              <a:gd name="connsiteY4" fmla="*/ 4815699 h 5685522"/>
              <a:gd name="connsiteX5" fmla="*/ 6784876 w 7654699"/>
              <a:gd name="connsiteY5" fmla="*/ 5685522 h 5685522"/>
              <a:gd name="connsiteX6" fmla="*/ 869823 w 7654699"/>
              <a:gd name="connsiteY6" fmla="*/ 5685522 h 5685522"/>
              <a:gd name="connsiteX7" fmla="*/ 0 w 7654699"/>
              <a:gd name="connsiteY7" fmla="*/ 4815699 h 5685522"/>
              <a:gd name="connsiteX8" fmla="*/ 0 w 7654699"/>
              <a:gd name="connsiteY8" fmla="*/ 6717 h 5685522"/>
              <a:gd name="connsiteX9" fmla="*/ 0 w 7654699"/>
              <a:gd name="connsiteY9" fmla="*/ 6717 h 5685522"/>
              <a:gd name="connsiteX0" fmla="*/ 0 w 7654699"/>
              <a:gd name="connsiteY0" fmla="*/ 6717 h 5685522"/>
              <a:gd name="connsiteX1" fmla="*/ 901515 w 7654699"/>
              <a:gd name="connsiteY1" fmla="*/ 0 h 5685522"/>
              <a:gd name="connsiteX2" fmla="*/ 7654699 w 7654699"/>
              <a:gd name="connsiteY2" fmla="*/ 6717 h 5685522"/>
              <a:gd name="connsiteX3" fmla="*/ 7654699 w 7654699"/>
              <a:gd name="connsiteY3" fmla="*/ 6717 h 5685522"/>
              <a:gd name="connsiteX4" fmla="*/ 7654699 w 7654699"/>
              <a:gd name="connsiteY4" fmla="*/ 4815699 h 5685522"/>
              <a:gd name="connsiteX5" fmla="*/ 6784876 w 7654699"/>
              <a:gd name="connsiteY5" fmla="*/ 5685522 h 5685522"/>
              <a:gd name="connsiteX6" fmla="*/ 869823 w 7654699"/>
              <a:gd name="connsiteY6" fmla="*/ 5685522 h 5685522"/>
              <a:gd name="connsiteX7" fmla="*/ 0 w 7654699"/>
              <a:gd name="connsiteY7" fmla="*/ 4815699 h 5685522"/>
              <a:gd name="connsiteX8" fmla="*/ 0 w 7654699"/>
              <a:gd name="connsiteY8" fmla="*/ 6717 h 5685522"/>
              <a:gd name="connsiteX0" fmla="*/ 0 w 7654699"/>
              <a:gd name="connsiteY0" fmla="*/ 4815699 h 5685522"/>
              <a:gd name="connsiteX1" fmla="*/ 901515 w 7654699"/>
              <a:gd name="connsiteY1" fmla="*/ 0 h 5685522"/>
              <a:gd name="connsiteX2" fmla="*/ 7654699 w 7654699"/>
              <a:gd name="connsiteY2" fmla="*/ 6717 h 5685522"/>
              <a:gd name="connsiteX3" fmla="*/ 7654699 w 7654699"/>
              <a:gd name="connsiteY3" fmla="*/ 6717 h 5685522"/>
              <a:gd name="connsiteX4" fmla="*/ 7654699 w 7654699"/>
              <a:gd name="connsiteY4" fmla="*/ 4815699 h 5685522"/>
              <a:gd name="connsiteX5" fmla="*/ 6784876 w 7654699"/>
              <a:gd name="connsiteY5" fmla="*/ 5685522 h 5685522"/>
              <a:gd name="connsiteX6" fmla="*/ 869823 w 7654699"/>
              <a:gd name="connsiteY6" fmla="*/ 5685522 h 5685522"/>
              <a:gd name="connsiteX7" fmla="*/ 0 w 7654699"/>
              <a:gd name="connsiteY7" fmla="*/ 4815699 h 5685522"/>
              <a:gd name="connsiteX0" fmla="*/ 776254 w 7561130"/>
              <a:gd name="connsiteY0" fmla="*/ 5685522 h 5685522"/>
              <a:gd name="connsiteX1" fmla="*/ 807946 w 7561130"/>
              <a:gd name="connsiteY1" fmla="*/ 0 h 5685522"/>
              <a:gd name="connsiteX2" fmla="*/ 7561130 w 7561130"/>
              <a:gd name="connsiteY2" fmla="*/ 6717 h 5685522"/>
              <a:gd name="connsiteX3" fmla="*/ 7561130 w 7561130"/>
              <a:gd name="connsiteY3" fmla="*/ 6717 h 5685522"/>
              <a:gd name="connsiteX4" fmla="*/ 7561130 w 7561130"/>
              <a:gd name="connsiteY4" fmla="*/ 4815699 h 5685522"/>
              <a:gd name="connsiteX5" fmla="*/ 6691307 w 7561130"/>
              <a:gd name="connsiteY5" fmla="*/ 5685522 h 5685522"/>
              <a:gd name="connsiteX6" fmla="*/ 776254 w 7561130"/>
              <a:gd name="connsiteY6" fmla="*/ 5685522 h 5685522"/>
              <a:gd name="connsiteX0" fmla="*/ 0 w 6784876"/>
              <a:gd name="connsiteY0" fmla="*/ 5685522 h 5685522"/>
              <a:gd name="connsiteX1" fmla="*/ 31692 w 6784876"/>
              <a:gd name="connsiteY1" fmla="*/ 0 h 5685522"/>
              <a:gd name="connsiteX2" fmla="*/ 6784876 w 6784876"/>
              <a:gd name="connsiteY2" fmla="*/ 6717 h 5685522"/>
              <a:gd name="connsiteX3" fmla="*/ 6784876 w 6784876"/>
              <a:gd name="connsiteY3" fmla="*/ 6717 h 5685522"/>
              <a:gd name="connsiteX4" fmla="*/ 6784876 w 6784876"/>
              <a:gd name="connsiteY4" fmla="*/ 4815699 h 5685522"/>
              <a:gd name="connsiteX5" fmla="*/ 5915053 w 6784876"/>
              <a:gd name="connsiteY5" fmla="*/ 5685522 h 5685522"/>
              <a:gd name="connsiteX6" fmla="*/ 0 w 6784876"/>
              <a:gd name="connsiteY6" fmla="*/ 5685522 h 56855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784876" h="5685522">
                <a:moveTo>
                  <a:pt x="0" y="5685522"/>
                </a:moveTo>
                <a:lnTo>
                  <a:pt x="31692" y="0"/>
                </a:lnTo>
                <a:lnTo>
                  <a:pt x="6784876" y="6717"/>
                </a:lnTo>
                <a:lnTo>
                  <a:pt x="6784876" y="6717"/>
                </a:lnTo>
                <a:lnTo>
                  <a:pt x="6784876" y="4815699"/>
                </a:lnTo>
                <a:cubicBezTo>
                  <a:pt x="6784876" y="5296089"/>
                  <a:pt x="6395443" y="5685522"/>
                  <a:pt x="5915053" y="5685522"/>
                </a:cubicBezTo>
                <a:lnTo>
                  <a:pt x="0" y="5685522"/>
                </a:lnTo>
                <a:close/>
              </a:path>
            </a:pathLst>
          </a:custGeom>
          <a:solidFill>
            <a:schemeClr val="accent3"/>
          </a:solidFill>
          <a:effectLst>
            <a:outerShdw blurRad="635000" dist="825500" dir="21540000" algn="l" rotWithShape="0">
              <a:prstClr val="black">
                <a:alpha val="20000"/>
              </a:prstClr>
            </a:outerShdw>
          </a:effectLst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3200">
                <a:solidFill>
                  <a:schemeClr val="bg1"/>
                </a:solidFill>
              </a:defRPr>
            </a:lvl1pPr>
          </a:lstStyle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314300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ur Team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8C1607FC-4025-4535-B960-C423F1504CE5}"/>
              </a:ext>
            </a:extLst>
          </p:cNvPr>
          <p:cNvGrpSpPr/>
          <p:nvPr userDrawn="1"/>
        </p:nvGrpSpPr>
        <p:grpSpPr>
          <a:xfrm>
            <a:off x="354110" y="326571"/>
            <a:ext cx="11480604" cy="6185861"/>
            <a:chOff x="354110" y="326571"/>
            <a:chExt cx="11480604" cy="6185861"/>
          </a:xfrm>
          <a:solidFill>
            <a:schemeClr val="accent1">
              <a:lumMod val="90000"/>
              <a:lumOff val="10000"/>
              <a:alpha val="20000"/>
            </a:schemeClr>
          </a:solidFill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651BEEC-E6AC-4E4B-9B88-D2F823311FDE}"/>
                </a:ext>
              </a:extLst>
            </p:cNvPr>
            <p:cNvGrpSpPr/>
            <p:nvPr/>
          </p:nvGrpSpPr>
          <p:grpSpPr>
            <a:xfrm>
              <a:off x="354110" y="326571"/>
              <a:ext cx="11480604" cy="109990"/>
              <a:chOff x="354110" y="326571"/>
              <a:chExt cx="11480604" cy="109990"/>
            </a:xfrm>
            <a:grpFill/>
          </p:grpSpPr>
          <p:sp>
            <p:nvSpPr>
              <p:cNvPr id="337" name="Rectangle 5">
                <a:extLst>
                  <a:ext uri="{FF2B5EF4-FFF2-40B4-BE49-F238E27FC236}">
                    <a16:creationId xmlns:a16="http://schemas.microsoft.com/office/drawing/2014/main" id="{85C298FF-97F9-4147-B827-D8E5136C26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8" name="Rectangle 6">
                <a:extLst>
                  <a:ext uri="{FF2B5EF4-FFF2-40B4-BE49-F238E27FC236}">
                    <a16:creationId xmlns:a16="http://schemas.microsoft.com/office/drawing/2014/main" id="{9408EFDD-1492-4223-8E65-A093D2F1BB8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9" name="Rectangle 7">
                <a:extLst>
                  <a:ext uri="{FF2B5EF4-FFF2-40B4-BE49-F238E27FC236}">
                    <a16:creationId xmlns:a16="http://schemas.microsoft.com/office/drawing/2014/main" id="{F894E7F8-7101-42ED-9EE3-85F58C6EF3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0" name="Rectangle 8">
                <a:extLst>
                  <a:ext uri="{FF2B5EF4-FFF2-40B4-BE49-F238E27FC236}">
                    <a16:creationId xmlns:a16="http://schemas.microsoft.com/office/drawing/2014/main" id="{877C8C7E-1793-4536-97A4-63A3591EF9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1" name="Rectangle 9">
                <a:extLst>
                  <a:ext uri="{FF2B5EF4-FFF2-40B4-BE49-F238E27FC236}">
                    <a16:creationId xmlns:a16="http://schemas.microsoft.com/office/drawing/2014/main" id="{077D2BC4-41B3-4D98-84CA-A2503EF131C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2" name="Rectangle 10">
                <a:extLst>
                  <a:ext uri="{FF2B5EF4-FFF2-40B4-BE49-F238E27FC236}">
                    <a16:creationId xmlns:a16="http://schemas.microsoft.com/office/drawing/2014/main" id="{DE4270DF-458E-4975-B86F-E605B966C6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3" name="Rectangle 11">
                <a:extLst>
                  <a:ext uri="{FF2B5EF4-FFF2-40B4-BE49-F238E27FC236}">
                    <a16:creationId xmlns:a16="http://schemas.microsoft.com/office/drawing/2014/main" id="{5334B1DA-DE9D-46A4-B1CC-07D8B5B37F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4" name="Rectangle 12">
                <a:extLst>
                  <a:ext uri="{FF2B5EF4-FFF2-40B4-BE49-F238E27FC236}">
                    <a16:creationId xmlns:a16="http://schemas.microsoft.com/office/drawing/2014/main" id="{1CF1EF4A-5FEC-4B62-A622-2DEE7B72C0B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5" name="Rectangle 13">
                <a:extLst>
                  <a:ext uri="{FF2B5EF4-FFF2-40B4-BE49-F238E27FC236}">
                    <a16:creationId xmlns:a16="http://schemas.microsoft.com/office/drawing/2014/main" id="{322BDF90-AD9B-4F68-8F1B-8AE6FD1E47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6" name="Rectangle 14">
                <a:extLst>
                  <a:ext uri="{FF2B5EF4-FFF2-40B4-BE49-F238E27FC236}">
                    <a16:creationId xmlns:a16="http://schemas.microsoft.com/office/drawing/2014/main" id="{93F9BC3E-2349-4557-A942-FF58D34975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7" name="Rectangle 15">
                <a:extLst>
                  <a:ext uri="{FF2B5EF4-FFF2-40B4-BE49-F238E27FC236}">
                    <a16:creationId xmlns:a16="http://schemas.microsoft.com/office/drawing/2014/main" id="{D4E479F8-DBB7-4E24-82DB-9187E1DA157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8" name="Rectangle 16">
                <a:extLst>
                  <a:ext uri="{FF2B5EF4-FFF2-40B4-BE49-F238E27FC236}">
                    <a16:creationId xmlns:a16="http://schemas.microsoft.com/office/drawing/2014/main" id="{88729413-47AC-4DEA-A613-0B6158FCB8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9" name="Rectangle 17">
                <a:extLst>
                  <a:ext uri="{FF2B5EF4-FFF2-40B4-BE49-F238E27FC236}">
                    <a16:creationId xmlns:a16="http://schemas.microsoft.com/office/drawing/2014/main" id="{20F824DD-152A-4F6D-952E-24ADD1A8C07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0" name="Rectangle 18">
                <a:extLst>
                  <a:ext uri="{FF2B5EF4-FFF2-40B4-BE49-F238E27FC236}">
                    <a16:creationId xmlns:a16="http://schemas.microsoft.com/office/drawing/2014/main" id="{951C09E8-C755-4AEB-9C27-AE9621753A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1" name="Rectangle 19">
                <a:extLst>
                  <a:ext uri="{FF2B5EF4-FFF2-40B4-BE49-F238E27FC236}">
                    <a16:creationId xmlns:a16="http://schemas.microsoft.com/office/drawing/2014/main" id="{32F64432-EE66-40C8-A67A-FA722F75D5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2" name="Rectangle 20">
                <a:extLst>
                  <a:ext uri="{FF2B5EF4-FFF2-40B4-BE49-F238E27FC236}">
                    <a16:creationId xmlns:a16="http://schemas.microsoft.com/office/drawing/2014/main" id="{29005991-F871-4DFB-9517-DCB334B68B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3" name="Rectangle 21">
                <a:extLst>
                  <a:ext uri="{FF2B5EF4-FFF2-40B4-BE49-F238E27FC236}">
                    <a16:creationId xmlns:a16="http://schemas.microsoft.com/office/drawing/2014/main" id="{1C601034-B07F-4FCA-B65F-4BA94F1FEF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4" name="Rectangle 22">
                <a:extLst>
                  <a:ext uri="{FF2B5EF4-FFF2-40B4-BE49-F238E27FC236}">
                    <a16:creationId xmlns:a16="http://schemas.microsoft.com/office/drawing/2014/main" id="{A3C10F51-A92E-4F5D-841E-2495E85BD8B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5" name="Rectangle 23">
                <a:extLst>
                  <a:ext uri="{FF2B5EF4-FFF2-40B4-BE49-F238E27FC236}">
                    <a16:creationId xmlns:a16="http://schemas.microsoft.com/office/drawing/2014/main" id="{8656C742-4C71-41EC-9EED-8A0FF35A8B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6" name="Rectangle 24">
                <a:extLst>
                  <a:ext uri="{FF2B5EF4-FFF2-40B4-BE49-F238E27FC236}">
                    <a16:creationId xmlns:a16="http://schemas.microsoft.com/office/drawing/2014/main" id="{DD7837C0-45DC-47B0-8EB6-E1AFA3DF28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7" name="Rectangle 25">
                <a:extLst>
                  <a:ext uri="{FF2B5EF4-FFF2-40B4-BE49-F238E27FC236}">
                    <a16:creationId xmlns:a16="http://schemas.microsoft.com/office/drawing/2014/main" id="{C6C4A808-47AA-4933-B20F-A80BEEFBDE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8" name="Rectangle 26">
                <a:extLst>
                  <a:ext uri="{FF2B5EF4-FFF2-40B4-BE49-F238E27FC236}">
                    <a16:creationId xmlns:a16="http://schemas.microsoft.com/office/drawing/2014/main" id="{1916F620-2E67-4716-A335-AA9D0F9A9B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9" name="Rectangle 27">
                <a:extLst>
                  <a:ext uri="{FF2B5EF4-FFF2-40B4-BE49-F238E27FC236}">
                    <a16:creationId xmlns:a16="http://schemas.microsoft.com/office/drawing/2014/main" id="{54529738-34CA-43C1-9448-C6D7594E392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0" name="Rectangle 28">
                <a:extLst>
                  <a:ext uri="{FF2B5EF4-FFF2-40B4-BE49-F238E27FC236}">
                    <a16:creationId xmlns:a16="http://schemas.microsoft.com/office/drawing/2014/main" id="{AB2B254B-6166-4F70-A263-5F5630C8AF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1" name="Rectangle 29">
                <a:extLst>
                  <a:ext uri="{FF2B5EF4-FFF2-40B4-BE49-F238E27FC236}">
                    <a16:creationId xmlns:a16="http://schemas.microsoft.com/office/drawing/2014/main" id="{CC179163-7F45-4275-B900-184CA908E7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2" name="Rectangle 30">
                <a:extLst>
                  <a:ext uri="{FF2B5EF4-FFF2-40B4-BE49-F238E27FC236}">
                    <a16:creationId xmlns:a16="http://schemas.microsoft.com/office/drawing/2014/main" id="{A16179B1-495E-40B6-BA3E-4FE45BD06F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6CC022AE-7DA1-4DBC-B4FA-A550170E3244}"/>
                </a:ext>
              </a:extLst>
            </p:cNvPr>
            <p:cNvGrpSpPr/>
            <p:nvPr/>
          </p:nvGrpSpPr>
          <p:grpSpPr>
            <a:xfrm>
              <a:off x="354110" y="833283"/>
              <a:ext cx="11480604" cy="108822"/>
              <a:chOff x="354110" y="834963"/>
              <a:chExt cx="11480604" cy="108822"/>
            </a:xfrm>
            <a:grpFill/>
          </p:grpSpPr>
          <p:sp>
            <p:nvSpPr>
              <p:cNvPr id="311" name="Rectangle 32">
                <a:extLst>
                  <a:ext uri="{FF2B5EF4-FFF2-40B4-BE49-F238E27FC236}">
                    <a16:creationId xmlns:a16="http://schemas.microsoft.com/office/drawing/2014/main" id="{E6CEC545-E6D9-4264-BEA6-119B54AE4C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2" name="Rectangle 33">
                <a:extLst>
                  <a:ext uri="{FF2B5EF4-FFF2-40B4-BE49-F238E27FC236}">
                    <a16:creationId xmlns:a16="http://schemas.microsoft.com/office/drawing/2014/main" id="{60C7E7B9-97E8-4AE1-A9F0-162381B38D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3" name="Rectangle 34">
                <a:extLst>
                  <a:ext uri="{FF2B5EF4-FFF2-40B4-BE49-F238E27FC236}">
                    <a16:creationId xmlns:a16="http://schemas.microsoft.com/office/drawing/2014/main" id="{BC9E105B-3AD3-4AC9-8C4E-3DABA3F821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4" name="Rectangle 35">
                <a:extLst>
                  <a:ext uri="{FF2B5EF4-FFF2-40B4-BE49-F238E27FC236}">
                    <a16:creationId xmlns:a16="http://schemas.microsoft.com/office/drawing/2014/main" id="{B10232F8-CE74-495F-B906-B4B2237079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5" name="Rectangle 36">
                <a:extLst>
                  <a:ext uri="{FF2B5EF4-FFF2-40B4-BE49-F238E27FC236}">
                    <a16:creationId xmlns:a16="http://schemas.microsoft.com/office/drawing/2014/main" id="{377EBFB6-EE61-435B-A0EA-67D67D892FE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6" name="Rectangle 37">
                <a:extLst>
                  <a:ext uri="{FF2B5EF4-FFF2-40B4-BE49-F238E27FC236}">
                    <a16:creationId xmlns:a16="http://schemas.microsoft.com/office/drawing/2014/main" id="{7837C467-758B-463F-B551-93C783E129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7" name="Rectangle 38">
                <a:extLst>
                  <a:ext uri="{FF2B5EF4-FFF2-40B4-BE49-F238E27FC236}">
                    <a16:creationId xmlns:a16="http://schemas.microsoft.com/office/drawing/2014/main" id="{C77A01F7-C261-4381-86C3-4C89EE66C7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8" name="Rectangle 39">
                <a:extLst>
                  <a:ext uri="{FF2B5EF4-FFF2-40B4-BE49-F238E27FC236}">
                    <a16:creationId xmlns:a16="http://schemas.microsoft.com/office/drawing/2014/main" id="{7477D541-DCD7-4A47-BAD6-421CE795D86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9" name="Rectangle 40">
                <a:extLst>
                  <a:ext uri="{FF2B5EF4-FFF2-40B4-BE49-F238E27FC236}">
                    <a16:creationId xmlns:a16="http://schemas.microsoft.com/office/drawing/2014/main" id="{4E64ADB5-6C15-4DFA-A1D8-CCB52869EB2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0" name="Rectangle 41">
                <a:extLst>
                  <a:ext uri="{FF2B5EF4-FFF2-40B4-BE49-F238E27FC236}">
                    <a16:creationId xmlns:a16="http://schemas.microsoft.com/office/drawing/2014/main" id="{AC57F5E1-8997-4B18-B946-EC6DFA386D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1" name="Rectangle 42">
                <a:extLst>
                  <a:ext uri="{FF2B5EF4-FFF2-40B4-BE49-F238E27FC236}">
                    <a16:creationId xmlns:a16="http://schemas.microsoft.com/office/drawing/2014/main" id="{AC1B45CA-8F96-41DA-A93A-FD14080BEB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2" name="Rectangle 43">
                <a:extLst>
                  <a:ext uri="{FF2B5EF4-FFF2-40B4-BE49-F238E27FC236}">
                    <a16:creationId xmlns:a16="http://schemas.microsoft.com/office/drawing/2014/main" id="{703118E8-5E3B-4DFA-9921-369E22CA03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3" name="Rectangle 44">
                <a:extLst>
                  <a:ext uri="{FF2B5EF4-FFF2-40B4-BE49-F238E27FC236}">
                    <a16:creationId xmlns:a16="http://schemas.microsoft.com/office/drawing/2014/main" id="{ED301010-E5DC-4676-A476-7C14D84A53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4" name="Rectangle 45">
                <a:extLst>
                  <a:ext uri="{FF2B5EF4-FFF2-40B4-BE49-F238E27FC236}">
                    <a16:creationId xmlns:a16="http://schemas.microsoft.com/office/drawing/2014/main" id="{37F85CBA-9F8F-490A-A6C5-555D548FDA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5" name="Rectangle 46">
                <a:extLst>
                  <a:ext uri="{FF2B5EF4-FFF2-40B4-BE49-F238E27FC236}">
                    <a16:creationId xmlns:a16="http://schemas.microsoft.com/office/drawing/2014/main" id="{4CDDB648-0406-4415-9B3A-F56F9D7B2E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6" name="Rectangle 47">
                <a:extLst>
                  <a:ext uri="{FF2B5EF4-FFF2-40B4-BE49-F238E27FC236}">
                    <a16:creationId xmlns:a16="http://schemas.microsoft.com/office/drawing/2014/main" id="{9656844F-AFE3-4957-A69F-F4A848FEF63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7" name="Rectangle 48">
                <a:extLst>
                  <a:ext uri="{FF2B5EF4-FFF2-40B4-BE49-F238E27FC236}">
                    <a16:creationId xmlns:a16="http://schemas.microsoft.com/office/drawing/2014/main" id="{5A3A99BA-4854-4231-B6BB-888D83A0100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8" name="Rectangle 49">
                <a:extLst>
                  <a:ext uri="{FF2B5EF4-FFF2-40B4-BE49-F238E27FC236}">
                    <a16:creationId xmlns:a16="http://schemas.microsoft.com/office/drawing/2014/main" id="{22B51AD2-0C6E-467F-A47F-34DAB5BB7EB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9" name="Rectangle 50">
                <a:extLst>
                  <a:ext uri="{FF2B5EF4-FFF2-40B4-BE49-F238E27FC236}">
                    <a16:creationId xmlns:a16="http://schemas.microsoft.com/office/drawing/2014/main" id="{EDE14BA8-EBD0-4206-8FB2-6B9E4AB28F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0" name="Rectangle 51">
                <a:extLst>
                  <a:ext uri="{FF2B5EF4-FFF2-40B4-BE49-F238E27FC236}">
                    <a16:creationId xmlns:a16="http://schemas.microsoft.com/office/drawing/2014/main" id="{F2846FEF-2688-4964-A02B-231009108D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1" name="Rectangle 52">
                <a:extLst>
                  <a:ext uri="{FF2B5EF4-FFF2-40B4-BE49-F238E27FC236}">
                    <a16:creationId xmlns:a16="http://schemas.microsoft.com/office/drawing/2014/main" id="{93E03F91-49D8-43EE-B637-0558AECB0E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2" name="Rectangle 53">
                <a:extLst>
                  <a:ext uri="{FF2B5EF4-FFF2-40B4-BE49-F238E27FC236}">
                    <a16:creationId xmlns:a16="http://schemas.microsoft.com/office/drawing/2014/main" id="{25EB1B6D-371C-4129-8792-C87711A4DC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3" name="Rectangle 54">
                <a:extLst>
                  <a:ext uri="{FF2B5EF4-FFF2-40B4-BE49-F238E27FC236}">
                    <a16:creationId xmlns:a16="http://schemas.microsoft.com/office/drawing/2014/main" id="{F0762AD7-4B47-41B5-90EC-26D5248FC1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4" name="Rectangle 55">
                <a:extLst>
                  <a:ext uri="{FF2B5EF4-FFF2-40B4-BE49-F238E27FC236}">
                    <a16:creationId xmlns:a16="http://schemas.microsoft.com/office/drawing/2014/main" id="{77F5372A-DF0C-4EB4-8383-88ACAFBC34E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5" name="Rectangle 56">
                <a:extLst>
                  <a:ext uri="{FF2B5EF4-FFF2-40B4-BE49-F238E27FC236}">
                    <a16:creationId xmlns:a16="http://schemas.microsoft.com/office/drawing/2014/main" id="{E1647C36-4FD2-4648-B99F-D1A25055E7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6" name="Rectangle 57">
                <a:extLst>
                  <a:ext uri="{FF2B5EF4-FFF2-40B4-BE49-F238E27FC236}">
                    <a16:creationId xmlns:a16="http://schemas.microsoft.com/office/drawing/2014/main" id="{ACEC7B34-ADAF-47D3-BF11-ED91BA7A1A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86937529-B296-43D8-A41E-AB8B81312F52}"/>
                </a:ext>
              </a:extLst>
            </p:cNvPr>
            <p:cNvGrpSpPr/>
            <p:nvPr/>
          </p:nvGrpSpPr>
          <p:grpSpPr>
            <a:xfrm>
              <a:off x="354110" y="1338827"/>
              <a:ext cx="11480604" cy="109990"/>
              <a:chOff x="354110" y="1342187"/>
              <a:chExt cx="11480604" cy="109990"/>
            </a:xfrm>
            <a:grpFill/>
          </p:grpSpPr>
          <p:sp>
            <p:nvSpPr>
              <p:cNvPr id="285" name="Rectangle 59">
                <a:extLst>
                  <a:ext uri="{FF2B5EF4-FFF2-40B4-BE49-F238E27FC236}">
                    <a16:creationId xmlns:a16="http://schemas.microsoft.com/office/drawing/2014/main" id="{D5764D4B-1D40-4C27-A916-0AC8D92994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6" name="Rectangle 60">
                <a:extLst>
                  <a:ext uri="{FF2B5EF4-FFF2-40B4-BE49-F238E27FC236}">
                    <a16:creationId xmlns:a16="http://schemas.microsoft.com/office/drawing/2014/main" id="{8D6FB00B-87D1-4116-9000-867A2BDD99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7" name="Rectangle 61">
                <a:extLst>
                  <a:ext uri="{FF2B5EF4-FFF2-40B4-BE49-F238E27FC236}">
                    <a16:creationId xmlns:a16="http://schemas.microsoft.com/office/drawing/2014/main" id="{13141309-AB43-4A97-A80F-35655D9BF20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8" name="Rectangle 62">
                <a:extLst>
                  <a:ext uri="{FF2B5EF4-FFF2-40B4-BE49-F238E27FC236}">
                    <a16:creationId xmlns:a16="http://schemas.microsoft.com/office/drawing/2014/main" id="{C9A0F710-6D9F-43AD-AC28-FF4E521655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9" name="Rectangle 63">
                <a:extLst>
                  <a:ext uri="{FF2B5EF4-FFF2-40B4-BE49-F238E27FC236}">
                    <a16:creationId xmlns:a16="http://schemas.microsoft.com/office/drawing/2014/main" id="{22D043F3-2F25-42E6-A0CC-C1417E89D1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0" name="Rectangle 64">
                <a:extLst>
                  <a:ext uri="{FF2B5EF4-FFF2-40B4-BE49-F238E27FC236}">
                    <a16:creationId xmlns:a16="http://schemas.microsoft.com/office/drawing/2014/main" id="{128AE702-54D4-4937-85C0-321F9B6D172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1" name="Rectangle 65">
                <a:extLst>
                  <a:ext uri="{FF2B5EF4-FFF2-40B4-BE49-F238E27FC236}">
                    <a16:creationId xmlns:a16="http://schemas.microsoft.com/office/drawing/2014/main" id="{495CD95D-8E09-4DE3-AD35-D07AE4DACF5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2" name="Rectangle 66">
                <a:extLst>
                  <a:ext uri="{FF2B5EF4-FFF2-40B4-BE49-F238E27FC236}">
                    <a16:creationId xmlns:a16="http://schemas.microsoft.com/office/drawing/2014/main" id="{F9E349F8-478A-454D-B3EF-507AC59758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3" name="Rectangle 67">
                <a:extLst>
                  <a:ext uri="{FF2B5EF4-FFF2-40B4-BE49-F238E27FC236}">
                    <a16:creationId xmlns:a16="http://schemas.microsoft.com/office/drawing/2014/main" id="{038DA8FC-06DE-457C-A8EE-5A7FEC447F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4" name="Rectangle 68">
                <a:extLst>
                  <a:ext uri="{FF2B5EF4-FFF2-40B4-BE49-F238E27FC236}">
                    <a16:creationId xmlns:a16="http://schemas.microsoft.com/office/drawing/2014/main" id="{37F3C727-E73B-4515-BA7B-40F0811025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5" name="Rectangle 69">
                <a:extLst>
                  <a:ext uri="{FF2B5EF4-FFF2-40B4-BE49-F238E27FC236}">
                    <a16:creationId xmlns:a16="http://schemas.microsoft.com/office/drawing/2014/main" id="{7ACA813C-C067-4264-85A3-D6CC63AFF9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6" name="Rectangle 70">
                <a:extLst>
                  <a:ext uri="{FF2B5EF4-FFF2-40B4-BE49-F238E27FC236}">
                    <a16:creationId xmlns:a16="http://schemas.microsoft.com/office/drawing/2014/main" id="{7F1EFEF0-7477-4565-8B37-7950FACA67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7" name="Rectangle 71">
                <a:extLst>
                  <a:ext uri="{FF2B5EF4-FFF2-40B4-BE49-F238E27FC236}">
                    <a16:creationId xmlns:a16="http://schemas.microsoft.com/office/drawing/2014/main" id="{F425C54F-BDFC-4555-881A-B6F267624F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8" name="Rectangle 72">
                <a:extLst>
                  <a:ext uri="{FF2B5EF4-FFF2-40B4-BE49-F238E27FC236}">
                    <a16:creationId xmlns:a16="http://schemas.microsoft.com/office/drawing/2014/main" id="{213AFED9-7175-4A0D-92DC-B39BAE0FD3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9" name="Rectangle 73">
                <a:extLst>
                  <a:ext uri="{FF2B5EF4-FFF2-40B4-BE49-F238E27FC236}">
                    <a16:creationId xmlns:a16="http://schemas.microsoft.com/office/drawing/2014/main" id="{9E4FCFC2-A1ED-453A-B612-E5E0B39C2A9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0" name="Rectangle 74">
                <a:extLst>
                  <a:ext uri="{FF2B5EF4-FFF2-40B4-BE49-F238E27FC236}">
                    <a16:creationId xmlns:a16="http://schemas.microsoft.com/office/drawing/2014/main" id="{1C9D742B-9152-4EF7-A612-B519BF62C6C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1" name="Rectangle 75">
                <a:extLst>
                  <a:ext uri="{FF2B5EF4-FFF2-40B4-BE49-F238E27FC236}">
                    <a16:creationId xmlns:a16="http://schemas.microsoft.com/office/drawing/2014/main" id="{2149792F-282E-44D6-84AE-7D31FA24B2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2" name="Rectangle 76">
                <a:extLst>
                  <a:ext uri="{FF2B5EF4-FFF2-40B4-BE49-F238E27FC236}">
                    <a16:creationId xmlns:a16="http://schemas.microsoft.com/office/drawing/2014/main" id="{BEAFEECA-B893-49C1-9039-812C4AF541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3" name="Rectangle 77">
                <a:extLst>
                  <a:ext uri="{FF2B5EF4-FFF2-40B4-BE49-F238E27FC236}">
                    <a16:creationId xmlns:a16="http://schemas.microsoft.com/office/drawing/2014/main" id="{122E4F71-6D60-47F1-8100-1C8190AADA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4" name="Rectangle 78">
                <a:extLst>
                  <a:ext uri="{FF2B5EF4-FFF2-40B4-BE49-F238E27FC236}">
                    <a16:creationId xmlns:a16="http://schemas.microsoft.com/office/drawing/2014/main" id="{E9A54785-45A1-4BC8-A85E-CA3EB19FF3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5" name="Rectangle 79">
                <a:extLst>
                  <a:ext uri="{FF2B5EF4-FFF2-40B4-BE49-F238E27FC236}">
                    <a16:creationId xmlns:a16="http://schemas.microsoft.com/office/drawing/2014/main" id="{D765DC5F-87A3-4E46-88C5-F2101A2941F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6" name="Rectangle 80">
                <a:extLst>
                  <a:ext uri="{FF2B5EF4-FFF2-40B4-BE49-F238E27FC236}">
                    <a16:creationId xmlns:a16="http://schemas.microsoft.com/office/drawing/2014/main" id="{644B6B17-5BBC-4A03-8899-52E7DF7FE6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7" name="Rectangle 81">
                <a:extLst>
                  <a:ext uri="{FF2B5EF4-FFF2-40B4-BE49-F238E27FC236}">
                    <a16:creationId xmlns:a16="http://schemas.microsoft.com/office/drawing/2014/main" id="{987BE756-32EA-455B-8130-C8E83B1B3B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8" name="Rectangle 82">
                <a:extLst>
                  <a:ext uri="{FF2B5EF4-FFF2-40B4-BE49-F238E27FC236}">
                    <a16:creationId xmlns:a16="http://schemas.microsoft.com/office/drawing/2014/main" id="{5C7821F2-B5EF-4833-B9B9-5AE62E01175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9" name="Rectangle 83">
                <a:extLst>
                  <a:ext uri="{FF2B5EF4-FFF2-40B4-BE49-F238E27FC236}">
                    <a16:creationId xmlns:a16="http://schemas.microsoft.com/office/drawing/2014/main" id="{EDF1C499-3F66-4B42-92C0-855DDB14CD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0" name="Rectangle 84">
                <a:extLst>
                  <a:ext uri="{FF2B5EF4-FFF2-40B4-BE49-F238E27FC236}">
                    <a16:creationId xmlns:a16="http://schemas.microsoft.com/office/drawing/2014/main" id="{3A95874A-F523-4169-A3FB-782B25C88E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7F2D639A-C347-4082-9643-F89AF7802C05}"/>
                </a:ext>
              </a:extLst>
            </p:cNvPr>
            <p:cNvGrpSpPr/>
            <p:nvPr/>
          </p:nvGrpSpPr>
          <p:grpSpPr>
            <a:xfrm>
              <a:off x="354110" y="1845539"/>
              <a:ext cx="11480604" cy="109990"/>
              <a:chOff x="354110" y="1850572"/>
              <a:chExt cx="11480604" cy="109990"/>
            </a:xfrm>
            <a:grpFill/>
          </p:grpSpPr>
          <p:sp>
            <p:nvSpPr>
              <p:cNvPr id="259" name="Rectangle 5">
                <a:extLst>
                  <a:ext uri="{FF2B5EF4-FFF2-40B4-BE49-F238E27FC236}">
                    <a16:creationId xmlns:a16="http://schemas.microsoft.com/office/drawing/2014/main" id="{6291B61F-460B-41F6-82CC-088066FD85C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0" name="Rectangle 6">
                <a:extLst>
                  <a:ext uri="{FF2B5EF4-FFF2-40B4-BE49-F238E27FC236}">
                    <a16:creationId xmlns:a16="http://schemas.microsoft.com/office/drawing/2014/main" id="{C588270F-A3F7-4DD2-8B81-C30BA64125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1" name="Rectangle 7">
                <a:extLst>
                  <a:ext uri="{FF2B5EF4-FFF2-40B4-BE49-F238E27FC236}">
                    <a16:creationId xmlns:a16="http://schemas.microsoft.com/office/drawing/2014/main" id="{050F8909-1A69-4BF3-BC80-ECD1B486FA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2" name="Rectangle 8">
                <a:extLst>
                  <a:ext uri="{FF2B5EF4-FFF2-40B4-BE49-F238E27FC236}">
                    <a16:creationId xmlns:a16="http://schemas.microsoft.com/office/drawing/2014/main" id="{995EC835-8CAE-48D8-ADF0-22B6D986B1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3" name="Rectangle 9">
                <a:extLst>
                  <a:ext uri="{FF2B5EF4-FFF2-40B4-BE49-F238E27FC236}">
                    <a16:creationId xmlns:a16="http://schemas.microsoft.com/office/drawing/2014/main" id="{5076577D-01F8-484C-8AEB-1091039A66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4" name="Rectangle 10">
                <a:extLst>
                  <a:ext uri="{FF2B5EF4-FFF2-40B4-BE49-F238E27FC236}">
                    <a16:creationId xmlns:a16="http://schemas.microsoft.com/office/drawing/2014/main" id="{5FAA1557-63ED-4C2E-89BE-E827B69C47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5" name="Rectangle 11">
                <a:extLst>
                  <a:ext uri="{FF2B5EF4-FFF2-40B4-BE49-F238E27FC236}">
                    <a16:creationId xmlns:a16="http://schemas.microsoft.com/office/drawing/2014/main" id="{63D8B1EF-AF76-4A72-B4E3-FC4D1B4E7A8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6" name="Rectangle 12">
                <a:extLst>
                  <a:ext uri="{FF2B5EF4-FFF2-40B4-BE49-F238E27FC236}">
                    <a16:creationId xmlns:a16="http://schemas.microsoft.com/office/drawing/2014/main" id="{4DF3DA51-2B69-42BD-A6DE-6F85AA1161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7" name="Rectangle 13">
                <a:extLst>
                  <a:ext uri="{FF2B5EF4-FFF2-40B4-BE49-F238E27FC236}">
                    <a16:creationId xmlns:a16="http://schemas.microsoft.com/office/drawing/2014/main" id="{464ECA3E-44D7-43DE-A35E-EADB2D8D72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8" name="Rectangle 14">
                <a:extLst>
                  <a:ext uri="{FF2B5EF4-FFF2-40B4-BE49-F238E27FC236}">
                    <a16:creationId xmlns:a16="http://schemas.microsoft.com/office/drawing/2014/main" id="{36E4F914-DFE7-4297-8E42-A27710155F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9" name="Rectangle 15">
                <a:extLst>
                  <a:ext uri="{FF2B5EF4-FFF2-40B4-BE49-F238E27FC236}">
                    <a16:creationId xmlns:a16="http://schemas.microsoft.com/office/drawing/2014/main" id="{164AA26B-0915-4E61-AFF2-BDA8ED551B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0" name="Rectangle 16">
                <a:extLst>
                  <a:ext uri="{FF2B5EF4-FFF2-40B4-BE49-F238E27FC236}">
                    <a16:creationId xmlns:a16="http://schemas.microsoft.com/office/drawing/2014/main" id="{D5AB2E4B-626F-4072-87E5-595D35EFADA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1" name="Rectangle 17">
                <a:extLst>
                  <a:ext uri="{FF2B5EF4-FFF2-40B4-BE49-F238E27FC236}">
                    <a16:creationId xmlns:a16="http://schemas.microsoft.com/office/drawing/2014/main" id="{65DAB362-330B-46D1-BCA8-58DF84B02A0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2" name="Rectangle 18">
                <a:extLst>
                  <a:ext uri="{FF2B5EF4-FFF2-40B4-BE49-F238E27FC236}">
                    <a16:creationId xmlns:a16="http://schemas.microsoft.com/office/drawing/2014/main" id="{354D240F-C2AD-45B8-AC36-32AD2EAD65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3" name="Rectangle 19">
                <a:extLst>
                  <a:ext uri="{FF2B5EF4-FFF2-40B4-BE49-F238E27FC236}">
                    <a16:creationId xmlns:a16="http://schemas.microsoft.com/office/drawing/2014/main" id="{90E2C084-FE42-498D-9DD1-54C9F18333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4" name="Rectangle 20">
                <a:extLst>
                  <a:ext uri="{FF2B5EF4-FFF2-40B4-BE49-F238E27FC236}">
                    <a16:creationId xmlns:a16="http://schemas.microsoft.com/office/drawing/2014/main" id="{C350DA86-5C2C-4CB7-B1CC-4409FC68993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5" name="Rectangle 21">
                <a:extLst>
                  <a:ext uri="{FF2B5EF4-FFF2-40B4-BE49-F238E27FC236}">
                    <a16:creationId xmlns:a16="http://schemas.microsoft.com/office/drawing/2014/main" id="{3476D016-BE0E-40FB-AE03-36C7206310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6" name="Rectangle 22">
                <a:extLst>
                  <a:ext uri="{FF2B5EF4-FFF2-40B4-BE49-F238E27FC236}">
                    <a16:creationId xmlns:a16="http://schemas.microsoft.com/office/drawing/2014/main" id="{4207A264-69D9-418A-8329-92D261B9B62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7" name="Rectangle 23">
                <a:extLst>
                  <a:ext uri="{FF2B5EF4-FFF2-40B4-BE49-F238E27FC236}">
                    <a16:creationId xmlns:a16="http://schemas.microsoft.com/office/drawing/2014/main" id="{A6B0A29B-A2CB-436D-9F5A-97AC9E9B35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8" name="Rectangle 24">
                <a:extLst>
                  <a:ext uri="{FF2B5EF4-FFF2-40B4-BE49-F238E27FC236}">
                    <a16:creationId xmlns:a16="http://schemas.microsoft.com/office/drawing/2014/main" id="{E9855E46-BFAF-42D9-AC3D-C449C9315DD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9" name="Rectangle 25">
                <a:extLst>
                  <a:ext uri="{FF2B5EF4-FFF2-40B4-BE49-F238E27FC236}">
                    <a16:creationId xmlns:a16="http://schemas.microsoft.com/office/drawing/2014/main" id="{8A0832E2-B419-44F2-AA90-20EF152828F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0" name="Rectangle 26">
                <a:extLst>
                  <a:ext uri="{FF2B5EF4-FFF2-40B4-BE49-F238E27FC236}">
                    <a16:creationId xmlns:a16="http://schemas.microsoft.com/office/drawing/2014/main" id="{19E36BF2-3D4E-4C2B-8D4A-DCF9E92FAE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1" name="Rectangle 27">
                <a:extLst>
                  <a:ext uri="{FF2B5EF4-FFF2-40B4-BE49-F238E27FC236}">
                    <a16:creationId xmlns:a16="http://schemas.microsoft.com/office/drawing/2014/main" id="{038C7A5F-FE20-45D2-9A21-6F27B6DEE7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2" name="Rectangle 28">
                <a:extLst>
                  <a:ext uri="{FF2B5EF4-FFF2-40B4-BE49-F238E27FC236}">
                    <a16:creationId xmlns:a16="http://schemas.microsoft.com/office/drawing/2014/main" id="{E6296672-5055-43EF-8C50-F99741CCADC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3" name="Rectangle 29">
                <a:extLst>
                  <a:ext uri="{FF2B5EF4-FFF2-40B4-BE49-F238E27FC236}">
                    <a16:creationId xmlns:a16="http://schemas.microsoft.com/office/drawing/2014/main" id="{9F789C90-FBCD-48B5-800E-4829555286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4" name="Rectangle 30">
                <a:extLst>
                  <a:ext uri="{FF2B5EF4-FFF2-40B4-BE49-F238E27FC236}">
                    <a16:creationId xmlns:a16="http://schemas.microsoft.com/office/drawing/2014/main" id="{DDF49BA7-3A02-4020-A1E4-11270C6862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6A8B488-F73F-46BA-AAC6-FAAE1D26CA95}"/>
                </a:ext>
              </a:extLst>
            </p:cNvPr>
            <p:cNvGrpSpPr/>
            <p:nvPr/>
          </p:nvGrpSpPr>
          <p:grpSpPr>
            <a:xfrm>
              <a:off x="354110" y="2352251"/>
              <a:ext cx="11480604" cy="108822"/>
              <a:chOff x="354110" y="2358964"/>
              <a:chExt cx="11480604" cy="108822"/>
            </a:xfrm>
            <a:grpFill/>
          </p:grpSpPr>
          <p:sp>
            <p:nvSpPr>
              <p:cNvPr id="233" name="Rectangle 32">
                <a:extLst>
                  <a:ext uri="{FF2B5EF4-FFF2-40B4-BE49-F238E27FC236}">
                    <a16:creationId xmlns:a16="http://schemas.microsoft.com/office/drawing/2014/main" id="{B4B13D94-DCE1-468B-AF50-848FB46E49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4" name="Rectangle 33">
                <a:extLst>
                  <a:ext uri="{FF2B5EF4-FFF2-40B4-BE49-F238E27FC236}">
                    <a16:creationId xmlns:a16="http://schemas.microsoft.com/office/drawing/2014/main" id="{D42897BB-EFBB-4C3E-B7D8-39558C9973F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5" name="Rectangle 34">
                <a:extLst>
                  <a:ext uri="{FF2B5EF4-FFF2-40B4-BE49-F238E27FC236}">
                    <a16:creationId xmlns:a16="http://schemas.microsoft.com/office/drawing/2014/main" id="{4FAE9ED1-B75E-4074-8A29-538EBAC751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6" name="Rectangle 35">
                <a:extLst>
                  <a:ext uri="{FF2B5EF4-FFF2-40B4-BE49-F238E27FC236}">
                    <a16:creationId xmlns:a16="http://schemas.microsoft.com/office/drawing/2014/main" id="{04AF33C2-82DD-4449-B5ED-C6E11A9176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7" name="Rectangle 36">
                <a:extLst>
                  <a:ext uri="{FF2B5EF4-FFF2-40B4-BE49-F238E27FC236}">
                    <a16:creationId xmlns:a16="http://schemas.microsoft.com/office/drawing/2014/main" id="{A402AA2F-3566-4F90-A3D7-2F6ACC0596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8" name="Rectangle 37">
                <a:extLst>
                  <a:ext uri="{FF2B5EF4-FFF2-40B4-BE49-F238E27FC236}">
                    <a16:creationId xmlns:a16="http://schemas.microsoft.com/office/drawing/2014/main" id="{12257C74-8FE2-4A5A-AE7D-4253FD48B2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9" name="Rectangle 38">
                <a:extLst>
                  <a:ext uri="{FF2B5EF4-FFF2-40B4-BE49-F238E27FC236}">
                    <a16:creationId xmlns:a16="http://schemas.microsoft.com/office/drawing/2014/main" id="{EDCCE78B-73E1-4347-A0AB-893F31DE0D7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0" name="Rectangle 39">
                <a:extLst>
                  <a:ext uri="{FF2B5EF4-FFF2-40B4-BE49-F238E27FC236}">
                    <a16:creationId xmlns:a16="http://schemas.microsoft.com/office/drawing/2014/main" id="{71A20C81-1914-4715-86F6-FC2A3887F21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1" name="Rectangle 40">
                <a:extLst>
                  <a:ext uri="{FF2B5EF4-FFF2-40B4-BE49-F238E27FC236}">
                    <a16:creationId xmlns:a16="http://schemas.microsoft.com/office/drawing/2014/main" id="{30EB0F8B-2241-4BB6-B10C-10150726F1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2" name="Rectangle 41">
                <a:extLst>
                  <a:ext uri="{FF2B5EF4-FFF2-40B4-BE49-F238E27FC236}">
                    <a16:creationId xmlns:a16="http://schemas.microsoft.com/office/drawing/2014/main" id="{93DC7C70-8C17-43A4-9F9B-0C24A1A8816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3" name="Rectangle 42">
                <a:extLst>
                  <a:ext uri="{FF2B5EF4-FFF2-40B4-BE49-F238E27FC236}">
                    <a16:creationId xmlns:a16="http://schemas.microsoft.com/office/drawing/2014/main" id="{700DA9A2-C7ED-46FB-B7ED-912E60E910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4" name="Rectangle 43">
                <a:extLst>
                  <a:ext uri="{FF2B5EF4-FFF2-40B4-BE49-F238E27FC236}">
                    <a16:creationId xmlns:a16="http://schemas.microsoft.com/office/drawing/2014/main" id="{23993B3F-B1E2-4626-915E-30EA0C27114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5" name="Rectangle 44">
                <a:extLst>
                  <a:ext uri="{FF2B5EF4-FFF2-40B4-BE49-F238E27FC236}">
                    <a16:creationId xmlns:a16="http://schemas.microsoft.com/office/drawing/2014/main" id="{70A847F2-326C-4A11-90C5-5A5E3BC0062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6" name="Rectangle 45">
                <a:extLst>
                  <a:ext uri="{FF2B5EF4-FFF2-40B4-BE49-F238E27FC236}">
                    <a16:creationId xmlns:a16="http://schemas.microsoft.com/office/drawing/2014/main" id="{D050CF34-CB80-475B-86F9-30114A7E61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7" name="Rectangle 46">
                <a:extLst>
                  <a:ext uri="{FF2B5EF4-FFF2-40B4-BE49-F238E27FC236}">
                    <a16:creationId xmlns:a16="http://schemas.microsoft.com/office/drawing/2014/main" id="{72F7682D-8B8B-4827-9F84-5A883F2575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8" name="Rectangle 47">
                <a:extLst>
                  <a:ext uri="{FF2B5EF4-FFF2-40B4-BE49-F238E27FC236}">
                    <a16:creationId xmlns:a16="http://schemas.microsoft.com/office/drawing/2014/main" id="{096B96DB-AD07-4F59-8D81-878896D609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9" name="Rectangle 48">
                <a:extLst>
                  <a:ext uri="{FF2B5EF4-FFF2-40B4-BE49-F238E27FC236}">
                    <a16:creationId xmlns:a16="http://schemas.microsoft.com/office/drawing/2014/main" id="{8B2388B0-7437-4F3C-B5AF-A99838656D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0" name="Rectangle 49">
                <a:extLst>
                  <a:ext uri="{FF2B5EF4-FFF2-40B4-BE49-F238E27FC236}">
                    <a16:creationId xmlns:a16="http://schemas.microsoft.com/office/drawing/2014/main" id="{FBE62A09-5F6A-4BC0-9413-4B7222385A0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1" name="Rectangle 50">
                <a:extLst>
                  <a:ext uri="{FF2B5EF4-FFF2-40B4-BE49-F238E27FC236}">
                    <a16:creationId xmlns:a16="http://schemas.microsoft.com/office/drawing/2014/main" id="{FD4120A0-F176-4CF5-BD30-0A467CCD63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2" name="Rectangle 51">
                <a:extLst>
                  <a:ext uri="{FF2B5EF4-FFF2-40B4-BE49-F238E27FC236}">
                    <a16:creationId xmlns:a16="http://schemas.microsoft.com/office/drawing/2014/main" id="{8075DBF6-9812-49E0-8973-F29DF46219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3" name="Rectangle 52">
                <a:extLst>
                  <a:ext uri="{FF2B5EF4-FFF2-40B4-BE49-F238E27FC236}">
                    <a16:creationId xmlns:a16="http://schemas.microsoft.com/office/drawing/2014/main" id="{55CA37AD-A3E1-4489-9138-C3852B352A1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4" name="Rectangle 53">
                <a:extLst>
                  <a:ext uri="{FF2B5EF4-FFF2-40B4-BE49-F238E27FC236}">
                    <a16:creationId xmlns:a16="http://schemas.microsoft.com/office/drawing/2014/main" id="{C88268CA-A454-432A-BBC6-F3C2F2736E0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5" name="Rectangle 54">
                <a:extLst>
                  <a:ext uri="{FF2B5EF4-FFF2-40B4-BE49-F238E27FC236}">
                    <a16:creationId xmlns:a16="http://schemas.microsoft.com/office/drawing/2014/main" id="{3EA71045-4C26-49CD-944A-9D37A7B686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6" name="Rectangle 55">
                <a:extLst>
                  <a:ext uri="{FF2B5EF4-FFF2-40B4-BE49-F238E27FC236}">
                    <a16:creationId xmlns:a16="http://schemas.microsoft.com/office/drawing/2014/main" id="{4CA66C44-3E69-4CC0-BE3E-5099678F39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7" name="Rectangle 56">
                <a:extLst>
                  <a:ext uri="{FF2B5EF4-FFF2-40B4-BE49-F238E27FC236}">
                    <a16:creationId xmlns:a16="http://schemas.microsoft.com/office/drawing/2014/main" id="{DBCD939E-7346-4FE8-9A9E-3196A16340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8" name="Rectangle 57">
                <a:extLst>
                  <a:ext uri="{FF2B5EF4-FFF2-40B4-BE49-F238E27FC236}">
                    <a16:creationId xmlns:a16="http://schemas.microsoft.com/office/drawing/2014/main" id="{2048A8D9-1609-4979-9E04-CE3C740052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518EF978-EC3B-4512-9384-D9CDBEA6D3B0}"/>
                </a:ext>
              </a:extLst>
            </p:cNvPr>
            <p:cNvGrpSpPr/>
            <p:nvPr/>
          </p:nvGrpSpPr>
          <p:grpSpPr>
            <a:xfrm>
              <a:off x="354110" y="2857795"/>
              <a:ext cx="11480604" cy="109990"/>
              <a:chOff x="354110" y="2866188"/>
              <a:chExt cx="11480604" cy="109990"/>
            </a:xfrm>
            <a:grpFill/>
          </p:grpSpPr>
          <p:sp>
            <p:nvSpPr>
              <p:cNvPr id="207" name="Rectangle 59">
                <a:extLst>
                  <a:ext uri="{FF2B5EF4-FFF2-40B4-BE49-F238E27FC236}">
                    <a16:creationId xmlns:a16="http://schemas.microsoft.com/office/drawing/2014/main" id="{1CDD4CCD-B616-436B-A3FD-F9E6416D616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8" name="Rectangle 60">
                <a:extLst>
                  <a:ext uri="{FF2B5EF4-FFF2-40B4-BE49-F238E27FC236}">
                    <a16:creationId xmlns:a16="http://schemas.microsoft.com/office/drawing/2014/main" id="{C714A79D-593F-4D51-9527-0F7D446701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9" name="Rectangle 61">
                <a:extLst>
                  <a:ext uri="{FF2B5EF4-FFF2-40B4-BE49-F238E27FC236}">
                    <a16:creationId xmlns:a16="http://schemas.microsoft.com/office/drawing/2014/main" id="{E7C7988F-856E-46FD-8950-CCDDDA38CF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0" name="Rectangle 62">
                <a:extLst>
                  <a:ext uri="{FF2B5EF4-FFF2-40B4-BE49-F238E27FC236}">
                    <a16:creationId xmlns:a16="http://schemas.microsoft.com/office/drawing/2014/main" id="{6A604DC1-6DD7-4A5F-939D-B7E3D6B445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1" name="Rectangle 63">
                <a:extLst>
                  <a:ext uri="{FF2B5EF4-FFF2-40B4-BE49-F238E27FC236}">
                    <a16:creationId xmlns:a16="http://schemas.microsoft.com/office/drawing/2014/main" id="{5E841B6F-400E-43A2-BA9E-713E1210E2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2" name="Rectangle 64">
                <a:extLst>
                  <a:ext uri="{FF2B5EF4-FFF2-40B4-BE49-F238E27FC236}">
                    <a16:creationId xmlns:a16="http://schemas.microsoft.com/office/drawing/2014/main" id="{EB3556E4-BBFF-4497-86CB-E08210DD43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3" name="Rectangle 65">
                <a:extLst>
                  <a:ext uri="{FF2B5EF4-FFF2-40B4-BE49-F238E27FC236}">
                    <a16:creationId xmlns:a16="http://schemas.microsoft.com/office/drawing/2014/main" id="{4ED49176-4A95-47F2-9609-F517D91CE5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4" name="Rectangle 66">
                <a:extLst>
                  <a:ext uri="{FF2B5EF4-FFF2-40B4-BE49-F238E27FC236}">
                    <a16:creationId xmlns:a16="http://schemas.microsoft.com/office/drawing/2014/main" id="{C285A21A-D02C-4E2C-9129-0E4FD14398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5" name="Rectangle 67">
                <a:extLst>
                  <a:ext uri="{FF2B5EF4-FFF2-40B4-BE49-F238E27FC236}">
                    <a16:creationId xmlns:a16="http://schemas.microsoft.com/office/drawing/2014/main" id="{0FAC70C0-5E77-440D-AA2C-C5F3A3CEC69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6" name="Rectangle 68">
                <a:extLst>
                  <a:ext uri="{FF2B5EF4-FFF2-40B4-BE49-F238E27FC236}">
                    <a16:creationId xmlns:a16="http://schemas.microsoft.com/office/drawing/2014/main" id="{5463B017-838F-413D-8764-821503622A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7" name="Rectangle 69">
                <a:extLst>
                  <a:ext uri="{FF2B5EF4-FFF2-40B4-BE49-F238E27FC236}">
                    <a16:creationId xmlns:a16="http://schemas.microsoft.com/office/drawing/2014/main" id="{D1A17899-795E-470F-B52B-0EE1A5143D8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8" name="Rectangle 70">
                <a:extLst>
                  <a:ext uri="{FF2B5EF4-FFF2-40B4-BE49-F238E27FC236}">
                    <a16:creationId xmlns:a16="http://schemas.microsoft.com/office/drawing/2014/main" id="{BFA98CD7-C296-4FF8-AEA4-137B730DF3A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9" name="Rectangle 71">
                <a:extLst>
                  <a:ext uri="{FF2B5EF4-FFF2-40B4-BE49-F238E27FC236}">
                    <a16:creationId xmlns:a16="http://schemas.microsoft.com/office/drawing/2014/main" id="{9F11BA7F-A440-4A5A-9145-C2CBF5DAF0D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0" name="Rectangle 72">
                <a:extLst>
                  <a:ext uri="{FF2B5EF4-FFF2-40B4-BE49-F238E27FC236}">
                    <a16:creationId xmlns:a16="http://schemas.microsoft.com/office/drawing/2014/main" id="{D21FFF55-7EAD-40FA-9864-F5B8971D14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1" name="Rectangle 73">
                <a:extLst>
                  <a:ext uri="{FF2B5EF4-FFF2-40B4-BE49-F238E27FC236}">
                    <a16:creationId xmlns:a16="http://schemas.microsoft.com/office/drawing/2014/main" id="{30F55C85-4BDF-4A1A-A90A-C676A91173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2" name="Rectangle 74">
                <a:extLst>
                  <a:ext uri="{FF2B5EF4-FFF2-40B4-BE49-F238E27FC236}">
                    <a16:creationId xmlns:a16="http://schemas.microsoft.com/office/drawing/2014/main" id="{CD376222-CE2E-460E-A86D-CEEFFC77F8C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3" name="Rectangle 75">
                <a:extLst>
                  <a:ext uri="{FF2B5EF4-FFF2-40B4-BE49-F238E27FC236}">
                    <a16:creationId xmlns:a16="http://schemas.microsoft.com/office/drawing/2014/main" id="{D9F6E244-E70D-4E98-BE65-616D29AD4D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4" name="Rectangle 76">
                <a:extLst>
                  <a:ext uri="{FF2B5EF4-FFF2-40B4-BE49-F238E27FC236}">
                    <a16:creationId xmlns:a16="http://schemas.microsoft.com/office/drawing/2014/main" id="{E3B75F8F-57C0-4AD6-92A4-826B4281F4A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5" name="Rectangle 77">
                <a:extLst>
                  <a:ext uri="{FF2B5EF4-FFF2-40B4-BE49-F238E27FC236}">
                    <a16:creationId xmlns:a16="http://schemas.microsoft.com/office/drawing/2014/main" id="{A535E84C-3ECC-4B95-9FA9-A4AD23F2F27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6" name="Rectangle 78">
                <a:extLst>
                  <a:ext uri="{FF2B5EF4-FFF2-40B4-BE49-F238E27FC236}">
                    <a16:creationId xmlns:a16="http://schemas.microsoft.com/office/drawing/2014/main" id="{B36D8AB3-727A-44D7-B945-11021E7E56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7" name="Rectangle 79">
                <a:extLst>
                  <a:ext uri="{FF2B5EF4-FFF2-40B4-BE49-F238E27FC236}">
                    <a16:creationId xmlns:a16="http://schemas.microsoft.com/office/drawing/2014/main" id="{D97F58A0-5D6C-414B-81E1-932E36D87F8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8" name="Rectangle 80">
                <a:extLst>
                  <a:ext uri="{FF2B5EF4-FFF2-40B4-BE49-F238E27FC236}">
                    <a16:creationId xmlns:a16="http://schemas.microsoft.com/office/drawing/2014/main" id="{34645A3A-2DF2-467B-ADEC-66C2680074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9" name="Rectangle 81">
                <a:extLst>
                  <a:ext uri="{FF2B5EF4-FFF2-40B4-BE49-F238E27FC236}">
                    <a16:creationId xmlns:a16="http://schemas.microsoft.com/office/drawing/2014/main" id="{2991A0D8-2D5D-4B08-9704-9BFB93B162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0" name="Rectangle 82">
                <a:extLst>
                  <a:ext uri="{FF2B5EF4-FFF2-40B4-BE49-F238E27FC236}">
                    <a16:creationId xmlns:a16="http://schemas.microsoft.com/office/drawing/2014/main" id="{7128A5D3-8A8E-4A5B-ACA1-5A01DEAE2F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1" name="Rectangle 83">
                <a:extLst>
                  <a:ext uri="{FF2B5EF4-FFF2-40B4-BE49-F238E27FC236}">
                    <a16:creationId xmlns:a16="http://schemas.microsoft.com/office/drawing/2014/main" id="{D017036E-3A97-4D6A-AA9F-AA9B8E3E0E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2" name="Rectangle 84">
                <a:extLst>
                  <a:ext uri="{FF2B5EF4-FFF2-40B4-BE49-F238E27FC236}">
                    <a16:creationId xmlns:a16="http://schemas.microsoft.com/office/drawing/2014/main" id="{5BCCE486-20E6-47E4-96AF-5AFB021736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906BB728-4849-4082-9FF0-0EA3AABEBCF4}"/>
                </a:ext>
              </a:extLst>
            </p:cNvPr>
            <p:cNvGrpSpPr/>
            <p:nvPr/>
          </p:nvGrpSpPr>
          <p:grpSpPr>
            <a:xfrm>
              <a:off x="354110" y="3364507"/>
              <a:ext cx="11480604" cy="109990"/>
              <a:chOff x="354110" y="3364062"/>
              <a:chExt cx="11480604" cy="109990"/>
            </a:xfrm>
            <a:grpFill/>
          </p:grpSpPr>
          <p:sp>
            <p:nvSpPr>
              <p:cNvPr id="181" name="Rectangle 5">
                <a:extLst>
                  <a:ext uri="{FF2B5EF4-FFF2-40B4-BE49-F238E27FC236}">
                    <a16:creationId xmlns:a16="http://schemas.microsoft.com/office/drawing/2014/main" id="{AC28E286-CB3B-41B8-9829-2A09FD0F1C4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2" name="Rectangle 6">
                <a:extLst>
                  <a:ext uri="{FF2B5EF4-FFF2-40B4-BE49-F238E27FC236}">
                    <a16:creationId xmlns:a16="http://schemas.microsoft.com/office/drawing/2014/main" id="{A6CBC9BD-AE25-437A-9246-679B5C4DB8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3" name="Rectangle 7">
                <a:extLst>
                  <a:ext uri="{FF2B5EF4-FFF2-40B4-BE49-F238E27FC236}">
                    <a16:creationId xmlns:a16="http://schemas.microsoft.com/office/drawing/2014/main" id="{BDB3BE91-D24B-44FB-A0BE-35ABBB2313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4" name="Rectangle 8">
                <a:extLst>
                  <a:ext uri="{FF2B5EF4-FFF2-40B4-BE49-F238E27FC236}">
                    <a16:creationId xmlns:a16="http://schemas.microsoft.com/office/drawing/2014/main" id="{02BF76EB-C07C-40D8-ABF9-14A0E81337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5" name="Rectangle 9">
                <a:extLst>
                  <a:ext uri="{FF2B5EF4-FFF2-40B4-BE49-F238E27FC236}">
                    <a16:creationId xmlns:a16="http://schemas.microsoft.com/office/drawing/2014/main" id="{FC0AC496-1F3F-4359-904E-5527E0BAD7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6" name="Rectangle 10">
                <a:extLst>
                  <a:ext uri="{FF2B5EF4-FFF2-40B4-BE49-F238E27FC236}">
                    <a16:creationId xmlns:a16="http://schemas.microsoft.com/office/drawing/2014/main" id="{67A5809D-4B79-4E2A-8B9D-C29BBE187D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7" name="Rectangle 11">
                <a:extLst>
                  <a:ext uri="{FF2B5EF4-FFF2-40B4-BE49-F238E27FC236}">
                    <a16:creationId xmlns:a16="http://schemas.microsoft.com/office/drawing/2014/main" id="{5FA8A205-5CFE-4939-86AC-E0D585AB22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8" name="Rectangle 12">
                <a:extLst>
                  <a:ext uri="{FF2B5EF4-FFF2-40B4-BE49-F238E27FC236}">
                    <a16:creationId xmlns:a16="http://schemas.microsoft.com/office/drawing/2014/main" id="{553F272B-5533-4FB6-A9F0-875A21EC046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9" name="Rectangle 13">
                <a:extLst>
                  <a:ext uri="{FF2B5EF4-FFF2-40B4-BE49-F238E27FC236}">
                    <a16:creationId xmlns:a16="http://schemas.microsoft.com/office/drawing/2014/main" id="{187F64CB-DEFF-42C8-A80D-BF5D20C7E7B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0" name="Rectangle 14">
                <a:extLst>
                  <a:ext uri="{FF2B5EF4-FFF2-40B4-BE49-F238E27FC236}">
                    <a16:creationId xmlns:a16="http://schemas.microsoft.com/office/drawing/2014/main" id="{D8A81EE6-EC79-451C-8888-B85838267D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1" name="Rectangle 15">
                <a:extLst>
                  <a:ext uri="{FF2B5EF4-FFF2-40B4-BE49-F238E27FC236}">
                    <a16:creationId xmlns:a16="http://schemas.microsoft.com/office/drawing/2014/main" id="{2F75E8FE-AE95-4C7F-8BE5-50A035B1B1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2" name="Rectangle 16">
                <a:extLst>
                  <a:ext uri="{FF2B5EF4-FFF2-40B4-BE49-F238E27FC236}">
                    <a16:creationId xmlns:a16="http://schemas.microsoft.com/office/drawing/2014/main" id="{521C11C5-735B-4510-A6D4-19E2849558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3" name="Rectangle 17">
                <a:extLst>
                  <a:ext uri="{FF2B5EF4-FFF2-40B4-BE49-F238E27FC236}">
                    <a16:creationId xmlns:a16="http://schemas.microsoft.com/office/drawing/2014/main" id="{DE053974-1CFB-4C67-9102-E4BA82742CC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4" name="Rectangle 18">
                <a:extLst>
                  <a:ext uri="{FF2B5EF4-FFF2-40B4-BE49-F238E27FC236}">
                    <a16:creationId xmlns:a16="http://schemas.microsoft.com/office/drawing/2014/main" id="{00A33D5E-F49C-4A86-B377-B3598B7EF79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5" name="Rectangle 19">
                <a:extLst>
                  <a:ext uri="{FF2B5EF4-FFF2-40B4-BE49-F238E27FC236}">
                    <a16:creationId xmlns:a16="http://schemas.microsoft.com/office/drawing/2014/main" id="{7B19912A-F019-49AD-A23F-B9B6F8E598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6" name="Rectangle 20">
                <a:extLst>
                  <a:ext uri="{FF2B5EF4-FFF2-40B4-BE49-F238E27FC236}">
                    <a16:creationId xmlns:a16="http://schemas.microsoft.com/office/drawing/2014/main" id="{0EDE0526-CBA2-4A01-9D59-24F0B138B6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7" name="Rectangle 21">
                <a:extLst>
                  <a:ext uri="{FF2B5EF4-FFF2-40B4-BE49-F238E27FC236}">
                    <a16:creationId xmlns:a16="http://schemas.microsoft.com/office/drawing/2014/main" id="{5E66E413-A492-40ED-BCC5-F23480C017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8" name="Rectangle 22">
                <a:extLst>
                  <a:ext uri="{FF2B5EF4-FFF2-40B4-BE49-F238E27FC236}">
                    <a16:creationId xmlns:a16="http://schemas.microsoft.com/office/drawing/2014/main" id="{6FCFA5F2-AFE6-49D8-BE15-40E90D43FF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9" name="Rectangle 23">
                <a:extLst>
                  <a:ext uri="{FF2B5EF4-FFF2-40B4-BE49-F238E27FC236}">
                    <a16:creationId xmlns:a16="http://schemas.microsoft.com/office/drawing/2014/main" id="{AD7A4E43-F44A-43CF-A9D7-BA4D8B2B2F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0" name="Rectangle 24">
                <a:extLst>
                  <a:ext uri="{FF2B5EF4-FFF2-40B4-BE49-F238E27FC236}">
                    <a16:creationId xmlns:a16="http://schemas.microsoft.com/office/drawing/2014/main" id="{FC2E67AB-58DA-4BCF-81D2-0040BBD962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1" name="Rectangle 25">
                <a:extLst>
                  <a:ext uri="{FF2B5EF4-FFF2-40B4-BE49-F238E27FC236}">
                    <a16:creationId xmlns:a16="http://schemas.microsoft.com/office/drawing/2014/main" id="{C99A6A98-815A-4877-8FE9-06C0CB7E14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2" name="Rectangle 26">
                <a:extLst>
                  <a:ext uri="{FF2B5EF4-FFF2-40B4-BE49-F238E27FC236}">
                    <a16:creationId xmlns:a16="http://schemas.microsoft.com/office/drawing/2014/main" id="{C64F5A0E-D9C8-4999-8349-EA4D5F6ACF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3" name="Rectangle 27">
                <a:extLst>
                  <a:ext uri="{FF2B5EF4-FFF2-40B4-BE49-F238E27FC236}">
                    <a16:creationId xmlns:a16="http://schemas.microsoft.com/office/drawing/2014/main" id="{6935F975-0CC7-414B-9F9C-44875EF3FC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4" name="Rectangle 28">
                <a:extLst>
                  <a:ext uri="{FF2B5EF4-FFF2-40B4-BE49-F238E27FC236}">
                    <a16:creationId xmlns:a16="http://schemas.microsoft.com/office/drawing/2014/main" id="{21DEE8DA-7AB4-4341-BEF7-E8343A7BDF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5" name="Rectangle 29">
                <a:extLst>
                  <a:ext uri="{FF2B5EF4-FFF2-40B4-BE49-F238E27FC236}">
                    <a16:creationId xmlns:a16="http://schemas.microsoft.com/office/drawing/2014/main" id="{AF4FCF43-3009-4229-89F8-D62F91C9267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6" name="Rectangle 30">
                <a:extLst>
                  <a:ext uri="{FF2B5EF4-FFF2-40B4-BE49-F238E27FC236}">
                    <a16:creationId xmlns:a16="http://schemas.microsoft.com/office/drawing/2014/main" id="{21EAAE8A-F99B-4A0B-8E7D-566273D5E9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9899924C-8D1C-46B4-9F38-88AD7EA3A211}"/>
                </a:ext>
              </a:extLst>
            </p:cNvPr>
            <p:cNvGrpSpPr/>
            <p:nvPr/>
          </p:nvGrpSpPr>
          <p:grpSpPr>
            <a:xfrm>
              <a:off x="354110" y="3871219"/>
              <a:ext cx="11480604" cy="108822"/>
              <a:chOff x="354110" y="3872454"/>
              <a:chExt cx="11480604" cy="108822"/>
            </a:xfrm>
            <a:grpFill/>
          </p:grpSpPr>
          <p:sp>
            <p:nvSpPr>
              <p:cNvPr id="155" name="Rectangle 32">
                <a:extLst>
                  <a:ext uri="{FF2B5EF4-FFF2-40B4-BE49-F238E27FC236}">
                    <a16:creationId xmlns:a16="http://schemas.microsoft.com/office/drawing/2014/main" id="{FD0840A3-FF5F-4E9F-AAB6-948A5E4EC0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6" name="Rectangle 33">
                <a:extLst>
                  <a:ext uri="{FF2B5EF4-FFF2-40B4-BE49-F238E27FC236}">
                    <a16:creationId xmlns:a16="http://schemas.microsoft.com/office/drawing/2014/main" id="{F50A1B14-0F67-4FC2-88F7-3BE9E0EB2D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7" name="Rectangle 34">
                <a:extLst>
                  <a:ext uri="{FF2B5EF4-FFF2-40B4-BE49-F238E27FC236}">
                    <a16:creationId xmlns:a16="http://schemas.microsoft.com/office/drawing/2014/main" id="{0081421C-B014-4BA9-9B01-C495814F14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8" name="Rectangle 35">
                <a:extLst>
                  <a:ext uri="{FF2B5EF4-FFF2-40B4-BE49-F238E27FC236}">
                    <a16:creationId xmlns:a16="http://schemas.microsoft.com/office/drawing/2014/main" id="{F2F01CCA-56ED-486D-8B82-39DC92A848E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9" name="Rectangle 36">
                <a:extLst>
                  <a:ext uri="{FF2B5EF4-FFF2-40B4-BE49-F238E27FC236}">
                    <a16:creationId xmlns:a16="http://schemas.microsoft.com/office/drawing/2014/main" id="{D80D4491-E5C9-4C50-81FD-6FC11F9488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0" name="Rectangle 37">
                <a:extLst>
                  <a:ext uri="{FF2B5EF4-FFF2-40B4-BE49-F238E27FC236}">
                    <a16:creationId xmlns:a16="http://schemas.microsoft.com/office/drawing/2014/main" id="{FEC9B9BF-B893-41BF-B931-31F1750D89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1" name="Rectangle 38">
                <a:extLst>
                  <a:ext uri="{FF2B5EF4-FFF2-40B4-BE49-F238E27FC236}">
                    <a16:creationId xmlns:a16="http://schemas.microsoft.com/office/drawing/2014/main" id="{3CAD1EA0-31D2-4388-AC66-BE422B6142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2" name="Rectangle 39">
                <a:extLst>
                  <a:ext uri="{FF2B5EF4-FFF2-40B4-BE49-F238E27FC236}">
                    <a16:creationId xmlns:a16="http://schemas.microsoft.com/office/drawing/2014/main" id="{992B7398-2CE5-4B74-B42B-0E4E9FA210C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3" name="Rectangle 40">
                <a:extLst>
                  <a:ext uri="{FF2B5EF4-FFF2-40B4-BE49-F238E27FC236}">
                    <a16:creationId xmlns:a16="http://schemas.microsoft.com/office/drawing/2014/main" id="{2AC042C8-974E-43A8-B1AB-D62435FE96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4" name="Rectangle 41">
                <a:extLst>
                  <a:ext uri="{FF2B5EF4-FFF2-40B4-BE49-F238E27FC236}">
                    <a16:creationId xmlns:a16="http://schemas.microsoft.com/office/drawing/2014/main" id="{2D6F1AB9-6712-4B85-8932-7F5F1BCFDA3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5" name="Rectangle 42">
                <a:extLst>
                  <a:ext uri="{FF2B5EF4-FFF2-40B4-BE49-F238E27FC236}">
                    <a16:creationId xmlns:a16="http://schemas.microsoft.com/office/drawing/2014/main" id="{80DC2507-35DC-491B-8CB6-90312B184E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6" name="Rectangle 43">
                <a:extLst>
                  <a:ext uri="{FF2B5EF4-FFF2-40B4-BE49-F238E27FC236}">
                    <a16:creationId xmlns:a16="http://schemas.microsoft.com/office/drawing/2014/main" id="{778102A0-D658-43A1-846D-9B9E4B9AE1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7" name="Rectangle 44">
                <a:extLst>
                  <a:ext uri="{FF2B5EF4-FFF2-40B4-BE49-F238E27FC236}">
                    <a16:creationId xmlns:a16="http://schemas.microsoft.com/office/drawing/2014/main" id="{0532E36E-F8F7-4121-80C1-216501C391E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8" name="Rectangle 45">
                <a:extLst>
                  <a:ext uri="{FF2B5EF4-FFF2-40B4-BE49-F238E27FC236}">
                    <a16:creationId xmlns:a16="http://schemas.microsoft.com/office/drawing/2014/main" id="{EBD0C1A7-E07E-492D-A5B7-899D81C3591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9" name="Rectangle 46">
                <a:extLst>
                  <a:ext uri="{FF2B5EF4-FFF2-40B4-BE49-F238E27FC236}">
                    <a16:creationId xmlns:a16="http://schemas.microsoft.com/office/drawing/2014/main" id="{FF89631E-3434-468A-BE5A-16772FE2F3D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0" name="Rectangle 47">
                <a:extLst>
                  <a:ext uri="{FF2B5EF4-FFF2-40B4-BE49-F238E27FC236}">
                    <a16:creationId xmlns:a16="http://schemas.microsoft.com/office/drawing/2014/main" id="{C379EE06-9745-42DA-BBC1-A082CA50FB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1" name="Rectangle 48">
                <a:extLst>
                  <a:ext uri="{FF2B5EF4-FFF2-40B4-BE49-F238E27FC236}">
                    <a16:creationId xmlns:a16="http://schemas.microsoft.com/office/drawing/2014/main" id="{06184212-6301-4320-A25C-8350DB2579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2" name="Rectangle 49">
                <a:extLst>
                  <a:ext uri="{FF2B5EF4-FFF2-40B4-BE49-F238E27FC236}">
                    <a16:creationId xmlns:a16="http://schemas.microsoft.com/office/drawing/2014/main" id="{D81215A9-8DA9-436E-BFD3-672FD476BE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3" name="Rectangle 50">
                <a:extLst>
                  <a:ext uri="{FF2B5EF4-FFF2-40B4-BE49-F238E27FC236}">
                    <a16:creationId xmlns:a16="http://schemas.microsoft.com/office/drawing/2014/main" id="{7F4705F9-3317-4397-B01E-644775B19C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4" name="Rectangle 51">
                <a:extLst>
                  <a:ext uri="{FF2B5EF4-FFF2-40B4-BE49-F238E27FC236}">
                    <a16:creationId xmlns:a16="http://schemas.microsoft.com/office/drawing/2014/main" id="{2857C00E-FADC-42AA-AA16-38A83D5AF73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5" name="Rectangle 52">
                <a:extLst>
                  <a:ext uri="{FF2B5EF4-FFF2-40B4-BE49-F238E27FC236}">
                    <a16:creationId xmlns:a16="http://schemas.microsoft.com/office/drawing/2014/main" id="{74EAC93D-EF3C-4092-B15E-15494A23FE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6" name="Rectangle 53">
                <a:extLst>
                  <a:ext uri="{FF2B5EF4-FFF2-40B4-BE49-F238E27FC236}">
                    <a16:creationId xmlns:a16="http://schemas.microsoft.com/office/drawing/2014/main" id="{5D3EEE91-37CE-4F2F-905E-D7AFCC6E45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7" name="Rectangle 54">
                <a:extLst>
                  <a:ext uri="{FF2B5EF4-FFF2-40B4-BE49-F238E27FC236}">
                    <a16:creationId xmlns:a16="http://schemas.microsoft.com/office/drawing/2014/main" id="{368F77C6-C453-499B-8B47-39BE1A310E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8" name="Rectangle 55">
                <a:extLst>
                  <a:ext uri="{FF2B5EF4-FFF2-40B4-BE49-F238E27FC236}">
                    <a16:creationId xmlns:a16="http://schemas.microsoft.com/office/drawing/2014/main" id="{4EB7C421-E508-4232-A011-40643DB79DC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9" name="Rectangle 56">
                <a:extLst>
                  <a:ext uri="{FF2B5EF4-FFF2-40B4-BE49-F238E27FC236}">
                    <a16:creationId xmlns:a16="http://schemas.microsoft.com/office/drawing/2014/main" id="{B7A7C2F9-930E-4B50-9AA3-47FE15F43A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0" name="Rectangle 57">
                <a:extLst>
                  <a:ext uri="{FF2B5EF4-FFF2-40B4-BE49-F238E27FC236}">
                    <a16:creationId xmlns:a16="http://schemas.microsoft.com/office/drawing/2014/main" id="{4ADCC0C0-6310-4ED1-A69B-CF3133EB55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8F8A1E95-3088-4CA0-BA17-9F2DBDABF9DB}"/>
                </a:ext>
              </a:extLst>
            </p:cNvPr>
            <p:cNvGrpSpPr/>
            <p:nvPr/>
          </p:nvGrpSpPr>
          <p:grpSpPr>
            <a:xfrm>
              <a:off x="354110" y="4376763"/>
              <a:ext cx="11480604" cy="109990"/>
              <a:chOff x="354110" y="4379678"/>
              <a:chExt cx="11480604" cy="109990"/>
            </a:xfrm>
            <a:grpFill/>
          </p:grpSpPr>
          <p:sp>
            <p:nvSpPr>
              <p:cNvPr id="129" name="Rectangle 59">
                <a:extLst>
                  <a:ext uri="{FF2B5EF4-FFF2-40B4-BE49-F238E27FC236}">
                    <a16:creationId xmlns:a16="http://schemas.microsoft.com/office/drawing/2014/main" id="{EFCB7559-FD17-472B-B7A1-3FFC63C8BCC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0" name="Rectangle 60">
                <a:extLst>
                  <a:ext uri="{FF2B5EF4-FFF2-40B4-BE49-F238E27FC236}">
                    <a16:creationId xmlns:a16="http://schemas.microsoft.com/office/drawing/2014/main" id="{2DA5B014-05A6-4DC4-A1AF-6B4B382336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1" name="Rectangle 61">
                <a:extLst>
                  <a:ext uri="{FF2B5EF4-FFF2-40B4-BE49-F238E27FC236}">
                    <a16:creationId xmlns:a16="http://schemas.microsoft.com/office/drawing/2014/main" id="{FEA4E4F7-8218-4E7C-9E87-224A643273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2" name="Rectangle 62">
                <a:extLst>
                  <a:ext uri="{FF2B5EF4-FFF2-40B4-BE49-F238E27FC236}">
                    <a16:creationId xmlns:a16="http://schemas.microsoft.com/office/drawing/2014/main" id="{A94D8FC5-1EBD-4EE3-98BE-790ADC20DB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3" name="Rectangle 63">
                <a:extLst>
                  <a:ext uri="{FF2B5EF4-FFF2-40B4-BE49-F238E27FC236}">
                    <a16:creationId xmlns:a16="http://schemas.microsoft.com/office/drawing/2014/main" id="{30D19DB9-4852-4829-8388-B6807A0BF6D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4" name="Rectangle 64">
                <a:extLst>
                  <a:ext uri="{FF2B5EF4-FFF2-40B4-BE49-F238E27FC236}">
                    <a16:creationId xmlns:a16="http://schemas.microsoft.com/office/drawing/2014/main" id="{084DC439-7F3A-4989-96B7-B29D496E65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5" name="Rectangle 65">
                <a:extLst>
                  <a:ext uri="{FF2B5EF4-FFF2-40B4-BE49-F238E27FC236}">
                    <a16:creationId xmlns:a16="http://schemas.microsoft.com/office/drawing/2014/main" id="{35EB4226-F03D-4819-A4CC-D42233D588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6" name="Rectangle 66">
                <a:extLst>
                  <a:ext uri="{FF2B5EF4-FFF2-40B4-BE49-F238E27FC236}">
                    <a16:creationId xmlns:a16="http://schemas.microsoft.com/office/drawing/2014/main" id="{E00FCAAA-AC7E-4B03-AD5E-74ABD97642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7" name="Rectangle 67">
                <a:extLst>
                  <a:ext uri="{FF2B5EF4-FFF2-40B4-BE49-F238E27FC236}">
                    <a16:creationId xmlns:a16="http://schemas.microsoft.com/office/drawing/2014/main" id="{7D3AA8CA-C2E8-4862-8F87-EFAEFBCFF0C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8" name="Rectangle 68">
                <a:extLst>
                  <a:ext uri="{FF2B5EF4-FFF2-40B4-BE49-F238E27FC236}">
                    <a16:creationId xmlns:a16="http://schemas.microsoft.com/office/drawing/2014/main" id="{217BE0BD-ECA6-4A6D-9864-90AF19AF30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9" name="Rectangle 69">
                <a:extLst>
                  <a:ext uri="{FF2B5EF4-FFF2-40B4-BE49-F238E27FC236}">
                    <a16:creationId xmlns:a16="http://schemas.microsoft.com/office/drawing/2014/main" id="{4367775C-E241-437A-90EC-7A4D13D422E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0" name="Rectangle 70">
                <a:extLst>
                  <a:ext uri="{FF2B5EF4-FFF2-40B4-BE49-F238E27FC236}">
                    <a16:creationId xmlns:a16="http://schemas.microsoft.com/office/drawing/2014/main" id="{45804E6D-FE13-4F7A-A02C-81ED1ACEAF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1" name="Rectangle 71">
                <a:extLst>
                  <a:ext uri="{FF2B5EF4-FFF2-40B4-BE49-F238E27FC236}">
                    <a16:creationId xmlns:a16="http://schemas.microsoft.com/office/drawing/2014/main" id="{A09F54AC-51E7-45A0-B639-BFEC5FE67C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2" name="Rectangle 72">
                <a:extLst>
                  <a:ext uri="{FF2B5EF4-FFF2-40B4-BE49-F238E27FC236}">
                    <a16:creationId xmlns:a16="http://schemas.microsoft.com/office/drawing/2014/main" id="{CA60C1A9-4AD0-4191-96A2-CC1DD32F6F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3" name="Rectangle 73">
                <a:extLst>
                  <a:ext uri="{FF2B5EF4-FFF2-40B4-BE49-F238E27FC236}">
                    <a16:creationId xmlns:a16="http://schemas.microsoft.com/office/drawing/2014/main" id="{9A28ED63-9408-4F16-A85E-E76BA9F9AD0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4" name="Rectangle 74">
                <a:extLst>
                  <a:ext uri="{FF2B5EF4-FFF2-40B4-BE49-F238E27FC236}">
                    <a16:creationId xmlns:a16="http://schemas.microsoft.com/office/drawing/2014/main" id="{8E63D1D1-CF92-468A-B012-24216CA08E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5" name="Rectangle 75">
                <a:extLst>
                  <a:ext uri="{FF2B5EF4-FFF2-40B4-BE49-F238E27FC236}">
                    <a16:creationId xmlns:a16="http://schemas.microsoft.com/office/drawing/2014/main" id="{8FC2CD59-128D-4D06-937E-4505D57D198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6" name="Rectangle 76">
                <a:extLst>
                  <a:ext uri="{FF2B5EF4-FFF2-40B4-BE49-F238E27FC236}">
                    <a16:creationId xmlns:a16="http://schemas.microsoft.com/office/drawing/2014/main" id="{B9A7B9E1-4CEE-41C8-A799-EE4B9AFCD0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7" name="Rectangle 77">
                <a:extLst>
                  <a:ext uri="{FF2B5EF4-FFF2-40B4-BE49-F238E27FC236}">
                    <a16:creationId xmlns:a16="http://schemas.microsoft.com/office/drawing/2014/main" id="{3C824F84-B682-4EA2-AFC1-D56DF71A0C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8" name="Rectangle 78">
                <a:extLst>
                  <a:ext uri="{FF2B5EF4-FFF2-40B4-BE49-F238E27FC236}">
                    <a16:creationId xmlns:a16="http://schemas.microsoft.com/office/drawing/2014/main" id="{154DDE76-05F9-405C-86DB-477B87DBB8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9" name="Rectangle 79">
                <a:extLst>
                  <a:ext uri="{FF2B5EF4-FFF2-40B4-BE49-F238E27FC236}">
                    <a16:creationId xmlns:a16="http://schemas.microsoft.com/office/drawing/2014/main" id="{28217A81-8951-475F-9F90-88B99F13D6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0" name="Rectangle 80">
                <a:extLst>
                  <a:ext uri="{FF2B5EF4-FFF2-40B4-BE49-F238E27FC236}">
                    <a16:creationId xmlns:a16="http://schemas.microsoft.com/office/drawing/2014/main" id="{DD226742-8914-401E-8D78-93F56B2E48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1" name="Rectangle 81">
                <a:extLst>
                  <a:ext uri="{FF2B5EF4-FFF2-40B4-BE49-F238E27FC236}">
                    <a16:creationId xmlns:a16="http://schemas.microsoft.com/office/drawing/2014/main" id="{B0E1AE86-33D6-4D1D-BC23-EA8A4AF1CFD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2" name="Rectangle 82">
                <a:extLst>
                  <a:ext uri="{FF2B5EF4-FFF2-40B4-BE49-F238E27FC236}">
                    <a16:creationId xmlns:a16="http://schemas.microsoft.com/office/drawing/2014/main" id="{CCA69695-3790-4A9F-9CC1-5EBCB1C96D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3" name="Rectangle 83">
                <a:extLst>
                  <a:ext uri="{FF2B5EF4-FFF2-40B4-BE49-F238E27FC236}">
                    <a16:creationId xmlns:a16="http://schemas.microsoft.com/office/drawing/2014/main" id="{E75DD56F-C446-4037-8A60-A6C1A44E8CF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4" name="Rectangle 84">
                <a:extLst>
                  <a:ext uri="{FF2B5EF4-FFF2-40B4-BE49-F238E27FC236}">
                    <a16:creationId xmlns:a16="http://schemas.microsoft.com/office/drawing/2014/main" id="{3658AAE9-4C55-47F2-9C83-497627EC28D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909F6D0B-FF49-4CC2-90DB-BE84FEA93E9F}"/>
                </a:ext>
              </a:extLst>
            </p:cNvPr>
            <p:cNvGrpSpPr/>
            <p:nvPr/>
          </p:nvGrpSpPr>
          <p:grpSpPr>
            <a:xfrm>
              <a:off x="354110" y="4883475"/>
              <a:ext cx="11480604" cy="109990"/>
              <a:chOff x="354110" y="4888062"/>
              <a:chExt cx="11480604" cy="109990"/>
            </a:xfrm>
            <a:grpFill/>
          </p:grpSpPr>
          <p:sp>
            <p:nvSpPr>
              <p:cNvPr id="103" name="Rectangle 5">
                <a:extLst>
                  <a:ext uri="{FF2B5EF4-FFF2-40B4-BE49-F238E27FC236}">
                    <a16:creationId xmlns:a16="http://schemas.microsoft.com/office/drawing/2014/main" id="{5B16BA60-1923-4CB8-AC58-3FA97E9782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4" name="Rectangle 6">
                <a:extLst>
                  <a:ext uri="{FF2B5EF4-FFF2-40B4-BE49-F238E27FC236}">
                    <a16:creationId xmlns:a16="http://schemas.microsoft.com/office/drawing/2014/main" id="{5472B612-6D9A-49B7-A1A5-EF7EBDCE08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5" name="Rectangle 7">
                <a:extLst>
                  <a:ext uri="{FF2B5EF4-FFF2-40B4-BE49-F238E27FC236}">
                    <a16:creationId xmlns:a16="http://schemas.microsoft.com/office/drawing/2014/main" id="{19A7F840-07E0-4852-B348-40D8EB6148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6" name="Rectangle 8">
                <a:extLst>
                  <a:ext uri="{FF2B5EF4-FFF2-40B4-BE49-F238E27FC236}">
                    <a16:creationId xmlns:a16="http://schemas.microsoft.com/office/drawing/2014/main" id="{F501C6E7-9683-4F5F-ADB4-D120A8CE23A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7" name="Rectangle 9">
                <a:extLst>
                  <a:ext uri="{FF2B5EF4-FFF2-40B4-BE49-F238E27FC236}">
                    <a16:creationId xmlns:a16="http://schemas.microsoft.com/office/drawing/2014/main" id="{6B0B292A-E263-45E9-8363-AB5BA07DC7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8" name="Rectangle 10">
                <a:extLst>
                  <a:ext uri="{FF2B5EF4-FFF2-40B4-BE49-F238E27FC236}">
                    <a16:creationId xmlns:a16="http://schemas.microsoft.com/office/drawing/2014/main" id="{F6D80E9D-A930-4211-B815-FA67CF10A5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9" name="Rectangle 11">
                <a:extLst>
                  <a:ext uri="{FF2B5EF4-FFF2-40B4-BE49-F238E27FC236}">
                    <a16:creationId xmlns:a16="http://schemas.microsoft.com/office/drawing/2014/main" id="{75CB23DF-89C3-4513-88A0-E31FACFB7D1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0" name="Rectangle 12">
                <a:extLst>
                  <a:ext uri="{FF2B5EF4-FFF2-40B4-BE49-F238E27FC236}">
                    <a16:creationId xmlns:a16="http://schemas.microsoft.com/office/drawing/2014/main" id="{792B94F3-12D9-42E8-91C9-DE5D158733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1" name="Rectangle 13">
                <a:extLst>
                  <a:ext uri="{FF2B5EF4-FFF2-40B4-BE49-F238E27FC236}">
                    <a16:creationId xmlns:a16="http://schemas.microsoft.com/office/drawing/2014/main" id="{F5C29CE0-8ED9-4F8F-B865-6A66D95AA6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2" name="Rectangle 14">
                <a:extLst>
                  <a:ext uri="{FF2B5EF4-FFF2-40B4-BE49-F238E27FC236}">
                    <a16:creationId xmlns:a16="http://schemas.microsoft.com/office/drawing/2014/main" id="{E1288316-CFF0-4D0C-A6EA-50B406EBF6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3" name="Rectangle 15">
                <a:extLst>
                  <a:ext uri="{FF2B5EF4-FFF2-40B4-BE49-F238E27FC236}">
                    <a16:creationId xmlns:a16="http://schemas.microsoft.com/office/drawing/2014/main" id="{4BF70EA3-0A87-40BD-94BF-76AAEC816C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4" name="Rectangle 16">
                <a:extLst>
                  <a:ext uri="{FF2B5EF4-FFF2-40B4-BE49-F238E27FC236}">
                    <a16:creationId xmlns:a16="http://schemas.microsoft.com/office/drawing/2014/main" id="{8AC49DAE-1800-40B4-908D-DACDDBFF21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5" name="Rectangle 17">
                <a:extLst>
                  <a:ext uri="{FF2B5EF4-FFF2-40B4-BE49-F238E27FC236}">
                    <a16:creationId xmlns:a16="http://schemas.microsoft.com/office/drawing/2014/main" id="{236BF9F5-A935-4DA3-A4A9-52DD30165B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6" name="Rectangle 18">
                <a:extLst>
                  <a:ext uri="{FF2B5EF4-FFF2-40B4-BE49-F238E27FC236}">
                    <a16:creationId xmlns:a16="http://schemas.microsoft.com/office/drawing/2014/main" id="{97FE846A-6C60-49BD-8759-77095BC247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7" name="Rectangle 19">
                <a:extLst>
                  <a:ext uri="{FF2B5EF4-FFF2-40B4-BE49-F238E27FC236}">
                    <a16:creationId xmlns:a16="http://schemas.microsoft.com/office/drawing/2014/main" id="{FA924FA8-FE97-40A1-852B-77A498A7C4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8" name="Rectangle 20">
                <a:extLst>
                  <a:ext uri="{FF2B5EF4-FFF2-40B4-BE49-F238E27FC236}">
                    <a16:creationId xmlns:a16="http://schemas.microsoft.com/office/drawing/2014/main" id="{3C593FAE-CE47-48A5-AC85-6174EAC0A2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9" name="Rectangle 21">
                <a:extLst>
                  <a:ext uri="{FF2B5EF4-FFF2-40B4-BE49-F238E27FC236}">
                    <a16:creationId xmlns:a16="http://schemas.microsoft.com/office/drawing/2014/main" id="{E2228A57-948E-4482-9E06-D9E725176D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0" name="Rectangle 22">
                <a:extLst>
                  <a:ext uri="{FF2B5EF4-FFF2-40B4-BE49-F238E27FC236}">
                    <a16:creationId xmlns:a16="http://schemas.microsoft.com/office/drawing/2014/main" id="{1EF13CFA-22CA-4C10-BE90-D5CC115A89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1" name="Rectangle 23">
                <a:extLst>
                  <a:ext uri="{FF2B5EF4-FFF2-40B4-BE49-F238E27FC236}">
                    <a16:creationId xmlns:a16="http://schemas.microsoft.com/office/drawing/2014/main" id="{0E8E90A3-1641-4E9B-A194-D5F117F9AEF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2" name="Rectangle 24">
                <a:extLst>
                  <a:ext uri="{FF2B5EF4-FFF2-40B4-BE49-F238E27FC236}">
                    <a16:creationId xmlns:a16="http://schemas.microsoft.com/office/drawing/2014/main" id="{A68EDFEF-E0D3-402A-9521-3DF38E4B8F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3" name="Rectangle 25">
                <a:extLst>
                  <a:ext uri="{FF2B5EF4-FFF2-40B4-BE49-F238E27FC236}">
                    <a16:creationId xmlns:a16="http://schemas.microsoft.com/office/drawing/2014/main" id="{CCF9D944-04E9-47A8-9177-AFC8A6780F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4" name="Rectangle 26">
                <a:extLst>
                  <a:ext uri="{FF2B5EF4-FFF2-40B4-BE49-F238E27FC236}">
                    <a16:creationId xmlns:a16="http://schemas.microsoft.com/office/drawing/2014/main" id="{ABDECE26-FC06-416E-A783-A77B3FFA3AF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5" name="Rectangle 27">
                <a:extLst>
                  <a:ext uri="{FF2B5EF4-FFF2-40B4-BE49-F238E27FC236}">
                    <a16:creationId xmlns:a16="http://schemas.microsoft.com/office/drawing/2014/main" id="{1F81018F-D062-471E-8E4D-BF55555F50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6" name="Rectangle 28">
                <a:extLst>
                  <a:ext uri="{FF2B5EF4-FFF2-40B4-BE49-F238E27FC236}">
                    <a16:creationId xmlns:a16="http://schemas.microsoft.com/office/drawing/2014/main" id="{75BC1DFB-E2E0-44A2-8449-1511B5F4C2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7" name="Rectangle 29">
                <a:extLst>
                  <a:ext uri="{FF2B5EF4-FFF2-40B4-BE49-F238E27FC236}">
                    <a16:creationId xmlns:a16="http://schemas.microsoft.com/office/drawing/2014/main" id="{FE671700-5C5E-4E82-8FDC-49E44FF7399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8" name="Rectangle 30">
                <a:extLst>
                  <a:ext uri="{FF2B5EF4-FFF2-40B4-BE49-F238E27FC236}">
                    <a16:creationId xmlns:a16="http://schemas.microsoft.com/office/drawing/2014/main" id="{367003AF-BC87-4F81-81EB-3D09A24C99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5E7D7A4E-C314-4987-9657-060E28CAA6A0}"/>
                </a:ext>
              </a:extLst>
            </p:cNvPr>
            <p:cNvGrpSpPr/>
            <p:nvPr/>
          </p:nvGrpSpPr>
          <p:grpSpPr>
            <a:xfrm>
              <a:off x="354110" y="5390187"/>
              <a:ext cx="11480604" cy="108822"/>
              <a:chOff x="354110" y="5396454"/>
              <a:chExt cx="11480604" cy="108822"/>
            </a:xfrm>
            <a:grpFill/>
          </p:grpSpPr>
          <p:sp>
            <p:nvSpPr>
              <p:cNvPr id="77" name="Rectangle 32">
                <a:extLst>
                  <a:ext uri="{FF2B5EF4-FFF2-40B4-BE49-F238E27FC236}">
                    <a16:creationId xmlns:a16="http://schemas.microsoft.com/office/drawing/2014/main" id="{8E8A1AC8-CA63-4F37-A8CF-FF832D8BE4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8" name="Rectangle 33">
                <a:extLst>
                  <a:ext uri="{FF2B5EF4-FFF2-40B4-BE49-F238E27FC236}">
                    <a16:creationId xmlns:a16="http://schemas.microsoft.com/office/drawing/2014/main" id="{628E2734-FDDB-44A3-9AF2-03978429626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9" name="Rectangle 34">
                <a:extLst>
                  <a:ext uri="{FF2B5EF4-FFF2-40B4-BE49-F238E27FC236}">
                    <a16:creationId xmlns:a16="http://schemas.microsoft.com/office/drawing/2014/main" id="{088CF2A2-82EB-4956-973F-6A38CD7EA0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0" name="Rectangle 35">
                <a:extLst>
                  <a:ext uri="{FF2B5EF4-FFF2-40B4-BE49-F238E27FC236}">
                    <a16:creationId xmlns:a16="http://schemas.microsoft.com/office/drawing/2014/main" id="{C040EEA9-3095-4F30-8483-23F37448C2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1" name="Rectangle 36">
                <a:extLst>
                  <a:ext uri="{FF2B5EF4-FFF2-40B4-BE49-F238E27FC236}">
                    <a16:creationId xmlns:a16="http://schemas.microsoft.com/office/drawing/2014/main" id="{749693CE-451B-4AFB-88A8-C12ED178EA2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2" name="Rectangle 37">
                <a:extLst>
                  <a:ext uri="{FF2B5EF4-FFF2-40B4-BE49-F238E27FC236}">
                    <a16:creationId xmlns:a16="http://schemas.microsoft.com/office/drawing/2014/main" id="{30280489-C791-44E8-963D-1255607CDB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3" name="Rectangle 38">
                <a:extLst>
                  <a:ext uri="{FF2B5EF4-FFF2-40B4-BE49-F238E27FC236}">
                    <a16:creationId xmlns:a16="http://schemas.microsoft.com/office/drawing/2014/main" id="{8CC74FC2-413D-4801-AE6D-107C3B1129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4" name="Rectangle 39">
                <a:extLst>
                  <a:ext uri="{FF2B5EF4-FFF2-40B4-BE49-F238E27FC236}">
                    <a16:creationId xmlns:a16="http://schemas.microsoft.com/office/drawing/2014/main" id="{B285A8B1-8801-46CD-91B8-97CE12F319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5" name="Rectangle 40">
                <a:extLst>
                  <a:ext uri="{FF2B5EF4-FFF2-40B4-BE49-F238E27FC236}">
                    <a16:creationId xmlns:a16="http://schemas.microsoft.com/office/drawing/2014/main" id="{2DCB03A8-663D-4DCB-A3A5-59C55ED304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6" name="Rectangle 41">
                <a:extLst>
                  <a:ext uri="{FF2B5EF4-FFF2-40B4-BE49-F238E27FC236}">
                    <a16:creationId xmlns:a16="http://schemas.microsoft.com/office/drawing/2014/main" id="{5407D7A5-9403-4899-B30F-57F9270DFA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7" name="Rectangle 42">
                <a:extLst>
                  <a:ext uri="{FF2B5EF4-FFF2-40B4-BE49-F238E27FC236}">
                    <a16:creationId xmlns:a16="http://schemas.microsoft.com/office/drawing/2014/main" id="{A5A712A8-2D9C-4566-93D7-A554219464B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8" name="Rectangle 43">
                <a:extLst>
                  <a:ext uri="{FF2B5EF4-FFF2-40B4-BE49-F238E27FC236}">
                    <a16:creationId xmlns:a16="http://schemas.microsoft.com/office/drawing/2014/main" id="{4B61ED17-0B4A-42B3-B859-84E6FBD9F9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9" name="Rectangle 44">
                <a:extLst>
                  <a:ext uri="{FF2B5EF4-FFF2-40B4-BE49-F238E27FC236}">
                    <a16:creationId xmlns:a16="http://schemas.microsoft.com/office/drawing/2014/main" id="{7FF71609-E043-4DD4-BBED-210943BF31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0" name="Rectangle 45">
                <a:extLst>
                  <a:ext uri="{FF2B5EF4-FFF2-40B4-BE49-F238E27FC236}">
                    <a16:creationId xmlns:a16="http://schemas.microsoft.com/office/drawing/2014/main" id="{9107E37E-3623-4410-8CEA-DA33995A6A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1" name="Rectangle 46">
                <a:extLst>
                  <a:ext uri="{FF2B5EF4-FFF2-40B4-BE49-F238E27FC236}">
                    <a16:creationId xmlns:a16="http://schemas.microsoft.com/office/drawing/2014/main" id="{B83800E2-BDEE-48AC-9D9F-0B03C123FB6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2" name="Rectangle 47">
                <a:extLst>
                  <a:ext uri="{FF2B5EF4-FFF2-40B4-BE49-F238E27FC236}">
                    <a16:creationId xmlns:a16="http://schemas.microsoft.com/office/drawing/2014/main" id="{924E8ED7-0B54-488C-86FD-838BEC6C72B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3" name="Rectangle 48">
                <a:extLst>
                  <a:ext uri="{FF2B5EF4-FFF2-40B4-BE49-F238E27FC236}">
                    <a16:creationId xmlns:a16="http://schemas.microsoft.com/office/drawing/2014/main" id="{5E731C89-5DF4-4419-9A67-52BAEC3733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4" name="Rectangle 49">
                <a:extLst>
                  <a:ext uri="{FF2B5EF4-FFF2-40B4-BE49-F238E27FC236}">
                    <a16:creationId xmlns:a16="http://schemas.microsoft.com/office/drawing/2014/main" id="{D7B0E779-6D3D-4414-91BB-C1BBE6380D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5" name="Rectangle 50">
                <a:extLst>
                  <a:ext uri="{FF2B5EF4-FFF2-40B4-BE49-F238E27FC236}">
                    <a16:creationId xmlns:a16="http://schemas.microsoft.com/office/drawing/2014/main" id="{E846AB63-6AAB-4E86-B4BA-7853BD6021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6" name="Rectangle 51">
                <a:extLst>
                  <a:ext uri="{FF2B5EF4-FFF2-40B4-BE49-F238E27FC236}">
                    <a16:creationId xmlns:a16="http://schemas.microsoft.com/office/drawing/2014/main" id="{D05AC798-949B-4443-ADBB-917EF526FE1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7" name="Rectangle 52">
                <a:extLst>
                  <a:ext uri="{FF2B5EF4-FFF2-40B4-BE49-F238E27FC236}">
                    <a16:creationId xmlns:a16="http://schemas.microsoft.com/office/drawing/2014/main" id="{8B3E2107-60AF-4064-A551-A333E6249C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8" name="Rectangle 53">
                <a:extLst>
                  <a:ext uri="{FF2B5EF4-FFF2-40B4-BE49-F238E27FC236}">
                    <a16:creationId xmlns:a16="http://schemas.microsoft.com/office/drawing/2014/main" id="{055FD3E8-A340-4393-92E1-4FD68288FDB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9" name="Rectangle 54">
                <a:extLst>
                  <a:ext uri="{FF2B5EF4-FFF2-40B4-BE49-F238E27FC236}">
                    <a16:creationId xmlns:a16="http://schemas.microsoft.com/office/drawing/2014/main" id="{C18C5E0E-D82C-4F82-A0E3-6BE9AAF75E2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0" name="Rectangle 55">
                <a:extLst>
                  <a:ext uri="{FF2B5EF4-FFF2-40B4-BE49-F238E27FC236}">
                    <a16:creationId xmlns:a16="http://schemas.microsoft.com/office/drawing/2014/main" id="{677F5FC4-34F3-400A-9970-A7EA63DB4B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1" name="Rectangle 56">
                <a:extLst>
                  <a:ext uri="{FF2B5EF4-FFF2-40B4-BE49-F238E27FC236}">
                    <a16:creationId xmlns:a16="http://schemas.microsoft.com/office/drawing/2014/main" id="{2A4794CF-928E-4F8E-A532-7800E5996B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2" name="Rectangle 57">
                <a:extLst>
                  <a:ext uri="{FF2B5EF4-FFF2-40B4-BE49-F238E27FC236}">
                    <a16:creationId xmlns:a16="http://schemas.microsoft.com/office/drawing/2014/main" id="{E4F63079-D99A-4ECA-AE8B-8E93D42956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8F81BE07-E676-45EB-9AFA-7BF1FBB657A2}"/>
                </a:ext>
              </a:extLst>
            </p:cNvPr>
            <p:cNvGrpSpPr/>
            <p:nvPr/>
          </p:nvGrpSpPr>
          <p:grpSpPr>
            <a:xfrm>
              <a:off x="354110" y="5895731"/>
              <a:ext cx="11480604" cy="109990"/>
              <a:chOff x="354110" y="5903678"/>
              <a:chExt cx="11480604" cy="109990"/>
            </a:xfrm>
            <a:grpFill/>
          </p:grpSpPr>
          <p:sp>
            <p:nvSpPr>
              <p:cNvPr id="51" name="Rectangle 59">
                <a:extLst>
                  <a:ext uri="{FF2B5EF4-FFF2-40B4-BE49-F238E27FC236}">
                    <a16:creationId xmlns:a16="http://schemas.microsoft.com/office/drawing/2014/main" id="{90F41A19-F592-419E-BB70-0A26A5A2C99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2" name="Rectangle 60">
                <a:extLst>
                  <a:ext uri="{FF2B5EF4-FFF2-40B4-BE49-F238E27FC236}">
                    <a16:creationId xmlns:a16="http://schemas.microsoft.com/office/drawing/2014/main" id="{1469FDD4-E3FD-413E-AE75-22EE1F631B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3" name="Rectangle 61">
                <a:extLst>
                  <a:ext uri="{FF2B5EF4-FFF2-40B4-BE49-F238E27FC236}">
                    <a16:creationId xmlns:a16="http://schemas.microsoft.com/office/drawing/2014/main" id="{FE475E5D-8646-4FC9-BFFB-619E2D0E25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4" name="Rectangle 62">
                <a:extLst>
                  <a:ext uri="{FF2B5EF4-FFF2-40B4-BE49-F238E27FC236}">
                    <a16:creationId xmlns:a16="http://schemas.microsoft.com/office/drawing/2014/main" id="{3D36A72E-C554-4C3C-9B1B-6CB10E5F62B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5" name="Rectangle 63">
                <a:extLst>
                  <a:ext uri="{FF2B5EF4-FFF2-40B4-BE49-F238E27FC236}">
                    <a16:creationId xmlns:a16="http://schemas.microsoft.com/office/drawing/2014/main" id="{7A4E6F93-4FD1-43BD-92BD-564F60D0B6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6" name="Rectangle 64">
                <a:extLst>
                  <a:ext uri="{FF2B5EF4-FFF2-40B4-BE49-F238E27FC236}">
                    <a16:creationId xmlns:a16="http://schemas.microsoft.com/office/drawing/2014/main" id="{91390BA3-956A-4FEA-961B-6154DE6FB76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7" name="Rectangle 65">
                <a:extLst>
                  <a:ext uri="{FF2B5EF4-FFF2-40B4-BE49-F238E27FC236}">
                    <a16:creationId xmlns:a16="http://schemas.microsoft.com/office/drawing/2014/main" id="{3BDA4482-76BD-4B95-9A99-C9D97E68F6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8" name="Rectangle 66">
                <a:extLst>
                  <a:ext uri="{FF2B5EF4-FFF2-40B4-BE49-F238E27FC236}">
                    <a16:creationId xmlns:a16="http://schemas.microsoft.com/office/drawing/2014/main" id="{7C89DCF1-7783-4715-A5F6-F69C325A84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9" name="Rectangle 67">
                <a:extLst>
                  <a:ext uri="{FF2B5EF4-FFF2-40B4-BE49-F238E27FC236}">
                    <a16:creationId xmlns:a16="http://schemas.microsoft.com/office/drawing/2014/main" id="{C358A697-8E33-4B4A-8E88-7C19923AD4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0" name="Rectangle 68">
                <a:extLst>
                  <a:ext uri="{FF2B5EF4-FFF2-40B4-BE49-F238E27FC236}">
                    <a16:creationId xmlns:a16="http://schemas.microsoft.com/office/drawing/2014/main" id="{8716A687-A14A-4B91-AB47-EC1722AF30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1" name="Rectangle 69">
                <a:extLst>
                  <a:ext uri="{FF2B5EF4-FFF2-40B4-BE49-F238E27FC236}">
                    <a16:creationId xmlns:a16="http://schemas.microsoft.com/office/drawing/2014/main" id="{3597BC4D-A8AB-476D-A463-DDA92D6194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2" name="Rectangle 70">
                <a:extLst>
                  <a:ext uri="{FF2B5EF4-FFF2-40B4-BE49-F238E27FC236}">
                    <a16:creationId xmlns:a16="http://schemas.microsoft.com/office/drawing/2014/main" id="{3D5FE933-374E-4D22-95B5-F8B154CFC29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3" name="Rectangle 71">
                <a:extLst>
                  <a:ext uri="{FF2B5EF4-FFF2-40B4-BE49-F238E27FC236}">
                    <a16:creationId xmlns:a16="http://schemas.microsoft.com/office/drawing/2014/main" id="{4DA4C424-BC57-46B1-8A19-98F4A1F4BC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4" name="Rectangle 72">
                <a:extLst>
                  <a:ext uri="{FF2B5EF4-FFF2-40B4-BE49-F238E27FC236}">
                    <a16:creationId xmlns:a16="http://schemas.microsoft.com/office/drawing/2014/main" id="{8072EEA5-91EE-47E9-9C82-96966E37CB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5" name="Rectangle 73">
                <a:extLst>
                  <a:ext uri="{FF2B5EF4-FFF2-40B4-BE49-F238E27FC236}">
                    <a16:creationId xmlns:a16="http://schemas.microsoft.com/office/drawing/2014/main" id="{D2366CD8-B517-40C0-8E52-217CE8F164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6" name="Rectangle 74">
                <a:extLst>
                  <a:ext uri="{FF2B5EF4-FFF2-40B4-BE49-F238E27FC236}">
                    <a16:creationId xmlns:a16="http://schemas.microsoft.com/office/drawing/2014/main" id="{2739573F-C01A-4A42-BDB4-F8717CD6555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7" name="Rectangle 75">
                <a:extLst>
                  <a:ext uri="{FF2B5EF4-FFF2-40B4-BE49-F238E27FC236}">
                    <a16:creationId xmlns:a16="http://schemas.microsoft.com/office/drawing/2014/main" id="{94A56444-668B-41B0-8986-65EB2B4A32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8" name="Rectangle 76">
                <a:extLst>
                  <a:ext uri="{FF2B5EF4-FFF2-40B4-BE49-F238E27FC236}">
                    <a16:creationId xmlns:a16="http://schemas.microsoft.com/office/drawing/2014/main" id="{B2CFF404-368E-4A76-A2CA-471611869B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9" name="Rectangle 77">
                <a:extLst>
                  <a:ext uri="{FF2B5EF4-FFF2-40B4-BE49-F238E27FC236}">
                    <a16:creationId xmlns:a16="http://schemas.microsoft.com/office/drawing/2014/main" id="{3B1857CC-9DC7-43E3-98B6-0DCBB2DC18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0" name="Rectangle 78">
                <a:extLst>
                  <a:ext uri="{FF2B5EF4-FFF2-40B4-BE49-F238E27FC236}">
                    <a16:creationId xmlns:a16="http://schemas.microsoft.com/office/drawing/2014/main" id="{13C3C468-F3E2-4B75-BB66-184F85DD01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1" name="Rectangle 79">
                <a:extLst>
                  <a:ext uri="{FF2B5EF4-FFF2-40B4-BE49-F238E27FC236}">
                    <a16:creationId xmlns:a16="http://schemas.microsoft.com/office/drawing/2014/main" id="{1A0E9336-6E7F-4174-BB8B-7B675743AA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2" name="Rectangle 80">
                <a:extLst>
                  <a:ext uri="{FF2B5EF4-FFF2-40B4-BE49-F238E27FC236}">
                    <a16:creationId xmlns:a16="http://schemas.microsoft.com/office/drawing/2014/main" id="{1AB6293C-8454-4149-8126-EFE23BCE434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3" name="Rectangle 81">
                <a:extLst>
                  <a:ext uri="{FF2B5EF4-FFF2-40B4-BE49-F238E27FC236}">
                    <a16:creationId xmlns:a16="http://schemas.microsoft.com/office/drawing/2014/main" id="{BAE4953B-46B2-4552-8D6A-C67D4FCB3D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4" name="Rectangle 82">
                <a:extLst>
                  <a:ext uri="{FF2B5EF4-FFF2-40B4-BE49-F238E27FC236}">
                    <a16:creationId xmlns:a16="http://schemas.microsoft.com/office/drawing/2014/main" id="{40C5CC0E-449E-4E60-822F-5A4AB69E54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5" name="Rectangle 83">
                <a:extLst>
                  <a:ext uri="{FF2B5EF4-FFF2-40B4-BE49-F238E27FC236}">
                    <a16:creationId xmlns:a16="http://schemas.microsoft.com/office/drawing/2014/main" id="{B2688373-3DD7-4956-8759-7CB2AF735B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6" name="Rectangle 84">
                <a:extLst>
                  <a:ext uri="{FF2B5EF4-FFF2-40B4-BE49-F238E27FC236}">
                    <a16:creationId xmlns:a16="http://schemas.microsoft.com/office/drawing/2014/main" id="{50B8E454-F10F-456B-81ED-301B191CA48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960ABA5C-8D36-4AAD-9494-669B8A3E9E86}"/>
                </a:ext>
              </a:extLst>
            </p:cNvPr>
            <p:cNvGrpSpPr/>
            <p:nvPr/>
          </p:nvGrpSpPr>
          <p:grpSpPr>
            <a:xfrm>
              <a:off x="354110" y="6402442"/>
              <a:ext cx="11480604" cy="109990"/>
              <a:chOff x="354110" y="5903678"/>
              <a:chExt cx="11480604" cy="109990"/>
            </a:xfrm>
            <a:grpFill/>
          </p:grpSpPr>
          <p:sp>
            <p:nvSpPr>
              <p:cNvPr id="25" name="Rectangle 59">
                <a:extLst>
                  <a:ext uri="{FF2B5EF4-FFF2-40B4-BE49-F238E27FC236}">
                    <a16:creationId xmlns:a16="http://schemas.microsoft.com/office/drawing/2014/main" id="{9006E5F9-87EA-4BFF-AC26-08D7B4E6558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" name="Rectangle 60">
                <a:extLst>
                  <a:ext uri="{FF2B5EF4-FFF2-40B4-BE49-F238E27FC236}">
                    <a16:creationId xmlns:a16="http://schemas.microsoft.com/office/drawing/2014/main" id="{40F26277-619B-41A3-9D5F-A02E6914E16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" name="Rectangle 61">
                <a:extLst>
                  <a:ext uri="{FF2B5EF4-FFF2-40B4-BE49-F238E27FC236}">
                    <a16:creationId xmlns:a16="http://schemas.microsoft.com/office/drawing/2014/main" id="{23DB5C85-827B-49AF-BC96-24E7ABDAD9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" name="Rectangle 62">
                <a:extLst>
                  <a:ext uri="{FF2B5EF4-FFF2-40B4-BE49-F238E27FC236}">
                    <a16:creationId xmlns:a16="http://schemas.microsoft.com/office/drawing/2014/main" id="{847A0A99-2056-4E0E-8A5A-2CBCA33AFFD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" name="Rectangle 63">
                <a:extLst>
                  <a:ext uri="{FF2B5EF4-FFF2-40B4-BE49-F238E27FC236}">
                    <a16:creationId xmlns:a16="http://schemas.microsoft.com/office/drawing/2014/main" id="{5474EE8D-D88A-47FF-9107-09082030E0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" name="Rectangle 64">
                <a:extLst>
                  <a:ext uri="{FF2B5EF4-FFF2-40B4-BE49-F238E27FC236}">
                    <a16:creationId xmlns:a16="http://schemas.microsoft.com/office/drawing/2014/main" id="{0EC4B1DB-FB22-4303-B2D7-5E60C557A8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" name="Rectangle 65">
                <a:extLst>
                  <a:ext uri="{FF2B5EF4-FFF2-40B4-BE49-F238E27FC236}">
                    <a16:creationId xmlns:a16="http://schemas.microsoft.com/office/drawing/2014/main" id="{B5127279-9249-47F2-8A42-1F7F68517E9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" name="Rectangle 66">
                <a:extLst>
                  <a:ext uri="{FF2B5EF4-FFF2-40B4-BE49-F238E27FC236}">
                    <a16:creationId xmlns:a16="http://schemas.microsoft.com/office/drawing/2014/main" id="{4BE3E747-CD2D-4EA9-8A1C-AFC94F64039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" name="Rectangle 67">
                <a:extLst>
                  <a:ext uri="{FF2B5EF4-FFF2-40B4-BE49-F238E27FC236}">
                    <a16:creationId xmlns:a16="http://schemas.microsoft.com/office/drawing/2014/main" id="{844450CC-44D2-4CFB-9D82-BA80F0CA0E8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" name="Rectangle 68">
                <a:extLst>
                  <a:ext uri="{FF2B5EF4-FFF2-40B4-BE49-F238E27FC236}">
                    <a16:creationId xmlns:a16="http://schemas.microsoft.com/office/drawing/2014/main" id="{56C9C6B8-074B-4807-A953-D5D69AEE2F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" name="Rectangle 69">
                <a:extLst>
                  <a:ext uri="{FF2B5EF4-FFF2-40B4-BE49-F238E27FC236}">
                    <a16:creationId xmlns:a16="http://schemas.microsoft.com/office/drawing/2014/main" id="{55A940DF-BE4B-4046-BF7D-7BBB8316FF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" name="Rectangle 70">
                <a:extLst>
                  <a:ext uri="{FF2B5EF4-FFF2-40B4-BE49-F238E27FC236}">
                    <a16:creationId xmlns:a16="http://schemas.microsoft.com/office/drawing/2014/main" id="{79FECFE2-55AB-4195-B4F2-F1831B0901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7" name="Rectangle 71">
                <a:extLst>
                  <a:ext uri="{FF2B5EF4-FFF2-40B4-BE49-F238E27FC236}">
                    <a16:creationId xmlns:a16="http://schemas.microsoft.com/office/drawing/2014/main" id="{F78BF45E-3F1B-4CCF-AB55-6AACA1D7968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8" name="Rectangle 72">
                <a:extLst>
                  <a:ext uri="{FF2B5EF4-FFF2-40B4-BE49-F238E27FC236}">
                    <a16:creationId xmlns:a16="http://schemas.microsoft.com/office/drawing/2014/main" id="{CEAEA0D2-DAF5-42AD-824D-BF0A0786AC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9" name="Rectangle 73">
                <a:extLst>
                  <a:ext uri="{FF2B5EF4-FFF2-40B4-BE49-F238E27FC236}">
                    <a16:creationId xmlns:a16="http://schemas.microsoft.com/office/drawing/2014/main" id="{2616B93B-15A3-4A25-B322-A4A334791D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0" name="Rectangle 74">
                <a:extLst>
                  <a:ext uri="{FF2B5EF4-FFF2-40B4-BE49-F238E27FC236}">
                    <a16:creationId xmlns:a16="http://schemas.microsoft.com/office/drawing/2014/main" id="{26C24972-CC21-4F79-908A-8F7EEF3C3B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1" name="Rectangle 75">
                <a:extLst>
                  <a:ext uri="{FF2B5EF4-FFF2-40B4-BE49-F238E27FC236}">
                    <a16:creationId xmlns:a16="http://schemas.microsoft.com/office/drawing/2014/main" id="{FD7C3FD5-0F89-4B6D-AC87-8001A0810C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2" name="Rectangle 76">
                <a:extLst>
                  <a:ext uri="{FF2B5EF4-FFF2-40B4-BE49-F238E27FC236}">
                    <a16:creationId xmlns:a16="http://schemas.microsoft.com/office/drawing/2014/main" id="{B03C108E-68F6-4221-BC40-C5E3C19044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3" name="Rectangle 77">
                <a:extLst>
                  <a:ext uri="{FF2B5EF4-FFF2-40B4-BE49-F238E27FC236}">
                    <a16:creationId xmlns:a16="http://schemas.microsoft.com/office/drawing/2014/main" id="{AEE8C851-520C-4A98-839F-17DEECB4C1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4" name="Rectangle 78">
                <a:extLst>
                  <a:ext uri="{FF2B5EF4-FFF2-40B4-BE49-F238E27FC236}">
                    <a16:creationId xmlns:a16="http://schemas.microsoft.com/office/drawing/2014/main" id="{64CDD37E-8761-499B-B591-D1B68A0C60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5" name="Rectangle 79">
                <a:extLst>
                  <a:ext uri="{FF2B5EF4-FFF2-40B4-BE49-F238E27FC236}">
                    <a16:creationId xmlns:a16="http://schemas.microsoft.com/office/drawing/2014/main" id="{CF1D9CFA-A92A-4012-8DBE-A1AFE416C0D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6" name="Rectangle 80">
                <a:extLst>
                  <a:ext uri="{FF2B5EF4-FFF2-40B4-BE49-F238E27FC236}">
                    <a16:creationId xmlns:a16="http://schemas.microsoft.com/office/drawing/2014/main" id="{5B28FF0B-0B00-4C89-9B32-5FCEE8CF723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7" name="Rectangle 81">
                <a:extLst>
                  <a:ext uri="{FF2B5EF4-FFF2-40B4-BE49-F238E27FC236}">
                    <a16:creationId xmlns:a16="http://schemas.microsoft.com/office/drawing/2014/main" id="{3F39461F-D7C3-4741-A3BF-B2B81AC1BD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8" name="Rectangle 82">
                <a:extLst>
                  <a:ext uri="{FF2B5EF4-FFF2-40B4-BE49-F238E27FC236}">
                    <a16:creationId xmlns:a16="http://schemas.microsoft.com/office/drawing/2014/main" id="{B209DBFB-FB6A-41D4-B8FD-371C1627C2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9" name="Rectangle 83">
                <a:extLst>
                  <a:ext uri="{FF2B5EF4-FFF2-40B4-BE49-F238E27FC236}">
                    <a16:creationId xmlns:a16="http://schemas.microsoft.com/office/drawing/2014/main" id="{9851ABD3-4B24-43E9-8246-B439DE28902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0" name="Rectangle 84">
                <a:extLst>
                  <a:ext uri="{FF2B5EF4-FFF2-40B4-BE49-F238E27FC236}">
                    <a16:creationId xmlns:a16="http://schemas.microsoft.com/office/drawing/2014/main" id="{C66181AB-B727-41A6-A789-CF6AAB6890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</p:grp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  <a:p>
            <a:endParaRPr lang="en-US" dirty="0"/>
          </a:p>
        </p:txBody>
      </p:sp>
      <p:sp>
        <p:nvSpPr>
          <p:cNvPr id="363" name="Picture Placeholder 13">
            <a:extLst>
              <a:ext uri="{FF2B5EF4-FFF2-40B4-BE49-F238E27FC236}">
                <a16:creationId xmlns:a16="http://schemas.microsoft.com/office/drawing/2014/main" id="{AF7BEAA2-6D2C-4224-A195-391044C69E5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286125" y="2297680"/>
            <a:ext cx="1728788" cy="1728787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365" name="Picture Placeholder 13">
            <a:extLst>
              <a:ext uri="{FF2B5EF4-FFF2-40B4-BE49-F238E27FC236}">
                <a16:creationId xmlns:a16="http://schemas.microsoft.com/office/drawing/2014/main" id="{23BFF80F-B426-466E-B0BF-CF7C190E492D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312310" y="1412776"/>
            <a:ext cx="1681778" cy="1681777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366" name="Picture Placeholder 13">
            <a:extLst>
              <a:ext uri="{FF2B5EF4-FFF2-40B4-BE49-F238E27FC236}">
                <a16:creationId xmlns:a16="http://schemas.microsoft.com/office/drawing/2014/main" id="{41BD29D0-2556-4715-91D8-E02770D6F82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622663" y="3342563"/>
            <a:ext cx="1302826" cy="1302824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367" name="Picture Placeholder 13">
            <a:extLst>
              <a:ext uri="{FF2B5EF4-FFF2-40B4-BE49-F238E27FC236}">
                <a16:creationId xmlns:a16="http://schemas.microsoft.com/office/drawing/2014/main" id="{4B3928D8-3106-4129-84DA-31AD6A29256F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5103405" y="3537009"/>
            <a:ext cx="2012950" cy="2012946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380" name="Title 1">
            <a:extLst>
              <a:ext uri="{FF2B5EF4-FFF2-40B4-BE49-F238E27FC236}">
                <a16:creationId xmlns:a16="http://schemas.microsoft.com/office/drawing/2014/main" id="{FEE9D826-2462-4D57-A5DD-57BFA6D51B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441" y="274639"/>
            <a:ext cx="10969943" cy="711081"/>
          </a:xfrm>
        </p:spPr>
        <p:txBody>
          <a:bodyPr>
            <a:noAutofit/>
          </a:bodyPr>
          <a:lstStyle>
            <a:lvl1pPr algn="ctr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3924982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sktop Mockup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8C1607FC-4025-4535-B960-C423F1504CE5}"/>
              </a:ext>
            </a:extLst>
          </p:cNvPr>
          <p:cNvGrpSpPr/>
          <p:nvPr userDrawn="1"/>
        </p:nvGrpSpPr>
        <p:grpSpPr>
          <a:xfrm>
            <a:off x="354110" y="326571"/>
            <a:ext cx="11480604" cy="6185861"/>
            <a:chOff x="354110" y="326571"/>
            <a:chExt cx="11480604" cy="6185861"/>
          </a:xfrm>
          <a:solidFill>
            <a:schemeClr val="accent1">
              <a:lumMod val="90000"/>
              <a:lumOff val="10000"/>
              <a:alpha val="20000"/>
            </a:schemeClr>
          </a:solidFill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651BEEC-E6AC-4E4B-9B88-D2F823311FDE}"/>
                </a:ext>
              </a:extLst>
            </p:cNvPr>
            <p:cNvGrpSpPr/>
            <p:nvPr/>
          </p:nvGrpSpPr>
          <p:grpSpPr>
            <a:xfrm>
              <a:off x="354110" y="326571"/>
              <a:ext cx="11480604" cy="109990"/>
              <a:chOff x="354110" y="326571"/>
              <a:chExt cx="11480604" cy="109990"/>
            </a:xfrm>
            <a:grpFill/>
          </p:grpSpPr>
          <p:sp>
            <p:nvSpPr>
              <p:cNvPr id="337" name="Rectangle 5">
                <a:extLst>
                  <a:ext uri="{FF2B5EF4-FFF2-40B4-BE49-F238E27FC236}">
                    <a16:creationId xmlns:a16="http://schemas.microsoft.com/office/drawing/2014/main" id="{85C298FF-97F9-4147-B827-D8E5136C26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8" name="Rectangle 6">
                <a:extLst>
                  <a:ext uri="{FF2B5EF4-FFF2-40B4-BE49-F238E27FC236}">
                    <a16:creationId xmlns:a16="http://schemas.microsoft.com/office/drawing/2014/main" id="{9408EFDD-1492-4223-8E65-A093D2F1BB8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9" name="Rectangle 7">
                <a:extLst>
                  <a:ext uri="{FF2B5EF4-FFF2-40B4-BE49-F238E27FC236}">
                    <a16:creationId xmlns:a16="http://schemas.microsoft.com/office/drawing/2014/main" id="{F894E7F8-7101-42ED-9EE3-85F58C6EF3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0" name="Rectangle 8">
                <a:extLst>
                  <a:ext uri="{FF2B5EF4-FFF2-40B4-BE49-F238E27FC236}">
                    <a16:creationId xmlns:a16="http://schemas.microsoft.com/office/drawing/2014/main" id="{877C8C7E-1793-4536-97A4-63A3591EF9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1" name="Rectangle 9">
                <a:extLst>
                  <a:ext uri="{FF2B5EF4-FFF2-40B4-BE49-F238E27FC236}">
                    <a16:creationId xmlns:a16="http://schemas.microsoft.com/office/drawing/2014/main" id="{077D2BC4-41B3-4D98-84CA-A2503EF131C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2" name="Rectangle 10">
                <a:extLst>
                  <a:ext uri="{FF2B5EF4-FFF2-40B4-BE49-F238E27FC236}">
                    <a16:creationId xmlns:a16="http://schemas.microsoft.com/office/drawing/2014/main" id="{DE4270DF-458E-4975-B86F-E605B966C6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3" name="Rectangle 11">
                <a:extLst>
                  <a:ext uri="{FF2B5EF4-FFF2-40B4-BE49-F238E27FC236}">
                    <a16:creationId xmlns:a16="http://schemas.microsoft.com/office/drawing/2014/main" id="{5334B1DA-DE9D-46A4-B1CC-07D8B5B37F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4" name="Rectangle 12">
                <a:extLst>
                  <a:ext uri="{FF2B5EF4-FFF2-40B4-BE49-F238E27FC236}">
                    <a16:creationId xmlns:a16="http://schemas.microsoft.com/office/drawing/2014/main" id="{1CF1EF4A-5FEC-4B62-A622-2DEE7B72C0B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5" name="Rectangle 13">
                <a:extLst>
                  <a:ext uri="{FF2B5EF4-FFF2-40B4-BE49-F238E27FC236}">
                    <a16:creationId xmlns:a16="http://schemas.microsoft.com/office/drawing/2014/main" id="{322BDF90-AD9B-4F68-8F1B-8AE6FD1E47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6" name="Rectangle 14">
                <a:extLst>
                  <a:ext uri="{FF2B5EF4-FFF2-40B4-BE49-F238E27FC236}">
                    <a16:creationId xmlns:a16="http://schemas.microsoft.com/office/drawing/2014/main" id="{93F9BC3E-2349-4557-A942-FF58D34975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7" name="Rectangle 15">
                <a:extLst>
                  <a:ext uri="{FF2B5EF4-FFF2-40B4-BE49-F238E27FC236}">
                    <a16:creationId xmlns:a16="http://schemas.microsoft.com/office/drawing/2014/main" id="{D4E479F8-DBB7-4E24-82DB-9187E1DA157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8" name="Rectangle 16">
                <a:extLst>
                  <a:ext uri="{FF2B5EF4-FFF2-40B4-BE49-F238E27FC236}">
                    <a16:creationId xmlns:a16="http://schemas.microsoft.com/office/drawing/2014/main" id="{88729413-47AC-4DEA-A613-0B6158FCB8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9" name="Rectangle 17">
                <a:extLst>
                  <a:ext uri="{FF2B5EF4-FFF2-40B4-BE49-F238E27FC236}">
                    <a16:creationId xmlns:a16="http://schemas.microsoft.com/office/drawing/2014/main" id="{20F824DD-152A-4F6D-952E-24ADD1A8C07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0" name="Rectangle 18">
                <a:extLst>
                  <a:ext uri="{FF2B5EF4-FFF2-40B4-BE49-F238E27FC236}">
                    <a16:creationId xmlns:a16="http://schemas.microsoft.com/office/drawing/2014/main" id="{951C09E8-C755-4AEB-9C27-AE9621753A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1" name="Rectangle 19">
                <a:extLst>
                  <a:ext uri="{FF2B5EF4-FFF2-40B4-BE49-F238E27FC236}">
                    <a16:creationId xmlns:a16="http://schemas.microsoft.com/office/drawing/2014/main" id="{32F64432-EE66-40C8-A67A-FA722F75D5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2" name="Rectangle 20">
                <a:extLst>
                  <a:ext uri="{FF2B5EF4-FFF2-40B4-BE49-F238E27FC236}">
                    <a16:creationId xmlns:a16="http://schemas.microsoft.com/office/drawing/2014/main" id="{29005991-F871-4DFB-9517-DCB334B68B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3" name="Rectangle 21">
                <a:extLst>
                  <a:ext uri="{FF2B5EF4-FFF2-40B4-BE49-F238E27FC236}">
                    <a16:creationId xmlns:a16="http://schemas.microsoft.com/office/drawing/2014/main" id="{1C601034-B07F-4FCA-B65F-4BA94F1FEF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4" name="Rectangle 22">
                <a:extLst>
                  <a:ext uri="{FF2B5EF4-FFF2-40B4-BE49-F238E27FC236}">
                    <a16:creationId xmlns:a16="http://schemas.microsoft.com/office/drawing/2014/main" id="{A3C10F51-A92E-4F5D-841E-2495E85BD8B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5" name="Rectangle 23">
                <a:extLst>
                  <a:ext uri="{FF2B5EF4-FFF2-40B4-BE49-F238E27FC236}">
                    <a16:creationId xmlns:a16="http://schemas.microsoft.com/office/drawing/2014/main" id="{8656C742-4C71-41EC-9EED-8A0FF35A8B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6" name="Rectangle 24">
                <a:extLst>
                  <a:ext uri="{FF2B5EF4-FFF2-40B4-BE49-F238E27FC236}">
                    <a16:creationId xmlns:a16="http://schemas.microsoft.com/office/drawing/2014/main" id="{DD7837C0-45DC-47B0-8EB6-E1AFA3DF28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7" name="Rectangle 25">
                <a:extLst>
                  <a:ext uri="{FF2B5EF4-FFF2-40B4-BE49-F238E27FC236}">
                    <a16:creationId xmlns:a16="http://schemas.microsoft.com/office/drawing/2014/main" id="{C6C4A808-47AA-4933-B20F-A80BEEFBDE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8" name="Rectangle 26">
                <a:extLst>
                  <a:ext uri="{FF2B5EF4-FFF2-40B4-BE49-F238E27FC236}">
                    <a16:creationId xmlns:a16="http://schemas.microsoft.com/office/drawing/2014/main" id="{1916F620-2E67-4716-A335-AA9D0F9A9B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9" name="Rectangle 27">
                <a:extLst>
                  <a:ext uri="{FF2B5EF4-FFF2-40B4-BE49-F238E27FC236}">
                    <a16:creationId xmlns:a16="http://schemas.microsoft.com/office/drawing/2014/main" id="{54529738-34CA-43C1-9448-C6D7594E392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0" name="Rectangle 28">
                <a:extLst>
                  <a:ext uri="{FF2B5EF4-FFF2-40B4-BE49-F238E27FC236}">
                    <a16:creationId xmlns:a16="http://schemas.microsoft.com/office/drawing/2014/main" id="{AB2B254B-6166-4F70-A263-5F5630C8AF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1" name="Rectangle 29">
                <a:extLst>
                  <a:ext uri="{FF2B5EF4-FFF2-40B4-BE49-F238E27FC236}">
                    <a16:creationId xmlns:a16="http://schemas.microsoft.com/office/drawing/2014/main" id="{CC179163-7F45-4275-B900-184CA908E7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2" name="Rectangle 30">
                <a:extLst>
                  <a:ext uri="{FF2B5EF4-FFF2-40B4-BE49-F238E27FC236}">
                    <a16:creationId xmlns:a16="http://schemas.microsoft.com/office/drawing/2014/main" id="{A16179B1-495E-40B6-BA3E-4FE45BD06F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6CC022AE-7DA1-4DBC-B4FA-A550170E3244}"/>
                </a:ext>
              </a:extLst>
            </p:cNvPr>
            <p:cNvGrpSpPr/>
            <p:nvPr/>
          </p:nvGrpSpPr>
          <p:grpSpPr>
            <a:xfrm>
              <a:off x="354110" y="833283"/>
              <a:ext cx="11480604" cy="108822"/>
              <a:chOff x="354110" y="834963"/>
              <a:chExt cx="11480604" cy="108822"/>
            </a:xfrm>
            <a:grpFill/>
          </p:grpSpPr>
          <p:sp>
            <p:nvSpPr>
              <p:cNvPr id="311" name="Rectangle 32">
                <a:extLst>
                  <a:ext uri="{FF2B5EF4-FFF2-40B4-BE49-F238E27FC236}">
                    <a16:creationId xmlns:a16="http://schemas.microsoft.com/office/drawing/2014/main" id="{E6CEC545-E6D9-4264-BEA6-119B54AE4C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2" name="Rectangle 33">
                <a:extLst>
                  <a:ext uri="{FF2B5EF4-FFF2-40B4-BE49-F238E27FC236}">
                    <a16:creationId xmlns:a16="http://schemas.microsoft.com/office/drawing/2014/main" id="{60C7E7B9-97E8-4AE1-A9F0-162381B38D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3" name="Rectangle 34">
                <a:extLst>
                  <a:ext uri="{FF2B5EF4-FFF2-40B4-BE49-F238E27FC236}">
                    <a16:creationId xmlns:a16="http://schemas.microsoft.com/office/drawing/2014/main" id="{BC9E105B-3AD3-4AC9-8C4E-3DABA3F821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4" name="Rectangle 35">
                <a:extLst>
                  <a:ext uri="{FF2B5EF4-FFF2-40B4-BE49-F238E27FC236}">
                    <a16:creationId xmlns:a16="http://schemas.microsoft.com/office/drawing/2014/main" id="{B10232F8-CE74-495F-B906-B4B2237079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5" name="Rectangle 36">
                <a:extLst>
                  <a:ext uri="{FF2B5EF4-FFF2-40B4-BE49-F238E27FC236}">
                    <a16:creationId xmlns:a16="http://schemas.microsoft.com/office/drawing/2014/main" id="{377EBFB6-EE61-435B-A0EA-67D67D892FE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6" name="Rectangle 37">
                <a:extLst>
                  <a:ext uri="{FF2B5EF4-FFF2-40B4-BE49-F238E27FC236}">
                    <a16:creationId xmlns:a16="http://schemas.microsoft.com/office/drawing/2014/main" id="{7837C467-758B-463F-B551-93C783E129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7" name="Rectangle 38">
                <a:extLst>
                  <a:ext uri="{FF2B5EF4-FFF2-40B4-BE49-F238E27FC236}">
                    <a16:creationId xmlns:a16="http://schemas.microsoft.com/office/drawing/2014/main" id="{C77A01F7-C261-4381-86C3-4C89EE66C7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8" name="Rectangle 39">
                <a:extLst>
                  <a:ext uri="{FF2B5EF4-FFF2-40B4-BE49-F238E27FC236}">
                    <a16:creationId xmlns:a16="http://schemas.microsoft.com/office/drawing/2014/main" id="{7477D541-DCD7-4A47-BAD6-421CE795D86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9" name="Rectangle 40">
                <a:extLst>
                  <a:ext uri="{FF2B5EF4-FFF2-40B4-BE49-F238E27FC236}">
                    <a16:creationId xmlns:a16="http://schemas.microsoft.com/office/drawing/2014/main" id="{4E64ADB5-6C15-4DFA-A1D8-CCB52869EB2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0" name="Rectangle 41">
                <a:extLst>
                  <a:ext uri="{FF2B5EF4-FFF2-40B4-BE49-F238E27FC236}">
                    <a16:creationId xmlns:a16="http://schemas.microsoft.com/office/drawing/2014/main" id="{AC57F5E1-8997-4B18-B946-EC6DFA386D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1" name="Rectangle 42">
                <a:extLst>
                  <a:ext uri="{FF2B5EF4-FFF2-40B4-BE49-F238E27FC236}">
                    <a16:creationId xmlns:a16="http://schemas.microsoft.com/office/drawing/2014/main" id="{AC1B45CA-8F96-41DA-A93A-FD14080BEB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2" name="Rectangle 43">
                <a:extLst>
                  <a:ext uri="{FF2B5EF4-FFF2-40B4-BE49-F238E27FC236}">
                    <a16:creationId xmlns:a16="http://schemas.microsoft.com/office/drawing/2014/main" id="{703118E8-5E3B-4DFA-9921-369E22CA03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3" name="Rectangle 44">
                <a:extLst>
                  <a:ext uri="{FF2B5EF4-FFF2-40B4-BE49-F238E27FC236}">
                    <a16:creationId xmlns:a16="http://schemas.microsoft.com/office/drawing/2014/main" id="{ED301010-E5DC-4676-A476-7C14D84A53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4" name="Rectangle 45">
                <a:extLst>
                  <a:ext uri="{FF2B5EF4-FFF2-40B4-BE49-F238E27FC236}">
                    <a16:creationId xmlns:a16="http://schemas.microsoft.com/office/drawing/2014/main" id="{37F85CBA-9F8F-490A-A6C5-555D548FDA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5" name="Rectangle 46">
                <a:extLst>
                  <a:ext uri="{FF2B5EF4-FFF2-40B4-BE49-F238E27FC236}">
                    <a16:creationId xmlns:a16="http://schemas.microsoft.com/office/drawing/2014/main" id="{4CDDB648-0406-4415-9B3A-F56F9D7B2E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6" name="Rectangle 47">
                <a:extLst>
                  <a:ext uri="{FF2B5EF4-FFF2-40B4-BE49-F238E27FC236}">
                    <a16:creationId xmlns:a16="http://schemas.microsoft.com/office/drawing/2014/main" id="{9656844F-AFE3-4957-A69F-F4A848FEF63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7" name="Rectangle 48">
                <a:extLst>
                  <a:ext uri="{FF2B5EF4-FFF2-40B4-BE49-F238E27FC236}">
                    <a16:creationId xmlns:a16="http://schemas.microsoft.com/office/drawing/2014/main" id="{5A3A99BA-4854-4231-B6BB-888D83A0100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8" name="Rectangle 49">
                <a:extLst>
                  <a:ext uri="{FF2B5EF4-FFF2-40B4-BE49-F238E27FC236}">
                    <a16:creationId xmlns:a16="http://schemas.microsoft.com/office/drawing/2014/main" id="{22B51AD2-0C6E-467F-A47F-34DAB5BB7EB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9" name="Rectangle 50">
                <a:extLst>
                  <a:ext uri="{FF2B5EF4-FFF2-40B4-BE49-F238E27FC236}">
                    <a16:creationId xmlns:a16="http://schemas.microsoft.com/office/drawing/2014/main" id="{EDE14BA8-EBD0-4206-8FB2-6B9E4AB28F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0" name="Rectangle 51">
                <a:extLst>
                  <a:ext uri="{FF2B5EF4-FFF2-40B4-BE49-F238E27FC236}">
                    <a16:creationId xmlns:a16="http://schemas.microsoft.com/office/drawing/2014/main" id="{F2846FEF-2688-4964-A02B-231009108D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1" name="Rectangle 52">
                <a:extLst>
                  <a:ext uri="{FF2B5EF4-FFF2-40B4-BE49-F238E27FC236}">
                    <a16:creationId xmlns:a16="http://schemas.microsoft.com/office/drawing/2014/main" id="{93E03F91-49D8-43EE-B637-0558AECB0E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2" name="Rectangle 53">
                <a:extLst>
                  <a:ext uri="{FF2B5EF4-FFF2-40B4-BE49-F238E27FC236}">
                    <a16:creationId xmlns:a16="http://schemas.microsoft.com/office/drawing/2014/main" id="{25EB1B6D-371C-4129-8792-C87711A4DC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3" name="Rectangle 54">
                <a:extLst>
                  <a:ext uri="{FF2B5EF4-FFF2-40B4-BE49-F238E27FC236}">
                    <a16:creationId xmlns:a16="http://schemas.microsoft.com/office/drawing/2014/main" id="{F0762AD7-4B47-41B5-90EC-26D5248FC1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4" name="Rectangle 55">
                <a:extLst>
                  <a:ext uri="{FF2B5EF4-FFF2-40B4-BE49-F238E27FC236}">
                    <a16:creationId xmlns:a16="http://schemas.microsoft.com/office/drawing/2014/main" id="{77F5372A-DF0C-4EB4-8383-88ACAFBC34E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5" name="Rectangle 56">
                <a:extLst>
                  <a:ext uri="{FF2B5EF4-FFF2-40B4-BE49-F238E27FC236}">
                    <a16:creationId xmlns:a16="http://schemas.microsoft.com/office/drawing/2014/main" id="{E1647C36-4FD2-4648-B99F-D1A25055E7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6" name="Rectangle 57">
                <a:extLst>
                  <a:ext uri="{FF2B5EF4-FFF2-40B4-BE49-F238E27FC236}">
                    <a16:creationId xmlns:a16="http://schemas.microsoft.com/office/drawing/2014/main" id="{ACEC7B34-ADAF-47D3-BF11-ED91BA7A1A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86937529-B296-43D8-A41E-AB8B81312F52}"/>
                </a:ext>
              </a:extLst>
            </p:cNvPr>
            <p:cNvGrpSpPr/>
            <p:nvPr/>
          </p:nvGrpSpPr>
          <p:grpSpPr>
            <a:xfrm>
              <a:off x="354110" y="1338827"/>
              <a:ext cx="11480604" cy="109990"/>
              <a:chOff x="354110" y="1342187"/>
              <a:chExt cx="11480604" cy="109990"/>
            </a:xfrm>
            <a:grpFill/>
          </p:grpSpPr>
          <p:sp>
            <p:nvSpPr>
              <p:cNvPr id="285" name="Rectangle 59">
                <a:extLst>
                  <a:ext uri="{FF2B5EF4-FFF2-40B4-BE49-F238E27FC236}">
                    <a16:creationId xmlns:a16="http://schemas.microsoft.com/office/drawing/2014/main" id="{D5764D4B-1D40-4C27-A916-0AC8D92994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6" name="Rectangle 60">
                <a:extLst>
                  <a:ext uri="{FF2B5EF4-FFF2-40B4-BE49-F238E27FC236}">
                    <a16:creationId xmlns:a16="http://schemas.microsoft.com/office/drawing/2014/main" id="{8D6FB00B-87D1-4116-9000-867A2BDD99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7" name="Rectangle 61">
                <a:extLst>
                  <a:ext uri="{FF2B5EF4-FFF2-40B4-BE49-F238E27FC236}">
                    <a16:creationId xmlns:a16="http://schemas.microsoft.com/office/drawing/2014/main" id="{13141309-AB43-4A97-A80F-35655D9BF20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8" name="Rectangle 62">
                <a:extLst>
                  <a:ext uri="{FF2B5EF4-FFF2-40B4-BE49-F238E27FC236}">
                    <a16:creationId xmlns:a16="http://schemas.microsoft.com/office/drawing/2014/main" id="{C9A0F710-6D9F-43AD-AC28-FF4E521655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9" name="Rectangle 63">
                <a:extLst>
                  <a:ext uri="{FF2B5EF4-FFF2-40B4-BE49-F238E27FC236}">
                    <a16:creationId xmlns:a16="http://schemas.microsoft.com/office/drawing/2014/main" id="{22D043F3-2F25-42E6-A0CC-C1417E89D1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0" name="Rectangle 64">
                <a:extLst>
                  <a:ext uri="{FF2B5EF4-FFF2-40B4-BE49-F238E27FC236}">
                    <a16:creationId xmlns:a16="http://schemas.microsoft.com/office/drawing/2014/main" id="{128AE702-54D4-4937-85C0-321F9B6D172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1" name="Rectangle 65">
                <a:extLst>
                  <a:ext uri="{FF2B5EF4-FFF2-40B4-BE49-F238E27FC236}">
                    <a16:creationId xmlns:a16="http://schemas.microsoft.com/office/drawing/2014/main" id="{495CD95D-8E09-4DE3-AD35-D07AE4DACF5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2" name="Rectangle 66">
                <a:extLst>
                  <a:ext uri="{FF2B5EF4-FFF2-40B4-BE49-F238E27FC236}">
                    <a16:creationId xmlns:a16="http://schemas.microsoft.com/office/drawing/2014/main" id="{F9E349F8-478A-454D-B3EF-507AC59758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3" name="Rectangle 67">
                <a:extLst>
                  <a:ext uri="{FF2B5EF4-FFF2-40B4-BE49-F238E27FC236}">
                    <a16:creationId xmlns:a16="http://schemas.microsoft.com/office/drawing/2014/main" id="{038DA8FC-06DE-457C-A8EE-5A7FEC447F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4" name="Rectangle 68">
                <a:extLst>
                  <a:ext uri="{FF2B5EF4-FFF2-40B4-BE49-F238E27FC236}">
                    <a16:creationId xmlns:a16="http://schemas.microsoft.com/office/drawing/2014/main" id="{37F3C727-E73B-4515-BA7B-40F0811025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5" name="Rectangle 69">
                <a:extLst>
                  <a:ext uri="{FF2B5EF4-FFF2-40B4-BE49-F238E27FC236}">
                    <a16:creationId xmlns:a16="http://schemas.microsoft.com/office/drawing/2014/main" id="{7ACA813C-C067-4264-85A3-D6CC63AFF9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6" name="Rectangle 70">
                <a:extLst>
                  <a:ext uri="{FF2B5EF4-FFF2-40B4-BE49-F238E27FC236}">
                    <a16:creationId xmlns:a16="http://schemas.microsoft.com/office/drawing/2014/main" id="{7F1EFEF0-7477-4565-8B37-7950FACA67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7" name="Rectangle 71">
                <a:extLst>
                  <a:ext uri="{FF2B5EF4-FFF2-40B4-BE49-F238E27FC236}">
                    <a16:creationId xmlns:a16="http://schemas.microsoft.com/office/drawing/2014/main" id="{F425C54F-BDFC-4555-881A-B6F267624F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8" name="Rectangle 72">
                <a:extLst>
                  <a:ext uri="{FF2B5EF4-FFF2-40B4-BE49-F238E27FC236}">
                    <a16:creationId xmlns:a16="http://schemas.microsoft.com/office/drawing/2014/main" id="{213AFED9-7175-4A0D-92DC-B39BAE0FD3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9" name="Rectangle 73">
                <a:extLst>
                  <a:ext uri="{FF2B5EF4-FFF2-40B4-BE49-F238E27FC236}">
                    <a16:creationId xmlns:a16="http://schemas.microsoft.com/office/drawing/2014/main" id="{9E4FCFC2-A1ED-453A-B612-E5E0B39C2A9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0" name="Rectangle 74">
                <a:extLst>
                  <a:ext uri="{FF2B5EF4-FFF2-40B4-BE49-F238E27FC236}">
                    <a16:creationId xmlns:a16="http://schemas.microsoft.com/office/drawing/2014/main" id="{1C9D742B-9152-4EF7-A612-B519BF62C6C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1" name="Rectangle 75">
                <a:extLst>
                  <a:ext uri="{FF2B5EF4-FFF2-40B4-BE49-F238E27FC236}">
                    <a16:creationId xmlns:a16="http://schemas.microsoft.com/office/drawing/2014/main" id="{2149792F-282E-44D6-84AE-7D31FA24B2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2" name="Rectangle 76">
                <a:extLst>
                  <a:ext uri="{FF2B5EF4-FFF2-40B4-BE49-F238E27FC236}">
                    <a16:creationId xmlns:a16="http://schemas.microsoft.com/office/drawing/2014/main" id="{BEAFEECA-B893-49C1-9039-812C4AF541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3" name="Rectangle 77">
                <a:extLst>
                  <a:ext uri="{FF2B5EF4-FFF2-40B4-BE49-F238E27FC236}">
                    <a16:creationId xmlns:a16="http://schemas.microsoft.com/office/drawing/2014/main" id="{122E4F71-6D60-47F1-8100-1C8190AADA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4" name="Rectangle 78">
                <a:extLst>
                  <a:ext uri="{FF2B5EF4-FFF2-40B4-BE49-F238E27FC236}">
                    <a16:creationId xmlns:a16="http://schemas.microsoft.com/office/drawing/2014/main" id="{E9A54785-45A1-4BC8-A85E-CA3EB19FF3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5" name="Rectangle 79">
                <a:extLst>
                  <a:ext uri="{FF2B5EF4-FFF2-40B4-BE49-F238E27FC236}">
                    <a16:creationId xmlns:a16="http://schemas.microsoft.com/office/drawing/2014/main" id="{D765DC5F-87A3-4E46-88C5-F2101A2941F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6" name="Rectangle 80">
                <a:extLst>
                  <a:ext uri="{FF2B5EF4-FFF2-40B4-BE49-F238E27FC236}">
                    <a16:creationId xmlns:a16="http://schemas.microsoft.com/office/drawing/2014/main" id="{644B6B17-5BBC-4A03-8899-52E7DF7FE6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7" name="Rectangle 81">
                <a:extLst>
                  <a:ext uri="{FF2B5EF4-FFF2-40B4-BE49-F238E27FC236}">
                    <a16:creationId xmlns:a16="http://schemas.microsoft.com/office/drawing/2014/main" id="{987BE756-32EA-455B-8130-C8E83B1B3B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8" name="Rectangle 82">
                <a:extLst>
                  <a:ext uri="{FF2B5EF4-FFF2-40B4-BE49-F238E27FC236}">
                    <a16:creationId xmlns:a16="http://schemas.microsoft.com/office/drawing/2014/main" id="{5C7821F2-B5EF-4833-B9B9-5AE62E01175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9" name="Rectangle 83">
                <a:extLst>
                  <a:ext uri="{FF2B5EF4-FFF2-40B4-BE49-F238E27FC236}">
                    <a16:creationId xmlns:a16="http://schemas.microsoft.com/office/drawing/2014/main" id="{EDF1C499-3F66-4B42-92C0-855DDB14CD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0" name="Rectangle 84">
                <a:extLst>
                  <a:ext uri="{FF2B5EF4-FFF2-40B4-BE49-F238E27FC236}">
                    <a16:creationId xmlns:a16="http://schemas.microsoft.com/office/drawing/2014/main" id="{3A95874A-F523-4169-A3FB-782B25C88E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7F2D639A-C347-4082-9643-F89AF7802C05}"/>
                </a:ext>
              </a:extLst>
            </p:cNvPr>
            <p:cNvGrpSpPr/>
            <p:nvPr/>
          </p:nvGrpSpPr>
          <p:grpSpPr>
            <a:xfrm>
              <a:off x="354110" y="1845539"/>
              <a:ext cx="11480604" cy="109990"/>
              <a:chOff x="354110" y="1850572"/>
              <a:chExt cx="11480604" cy="109990"/>
            </a:xfrm>
            <a:grpFill/>
          </p:grpSpPr>
          <p:sp>
            <p:nvSpPr>
              <p:cNvPr id="259" name="Rectangle 5">
                <a:extLst>
                  <a:ext uri="{FF2B5EF4-FFF2-40B4-BE49-F238E27FC236}">
                    <a16:creationId xmlns:a16="http://schemas.microsoft.com/office/drawing/2014/main" id="{6291B61F-460B-41F6-82CC-088066FD85C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0" name="Rectangle 6">
                <a:extLst>
                  <a:ext uri="{FF2B5EF4-FFF2-40B4-BE49-F238E27FC236}">
                    <a16:creationId xmlns:a16="http://schemas.microsoft.com/office/drawing/2014/main" id="{C588270F-A3F7-4DD2-8B81-C30BA64125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1" name="Rectangle 7">
                <a:extLst>
                  <a:ext uri="{FF2B5EF4-FFF2-40B4-BE49-F238E27FC236}">
                    <a16:creationId xmlns:a16="http://schemas.microsoft.com/office/drawing/2014/main" id="{050F8909-1A69-4BF3-BC80-ECD1B486FA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2" name="Rectangle 8">
                <a:extLst>
                  <a:ext uri="{FF2B5EF4-FFF2-40B4-BE49-F238E27FC236}">
                    <a16:creationId xmlns:a16="http://schemas.microsoft.com/office/drawing/2014/main" id="{995EC835-8CAE-48D8-ADF0-22B6D986B1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3" name="Rectangle 9">
                <a:extLst>
                  <a:ext uri="{FF2B5EF4-FFF2-40B4-BE49-F238E27FC236}">
                    <a16:creationId xmlns:a16="http://schemas.microsoft.com/office/drawing/2014/main" id="{5076577D-01F8-484C-8AEB-1091039A66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4" name="Rectangle 10">
                <a:extLst>
                  <a:ext uri="{FF2B5EF4-FFF2-40B4-BE49-F238E27FC236}">
                    <a16:creationId xmlns:a16="http://schemas.microsoft.com/office/drawing/2014/main" id="{5FAA1557-63ED-4C2E-89BE-E827B69C47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5" name="Rectangle 11">
                <a:extLst>
                  <a:ext uri="{FF2B5EF4-FFF2-40B4-BE49-F238E27FC236}">
                    <a16:creationId xmlns:a16="http://schemas.microsoft.com/office/drawing/2014/main" id="{63D8B1EF-AF76-4A72-B4E3-FC4D1B4E7A8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6" name="Rectangle 12">
                <a:extLst>
                  <a:ext uri="{FF2B5EF4-FFF2-40B4-BE49-F238E27FC236}">
                    <a16:creationId xmlns:a16="http://schemas.microsoft.com/office/drawing/2014/main" id="{4DF3DA51-2B69-42BD-A6DE-6F85AA1161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7" name="Rectangle 13">
                <a:extLst>
                  <a:ext uri="{FF2B5EF4-FFF2-40B4-BE49-F238E27FC236}">
                    <a16:creationId xmlns:a16="http://schemas.microsoft.com/office/drawing/2014/main" id="{464ECA3E-44D7-43DE-A35E-EADB2D8D72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8" name="Rectangle 14">
                <a:extLst>
                  <a:ext uri="{FF2B5EF4-FFF2-40B4-BE49-F238E27FC236}">
                    <a16:creationId xmlns:a16="http://schemas.microsoft.com/office/drawing/2014/main" id="{36E4F914-DFE7-4297-8E42-A27710155F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9" name="Rectangle 15">
                <a:extLst>
                  <a:ext uri="{FF2B5EF4-FFF2-40B4-BE49-F238E27FC236}">
                    <a16:creationId xmlns:a16="http://schemas.microsoft.com/office/drawing/2014/main" id="{164AA26B-0915-4E61-AFF2-BDA8ED551B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0" name="Rectangle 16">
                <a:extLst>
                  <a:ext uri="{FF2B5EF4-FFF2-40B4-BE49-F238E27FC236}">
                    <a16:creationId xmlns:a16="http://schemas.microsoft.com/office/drawing/2014/main" id="{D5AB2E4B-626F-4072-87E5-595D35EFADA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1" name="Rectangle 17">
                <a:extLst>
                  <a:ext uri="{FF2B5EF4-FFF2-40B4-BE49-F238E27FC236}">
                    <a16:creationId xmlns:a16="http://schemas.microsoft.com/office/drawing/2014/main" id="{65DAB362-330B-46D1-BCA8-58DF84B02A0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2" name="Rectangle 18">
                <a:extLst>
                  <a:ext uri="{FF2B5EF4-FFF2-40B4-BE49-F238E27FC236}">
                    <a16:creationId xmlns:a16="http://schemas.microsoft.com/office/drawing/2014/main" id="{354D240F-C2AD-45B8-AC36-32AD2EAD65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3" name="Rectangle 19">
                <a:extLst>
                  <a:ext uri="{FF2B5EF4-FFF2-40B4-BE49-F238E27FC236}">
                    <a16:creationId xmlns:a16="http://schemas.microsoft.com/office/drawing/2014/main" id="{90E2C084-FE42-498D-9DD1-54C9F18333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4" name="Rectangle 20">
                <a:extLst>
                  <a:ext uri="{FF2B5EF4-FFF2-40B4-BE49-F238E27FC236}">
                    <a16:creationId xmlns:a16="http://schemas.microsoft.com/office/drawing/2014/main" id="{C350DA86-5C2C-4CB7-B1CC-4409FC68993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5" name="Rectangle 21">
                <a:extLst>
                  <a:ext uri="{FF2B5EF4-FFF2-40B4-BE49-F238E27FC236}">
                    <a16:creationId xmlns:a16="http://schemas.microsoft.com/office/drawing/2014/main" id="{3476D016-BE0E-40FB-AE03-36C7206310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6" name="Rectangle 22">
                <a:extLst>
                  <a:ext uri="{FF2B5EF4-FFF2-40B4-BE49-F238E27FC236}">
                    <a16:creationId xmlns:a16="http://schemas.microsoft.com/office/drawing/2014/main" id="{4207A264-69D9-418A-8329-92D261B9B62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7" name="Rectangle 23">
                <a:extLst>
                  <a:ext uri="{FF2B5EF4-FFF2-40B4-BE49-F238E27FC236}">
                    <a16:creationId xmlns:a16="http://schemas.microsoft.com/office/drawing/2014/main" id="{A6B0A29B-A2CB-436D-9F5A-97AC9E9B35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8" name="Rectangle 24">
                <a:extLst>
                  <a:ext uri="{FF2B5EF4-FFF2-40B4-BE49-F238E27FC236}">
                    <a16:creationId xmlns:a16="http://schemas.microsoft.com/office/drawing/2014/main" id="{E9855E46-BFAF-42D9-AC3D-C449C9315DD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9" name="Rectangle 25">
                <a:extLst>
                  <a:ext uri="{FF2B5EF4-FFF2-40B4-BE49-F238E27FC236}">
                    <a16:creationId xmlns:a16="http://schemas.microsoft.com/office/drawing/2014/main" id="{8A0832E2-B419-44F2-AA90-20EF152828F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0" name="Rectangle 26">
                <a:extLst>
                  <a:ext uri="{FF2B5EF4-FFF2-40B4-BE49-F238E27FC236}">
                    <a16:creationId xmlns:a16="http://schemas.microsoft.com/office/drawing/2014/main" id="{19E36BF2-3D4E-4C2B-8D4A-DCF9E92FAE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1" name="Rectangle 27">
                <a:extLst>
                  <a:ext uri="{FF2B5EF4-FFF2-40B4-BE49-F238E27FC236}">
                    <a16:creationId xmlns:a16="http://schemas.microsoft.com/office/drawing/2014/main" id="{038C7A5F-FE20-45D2-9A21-6F27B6DEE7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2" name="Rectangle 28">
                <a:extLst>
                  <a:ext uri="{FF2B5EF4-FFF2-40B4-BE49-F238E27FC236}">
                    <a16:creationId xmlns:a16="http://schemas.microsoft.com/office/drawing/2014/main" id="{E6296672-5055-43EF-8C50-F99741CCADC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3" name="Rectangle 29">
                <a:extLst>
                  <a:ext uri="{FF2B5EF4-FFF2-40B4-BE49-F238E27FC236}">
                    <a16:creationId xmlns:a16="http://schemas.microsoft.com/office/drawing/2014/main" id="{9F789C90-FBCD-48B5-800E-4829555286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4" name="Rectangle 30">
                <a:extLst>
                  <a:ext uri="{FF2B5EF4-FFF2-40B4-BE49-F238E27FC236}">
                    <a16:creationId xmlns:a16="http://schemas.microsoft.com/office/drawing/2014/main" id="{DDF49BA7-3A02-4020-A1E4-11270C6862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6A8B488-F73F-46BA-AAC6-FAAE1D26CA95}"/>
                </a:ext>
              </a:extLst>
            </p:cNvPr>
            <p:cNvGrpSpPr/>
            <p:nvPr/>
          </p:nvGrpSpPr>
          <p:grpSpPr>
            <a:xfrm>
              <a:off x="354110" y="2352251"/>
              <a:ext cx="11480604" cy="108822"/>
              <a:chOff x="354110" y="2358964"/>
              <a:chExt cx="11480604" cy="108822"/>
            </a:xfrm>
            <a:grpFill/>
          </p:grpSpPr>
          <p:sp>
            <p:nvSpPr>
              <p:cNvPr id="233" name="Rectangle 32">
                <a:extLst>
                  <a:ext uri="{FF2B5EF4-FFF2-40B4-BE49-F238E27FC236}">
                    <a16:creationId xmlns:a16="http://schemas.microsoft.com/office/drawing/2014/main" id="{B4B13D94-DCE1-468B-AF50-848FB46E49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4" name="Rectangle 33">
                <a:extLst>
                  <a:ext uri="{FF2B5EF4-FFF2-40B4-BE49-F238E27FC236}">
                    <a16:creationId xmlns:a16="http://schemas.microsoft.com/office/drawing/2014/main" id="{D42897BB-EFBB-4C3E-B7D8-39558C9973F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5" name="Rectangle 34">
                <a:extLst>
                  <a:ext uri="{FF2B5EF4-FFF2-40B4-BE49-F238E27FC236}">
                    <a16:creationId xmlns:a16="http://schemas.microsoft.com/office/drawing/2014/main" id="{4FAE9ED1-B75E-4074-8A29-538EBAC751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6" name="Rectangle 35">
                <a:extLst>
                  <a:ext uri="{FF2B5EF4-FFF2-40B4-BE49-F238E27FC236}">
                    <a16:creationId xmlns:a16="http://schemas.microsoft.com/office/drawing/2014/main" id="{04AF33C2-82DD-4449-B5ED-C6E11A9176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7" name="Rectangle 36">
                <a:extLst>
                  <a:ext uri="{FF2B5EF4-FFF2-40B4-BE49-F238E27FC236}">
                    <a16:creationId xmlns:a16="http://schemas.microsoft.com/office/drawing/2014/main" id="{A402AA2F-3566-4F90-A3D7-2F6ACC0596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8" name="Rectangle 37">
                <a:extLst>
                  <a:ext uri="{FF2B5EF4-FFF2-40B4-BE49-F238E27FC236}">
                    <a16:creationId xmlns:a16="http://schemas.microsoft.com/office/drawing/2014/main" id="{12257C74-8FE2-4A5A-AE7D-4253FD48B2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9" name="Rectangle 38">
                <a:extLst>
                  <a:ext uri="{FF2B5EF4-FFF2-40B4-BE49-F238E27FC236}">
                    <a16:creationId xmlns:a16="http://schemas.microsoft.com/office/drawing/2014/main" id="{EDCCE78B-73E1-4347-A0AB-893F31DE0D7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0" name="Rectangle 39">
                <a:extLst>
                  <a:ext uri="{FF2B5EF4-FFF2-40B4-BE49-F238E27FC236}">
                    <a16:creationId xmlns:a16="http://schemas.microsoft.com/office/drawing/2014/main" id="{71A20C81-1914-4715-86F6-FC2A3887F21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1" name="Rectangle 40">
                <a:extLst>
                  <a:ext uri="{FF2B5EF4-FFF2-40B4-BE49-F238E27FC236}">
                    <a16:creationId xmlns:a16="http://schemas.microsoft.com/office/drawing/2014/main" id="{30EB0F8B-2241-4BB6-B10C-10150726F1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2" name="Rectangle 41">
                <a:extLst>
                  <a:ext uri="{FF2B5EF4-FFF2-40B4-BE49-F238E27FC236}">
                    <a16:creationId xmlns:a16="http://schemas.microsoft.com/office/drawing/2014/main" id="{93DC7C70-8C17-43A4-9F9B-0C24A1A8816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3" name="Rectangle 42">
                <a:extLst>
                  <a:ext uri="{FF2B5EF4-FFF2-40B4-BE49-F238E27FC236}">
                    <a16:creationId xmlns:a16="http://schemas.microsoft.com/office/drawing/2014/main" id="{700DA9A2-C7ED-46FB-B7ED-912E60E910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4" name="Rectangle 43">
                <a:extLst>
                  <a:ext uri="{FF2B5EF4-FFF2-40B4-BE49-F238E27FC236}">
                    <a16:creationId xmlns:a16="http://schemas.microsoft.com/office/drawing/2014/main" id="{23993B3F-B1E2-4626-915E-30EA0C27114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5" name="Rectangle 44">
                <a:extLst>
                  <a:ext uri="{FF2B5EF4-FFF2-40B4-BE49-F238E27FC236}">
                    <a16:creationId xmlns:a16="http://schemas.microsoft.com/office/drawing/2014/main" id="{70A847F2-326C-4A11-90C5-5A5E3BC0062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6" name="Rectangle 45">
                <a:extLst>
                  <a:ext uri="{FF2B5EF4-FFF2-40B4-BE49-F238E27FC236}">
                    <a16:creationId xmlns:a16="http://schemas.microsoft.com/office/drawing/2014/main" id="{D050CF34-CB80-475B-86F9-30114A7E61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7" name="Rectangle 46">
                <a:extLst>
                  <a:ext uri="{FF2B5EF4-FFF2-40B4-BE49-F238E27FC236}">
                    <a16:creationId xmlns:a16="http://schemas.microsoft.com/office/drawing/2014/main" id="{72F7682D-8B8B-4827-9F84-5A883F2575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8" name="Rectangle 47">
                <a:extLst>
                  <a:ext uri="{FF2B5EF4-FFF2-40B4-BE49-F238E27FC236}">
                    <a16:creationId xmlns:a16="http://schemas.microsoft.com/office/drawing/2014/main" id="{096B96DB-AD07-4F59-8D81-878896D609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9" name="Rectangle 48">
                <a:extLst>
                  <a:ext uri="{FF2B5EF4-FFF2-40B4-BE49-F238E27FC236}">
                    <a16:creationId xmlns:a16="http://schemas.microsoft.com/office/drawing/2014/main" id="{8B2388B0-7437-4F3C-B5AF-A99838656D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0" name="Rectangle 49">
                <a:extLst>
                  <a:ext uri="{FF2B5EF4-FFF2-40B4-BE49-F238E27FC236}">
                    <a16:creationId xmlns:a16="http://schemas.microsoft.com/office/drawing/2014/main" id="{FBE62A09-5F6A-4BC0-9413-4B7222385A0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1" name="Rectangle 50">
                <a:extLst>
                  <a:ext uri="{FF2B5EF4-FFF2-40B4-BE49-F238E27FC236}">
                    <a16:creationId xmlns:a16="http://schemas.microsoft.com/office/drawing/2014/main" id="{FD4120A0-F176-4CF5-BD30-0A467CCD63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2" name="Rectangle 51">
                <a:extLst>
                  <a:ext uri="{FF2B5EF4-FFF2-40B4-BE49-F238E27FC236}">
                    <a16:creationId xmlns:a16="http://schemas.microsoft.com/office/drawing/2014/main" id="{8075DBF6-9812-49E0-8973-F29DF46219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3" name="Rectangle 52">
                <a:extLst>
                  <a:ext uri="{FF2B5EF4-FFF2-40B4-BE49-F238E27FC236}">
                    <a16:creationId xmlns:a16="http://schemas.microsoft.com/office/drawing/2014/main" id="{55CA37AD-A3E1-4489-9138-C3852B352A1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4" name="Rectangle 53">
                <a:extLst>
                  <a:ext uri="{FF2B5EF4-FFF2-40B4-BE49-F238E27FC236}">
                    <a16:creationId xmlns:a16="http://schemas.microsoft.com/office/drawing/2014/main" id="{C88268CA-A454-432A-BBC6-F3C2F2736E0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5" name="Rectangle 54">
                <a:extLst>
                  <a:ext uri="{FF2B5EF4-FFF2-40B4-BE49-F238E27FC236}">
                    <a16:creationId xmlns:a16="http://schemas.microsoft.com/office/drawing/2014/main" id="{3EA71045-4C26-49CD-944A-9D37A7B686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6" name="Rectangle 55">
                <a:extLst>
                  <a:ext uri="{FF2B5EF4-FFF2-40B4-BE49-F238E27FC236}">
                    <a16:creationId xmlns:a16="http://schemas.microsoft.com/office/drawing/2014/main" id="{4CA66C44-3E69-4CC0-BE3E-5099678F39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7" name="Rectangle 56">
                <a:extLst>
                  <a:ext uri="{FF2B5EF4-FFF2-40B4-BE49-F238E27FC236}">
                    <a16:creationId xmlns:a16="http://schemas.microsoft.com/office/drawing/2014/main" id="{DBCD939E-7346-4FE8-9A9E-3196A16340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8" name="Rectangle 57">
                <a:extLst>
                  <a:ext uri="{FF2B5EF4-FFF2-40B4-BE49-F238E27FC236}">
                    <a16:creationId xmlns:a16="http://schemas.microsoft.com/office/drawing/2014/main" id="{2048A8D9-1609-4979-9E04-CE3C740052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518EF978-EC3B-4512-9384-D9CDBEA6D3B0}"/>
                </a:ext>
              </a:extLst>
            </p:cNvPr>
            <p:cNvGrpSpPr/>
            <p:nvPr/>
          </p:nvGrpSpPr>
          <p:grpSpPr>
            <a:xfrm>
              <a:off x="354110" y="2857795"/>
              <a:ext cx="11480604" cy="109990"/>
              <a:chOff x="354110" y="2866188"/>
              <a:chExt cx="11480604" cy="109990"/>
            </a:xfrm>
            <a:grpFill/>
          </p:grpSpPr>
          <p:sp>
            <p:nvSpPr>
              <p:cNvPr id="207" name="Rectangle 59">
                <a:extLst>
                  <a:ext uri="{FF2B5EF4-FFF2-40B4-BE49-F238E27FC236}">
                    <a16:creationId xmlns:a16="http://schemas.microsoft.com/office/drawing/2014/main" id="{1CDD4CCD-B616-436B-A3FD-F9E6416D616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8" name="Rectangle 60">
                <a:extLst>
                  <a:ext uri="{FF2B5EF4-FFF2-40B4-BE49-F238E27FC236}">
                    <a16:creationId xmlns:a16="http://schemas.microsoft.com/office/drawing/2014/main" id="{C714A79D-593F-4D51-9527-0F7D446701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9" name="Rectangle 61">
                <a:extLst>
                  <a:ext uri="{FF2B5EF4-FFF2-40B4-BE49-F238E27FC236}">
                    <a16:creationId xmlns:a16="http://schemas.microsoft.com/office/drawing/2014/main" id="{E7C7988F-856E-46FD-8950-CCDDDA38CF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0" name="Rectangle 62">
                <a:extLst>
                  <a:ext uri="{FF2B5EF4-FFF2-40B4-BE49-F238E27FC236}">
                    <a16:creationId xmlns:a16="http://schemas.microsoft.com/office/drawing/2014/main" id="{6A604DC1-6DD7-4A5F-939D-B7E3D6B445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1" name="Rectangle 63">
                <a:extLst>
                  <a:ext uri="{FF2B5EF4-FFF2-40B4-BE49-F238E27FC236}">
                    <a16:creationId xmlns:a16="http://schemas.microsoft.com/office/drawing/2014/main" id="{5E841B6F-400E-43A2-BA9E-713E1210E2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2" name="Rectangle 64">
                <a:extLst>
                  <a:ext uri="{FF2B5EF4-FFF2-40B4-BE49-F238E27FC236}">
                    <a16:creationId xmlns:a16="http://schemas.microsoft.com/office/drawing/2014/main" id="{EB3556E4-BBFF-4497-86CB-E08210DD43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3" name="Rectangle 65">
                <a:extLst>
                  <a:ext uri="{FF2B5EF4-FFF2-40B4-BE49-F238E27FC236}">
                    <a16:creationId xmlns:a16="http://schemas.microsoft.com/office/drawing/2014/main" id="{4ED49176-4A95-47F2-9609-F517D91CE5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4" name="Rectangle 66">
                <a:extLst>
                  <a:ext uri="{FF2B5EF4-FFF2-40B4-BE49-F238E27FC236}">
                    <a16:creationId xmlns:a16="http://schemas.microsoft.com/office/drawing/2014/main" id="{C285A21A-D02C-4E2C-9129-0E4FD14398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5" name="Rectangle 67">
                <a:extLst>
                  <a:ext uri="{FF2B5EF4-FFF2-40B4-BE49-F238E27FC236}">
                    <a16:creationId xmlns:a16="http://schemas.microsoft.com/office/drawing/2014/main" id="{0FAC70C0-5E77-440D-AA2C-C5F3A3CEC69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6" name="Rectangle 68">
                <a:extLst>
                  <a:ext uri="{FF2B5EF4-FFF2-40B4-BE49-F238E27FC236}">
                    <a16:creationId xmlns:a16="http://schemas.microsoft.com/office/drawing/2014/main" id="{5463B017-838F-413D-8764-821503622A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7" name="Rectangle 69">
                <a:extLst>
                  <a:ext uri="{FF2B5EF4-FFF2-40B4-BE49-F238E27FC236}">
                    <a16:creationId xmlns:a16="http://schemas.microsoft.com/office/drawing/2014/main" id="{D1A17899-795E-470F-B52B-0EE1A5143D8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8" name="Rectangle 70">
                <a:extLst>
                  <a:ext uri="{FF2B5EF4-FFF2-40B4-BE49-F238E27FC236}">
                    <a16:creationId xmlns:a16="http://schemas.microsoft.com/office/drawing/2014/main" id="{BFA98CD7-C296-4FF8-AEA4-137B730DF3A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9" name="Rectangle 71">
                <a:extLst>
                  <a:ext uri="{FF2B5EF4-FFF2-40B4-BE49-F238E27FC236}">
                    <a16:creationId xmlns:a16="http://schemas.microsoft.com/office/drawing/2014/main" id="{9F11BA7F-A440-4A5A-9145-C2CBF5DAF0D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0" name="Rectangle 72">
                <a:extLst>
                  <a:ext uri="{FF2B5EF4-FFF2-40B4-BE49-F238E27FC236}">
                    <a16:creationId xmlns:a16="http://schemas.microsoft.com/office/drawing/2014/main" id="{D21FFF55-7EAD-40FA-9864-F5B8971D14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1" name="Rectangle 73">
                <a:extLst>
                  <a:ext uri="{FF2B5EF4-FFF2-40B4-BE49-F238E27FC236}">
                    <a16:creationId xmlns:a16="http://schemas.microsoft.com/office/drawing/2014/main" id="{30F55C85-4BDF-4A1A-A90A-C676A91173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2" name="Rectangle 74">
                <a:extLst>
                  <a:ext uri="{FF2B5EF4-FFF2-40B4-BE49-F238E27FC236}">
                    <a16:creationId xmlns:a16="http://schemas.microsoft.com/office/drawing/2014/main" id="{CD376222-CE2E-460E-A86D-CEEFFC77F8C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3" name="Rectangle 75">
                <a:extLst>
                  <a:ext uri="{FF2B5EF4-FFF2-40B4-BE49-F238E27FC236}">
                    <a16:creationId xmlns:a16="http://schemas.microsoft.com/office/drawing/2014/main" id="{D9F6E244-E70D-4E98-BE65-616D29AD4D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4" name="Rectangle 76">
                <a:extLst>
                  <a:ext uri="{FF2B5EF4-FFF2-40B4-BE49-F238E27FC236}">
                    <a16:creationId xmlns:a16="http://schemas.microsoft.com/office/drawing/2014/main" id="{E3B75F8F-57C0-4AD6-92A4-826B4281F4A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5" name="Rectangle 77">
                <a:extLst>
                  <a:ext uri="{FF2B5EF4-FFF2-40B4-BE49-F238E27FC236}">
                    <a16:creationId xmlns:a16="http://schemas.microsoft.com/office/drawing/2014/main" id="{A535E84C-3ECC-4B95-9FA9-A4AD23F2F27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6" name="Rectangle 78">
                <a:extLst>
                  <a:ext uri="{FF2B5EF4-FFF2-40B4-BE49-F238E27FC236}">
                    <a16:creationId xmlns:a16="http://schemas.microsoft.com/office/drawing/2014/main" id="{B36D8AB3-727A-44D7-B945-11021E7E56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7" name="Rectangle 79">
                <a:extLst>
                  <a:ext uri="{FF2B5EF4-FFF2-40B4-BE49-F238E27FC236}">
                    <a16:creationId xmlns:a16="http://schemas.microsoft.com/office/drawing/2014/main" id="{D97F58A0-5D6C-414B-81E1-932E36D87F8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8" name="Rectangle 80">
                <a:extLst>
                  <a:ext uri="{FF2B5EF4-FFF2-40B4-BE49-F238E27FC236}">
                    <a16:creationId xmlns:a16="http://schemas.microsoft.com/office/drawing/2014/main" id="{34645A3A-2DF2-467B-ADEC-66C2680074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9" name="Rectangle 81">
                <a:extLst>
                  <a:ext uri="{FF2B5EF4-FFF2-40B4-BE49-F238E27FC236}">
                    <a16:creationId xmlns:a16="http://schemas.microsoft.com/office/drawing/2014/main" id="{2991A0D8-2D5D-4B08-9704-9BFB93B162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0" name="Rectangle 82">
                <a:extLst>
                  <a:ext uri="{FF2B5EF4-FFF2-40B4-BE49-F238E27FC236}">
                    <a16:creationId xmlns:a16="http://schemas.microsoft.com/office/drawing/2014/main" id="{7128A5D3-8A8E-4A5B-ACA1-5A01DEAE2F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1" name="Rectangle 83">
                <a:extLst>
                  <a:ext uri="{FF2B5EF4-FFF2-40B4-BE49-F238E27FC236}">
                    <a16:creationId xmlns:a16="http://schemas.microsoft.com/office/drawing/2014/main" id="{D017036E-3A97-4D6A-AA9F-AA9B8E3E0E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2" name="Rectangle 84">
                <a:extLst>
                  <a:ext uri="{FF2B5EF4-FFF2-40B4-BE49-F238E27FC236}">
                    <a16:creationId xmlns:a16="http://schemas.microsoft.com/office/drawing/2014/main" id="{5BCCE486-20E6-47E4-96AF-5AFB021736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906BB728-4849-4082-9FF0-0EA3AABEBCF4}"/>
                </a:ext>
              </a:extLst>
            </p:cNvPr>
            <p:cNvGrpSpPr/>
            <p:nvPr/>
          </p:nvGrpSpPr>
          <p:grpSpPr>
            <a:xfrm>
              <a:off x="354110" y="3364507"/>
              <a:ext cx="11480604" cy="109990"/>
              <a:chOff x="354110" y="3364062"/>
              <a:chExt cx="11480604" cy="109990"/>
            </a:xfrm>
            <a:grpFill/>
          </p:grpSpPr>
          <p:sp>
            <p:nvSpPr>
              <p:cNvPr id="181" name="Rectangle 5">
                <a:extLst>
                  <a:ext uri="{FF2B5EF4-FFF2-40B4-BE49-F238E27FC236}">
                    <a16:creationId xmlns:a16="http://schemas.microsoft.com/office/drawing/2014/main" id="{AC28E286-CB3B-41B8-9829-2A09FD0F1C4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2" name="Rectangle 6">
                <a:extLst>
                  <a:ext uri="{FF2B5EF4-FFF2-40B4-BE49-F238E27FC236}">
                    <a16:creationId xmlns:a16="http://schemas.microsoft.com/office/drawing/2014/main" id="{A6CBC9BD-AE25-437A-9246-679B5C4DB8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3" name="Rectangle 7">
                <a:extLst>
                  <a:ext uri="{FF2B5EF4-FFF2-40B4-BE49-F238E27FC236}">
                    <a16:creationId xmlns:a16="http://schemas.microsoft.com/office/drawing/2014/main" id="{BDB3BE91-D24B-44FB-A0BE-35ABBB2313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4" name="Rectangle 8">
                <a:extLst>
                  <a:ext uri="{FF2B5EF4-FFF2-40B4-BE49-F238E27FC236}">
                    <a16:creationId xmlns:a16="http://schemas.microsoft.com/office/drawing/2014/main" id="{02BF76EB-C07C-40D8-ABF9-14A0E81337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5" name="Rectangle 9">
                <a:extLst>
                  <a:ext uri="{FF2B5EF4-FFF2-40B4-BE49-F238E27FC236}">
                    <a16:creationId xmlns:a16="http://schemas.microsoft.com/office/drawing/2014/main" id="{FC0AC496-1F3F-4359-904E-5527E0BAD7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6" name="Rectangle 10">
                <a:extLst>
                  <a:ext uri="{FF2B5EF4-FFF2-40B4-BE49-F238E27FC236}">
                    <a16:creationId xmlns:a16="http://schemas.microsoft.com/office/drawing/2014/main" id="{67A5809D-4B79-4E2A-8B9D-C29BBE187D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7" name="Rectangle 11">
                <a:extLst>
                  <a:ext uri="{FF2B5EF4-FFF2-40B4-BE49-F238E27FC236}">
                    <a16:creationId xmlns:a16="http://schemas.microsoft.com/office/drawing/2014/main" id="{5FA8A205-5CFE-4939-86AC-E0D585AB22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8" name="Rectangle 12">
                <a:extLst>
                  <a:ext uri="{FF2B5EF4-FFF2-40B4-BE49-F238E27FC236}">
                    <a16:creationId xmlns:a16="http://schemas.microsoft.com/office/drawing/2014/main" id="{553F272B-5533-4FB6-A9F0-875A21EC046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9" name="Rectangle 13">
                <a:extLst>
                  <a:ext uri="{FF2B5EF4-FFF2-40B4-BE49-F238E27FC236}">
                    <a16:creationId xmlns:a16="http://schemas.microsoft.com/office/drawing/2014/main" id="{187F64CB-DEFF-42C8-A80D-BF5D20C7E7B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0" name="Rectangle 14">
                <a:extLst>
                  <a:ext uri="{FF2B5EF4-FFF2-40B4-BE49-F238E27FC236}">
                    <a16:creationId xmlns:a16="http://schemas.microsoft.com/office/drawing/2014/main" id="{D8A81EE6-EC79-451C-8888-B85838267D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1" name="Rectangle 15">
                <a:extLst>
                  <a:ext uri="{FF2B5EF4-FFF2-40B4-BE49-F238E27FC236}">
                    <a16:creationId xmlns:a16="http://schemas.microsoft.com/office/drawing/2014/main" id="{2F75E8FE-AE95-4C7F-8BE5-50A035B1B1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2" name="Rectangle 16">
                <a:extLst>
                  <a:ext uri="{FF2B5EF4-FFF2-40B4-BE49-F238E27FC236}">
                    <a16:creationId xmlns:a16="http://schemas.microsoft.com/office/drawing/2014/main" id="{521C11C5-735B-4510-A6D4-19E2849558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3" name="Rectangle 17">
                <a:extLst>
                  <a:ext uri="{FF2B5EF4-FFF2-40B4-BE49-F238E27FC236}">
                    <a16:creationId xmlns:a16="http://schemas.microsoft.com/office/drawing/2014/main" id="{DE053974-1CFB-4C67-9102-E4BA82742CC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4" name="Rectangle 18">
                <a:extLst>
                  <a:ext uri="{FF2B5EF4-FFF2-40B4-BE49-F238E27FC236}">
                    <a16:creationId xmlns:a16="http://schemas.microsoft.com/office/drawing/2014/main" id="{00A33D5E-F49C-4A86-B377-B3598B7EF79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5" name="Rectangle 19">
                <a:extLst>
                  <a:ext uri="{FF2B5EF4-FFF2-40B4-BE49-F238E27FC236}">
                    <a16:creationId xmlns:a16="http://schemas.microsoft.com/office/drawing/2014/main" id="{7B19912A-F019-49AD-A23F-B9B6F8E598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6" name="Rectangle 20">
                <a:extLst>
                  <a:ext uri="{FF2B5EF4-FFF2-40B4-BE49-F238E27FC236}">
                    <a16:creationId xmlns:a16="http://schemas.microsoft.com/office/drawing/2014/main" id="{0EDE0526-CBA2-4A01-9D59-24F0B138B6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7" name="Rectangle 21">
                <a:extLst>
                  <a:ext uri="{FF2B5EF4-FFF2-40B4-BE49-F238E27FC236}">
                    <a16:creationId xmlns:a16="http://schemas.microsoft.com/office/drawing/2014/main" id="{5E66E413-A492-40ED-BCC5-F23480C017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8" name="Rectangle 22">
                <a:extLst>
                  <a:ext uri="{FF2B5EF4-FFF2-40B4-BE49-F238E27FC236}">
                    <a16:creationId xmlns:a16="http://schemas.microsoft.com/office/drawing/2014/main" id="{6FCFA5F2-AFE6-49D8-BE15-40E90D43FF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9" name="Rectangle 23">
                <a:extLst>
                  <a:ext uri="{FF2B5EF4-FFF2-40B4-BE49-F238E27FC236}">
                    <a16:creationId xmlns:a16="http://schemas.microsoft.com/office/drawing/2014/main" id="{AD7A4E43-F44A-43CF-A9D7-BA4D8B2B2F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0" name="Rectangle 24">
                <a:extLst>
                  <a:ext uri="{FF2B5EF4-FFF2-40B4-BE49-F238E27FC236}">
                    <a16:creationId xmlns:a16="http://schemas.microsoft.com/office/drawing/2014/main" id="{FC2E67AB-58DA-4BCF-81D2-0040BBD962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1" name="Rectangle 25">
                <a:extLst>
                  <a:ext uri="{FF2B5EF4-FFF2-40B4-BE49-F238E27FC236}">
                    <a16:creationId xmlns:a16="http://schemas.microsoft.com/office/drawing/2014/main" id="{C99A6A98-815A-4877-8FE9-06C0CB7E14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2" name="Rectangle 26">
                <a:extLst>
                  <a:ext uri="{FF2B5EF4-FFF2-40B4-BE49-F238E27FC236}">
                    <a16:creationId xmlns:a16="http://schemas.microsoft.com/office/drawing/2014/main" id="{C64F5A0E-D9C8-4999-8349-EA4D5F6ACF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3" name="Rectangle 27">
                <a:extLst>
                  <a:ext uri="{FF2B5EF4-FFF2-40B4-BE49-F238E27FC236}">
                    <a16:creationId xmlns:a16="http://schemas.microsoft.com/office/drawing/2014/main" id="{6935F975-0CC7-414B-9F9C-44875EF3FC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4" name="Rectangle 28">
                <a:extLst>
                  <a:ext uri="{FF2B5EF4-FFF2-40B4-BE49-F238E27FC236}">
                    <a16:creationId xmlns:a16="http://schemas.microsoft.com/office/drawing/2014/main" id="{21DEE8DA-7AB4-4341-BEF7-E8343A7BDF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5" name="Rectangle 29">
                <a:extLst>
                  <a:ext uri="{FF2B5EF4-FFF2-40B4-BE49-F238E27FC236}">
                    <a16:creationId xmlns:a16="http://schemas.microsoft.com/office/drawing/2014/main" id="{AF4FCF43-3009-4229-89F8-D62F91C9267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6" name="Rectangle 30">
                <a:extLst>
                  <a:ext uri="{FF2B5EF4-FFF2-40B4-BE49-F238E27FC236}">
                    <a16:creationId xmlns:a16="http://schemas.microsoft.com/office/drawing/2014/main" id="{21EAAE8A-F99B-4A0B-8E7D-566273D5E9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9899924C-8D1C-46B4-9F38-88AD7EA3A211}"/>
                </a:ext>
              </a:extLst>
            </p:cNvPr>
            <p:cNvGrpSpPr/>
            <p:nvPr/>
          </p:nvGrpSpPr>
          <p:grpSpPr>
            <a:xfrm>
              <a:off x="354110" y="3871219"/>
              <a:ext cx="11480604" cy="108822"/>
              <a:chOff x="354110" y="3872454"/>
              <a:chExt cx="11480604" cy="108822"/>
            </a:xfrm>
            <a:grpFill/>
          </p:grpSpPr>
          <p:sp>
            <p:nvSpPr>
              <p:cNvPr id="155" name="Rectangle 32">
                <a:extLst>
                  <a:ext uri="{FF2B5EF4-FFF2-40B4-BE49-F238E27FC236}">
                    <a16:creationId xmlns:a16="http://schemas.microsoft.com/office/drawing/2014/main" id="{FD0840A3-FF5F-4E9F-AAB6-948A5E4EC0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6" name="Rectangle 33">
                <a:extLst>
                  <a:ext uri="{FF2B5EF4-FFF2-40B4-BE49-F238E27FC236}">
                    <a16:creationId xmlns:a16="http://schemas.microsoft.com/office/drawing/2014/main" id="{F50A1B14-0F67-4FC2-88F7-3BE9E0EB2D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7" name="Rectangle 34">
                <a:extLst>
                  <a:ext uri="{FF2B5EF4-FFF2-40B4-BE49-F238E27FC236}">
                    <a16:creationId xmlns:a16="http://schemas.microsoft.com/office/drawing/2014/main" id="{0081421C-B014-4BA9-9B01-C495814F14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8" name="Rectangle 35">
                <a:extLst>
                  <a:ext uri="{FF2B5EF4-FFF2-40B4-BE49-F238E27FC236}">
                    <a16:creationId xmlns:a16="http://schemas.microsoft.com/office/drawing/2014/main" id="{F2F01CCA-56ED-486D-8B82-39DC92A848E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9" name="Rectangle 36">
                <a:extLst>
                  <a:ext uri="{FF2B5EF4-FFF2-40B4-BE49-F238E27FC236}">
                    <a16:creationId xmlns:a16="http://schemas.microsoft.com/office/drawing/2014/main" id="{D80D4491-E5C9-4C50-81FD-6FC11F9488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0" name="Rectangle 37">
                <a:extLst>
                  <a:ext uri="{FF2B5EF4-FFF2-40B4-BE49-F238E27FC236}">
                    <a16:creationId xmlns:a16="http://schemas.microsoft.com/office/drawing/2014/main" id="{FEC9B9BF-B893-41BF-B931-31F1750D89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1" name="Rectangle 38">
                <a:extLst>
                  <a:ext uri="{FF2B5EF4-FFF2-40B4-BE49-F238E27FC236}">
                    <a16:creationId xmlns:a16="http://schemas.microsoft.com/office/drawing/2014/main" id="{3CAD1EA0-31D2-4388-AC66-BE422B6142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2" name="Rectangle 39">
                <a:extLst>
                  <a:ext uri="{FF2B5EF4-FFF2-40B4-BE49-F238E27FC236}">
                    <a16:creationId xmlns:a16="http://schemas.microsoft.com/office/drawing/2014/main" id="{992B7398-2CE5-4B74-B42B-0E4E9FA210C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3" name="Rectangle 40">
                <a:extLst>
                  <a:ext uri="{FF2B5EF4-FFF2-40B4-BE49-F238E27FC236}">
                    <a16:creationId xmlns:a16="http://schemas.microsoft.com/office/drawing/2014/main" id="{2AC042C8-974E-43A8-B1AB-D62435FE96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4" name="Rectangle 41">
                <a:extLst>
                  <a:ext uri="{FF2B5EF4-FFF2-40B4-BE49-F238E27FC236}">
                    <a16:creationId xmlns:a16="http://schemas.microsoft.com/office/drawing/2014/main" id="{2D6F1AB9-6712-4B85-8932-7F5F1BCFDA3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5" name="Rectangle 42">
                <a:extLst>
                  <a:ext uri="{FF2B5EF4-FFF2-40B4-BE49-F238E27FC236}">
                    <a16:creationId xmlns:a16="http://schemas.microsoft.com/office/drawing/2014/main" id="{80DC2507-35DC-491B-8CB6-90312B184E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6" name="Rectangle 43">
                <a:extLst>
                  <a:ext uri="{FF2B5EF4-FFF2-40B4-BE49-F238E27FC236}">
                    <a16:creationId xmlns:a16="http://schemas.microsoft.com/office/drawing/2014/main" id="{778102A0-D658-43A1-846D-9B9E4B9AE1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7" name="Rectangle 44">
                <a:extLst>
                  <a:ext uri="{FF2B5EF4-FFF2-40B4-BE49-F238E27FC236}">
                    <a16:creationId xmlns:a16="http://schemas.microsoft.com/office/drawing/2014/main" id="{0532E36E-F8F7-4121-80C1-216501C391E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8" name="Rectangle 45">
                <a:extLst>
                  <a:ext uri="{FF2B5EF4-FFF2-40B4-BE49-F238E27FC236}">
                    <a16:creationId xmlns:a16="http://schemas.microsoft.com/office/drawing/2014/main" id="{EBD0C1A7-E07E-492D-A5B7-899D81C3591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9" name="Rectangle 46">
                <a:extLst>
                  <a:ext uri="{FF2B5EF4-FFF2-40B4-BE49-F238E27FC236}">
                    <a16:creationId xmlns:a16="http://schemas.microsoft.com/office/drawing/2014/main" id="{FF89631E-3434-468A-BE5A-16772FE2F3D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0" name="Rectangle 47">
                <a:extLst>
                  <a:ext uri="{FF2B5EF4-FFF2-40B4-BE49-F238E27FC236}">
                    <a16:creationId xmlns:a16="http://schemas.microsoft.com/office/drawing/2014/main" id="{C379EE06-9745-42DA-BBC1-A082CA50FB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1" name="Rectangle 48">
                <a:extLst>
                  <a:ext uri="{FF2B5EF4-FFF2-40B4-BE49-F238E27FC236}">
                    <a16:creationId xmlns:a16="http://schemas.microsoft.com/office/drawing/2014/main" id="{06184212-6301-4320-A25C-8350DB2579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2" name="Rectangle 49">
                <a:extLst>
                  <a:ext uri="{FF2B5EF4-FFF2-40B4-BE49-F238E27FC236}">
                    <a16:creationId xmlns:a16="http://schemas.microsoft.com/office/drawing/2014/main" id="{D81215A9-8DA9-436E-BFD3-672FD476BE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3" name="Rectangle 50">
                <a:extLst>
                  <a:ext uri="{FF2B5EF4-FFF2-40B4-BE49-F238E27FC236}">
                    <a16:creationId xmlns:a16="http://schemas.microsoft.com/office/drawing/2014/main" id="{7F4705F9-3317-4397-B01E-644775B19C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4" name="Rectangle 51">
                <a:extLst>
                  <a:ext uri="{FF2B5EF4-FFF2-40B4-BE49-F238E27FC236}">
                    <a16:creationId xmlns:a16="http://schemas.microsoft.com/office/drawing/2014/main" id="{2857C00E-FADC-42AA-AA16-38A83D5AF73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5" name="Rectangle 52">
                <a:extLst>
                  <a:ext uri="{FF2B5EF4-FFF2-40B4-BE49-F238E27FC236}">
                    <a16:creationId xmlns:a16="http://schemas.microsoft.com/office/drawing/2014/main" id="{74EAC93D-EF3C-4092-B15E-15494A23FE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6" name="Rectangle 53">
                <a:extLst>
                  <a:ext uri="{FF2B5EF4-FFF2-40B4-BE49-F238E27FC236}">
                    <a16:creationId xmlns:a16="http://schemas.microsoft.com/office/drawing/2014/main" id="{5D3EEE91-37CE-4F2F-905E-D7AFCC6E45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7" name="Rectangle 54">
                <a:extLst>
                  <a:ext uri="{FF2B5EF4-FFF2-40B4-BE49-F238E27FC236}">
                    <a16:creationId xmlns:a16="http://schemas.microsoft.com/office/drawing/2014/main" id="{368F77C6-C453-499B-8B47-39BE1A310E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8" name="Rectangle 55">
                <a:extLst>
                  <a:ext uri="{FF2B5EF4-FFF2-40B4-BE49-F238E27FC236}">
                    <a16:creationId xmlns:a16="http://schemas.microsoft.com/office/drawing/2014/main" id="{4EB7C421-E508-4232-A011-40643DB79DC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9" name="Rectangle 56">
                <a:extLst>
                  <a:ext uri="{FF2B5EF4-FFF2-40B4-BE49-F238E27FC236}">
                    <a16:creationId xmlns:a16="http://schemas.microsoft.com/office/drawing/2014/main" id="{B7A7C2F9-930E-4B50-9AA3-47FE15F43A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0" name="Rectangle 57">
                <a:extLst>
                  <a:ext uri="{FF2B5EF4-FFF2-40B4-BE49-F238E27FC236}">
                    <a16:creationId xmlns:a16="http://schemas.microsoft.com/office/drawing/2014/main" id="{4ADCC0C0-6310-4ED1-A69B-CF3133EB55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8F8A1E95-3088-4CA0-BA17-9F2DBDABF9DB}"/>
                </a:ext>
              </a:extLst>
            </p:cNvPr>
            <p:cNvGrpSpPr/>
            <p:nvPr/>
          </p:nvGrpSpPr>
          <p:grpSpPr>
            <a:xfrm>
              <a:off x="354110" y="4376763"/>
              <a:ext cx="11480604" cy="109990"/>
              <a:chOff x="354110" y="4379678"/>
              <a:chExt cx="11480604" cy="109990"/>
            </a:xfrm>
            <a:grpFill/>
          </p:grpSpPr>
          <p:sp>
            <p:nvSpPr>
              <p:cNvPr id="129" name="Rectangle 59">
                <a:extLst>
                  <a:ext uri="{FF2B5EF4-FFF2-40B4-BE49-F238E27FC236}">
                    <a16:creationId xmlns:a16="http://schemas.microsoft.com/office/drawing/2014/main" id="{EFCB7559-FD17-472B-B7A1-3FFC63C8BCC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0" name="Rectangle 60">
                <a:extLst>
                  <a:ext uri="{FF2B5EF4-FFF2-40B4-BE49-F238E27FC236}">
                    <a16:creationId xmlns:a16="http://schemas.microsoft.com/office/drawing/2014/main" id="{2DA5B014-05A6-4DC4-A1AF-6B4B382336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1" name="Rectangle 61">
                <a:extLst>
                  <a:ext uri="{FF2B5EF4-FFF2-40B4-BE49-F238E27FC236}">
                    <a16:creationId xmlns:a16="http://schemas.microsoft.com/office/drawing/2014/main" id="{FEA4E4F7-8218-4E7C-9E87-224A643273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2" name="Rectangle 62">
                <a:extLst>
                  <a:ext uri="{FF2B5EF4-FFF2-40B4-BE49-F238E27FC236}">
                    <a16:creationId xmlns:a16="http://schemas.microsoft.com/office/drawing/2014/main" id="{A94D8FC5-1EBD-4EE3-98BE-790ADC20DB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3" name="Rectangle 63">
                <a:extLst>
                  <a:ext uri="{FF2B5EF4-FFF2-40B4-BE49-F238E27FC236}">
                    <a16:creationId xmlns:a16="http://schemas.microsoft.com/office/drawing/2014/main" id="{30D19DB9-4852-4829-8388-B6807A0BF6D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4" name="Rectangle 64">
                <a:extLst>
                  <a:ext uri="{FF2B5EF4-FFF2-40B4-BE49-F238E27FC236}">
                    <a16:creationId xmlns:a16="http://schemas.microsoft.com/office/drawing/2014/main" id="{084DC439-7F3A-4989-96B7-B29D496E65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5" name="Rectangle 65">
                <a:extLst>
                  <a:ext uri="{FF2B5EF4-FFF2-40B4-BE49-F238E27FC236}">
                    <a16:creationId xmlns:a16="http://schemas.microsoft.com/office/drawing/2014/main" id="{35EB4226-F03D-4819-A4CC-D42233D588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6" name="Rectangle 66">
                <a:extLst>
                  <a:ext uri="{FF2B5EF4-FFF2-40B4-BE49-F238E27FC236}">
                    <a16:creationId xmlns:a16="http://schemas.microsoft.com/office/drawing/2014/main" id="{E00FCAAA-AC7E-4B03-AD5E-74ABD97642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7" name="Rectangle 67">
                <a:extLst>
                  <a:ext uri="{FF2B5EF4-FFF2-40B4-BE49-F238E27FC236}">
                    <a16:creationId xmlns:a16="http://schemas.microsoft.com/office/drawing/2014/main" id="{7D3AA8CA-C2E8-4862-8F87-EFAEFBCFF0C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8" name="Rectangle 68">
                <a:extLst>
                  <a:ext uri="{FF2B5EF4-FFF2-40B4-BE49-F238E27FC236}">
                    <a16:creationId xmlns:a16="http://schemas.microsoft.com/office/drawing/2014/main" id="{217BE0BD-ECA6-4A6D-9864-90AF19AF30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9" name="Rectangle 69">
                <a:extLst>
                  <a:ext uri="{FF2B5EF4-FFF2-40B4-BE49-F238E27FC236}">
                    <a16:creationId xmlns:a16="http://schemas.microsoft.com/office/drawing/2014/main" id="{4367775C-E241-437A-90EC-7A4D13D422E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0" name="Rectangle 70">
                <a:extLst>
                  <a:ext uri="{FF2B5EF4-FFF2-40B4-BE49-F238E27FC236}">
                    <a16:creationId xmlns:a16="http://schemas.microsoft.com/office/drawing/2014/main" id="{45804E6D-FE13-4F7A-A02C-81ED1ACEAF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1" name="Rectangle 71">
                <a:extLst>
                  <a:ext uri="{FF2B5EF4-FFF2-40B4-BE49-F238E27FC236}">
                    <a16:creationId xmlns:a16="http://schemas.microsoft.com/office/drawing/2014/main" id="{A09F54AC-51E7-45A0-B639-BFEC5FE67C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2" name="Rectangle 72">
                <a:extLst>
                  <a:ext uri="{FF2B5EF4-FFF2-40B4-BE49-F238E27FC236}">
                    <a16:creationId xmlns:a16="http://schemas.microsoft.com/office/drawing/2014/main" id="{CA60C1A9-4AD0-4191-96A2-CC1DD32F6F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3" name="Rectangle 73">
                <a:extLst>
                  <a:ext uri="{FF2B5EF4-FFF2-40B4-BE49-F238E27FC236}">
                    <a16:creationId xmlns:a16="http://schemas.microsoft.com/office/drawing/2014/main" id="{9A28ED63-9408-4F16-A85E-E76BA9F9AD0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4" name="Rectangle 74">
                <a:extLst>
                  <a:ext uri="{FF2B5EF4-FFF2-40B4-BE49-F238E27FC236}">
                    <a16:creationId xmlns:a16="http://schemas.microsoft.com/office/drawing/2014/main" id="{8E63D1D1-CF92-468A-B012-24216CA08E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5" name="Rectangle 75">
                <a:extLst>
                  <a:ext uri="{FF2B5EF4-FFF2-40B4-BE49-F238E27FC236}">
                    <a16:creationId xmlns:a16="http://schemas.microsoft.com/office/drawing/2014/main" id="{8FC2CD59-128D-4D06-937E-4505D57D198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6" name="Rectangle 76">
                <a:extLst>
                  <a:ext uri="{FF2B5EF4-FFF2-40B4-BE49-F238E27FC236}">
                    <a16:creationId xmlns:a16="http://schemas.microsoft.com/office/drawing/2014/main" id="{B9A7B9E1-4CEE-41C8-A799-EE4B9AFCD0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7" name="Rectangle 77">
                <a:extLst>
                  <a:ext uri="{FF2B5EF4-FFF2-40B4-BE49-F238E27FC236}">
                    <a16:creationId xmlns:a16="http://schemas.microsoft.com/office/drawing/2014/main" id="{3C824F84-B682-4EA2-AFC1-D56DF71A0C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8" name="Rectangle 78">
                <a:extLst>
                  <a:ext uri="{FF2B5EF4-FFF2-40B4-BE49-F238E27FC236}">
                    <a16:creationId xmlns:a16="http://schemas.microsoft.com/office/drawing/2014/main" id="{154DDE76-05F9-405C-86DB-477B87DBB8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9" name="Rectangle 79">
                <a:extLst>
                  <a:ext uri="{FF2B5EF4-FFF2-40B4-BE49-F238E27FC236}">
                    <a16:creationId xmlns:a16="http://schemas.microsoft.com/office/drawing/2014/main" id="{28217A81-8951-475F-9F90-88B99F13D6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0" name="Rectangle 80">
                <a:extLst>
                  <a:ext uri="{FF2B5EF4-FFF2-40B4-BE49-F238E27FC236}">
                    <a16:creationId xmlns:a16="http://schemas.microsoft.com/office/drawing/2014/main" id="{DD226742-8914-401E-8D78-93F56B2E48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1" name="Rectangle 81">
                <a:extLst>
                  <a:ext uri="{FF2B5EF4-FFF2-40B4-BE49-F238E27FC236}">
                    <a16:creationId xmlns:a16="http://schemas.microsoft.com/office/drawing/2014/main" id="{B0E1AE86-33D6-4D1D-BC23-EA8A4AF1CFD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2" name="Rectangle 82">
                <a:extLst>
                  <a:ext uri="{FF2B5EF4-FFF2-40B4-BE49-F238E27FC236}">
                    <a16:creationId xmlns:a16="http://schemas.microsoft.com/office/drawing/2014/main" id="{CCA69695-3790-4A9F-9CC1-5EBCB1C96D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3" name="Rectangle 83">
                <a:extLst>
                  <a:ext uri="{FF2B5EF4-FFF2-40B4-BE49-F238E27FC236}">
                    <a16:creationId xmlns:a16="http://schemas.microsoft.com/office/drawing/2014/main" id="{E75DD56F-C446-4037-8A60-A6C1A44E8CF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4" name="Rectangle 84">
                <a:extLst>
                  <a:ext uri="{FF2B5EF4-FFF2-40B4-BE49-F238E27FC236}">
                    <a16:creationId xmlns:a16="http://schemas.microsoft.com/office/drawing/2014/main" id="{3658AAE9-4C55-47F2-9C83-497627EC28D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909F6D0B-FF49-4CC2-90DB-BE84FEA93E9F}"/>
                </a:ext>
              </a:extLst>
            </p:cNvPr>
            <p:cNvGrpSpPr/>
            <p:nvPr/>
          </p:nvGrpSpPr>
          <p:grpSpPr>
            <a:xfrm>
              <a:off x="354110" y="4883475"/>
              <a:ext cx="11480604" cy="109990"/>
              <a:chOff x="354110" y="4888062"/>
              <a:chExt cx="11480604" cy="109990"/>
            </a:xfrm>
            <a:grpFill/>
          </p:grpSpPr>
          <p:sp>
            <p:nvSpPr>
              <p:cNvPr id="103" name="Rectangle 5">
                <a:extLst>
                  <a:ext uri="{FF2B5EF4-FFF2-40B4-BE49-F238E27FC236}">
                    <a16:creationId xmlns:a16="http://schemas.microsoft.com/office/drawing/2014/main" id="{5B16BA60-1923-4CB8-AC58-3FA97E9782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4" name="Rectangle 6">
                <a:extLst>
                  <a:ext uri="{FF2B5EF4-FFF2-40B4-BE49-F238E27FC236}">
                    <a16:creationId xmlns:a16="http://schemas.microsoft.com/office/drawing/2014/main" id="{5472B612-6D9A-49B7-A1A5-EF7EBDCE08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5" name="Rectangle 7">
                <a:extLst>
                  <a:ext uri="{FF2B5EF4-FFF2-40B4-BE49-F238E27FC236}">
                    <a16:creationId xmlns:a16="http://schemas.microsoft.com/office/drawing/2014/main" id="{19A7F840-07E0-4852-B348-40D8EB6148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6" name="Rectangle 8">
                <a:extLst>
                  <a:ext uri="{FF2B5EF4-FFF2-40B4-BE49-F238E27FC236}">
                    <a16:creationId xmlns:a16="http://schemas.microsoft.com/office/drawing/2014/main" id="{F501C6E7-9683-4F5F-ADB4-D120A8CE23A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7" name="Rectangle 9">
                <a:extLst>
                  <a:ext uri="{FF2B5EF4-FFF2-40B4-BE49-F238E27FC236}">
                    <a16:creationId xmlns:a16="http://schemas.microsoft.com/office/drawing/2014/main" id="{6B0B292A-E263-45E9-8363-AB5BA07DC7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8" name="Rectangle 10">
                <a:extLst>
                  <a:ext uri="{FF2B5EF4-FFF2-40B4-BE49-F238E27FC236}">
                    <a16:creationId xmlns:a16="http://schemas.microsoft.com/office/drawing/2014/main" id="{F6D80E9D-A930-4211-B815-FA67CF10A5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9" name="Rectangle 11">
                <a:extLst>
                  <a:ext uri="{FF2B5EF4-FFF2-40B4-BE49-F238E27FC236}">
                    <a16:creationId xmlns:a16="http://schemas.microsoft.com/office/drawing/2014/main" id="{75CB23DF-89C3-4513-88A0-E31FACFB7D1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0" name="Rectangle 12">
                <a:extLst>
                  <a:ext uri="{FF2B5EF4-FFF2-40B4-BE49-F238E27FC236}">
                    <a16:creationId xmlns:a16="http://schemas.microsoft.com/office/drawing/2014/main" id="{792B94F3-12D9-42E8-91C9-DE5D158733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1" name="Rectangle 13">
                <a:extLst>
                  <a:ext uri="{FF2B5EF4-FFF2-40B4-BE49-F238E27FC236}">
                    <a16:creationId xmlns:a16="http://schemas.microsoft.com/office/drawing/2014/main" id="{F5C29CE0-8ED9-4F8F-B865-6A66D95AA6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2" name="Rectangle 14">
                <a:extLst>
                  <a:ext uri="{FF2B5EF4-FFF2-40B4-BE49-F238E27FC236}">
                    <a16:creationId xmlns:a16="http://schemas.microsoft.com/office/drawing/2014/main" id="{E1288316-CFF0-4D0C-A6EA-50B406EBF6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3" name="Rectangle 15">
                <a:extLst>
                  <a:ext uri="{FF2B5EF4-FFF2-40B4-BE49-F238E27FC236}">
                    <a16:creationId xmlns:a16="http://schemas.microsoft.com/office/drawing/2014/main" id="{4BF70EA3-0A87-40BD-94BF-76AAEC816C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4" name="Rectangle 16">
                <a:extLst>
                  <a:ext uri="{FF2B5EF4-FFF2-40B4-BE49-F238E27FC236}">
                    <a16:creationId xmlns:a16="http://schemas.microsoft.com/office/drawing/2014/main" id="{8AC49DAE-1800-40B4-908D-DACDDBFF21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5" name="Rectangle 17">
                <a:extLst>
                  <a:ext uri="{FF2B5EF4-FFF2-40B4-BE49-F238E27FC236}">
                    <a16:creationId xmlns:a16="http://schemas.microsoft.com/office/drawing/2014/main" id="{236BF9F5-A935-4DA3-A4A9-52DD30165B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6" name="Rectangle 18">
                <a:extLst>
                  <a:ext uri="{FF2B5EF4-FFF2-40B4-BE49-F238E27FC236}">
                    <a16:creationId xmlns:a16="http://schemas.microsoft.com/office/drawing/2014/main" id="{97FE846A-6C60-49BD-8759-77095BC247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7" name="Rectangle 19">
                <a:extLst>
                  <a:ext uri="{FF2B5EF4-FFF2-40B4-BE49-F238E27FC236}">
                    <a16:creationId xmlns:a16="http://schemas.microsoft.com/office/drawing/2014/main" id="{FA924FA8-FE97-40A1-852B-77A498A7C4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8" name="Rectangle 20">
                <a:extLst>
                  <a:ext uri="{FF2B5EF4-FFF2-40B4-BE49-F238E27FC236}">
                    <a16:creationId xmlns:a16="http://schemas.microsoft.com/office/drawing/2014/main" id="{3C593FAE-CE47-48A5-AC85-6174EAC0A2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9" name="Rectangle 21">
                <a:extLst>
                  <a:ext uri="{FF2B5EF4-FFF2-40B4-BE49-F238E27FC236}">
                    <a16:creationId xmlns:a16="http://schemas.microsoft.com/office/drawing/2014/main" id="{E2228A57-948E-4482-9E06-D9E725176D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0" name="Rectangle 22">
                <a:extLst>
                  <a:ext uri="{FF2B5EF4-FFF2-40B4-BE49-F238E27FC236}">
                    <a16:creationId xmlns:a16="http://schemas.microsoft.com/office/drawing/2014/main" id="{1EF13CFA-22CA-4C10-BE90-D5CC115A89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1" name="Rectangle 23">
                <a:extLst>
                  <a:ext uri="{FF2B5EF4-FFF2-40B4-BE49-F238E27FC236}">
                    <a16:creationId xmlns:a16="http://schemas.microsoft.com/office/drawing/2014/main" id="{0E8E90A3-1641-4E9B-A194-D5F117F9AEF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2" name="Rectangle 24">
                <a:extLst>
                  <a:ext uri="{FF2B5EF4-FFF2-40B4-BE49-F238E27FC236}">
                    <a16:creationId xmlns:a16="http://schemas.microsoft.com/office/drawing/2014/main" id="{A68EDFEF-E0D3-402A-9521-3DF38E4B8F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3" name="Rectangle 25">
                <a:extLst>
                  <a:ext uri="{FF2B5EF4-FFF2-40B4-BE49-F238E27FC236}">
                    <a16:creationId xmlns:a16="http://schemas.microsoft.com/office/drawing/2014/main" id="{CCF9D944-04E9-47A8-9177-AFC8A6780F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4" name="Rectangle 26">
                <a:extLst>
                  <a:ext uri="{FF2B5EF4-FFF2-40B4-BE49-F238E27FC236}">
                    <a16:creationId xmlns:a16="http://schemas.microsoft.com/office/drawing/2014/main" id="{ABDECE26-FC06-416E-A783-A77B3FFA3AF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5" name="Rectangle 27">
                <a:extLst>
                  <a:ext uri="{FF2B5EF4-FFF2-40B4-BE49-F238E27FC236}">
                    <a16:creationId xmlns:a16="http://schemas.microsoft.com/office/drawing/2014/main" id="{1F81018F-D062-471E-8E4D-BF55555F50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6" name="Rectangle 28">
                <a:extLst>
                  <a:ext uri="{FF2B5EF4-FFF2-40B4-BE49-F238E27FC236}">
                    <a16:creationId xmlns:a16="http://schemas.microsoft.com/office/drawing/2014/main" id="{75BC1DFB-E2E0-44A2-8449-1511B5F4C2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7" name="Rectangle 29">
                <a:extLst>
                  <a:ext uri="{FF2B5EF4-FFF2-40B4-BE49-F238E27FC236}">
                    <a16:creationId xmlns:a16="http://schemas.microsoft.com/office/drawing/2014/main" id="{FE671700-5C5E-4E82-8FDC-49E44FF7399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8" name="Rectangle 30">
                <a:extLst>
                  <a:ext uri="{FF2B5EF4-FFF2-40B4-BE49-F238E27FC236}">
                    <a16:creationId xmlns:a16="http://schemas.microsoft.com/office/drawing/2014/main" id="{367003AF-BC87-4F81-81EB-3D09A24C99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5E7D7A4E-C314-4987-9657-060E28CAA6A0}"/>
                </a:ext>
              </a:extLst>
            </p:cNvPr>
            <p:cNvGrpSpPr/>
            <p:nvPr/>
          </p:nvGrpSpPr>
          <p:grpSpPr>
            <a:xfrm>
              <a:off x="354110" y="5390187"/>
              <a:ext cx="11480604" cy="108822"/>
              <a:chOff x="354110" y="5396454"/>
              <a:chExt cx="11480604" cy="108822"/>
            </a:xfrm>
            <a:grpFill/>
          </p:grpSpPr>
          <p:sp>
            <p:nvSpPr>
              <p:cNvPr id="77" name="Rectangle 32">
                <a:extLst>
                  <a:ext uri="{FF2B5EF4-FFF2-40B4-BE49-F238E27FC236}">
                    <a16:creationId xmlns:a16="http://schemas.microsoft.com/office/drawing/2014/main" id="{8E8A1AC8-CA63-4F37-A8CF-FF832D8BE4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8" name="Rectangle 33">
                <a:extLst>
                  <a:ext uri="{FF2B5EF4-FFF2-40B4-BE49-F238E27FC236}">
                    <a16:creationId xmlns:a16="http://schemas.microsoft.com/office/drawing/2014/main" id="{628E2734-FDDB-44A3-9AF2-03978429626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9" name="Rectangle 34">
                <a:extLst>
                  <a:ext uri="{FF2B5EF4-FFF2-40B4-BE49-F238E27FC236}">
                    <a16:creationId xmlns:a16="http://schemas.microsoft.com/office/drawing/2014/main" id="{088CF2A2-82EB-4956-973F-6A38CD7EA0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0" name="Rectangle 35">
                <a:extLst>
                  <a:ext uri="{FF2B5EF4-FFF2-40B4-BE49-F238E27FC236}">
                    <a16:creationId xmlns:a16="http://schemas.microsoft.com/office/drawing/2014/main" id="{C040EEA9-3095-4F30-8483-23F37448C2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1" name="Rectangle 36">
                <a:extLst>
                  <a:ext uri="{FF2B5EF4-FFF2-40B4-BE49-F238E27FC236}">
                    <a16:creationId xmlns:a16="http://schemas.microsoft.com/office/drawing/2014/main" id="{749693CE-451B-4AFB-88A8-C12ED178EA2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2" name="Rectangle 37">
                <a:extLst>
                  <a:ext uri="{FF2B5EF4-FFF2-40B4-BE49-F238E27FC236}">
                    <a16:creationId xmlns:a16="http://schemas.microsoft.com/office/drawing/2014/main" id="{30280489-C791-44E8-963D-1255607CDB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3" name="Rectangle 38">
                <a:extLst>
                  <a:ext uri="{FF2B5EF4-FFF2-40B4-BE49-F238E27FC236}">
                    <a16:creationId xmlns:a16="http://schemas.microsoft.com/office/drawing/2014/main" id="{8CC74FC2-413D-4801-AE6D-107C3B1129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4" name="Rectangle 39">
                <a:extLst>
                  <a:ext uri="{FF2B5EF4-FFF2-40B4-BE49-F238E27FC236}">
                    <a16:creationId xmlns:a16="http://schemas.microsoft.com/office/drawing/2014/main" id="{B285A8B1-8801-46CD-91B8-97CE12F319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5" name="Rectangle 40">
                <a:extLst>
                  <a:ext uri="{FF2B5EF4-FFF2-40B4-BE49-F238E27FC236}">
                    <a16:creationId xmlns:a16="http://schemas.microsoft.com/office/drawing/2014/main" id="{2DCB03A8-663D-4DCB-A3A5-59C55ED304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6" name="Rectangle 41">
                <a:extLst>
                  <a:ext uri="{FF2B5EF4-FFF2-40B4-BE49-F238E27FC236}">
                    <a16:creationId xmlns:a16="http://schemas.microsoft.com/office/drawing/2014/main" id="{5407D7A5-9403-4899-B30F-57F9270DFA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7" name="Rectangle 42">
                <a:extLst>
                  <a:ext uri="{FF2B5EF4-FFF2-40B4-BE49-F238E27FC236}">
                    <a16:creationId xmlns:a16="http://schemas.microsoft.com/office/drawing/2014/main" id="{A5A712A8-2D9C-4566-93D7-A554219464B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8" name="Rectangle 43">
                <a:extLst>
                  <a:ext uri="{FF2B5EF4-FFF2-40B4-BE49-F238E27FC236}">
                    <a16:creationId xmlns:a16="http://schemas.microsoft.com/office/drawing/2014/main" id="{4B61ED17-0B4A-42B3-B859-84E6FBD9F9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9" name="Rectangle 44">
                <a:extLst>
                  <a:ext uri="{FF2B5EF4-FFF2-40B4-BE49-F238E27FC236}">
                    <a16:creationId xmlns:a16="http://schemas.microsoft.com/office/drawing/2014/main" id="{7FF71609-E043-4DD4-BBED-210943BF31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0" name="Rectangle 45">
                <a:extLst>
                  <a:ext uri="{FF2B5EF4-FFF2-40B4-BE49-F238E27FC236}">
                    <a16:creationId xmlns:a16="http://schemas.microsoft.com/office/drawing/2014/main" id="{9107E37E-3623-4410-8CEA-DA33995A6A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1" name="Rectangle 46">
                <a:extLst>
                  <a:ext uri="{FF2B5EF4-FFF2-40B4-BE49-F238E27FC236}">
                    <a16:creationId xmlns:a16="http://schemas.microsoft.com/office/drawing/2014/main" id="{B83800E2-BDEE-48AC-9D9F-0B03C123FB6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2" name="Rectangle 47">
                <a:extLst>
                  <a:ext uri="{FF2B5EF4-FFF2-40B4-BE49-F238E27FC236}">
                    <a16:creationId xmlns:a16="http://schemas.microsoft.com/office/drawing/2014/main" id="{924E8ED7-0B54-488C-86FD-838BEC6C72B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3" name="Rectangle 48">
                <a:extLst>
                  <a:ext uri="{FF2B5EF4-FFF2-40B4-BE49-F238E27FC236}">
                    <a16:creationId xmlns:a16="http://schemas.microsoft.com/office/drawing/2014/main" id="{5E731C89-5DF4-4419-9A67-52BAEC3733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4" name="Rectangle 49">
                <a:extLst>
                  <a:ext uri="{FF2B5EF4-FFF2-40B4-BE49-F238E27FC236}">
                    <a16:creationId xmlns:a16="http://schemas.microsoft.com/office/drawing/2014/main" id="{D7B0E779-6D3D-4414-91BB-C1BBE6380D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5" name="Rectangle 50">
                <a:extLst>
                  <a:ext uri="{FF2B5EF4-FFF2-40B4-BE49-F238E27FC236}">
                    <a16:creationId xmlns:a16="http://schemas.microsoft.com/office/drawing/2014/main" id="{E846AB63-6AAB-4E86-B4BA-7853BD6021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6" name="Rectangle 51">
                <a:extLst>
                  <a:ext uri="{FF2B5EF4-FFF2-40B4-BE49-F238E27FC236}">
                    <a16:creationId xmlns:a16="http://schemas.microsoft.com/office/drawing/2014/main" id="{D05AC798-949B-4443-ADBB-917EF526FE1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7" name="Rectangle 52">
                <a:extLst>
                  <a:ext uri="{FF2B5EF4-FFF2-40B4-BE49-F238E27FC236}">
                    <a16:creationId xmlns:a16="http://schemas.microsoft.com/office/drawing/2014/main" id="{8B3E2107-60AF-4064-A551-A333E6249C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8" name="Rectangle 53">
                <a:extLst>
                  <a:ext uri="{FF2B5EF4-FFF2-40B4-BE49-F238E27FC236}">
                    <a16:creationId xmlns:a16="http://schemas.microsoft.com/office/drawing/2014/main" id="{055FD3E8-A340-4393-92E1-4FD68288FDB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9" name="Rectangle 54">
                <a:extLst>
                  <a:ext uri="{FF2B5EF4-FFF2-40B4-BE49-F238E27FC236}">
                    <a16:creationId xmlns:a16="http://schemas.microsoft.com/office/drawing/2014/main" id="{C18C5E0E-D82C-4F82-A0E3-6BE9AAF75E2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0" name="Rectangle 55">
                <a:extLst>
                  <a:ext uri="{FF2B5EF4-FFF2-40B4-BE49-F238E27FC236}">
                    <a16:creationId xmlns:a16="http://schemas.microsoft.com/office/drawing/2014/main" id="{677F5FC4-34F3-400A-9970-A7EA63DB4B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1" name="Rectangle 56">
                <a:extLst>
                  <a:ext uri="{FF2B5EF4-FFF2-40B4-BE49-F238E27FC236}">
                    <a16:creationId xmlns:a16="http://schemas.microsoft.com/office/drawing/2014/main" id="{2A4794CF-928E-4F8E-A532-7800E5996B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2" name="Rectangle 57">
                <a:extLst>
                  <a:ext uri="{FF2B5EF4-FFF2-40B4-BE49-F238E27FC236}">
                    <a16:creationId xmlns:a16="http://schemas.microsoft.com/office/drawing/2014/main" id="{E4F63079-D99A-4ECA-AE8B-8E93D42956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8F81BE07-E676-45EB-9AFA-7BF1FBB657A2}"/>
                </a:ext>
              </a:extLst>
            </p:cNvPr>
            <p:cNvGrpSpPr/>
            <p:nvPr/>
          </p:nvGrpSpPr>
          <p:grpSpPr>
            <a:xfrm>
              <a:off x="354110" y="5895731"/>
              <a:ext cx="11480604" cy="109990"/>
              <a:chOff x="354110" y="5903678"/>
              <a:chExt cx="11480604" cy="109990"/>
            </a:xfrm>
            <a:grpFill/>
          </p:grpSpPr>
          <p:sp>
            <p:nvSpPr>
              <p:cNvPr id="51" name="Rectangle 59">
                <a:extLst>
                  <a:ext uri="{FF2B5EF4-FFF2-40B4-BE49-F238E27FC236}">
                    <a16:creationId xmlns:a16="http://schemas.microsoft.com/office/drawing/2014/main" id="{90F41A19-F592-419E-BB70-0A26A5A2C99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2" name="Rectangle 60">
                <a:extLst>
                  <a:ext uri="{FF2B5EF4-FFF2-40B4-BE49-F238E27FC236}">
                    <a16:creationId xmlns:a16="http://schemas.microsoft.com/office/drawing/2014/main" id="{1469FDD4-E3FD-413E-AE75-22EE1F631B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3" name="Rectangle 61">
                <a:extLst>
                  <a:ext uri="{FF2B5EF4-FFF2-40B4-BE49-F238E27FC236}">
                    <a16:creationId xmlns:a16="http://schemas.microsoft.com/office/drawing/2014/main" id="{FE475E5D-8646-4FC9-BFFB-619E2D0E25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4" name="Rectangle 62">
                <a:extLst>
                  <a:ext uri="{FF2B5EF4-FFF2-40B4-BE49-F238E27FC236}">
                    <a16:creationId xmlns:a16="http://schemas.microsoft.com/office/drawing/2014/main" id="{3D36A72E-C554-4C3C-9B1B-6CB10E5F62B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5" name="Rectangle 63">
                <a:extLst>
                  <a:ext uri="{FF2B5EF4-FFF2-40B4-BE49-F238E27FC236}">
                    <a16:creationId xmlns:a16="http://schemas.microsoft.com/office/drawing/2014/main" id="{7A4E6F93-4FD1-43BD-92BD-564F60D0B6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6" name="Rectangle 64">
                <a:extLst>
                  <a:ext uri="{FF2B5EF4-FFF2-40B4-BE49-F238E27FC236}">
                    <a16:creationId xmlns:a16="http://schemas.microsoft.com/office/drawing/2014/main" id="{91390BA3-956A-4FEA-961B-6154DE6FB76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7" name="Rectangle 65">
                <a:extLst>
                  <a:ext uri="{FF2B5EF4-FFF2-40B4-BE49-F238E27FC236}">
                    <a16:creationId xmlns:a16="http://schemas.microsoft.com/office/drawing/2014/main" id="{3BDA4482-76BD-4B95-9A99-C9D97E68F6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8" name="Rectangle 66">
                <a:extLst>
                  <a:ext uri="{FF2B5EF4-FFF2-40B4-BE49-F238E27FC236}">
                    <a16:creationId xmlns:a16="http://schemas.microsoft.com/office/drawing/2014/main" id="{7C89DCF1-7783-4715-A5F6-F69C325A84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9" name="Rectangle 67">
                <a:extLst>
                  <a:ext uri="{FF2B5EF4-FFF2-40B4-BE49-F238E27FC236}">
                    <a16:creationId xmlns:a16="http://schemas.microsoft.com/office/drawing/2014/main" id="{C358A697-8E33-4B4A-8E88-7C19923AD4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0" name="Rectangle 68">
                <a:extLst>
                  <a:ext uri="{FF2B5EF4-FFF2-40B4-BE49-F238E27FC236}">
                    <a16:creationId xmlns:a16="http://schemas.microsoft.com/office/drawing/2014/main" id="{8716A687-A14A-4B91-AB47-EC1722AF30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1" name="Rectangle 69">
                <a:extLst>
                  <a:ext uri="{FF2B5EF4-FFF2-40B4-BE49-F238E27FC236}">
                    <a16:creationId xmlns:a16="http://schemas.microsoft.com/office/drawing/2014/main" id="{3597BC4D-A8AB-476D-A463-DDA92D6194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2" name="Rectangle 70">
                <a:extLst>
                  <a:ext uri="{FF2B5EF4-FFF2-40B4-BE49-F238E27FC236}">
                    <a16:creationId xmlns:a16="http://schemas.microsoft.com/office/drawing/2014/main" id="{3D5FE933-374E-4D22-95B5-F8B154CFC29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3" name="Rectangle 71">
                <a:extLst>
                  <a:ext uri="{FF2B5EF4-FFF2-40B4-BE49-F238E27FC236}">
                    <a16:creationId xmlns:a16="http://schemas.microsoft.com/office/drawing/2014/main" id="{4DA4C424-BC57-46B1-8A19-98F4A1F4BC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4" name="Rectangle 72">
                <a:extLst>
                  <a:ext uri="{FF2B5EF4-FFF2-40B4-BE49-F238E27FC236}">
                    <a16:creationId xmlns:a16="http://schemas.microsoft.com/office/drawing/2014/main" id="{8072EEA5-91EE-47E9-9C82-96966E37CB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5" name="Rectangle 73">
                <a:extLst>
                  <a:ext uri="{FF2B5EF4-FFF2-40B4-BE49-F238E27FC236}">
                    <a16:creationId xmlns:a16="http://schemas.microsoft.com/office/drawing/2014/main" id="{D2366CD8-B517-40C0-8E52-217CE8F164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6" name="Rectangle 74">
                <a:extLst>
                  <a:ext uri="{FF2B5EF4-FFF2-40B4-BE49-F238E27FC236}">
                    <a16:creationId xmlns:a16="http://schemas.microsoft.com/office/drawing/2014/main" id="{2739573F-C01A-4A42-BDB4-F8717CD6555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7" name="Rectangle 75">
                <a:extLst>
                  <a:ext uri="{FF2B5EF4-FFF2-40B4-BE49-F238E27FC236}">
                    <a16:creationId xmlns:a16="http://schemas.microsoft.com/office/drawing/2014/main" id="{94A56444-668B-41B0-8986-65EB2B4A32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8" name="Rectangle 76">
                <a:extLst>
                  <a:ext uri="{FF2B5EF4-FFF2-40B4-BE49-F238E27FC236}">
                    <a16:creationId xmlns:a16="http://schemas.microsoft.com/office/drawing/2014/main" id="{B2CFF404-368E-4A76-A2CA-471611869B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9" name="Rectangle 77">
                <a:extLst>
                  <a:ext uri="{FF2B5EF4-FFF2-40B4-BE49-F238E27FC236}">
                    <a16:creationId xmlns:a16="http://schemas.microsoft.com/office/drawing/2014/main" id="{3B1857CC-9DC7-43E3-98B6-0DCBB2DC18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0" name="Rectangle 78">
                <a:extLst>
                  <a:ext uri="{FF2B5EF4-FFF2-40B4-BE49-F238E27FC236}">
                    <a16:creationId xmlns:a16="http://schemas.microsoft.com/office/drawing/2014/main" id="{13C3C468-F3E2-4B75-BB66-184F85DD01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1" name="Rectangle 79">
                <a:extLst>
                  <a:ext uri="{FF2B5EF4-FFF2-40B4-BE49-F238E27FC236}">
                    <a16:creationId xmlns:a16="http://schemas.microsoft.com/office/drawing/2014/main" id="{1A0E9336-6E7F-4174-BB8B-7B675743AA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2" name="Rectangle 80">
                <a:extLst>
                  <a:ext uri="{FF2B5EF4-FFF2-40B4-BE49-F238E27FC236}">
                    <a16:creationId xmlns:a16="http://schemas.microsoft.com/office/drawing/2014/main" id="{1AB6293C-8454-4149-8126-EFE23BCE434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3" name="Rectangle 81">
                <a:extLst>
                  <a:ext uri="{FF2B5EF4-FFF2-40B4-BE49-F238E27FC236}">
                    <a16:creationId xmlns:a16="http://schemas.microsoft.com/office/drawing/2014/main" id="{BAE4953B-46B2-4552-8D6A-C67D4FCB3D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4" name="Rectangle 82">
                <a:extLst>
                  <a:ext uri="{FF2B5EF4-FFF2-40B4-BE49-F238E27FC236}">
                    <a16:creationId xmlns:a16="http://schemas.microsoft.com/office/drawing/2014/main" id="{40C5CC0E-449E-4E60-822F-5A4AB69E54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5" name="Rectangle 83">
                <a:extLst>
                  <a:ext uri="{FF2B5EF4-FFF2-40B4-BE49-F238E27FC236}">
                    <a16:creationId xmlns:a16="http://schemas.microsoft.com/office/drawing/2014/main" id="{B2688373-3DD7-4956-8759-7CB2AF735B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6" name="Rectangle 84">
                <a:extLst>
                  <a:ext uri="{FF2B5EF4-FFF2-40B4-BE49-F238E27FC236}">
                    <a16:creationId xmlns:a16="http://schemas.microsoft.com/office/drawing/2014/main" id="{50B8E454-F10F-456B-81ED-301B191CA48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960ABA5C-8D36-4AAD-9494-669B8A3E9E86}"/>
                </a:ext>
              </a:extLst>
            </p:cNvPr>
            <p:cNvGrpSpPr/>
            <p:nvPr/>
          </p:nvGrpSpPr>
          <p:grpSpPr>
            <a:xfrm>
              <a:off x="354110" y="6402442"/>
              <a:ext cx="11480604" cy="109990"/>
              <a:chOff x="354110" y="5903678"/>
              <a:chExt cx="11480604" cy="109990"/>
            </a:xfrm>
            <a:grpFill/>
          </p:grpSpPr>
          <p:sp>
            <p:nvSpPr>
              <p:cNvPr id="25" name="Rectangle 59">
                <a:extLst>
                  <a:ext uri="{FF2B5EF4-FFF2-40B4-BE49-F238E27FC236}">
                    <a16:creationId xmlns:a16="http://schemas.microsoft.com/office/drawing/2014/main" id="{9006E5F9-87EA-4BFF-AC26-08D7B4E6558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" name="Rectangle 60">
                <a:extLst>
                  <a:ext uri="{FF2B5EF4-FFF2-40B4-BE49-F238E27FC236}">
                    <a16:creationId xmlns:a16="http://schemas.microsoft.com/office/drawing/2014/main" id="{40F26277-619B-41A3-9D5F-A02E6914E16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" name="Rectangle 61">
                <a:extLst>
                  <a:ext uri="{FF2B5EF4-FFF2-40B4-BE49-F238E27FC236}">
                    <a16:creationId xmlns:a16="http://schemas.microsoft.com/office/drawing/2014/main" id="{23DB5C85-827B-49AF-BC96-24E7ABDAD9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" name="Rectangle 62">
                <a:extLst>
                  <a:ext uri="{FF2B5EF4-FFF2-40B4-BE49-F238E27FC236}">
                    <a16:creationId xmlns:a16="http://schemas.microsoft.com/office/drawing/2014/main" id="{847A0A99-2056-4E0E-8A5A-2CBCA33AFFD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" name="Rectangle 63">
                <a:extLst>
                  <a:ext uri="{FF2B5EF4-FFF2-40B4-BE49-F238E27FC236}">
                    <a16:creationId xmlns:a16="http://schemas.microsoft.com/office/drawing/2014/main" id="{5474EE8D-D88A-47FF-9107-09082030E0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" name="Rectangle 64">
                <a:extLst>
                  <a:ext uri="{FF2B5EF4-FFF2-40B4-BE49-F238E27FC236}">
                    <a16:creationId xmlns:a16="http://schemas.microsoft.com/office/drawing/2014/main" id="{0EC4B1DB-FB22-4303-B2D7-5E60C557A8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" name="Rectangle 65">
                <a:extLst>
                  <a:ext uri="{FF2B5EF4-FFF2-40B4-BE49-F238E27FC236}">
                    <a16:creationId xmlns:a16="http://schemas.microsoft.com/office/drawing/2014/main" id="{B5127279-9249-47F2-8A42-1F7F68517E9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" name="Rectangle 66">
                <a:extLst>
                  <a:ext uri="{FF2B5EF4-FFF2-40B4-BE49-F238E27FC236}">
                    <a16:creationId xmlns:a16="http://schemas.microsoft.com/office/drawing/2014/main" id="{4BE3E747-CD2D-4EA9-8A1C-AFC94F64039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" name="Rectangle 67">
                <a:extLst>
                  <a:ext uri="{FF2B5EF4-FFF2-40B4-BE49-F238E27FC236}">
                    <a16:creationId xmlns:a16="http://schemas.microsoft.com/office/drawing/2014/main" id="{844450CC-44D2-4CFB-9D82-BA80F0CA0E8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" name="Rectangle 68">
                <a:extLst>
                  <a:ext uri="{FF2B5EF4-FFF2-40B4-BE49-F238E27FC236}">
                    <a16:creationId xmlns:a16="http://schemas.microsoft.com/office/drawing/2014/main" id="{56C9C6B8-074B-4807-A953-D5D69AEE2F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" name="Rectangle 69">
                <a:extLst>
                  <a:ext uri="{FF2B5EF4-FFF2-40B4-BE49-F238E27FC236}">
                    <a16:creationId xmlns:a16="http://schemas.microsoft.com/office/drawing/2014/main" id="{55A940DF-BE4B-4046-BF7D-7BBB8316FF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" name="Rectangle 70">
                <a:extLst>
                  <a:ext uri="{FF2B5EF4-FFF2-40B4-BE49-F238E27FC236}">
                    <a16:creationId xmlns:a16="http://schemas.microsoft.com/office/drawing/2014/main" id="{79FECFE2-55AB-4195-B4F2-F1831B0901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7" name="Rectangle 71">
                <a:extLst>
                  <a:ext uri="{FF2B5EF4-FFF2-40B4-BE49-F238E27FC236}">
                    <a16:creationId xmlns:a16="http://schemas.microsoft.com/office/drawing/2014/main" id="{F78BF45E-3F1B-4CCF-AB55-6AACA1D7968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8" name="Rectangle 72">
                <a:extLst>
                  <a:ext uri="{FF2B5EF4-FFF2-40B4-BE49-F238E27FC236}">
                    <a16:creationId xmlns:a16="http://schemas.microsoft.com/office/drawing/2014/main" id="{CEAEA0D2-DAF5-42AD-824D-BF0A0786AC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9" name="Rectangle 73">
                <a:extLst>
                  <a:ext uri="{FF2B5EF4-FFF2-40B4-BE49-F238E27FC236}">
                    <a16:creationId xmlns:a16="http://schemas.microsoft.com/office/drawing/2014/main" id="{2616B93B-15A3-4A25-B322-A4A334791D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0" name="Rectangle 74">
                <a:extLst>
                  <a:ext uri="{FF2B5EF4-FFF2-40B4-BE49-F238E27FC236}">
                    <a16:creationId xmlns:a16="http://schemas.microsoft.com/office/drawing/2014/main" id="{26C24972-CC21-4F79-908A-8F7EEF3C3B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1" name="Rectangle 75">
                <a:extLst>
                  <a:ext uri="{FF2B5EF4-FFF2-40B4-BE49-F238E27FC236}">
                    <a16:creationId xmlns:a16="http://schemas.microsoft.com/office/drawing/2014/main" id="{FD7C3FD5-0F89-4B6D-AC87-8001A0810C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2" name="Rectangle 76">
                <a:extLst>
                  <a:ext uri="{FF2B5EF4-FFF2-40B4-BE49-F238E27FC236}">
                    <a16:creationId xmlns:a16="http://schemas.microsoft.com/office/drawing/2014/main" id="{B03C108E-68F6-4221-BC40-C5E3C19044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3" name="Rectangle 77">
                <a:extLst>
                  <a:ext uri="{FF2B5EF4-FFF2-40B4-BE49-F238E27FC236}">
                    <a16:creationId xmlns:a16="http://schemas.microsoft.com/office/drawing/2014/main" id="{AEE8C851-520C-4A98-839F-17DEECB4C1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4" name="Rectangle 78">
                <a:extLst>
                  <a:ext uri="{FF2B5EF4-FFF2-40B4-BE49-F238E27FC236}">
                    <a16:creationId xmlns:a16="http://schemas.microsoft.com/office/drawing/2014/main" id="{64CDD37E-8761-499B-B591-D1B68A0C60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5" name="Rectangle 79">
                <a:extLst>
                  <a:ext uri="{FF2B5EF4-FFF2-40B4-BE49-F238E27FC236}">
                    <a16:creationId xmlns:a16="http://schemas.microsoft.com/office/drawing/2014/main" id="{CF1D9CFA-A92A-4012-8DBE-A1AFE416C0D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6" name="Rectangle 80">
                <a:extLst>
                  <a:ext uri="{FF2B5EF4-FFF2-40B4-BE49-F238E27FC236}">
                    <a16:creationId xmlns:a16="http://schemas.microsoft.com/office/drawing/2014/main" id="{5B28FF0B-0B00-4C89-9B32-5FCEE8CF723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7" name="Rectangle 81">
                <a:extLst>
                  <a:ext uri="{FF2B5EF4-FFF2-40B4-BE49-F238E27FC236}">
                    <a16:creationId xmlns:a16="http://schemas.microsoft.com/office/drawing/2014/main" id="{3F39461F-D7C3-4741-A3BF-B2B81AC1BD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8" name="Rectangle 82">
                <a:extLst>
                  <a:ext uri="{FF2B5EF4-FFF2-40B4-BE49-F238E27FC236}">
                    <a16:creationId xmlns:a16="http://schemas.microsoft.com/office/drawing/2014/main" id="{B209DBFB-FB6A-41D4-B8FD-371C1627C2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9" name="Rectangle 83">
                <a:extLst>
                  <a:ext uri="{FF2B5EF4-FFF2-40B4-BE49-F238E27FC236}">
                    <a16:creationId xmlns:a16="http://schemas.microsoft.com/office/drawing/2014/main" id="{9851ABD3-4B24-43E9-8246-B439DE28902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0" name="Rectangle 84">
                <a:extLst>
                  <a:ext uri="{FF2B5EF4-FFF2-40B4-BE49-F238E27FC236}">
                    <a16:creationId xmlns:a16="http://schemas.microsoft.com/office/drawing/2014/main" id="{C66181AB-B727-41A6-A789-CF6AAB6890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</p:grp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81" name="Freeform: Shape 380">
            <a:extLst>
              <a:ext uri="{FF2B5EF4-FFF2-40B4-BE49-F238E27FC236}">
                <a16:creationId xmlns:a16="http://schemas.microsoft.com/office/drawing/2014/main" id="{AE984D29-61FE-4C99-9687-A51CC7822CA6}"/>
              </a:ext>
            </a:extLst>
          </p:cNvPr>
          <p:cNvSpPr/>
          <p:nvPr userDrawn="1"/>
        </p:nvSpPr>
        <p:spPr>
          <a:xfrm>
            <a:off x="5662364" y="1569860"/>
            <a:ext cx="6526461" cy="5288141"/>
          </a:xfrm>
          <a:custGeom>
            <a:avLst/>
            <a:gdLst>
              <a:gd name="connsiteX0" fmla="*/ 393743 w 6526461"/>
              <a:gd name="connsiteY0" fmla="*/ 0 h 5288141"/>
              <a:gd name="connsiteX1" fmla="*/ 6526461 w 6526461"/>
              <a:gd name="connsiteY1" fmla="*/ 0 h 5288141"/>
              <a:gd name="connsiteX2" fmla="*/ 6526461 w 6526461"/>
              <a:gd name="connsiteY2" fmla="*/ 5288141 h 5288141"/>
              <a:gd name="connsiteX3" fmla="*/ 0 w 6526461"/>
              <a:gd name="connsiteY3" fmla="*/ 5288141 h 5288141"/>
              <a:gd name="connsiteX4" fmla="*/ 0 w 6526461"/>
              <a:gd name="connsiteY4" fmla="*/ 393743 h 5288141"/>
              <a:gd name="connsiteX5" fmla="*/ 393743 w 6526461"/>
              <a:gd name="connsiteY5" fmla="*/ 0 h 52881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526461" h="5288141">
                <a:moveTo>
                  <a:pt x="393743" y="0"/>
                </a:moveTo>
                <a:lnTo>
                  <a:pt x="6526461" y="0"/>
                </a:lnTo>
                <a:lnTo>
                  <a:pt x="6526461" y="5288141"/>
                </a:lnTo>
                <a:lnTo>
                  <a:pt x="0" y="5288141"/>
                </a:lnTo>
                <a:lnTo>
                  <a:pt x="0" y="393743"/>
                </a:lnTo>
                <a:cubicBezTo>
                  <a:pt x="0" y="176285"/>
                  <a:pt x="176285" y="0"/>
                  <a:pt x="393743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635000" dist="825500" dir="9600000" algn="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82" name="Picture Placeholder 381">
            <a:extLst>
              <a:ext uri="{FF2B5EF4-FFF2-40B4-BE49-F238E27FC236}">
                <a16:creationId xmlns:a16="http://schemas.microsoft.com/office/drawing/2014/main" id="{8F59953D-8D34-4876-B098-4D1DAD1918E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266549" y="2111829"/>
            <a:ext cx="5922276" cy="4746172"/>
          </a:xfrm>
          <a:custGeom>
            <a:avLst/>
            <a:gdLst>
              <a:gd name="connsiteX0" fmla="*/ 0 w 5922276"/>
              <a:gd name="connsiteY0" fmla="*/ 0 h 4746172"/>
              <a:gd name="connsiteX1" fmla="*/ 5922276 w 5922276"/>
              <a:gd name="connsiteY1" fmla="*/ 0 h 4746172"/>
              <a:gd name="connsiteX2" fmla="*/ 5922276 w 5922276"/>
              <a:gd name="connsiteY2" fmla="*/ 4746172 h 4746172"/>
              <a:gd name="connsiteX3" fmla="*/ 0 w 5922276"/>
              <a:gd name="connsiteY3" fmla="*/ 4746172 h 4746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922276" h="4746172">
                <a:moveTo>
                  <a:pt x="0" y="0"/>
                </a:moveTo>
                <a:lnTo>
                  <a:pt x="5922276" y="0"/>
                </a:lnTo>
                <a:lnTo>
                  <a:pt x="5922276" y="4746172"/>
                </a:lnTo>
                <a:lnTo>
                  <a:pt x="0" y="4746172"/>
                </a:lnTo>
                <a:close/>
              </a:path>
            </a:pathLst>
          </a:custGeom>
          <a:solidFill>
            <a:schemeClr val="accent3"/>
          </a:solidFill>
        </p:spPr>
        <p:txBody>
          <a:bodyPr wrap="square" anchor="ctr">
            <a:noAutofit/>
          </a:bodyPr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14369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What we do?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8C1607FC-4025-4535-B960-C423F1504CE5}"/>
              </a:ext>
            </a:extLst>
          </p:cNvPr>
          <p:cNvGrpSpPr/>
          <p:nvPr userDrawn="1"/>
        </p:nvGrpSpPr>
        <p:grpSpPr>
          <a:xfrm>
            <a:off x="354110" y="326571"/>
            <a:ext cx="11480604" cy="6185861"/>
            <a:chOff x="354110" y="326571"/>
            <a:chExt cx="11480604" cy="6185861"/>
          </a:xfrm>
          <a:solidFill>
            <a:schemeClr val="accent1">
              <a:lumMod val="90000"/>
              <a:lumOff val="10000"/>
              <a:alpha val="20000"/>
            </a:schemeClr>
          </a:solidFill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651BEEC-E6AC-4E4B-9B88-D2F823311FDE}"/>
                </a:ext>
              </a:extLst>
            </p:cNvPr>
            <p:cNvGrpSpPr/>
            <p:nvPr/>
          </p:nvGrpSpPr>
          <p:grpSpPr>
            <a:xfrm>
              <a:off x="354110" y="326571"/>
              <a:ext cx="11480604" cy="109990"/>
              <a:chOff x="354110" y="326571"/>
              <a:chExt cx="11480604" cy="109990"/>
            </a:xfrm>
            <a:grpFill/>
          </p:grpSpPr>
          <p:sp>
            <p:nvSpPr>
              <p:cNvPr id="337" name="Rectangle 5">
                <a:extLst>
                  <a:ext uri="{FF2B5EF4-FFF2-40B4-BE49-F238E27FC236}">
                    <a16:creationId xmlns:a16="http://schemas.microsoft.com/office/drawing/2014/main" id="{85C298FF-97F9-4147-B827-D8E5136C26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8" name="Rectangle 6">
                <a:extLst>
                  <a:ext uri="{FF2B5EF4-FFF2-40B4-BE49-F238E27FC236}">
                    <a16:creationId xmlns:a16="http://schemas.microsoft.com/office/drawing/2014/main" id="{9408EFDD-1492-4223-8E65-A093D2F1BB8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9" name="Rectangle 7">
                <a:extLst>
                  <a:ext uri="{FF2B5EF4-FFF2-40B4-BE49-F238E27FC236}">
                    <a16:creationId xmlns:a16="http://schemas.microsoft.com/office/drawing/2014/main" id="{F894E7F8-7101-42ED-9EE3-85F58C6EF3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0" name="Rectangle 8">
                <a:extLst>
                  <a:ext uri="{FF2B5EF4-FFF2-40B4-BE49-F238E27FC236}">
                    <a16:creationId xmlns:a16="http://schemas.microsoft.com/office/drawing/2014/main" id="{877C8C7E-1793-4536-97A4-63A3591EF9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1" name="Rectangle 9">
                <a:extLst>
                  <a:ext uri="{FF2B5EF4-FFF2-40B4-BE49-F238E27FC236}">
                    <a16:creationId xmlns:a16="http://schemas.microsoft.com/office/drawing/2014/main" id="{077D2BC4-41B3-4D98-84CA-A2503EF131C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2" name="Rectangle 10">
                <a:extLst>
                  <a:ext uri="{FF2B5EF4-FFF2-40B4-BE49-F238E27FC236}">
                    <a16:creationId xmlns:a16="http://schemas.microsoft.com/office/drawing/2014/main" id="{DE4270DF-458E-4975-B86F-E605B966C6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3" name="Rectangle 11">
                <a:extLst>
                  <a:ext uri="{FF2B5EF4-FFF2-40B4-BE49-F238E27FC236}">
                    <a16:creationId xmlns:a16="http://schemas.microsoft.com/office/drawing/2014/main" id="{5334B1DA-DE9D-46A4-B1CC-07D8B5B37F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4" name="Rectangle 12">
                <a:extLst>
                  <a:ext uri="{FF2B5EF4-FFF2-40B4-BE49-F238E27FC236}">
                    <a16:creationId xmlns:a16="http://schemas.microsoft.com/office/drawing/2014/main" id="{1CF1EF4A-5FEC-4B62-A622-2DEE7B72C0B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5" name="Rectangle 13">
                <a:extLst>
                  <a:ext uri="{FF2B5EF4-FFF2-40B4-BE49-F238E27FC236}">
                    <a16:creationId xmlns:a16="http://schemas.microsoft.com/office/drawing/2014/main" id="{322BDF90-AD9B-4F68-8F1B-8AE6FD1E47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6" name="Rectangle 14">
                <a:extLst>
                  <a:ext uri="{FF2B5EF4-FFF2-40B4-BE49-F238E27FC236}">
                    <a16:creationId xmlns:a16="http://schemas.microsoft.com/office/drawing/2014/main" id="{93F9BC3E-2349-4557-A942-FF58D34975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7" name="Rectangle 15">
                <a:extLst>
                  <a:ext uri="{FF2B5EF4-FFF2-40B4-BE49-F238E27FC236}">
                    <a16:creationId xmlns:a16="http://schemas.microsoft.com/office/drawing/2014/main" id="{D4E479F8-DBB7-4E24-82DB-9187E1DA157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8" name="Rectangle 16">
                <a:extLst>
                  <a:ext uri="{FF2B5EF4-FFF2-40B4-BE49-F238E27FC236}">
                    <a16:creationId xmlns:a16="http://schemas.microsoft.com/office/drawing/2014/main" id="{88729413-47AC-4DEA-A613-0B6158FCB8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9" name="Rectangle 17">
                <a:extLst>
                  <a:ext uri="{FF2B5EF4-FFF2-40B4-BE49-F238E27FC236}">
                    <a16:creationId xmlns:a16="http://schemas.microsoft.com/office/drawing/2014/main" id="{20F824DD-152A-4F6D-952E-24ADD1A8C07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0" name="Rectangle 18">
                <a:extLst>
                  <a:ext uri="{FF2B5EF4-FFF2-40B4-BE49-F238E27FC236}">
                    <a16:creationId xmlns:a16="http://schemas.microsoft.com/office/drawing/2014/main" id="{951C09E8-C755-4AEB-9C27-AE9621753A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1" name="Rectangle 19">
                <a:extLst>
                  <a:ext uri="{FF2B5EF4-FFF2-40B4-BE49-F238E27FC236}">
                    <a16:creationId xmlns:a16="http://schemas.microsoft.com/office/drawing/2014/main" id="{32F64432-EE66-40C8-A67A-FA722F75D5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2" name="Rectangle 20">
                <a:extLst>
                  <a:ext uri="{FF2B5EF4-FFF2-40B4-BE49-F238E27FC236}">
                    <a16:creationId xmlns:a16="http://schemas.microsoft.com/office/drawing/2014/main" id="{29005991-F871-4DFB-9517-DCB334B68B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3" name="Rectangle 21">
                <a:extLst>
                  <a:ext uri="{FF2B5EF4-FFF2-40B4-BE49-F238E27FC236}">
                    <a16:creationId xmlns:a16="http://schemas.microsoft.com/office/drawing/2014/main" id="{1C601034-B07F-4FCA-B65F-4BA94F1FEF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4" name="Rectangle 22">
                <a:extLst>
                  <a:ext uri="{FF2B5EF4-FFF2-40B4-BE49-F238E27FC236}">
                    <a16:creationId xmlns:a16="http://schemas.microsoft.com/office/drawing/2014/main" id="{A3C10F51-A92E-4F5D-841E-2495E85BD8B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5" name="Rectangle 23">
                <a:extLst>
                  <a:ext uri="{FF2B5EF4-FFF2-40B4-BE49-F238E27FC236}">
                    <a16:creationId xmlns:a16="http://schemas.microsoft.com/office/drawing/2014/main" id="{8656C742-4C71-41EC-9EED-8A0FF35A8B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6" name="Rectangle 24">
                <a:extLst>
                  <a:ext uri="{FF2B5EF4-FFF2-40B4-BE49-F238E27FC236}">
                    <a16:creationId xmlns:a16="http://schemas.microsoft.com/office/drawing/2014/main" id="{DD7837C0-45DC-47B0-8EB6-E1AFA3DF28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7" name="Rectangle 25">
                <a:extLst>
                  <a:ext uri="{FF2B5EF4-FFF2-40B4-BE49-F238E27FC236}">
                    <a16:creationId xmlns:a16="http://schemas.microsoft.com/office/drawing/2014/main" id="{C6C4A808-47AA-4933-B20F-A80BEEFBDE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8" name="Rectangle 26">
                <a:extLst>
                  <a:ext uri="{FF2B5EF4-FFF2-40B4-BE49-F238E27FC236}">
                    <a16:creationId xmlns:a16="http://schemas.microsoft.com/office/drawing/2014/main" id="{1916F620-2E67-4716-A335-AA9D0F9A9B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9" name="Rectangle 27">
                <a:extLst>
                  <a:ext uri="{FF2B5EF4-FFF2-40B4-BE49-F238E27FC236}">
                    <a16:creationId xmlns:a16="http://schemas.microsoft.com/office/drawing/2014/main" id="{54529738-34CA-43C1-9448-C6D7594E392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0" name="Rectangle 28">
                <a:extLst>
                  <a:ext uri="{FF2B5EF4-FFF2-40B4-BE49-F238E27FC236}">
                    <a16:creationId xmlns:a16="http://schemas.microsoft.com/office/drawing/2014/main" id="{AB2B254B-6166-4F70-A263-5F5630C8AF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1" name="Rectangle 29">
                <a:extLst>
                  <a:ext uri="{FF2B5EF4-FFF2-40B4-BE49-F238E27FC236}">
                    <a16:creationId xmlns:a16="http://schemas.microsoft.com/office/drawing/2014/main" id="{CC179163-7F45-4275-B900-184CA908E7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2" name="Rectangle 30">
                <a:extLst>
                  <a:ext uri="{FF2B5EF4-FFF2-40B4-BE49-F238E27FC236}">
                    <a16:creationId xmlns:a16="http://schemas.microsoft.com/office/drawing/2014/main" id="{A16179B1-495E-40B6-BA3E-4FE45BD06F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6CC022AE-7DA1-4DBC-B4FA-A550170E3244}"/>
                </a:ext>
              </a:extLst>
            </p:cNvPr>
            <p:cNvGrpSpPr/>
            <p:nvPr/>
          </p:nvGrpSpPr>
          <p:grpSpPr>
            <a:xfrm>
              <a:off x="354110" y="833283"/>
              <a:ext cx="11480604" cy="108822"/>
              <a:chOff x="354110" y="834963"/>
              <a:chExt cx="11480604" cy="108822"/>
            </a:xfrm>
            <a:grpFill/>
          </p:grpSpPr>
          <p:sp>
            <p:nvSpPr>
              <p:cNvPr id="311" name="Rectangle 32">
                <a:extLst>
                  <a:ext uri="{FF2B5EF4-FFF2-40B4-BE49-F238E27FC236}">
                    <a16:creationId xmlns:a16="http://schemas.microsoft.com/office/drawing/2014/main" id="{E6CEC545-E6D9-4264-BEA6-119B54AE4C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2" name="Rectangle 33">
                <a:extLst>
                  <a:ext uri="{FF2B5EF4-FFF2-40B4-BE49-F238E27FC236}">
                    <a16:creationId xmlns:a16="http://schemas.microsoft.com/office/drawing/2014/main" id="{60C7E7B9-97E8-4AE1-A9F0-162381B38D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3" name="Rectangle 34">
                <a:extLst>
                  <a:ext uri="{FF2B5EF4-FFF2-40B4-BE49-F238E27FC236}">
                    <a16:creationId xmlns:a16="http://schemas.microsoft.com/office/drawing/2014/main" id="{BC9E105B-3AD3-4AC9-8C4E-3DABA3F821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4" name="Rectangle 35">
                <a:extLst>
                  <a:ext uri="{FF2B5EF4-FFF2-40B4-BE49-F238E27FC236}">
                    <a16:creationId xmlns:a16="http://schemas.microsoft.com/office/drawing/2014/main" id="{B10232F8-CE74-495F-B906-B4B2237079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5" name="Rectangle 36">
                <a:extLst>
                  <a:ext uri="{FF2B5EF4-FFF2-40B4-BE49-F238E27FC236}">
                    <a16:creationId xmlns:a16="http://schemas.microsoft.com/office/drawing/2014/main" id="{377EBFB6-EE61-435B-A0EA-67D67D892FE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6" name="Rectangle 37">
                <a:extLst>
                  <a:ext uri="{FF2B5EF4-FFF2-40B4-BE49-F238E27FC236}">
                    <a16:creationId xmlns:a16="http://schemas.microsoft.com/office/drawing/2014/main" id="{7837C467-758B-463F-B551-93C783E129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7" name="Rectangle 38">
                <a:extLst>
                  <a:ext uri="{FF2B5EF4-FFF2-40B4-BE49-F238E27FC236}">
                    <a16:creationId xmlns:a16="http://schemas.microsoft.com/office/drawing/2014/main" id="{C77A01F7-C261-4381-86C3-4C89EE66C7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8" name="Rectangle 39">
                <a:extLst>
                  <a:ext uri="{FF2B5EF4-FFF2-40B4-BE49-F238E27FC236}">
                    <a16:creationId xmlns:a16="http://schemas.microsoft.com/office/drawing/2014/main" id="{7477D541-DCD7-4A47-BAD6-421CE795D86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9" name="Rectangle 40">
                <a:extLst>
                  <a:ext uri="{FF2B5EF4-FFF2-40B4-BE49-F238E27FC236}">
                    <a16:creationId xmlns:a16="http://schemas.microsoft.com/office/drawing/2014/main" id="{4E64ADB5-6C15-4DFA-A1D8-CCB52869EB2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0" name="Rectangle 41">
                <a:extLst>
                  <a:ext uri="{FF2B5EF4-FFF2-40B4-BE49-F238E27FC236}">
                    <a16:creationId xmlns:a16="http://schemas.microsoft.com/office/drawing/2014/main" id="{AC57F5E1-8997-4B18-B946-EC6DFA386D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1" name="Rectangle 42">
                <a:extLst>
                  <a:ext uri="{FF2B5EF4-FFF2-40B4-BE49-F238E27FC236}">
                    <a16:creationId xmlns:a16="http://schemas.microsoft.com/office/drawing/2014/main" id="{AC1B45CA-8F96-41DA-A93A-FD14080BEB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2" name="Rectangle 43">
                <a:extLst>
                  <a:ext uri="{FF2B5EF4-FFF2-40B4-BE49-F238E27FC236}">
                    <a16:creationId xmlns:a16="http://schemas.microsoft.com/office/drawing/2014/main" id="{703118E8-5E3B-4DFA-9921-369E22CA03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3" name="Rectangle 44">
                <a:extLst>
                  <a:ext uri="{FF2B5EF4-FFF2-40B4-BE49-F238E27FC236}">
                    <a16:creationId xmlns:a16="http://schemas.microsoft.com/office/drawing/2014/main" id="{ED301010-E5DC-4676-A476-7C14D84A53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4" name="Rectangle 45">
                <a:extLst>
                  <a:ext uri="{FF2B5EF4-FFF2-40B4-BE49-F238E27FC236}">
                    <a16:creationId xmlns:a16="http://schemas.microsoft.com/office/drawing/2014/main" id="{37F85CBA-9F8F-490A-A6C5-555D548FDA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5" name="Rectangle 46">
                <a:extLst>
                  <a:ext uri="{FF2B5EF4-FFF2-40B4-BE49-F238E27FC236}">
                    <a16:creationId xmlns:a16="http://schemas.microsoft.com/office/drawing/2014/main" id="{4CDDB648-0406-4415-9B3A-F56F9D7B2E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6" name="Rectangle 47">
                <a:extLst>
                  <a:ext uri="{FF2B5EF4-FFF2-40B4-BE49-F238E27FC236}">
                    <a16:creationId xmlns:a16="http://schemas.microsoft.com/office/drawing/2014/main" id="{9656844F-AFE3-4957-A69F-F4A848FEF63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7" name="Rectangle 48">
                <a:extLst>
                  <a:ext uri="{FF2B5EF4-FFF2-40B4-BE49-F238E27FC236}">
                    <a16:creationId xmlns:a16="http://schemas.microsoft.com/office/drawing/2014/main" id="{5A3A99BA-4854-4231-B6BB-888D83A0100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8" name="Rectangle 49">
                <a:extLst>
                  <a:ext uri="{FF2B5EF4-FFF2-40B4-BE49-F238E27FC236}">
                    <a16:creationId xmlns:a16="http://schemas.microsoft.com/office/drawing/2014/main" id="{22B51AD2-0C6E-467F-A47F-34DAB5BB7EB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9" name="Rectangle 50">
                <a:extLst>
                  <a:ext uri="{FF2B5EF4-FFF2-40B4-BE49-F238E27FC236}">
                    <a16:creationId xmlns:a16="http://schemas.microsoft.com/office/drawing/2014/main" id="{EDE14BA8-EBD0-4206-8FB2-6B9E4AB28F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0" name="Rectangle 51">
                <a:extLst>
                  <a:ext uri="{FF2B5EF4-FFF2-40B4-BE49-F238E27FC236}">
                    <a16:creationId xmlns:a16="http://schemas.microsoft.com/office/drawing/2014/main" id="{F2846FEF-2688-4964-A02B-231009108D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1" name="Rectangle 52">
                <a:extLst>
                  <a:ext uri="{FF2B5EF4-FFF2-40B4-BE49-F238E27FC236}">
                    <a16:creationId xmlns:a16="http://schemas.microsoft.com/office/drawing/2014/main" id="{93E03F91-49D8-43EE-B637-0558AECB0E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2" name="Rectangle 53">
                <a:extLst>
                  <a:ext uri="{FF2B5EF4-FFF2-40B4-BE49-F238E27FC236}">
                    <a16:creationId xmlns:a16="http://schemas.microsoft.com/office/drawing/2014/main" id="{25EB1B6D-371C-4129-8792-C87711A4DC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3" name="Rectangle 54">
                <a:extLst>
                  <a:ext uri="{FF2B5EF4-FFF2-40B4-BE49-F238E27FC236}">
                    <a16:creationId xmlns:a16="http://schemas.microsoft.com/office/drawing/2014/main" id="{F0762AD7-4B47-41B5-90EC-26D5248FC1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4" name="Rectangle 55">
                <a:extLst>
                  <a:ext uri="{FF2B5EF4-FFF2-40B4-BE49-F238E27FC236}">
                    <a16:creationId xmlns:a16="http://schemas.microsoft.com/office/drawing/2014/main" id="{77F5372A-DF0C-4EB4-8383-88ACAFBC34E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5" name="Rectangle 56">
                <a:extLst>
                  <a:ext uri="{FF2B5EF4-FFF2-40B4-BE49-F238E27FC236}">
                    <a16:creationId xmlns:a16="http://schemas.microsoft.com/office/drawing/2014/main" id="{E1647C36-4FD2-4648-B99F-D1A25055E7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6" name="Rectangle 57">
                <a:extLst>
                  <a:ext uri="{FF2B5EF4-FFF2-40B4-BE49-F238E27FC236}">
                    <a16:creationId xmlns:a16="http://schemas.microsoft.com/office/drawing/2014/main" id="{ACEC7B34-ADAF-47D3-BF11-ED91BA7A1A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86937529-B296-43D8-A41E-AB8B81312F52}"/>
                </a:ext>
              </a:extLst>
            </p:cNvPr>
            <p:cNvGrpSpPr/>
            <p:nvPr/>
          </p:nvGrpSpPr>
          <p:grpSpPr>
            <a:xfrm>
              <a:off x="354110" y="1338827"/>
              <a:ext cx="11480604" cy="109990"/>
              <a:chOff x="354110" y="1342187"/>
              <a:chExt cx="11480604" cy="109990"/>
            </a:xfrm>
            <a:grpFill/>
          </p:grpSpPr>
          <p:sp>
            <p:nvSpPr>
              <p:cNvPr id="285" name="Rectangle 59">
                <a:extLst>
                  <a:ext uri="{FF2B5EF4-FFF2-40B4-BE49-F238E27FC236}">
                    <a16:creationId xmlns:a16="http://schemas.microsoft.com/office/drawing/2014/main" id="{D5764D4B-1D40-4C27-A916-0AC8D92994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6" name="Rectangle 60">
                <a:extLst>
                  <a:ext uri="{FF2B5EF4-FFF2-40B4-BE49-F238E27FC236}">
                    <a16:creationId xmlns:a16="http://schemas.microsoft.com/office/drawing/2014/main" id="{8D6FB00B-87D1-4116-9000-867A2BDD99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7" name="Rectangle 61">
                <a:extLst>
                  <a:ext uri="{FF2B5EF4-FFF2-40B4-BE49-F238E27FC236}">
                    <a16:creationId xmlns:a16="http://schemas.microsoft.com/office/drawing/2014/main" id="{13141309-AB43-4A97-A80F-35655D9BF20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8" name="Rectangle 62">
                <a:extLst>
                  <a:ext uri="{FF2B5EF4-FFF2-40B4-BE49-F238E27FC236}">
                    <a16:creationId xmlns:a16="http://schemas.microsoft.com/office/drawing/2014/main" id="{C9A0F710-6D9F-43AD-AC28-FF4E521655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9" name="Rectangle 63">
                <a:extLst>
                  <a:ext uri="{FF2B5EF4-FFF2-40B4-BE49-F238E27FC236}">
                    <a16:creationId xmlns:a16="http://schemas.microsoft.com/office/drawing/2014/main" id="{22D043F3-2F25-42E6-A0CC-C1417E89D1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0" name="Rectangle 64">
                <a:extLst>
                  <a:ext uri="{FF2B5EF4-FFF2-40B4-BE49-F238E27FC236}">
                    <a16:creationId xmlns:a16="http://schemas.microsoft.com/office/drawing/2014/main" id="{128AE702-54D4-4937-85C0-321F9B6D172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1" name="Rectangle 65">
                <a:extLst>
                  <a:ext uri="{FF2B5EF4-FFF2-40B4-BE49-F238E27FC236}">
                    <a16:creationId xmlns:a16="http://schemas.microsoft.com/office/drawing/2014/main" id="{495CD95D-8E09-4DE3-AD35-D07AE4DACF5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2" name="Rectangle 66">
                <a:extLst>
                  <a:ext uri="{FF2B5EF4-FFF2-40B4-BE49-F238E27FC236}">
                    <a16:creationId xmlns:a16="http://schemas.microsoft.com/office/drawing/2014/main" id="{F9E349F8-478A-454D-B3EF-507AC59758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3" name="Rectangle 67">
                <a:extLst>
                  <a:ext uri="{FF2B5EF4-FFF2-40B4-BE49-F238E27FC236}">
                    <a16:creationId xmlns:a16="http://schemas.microsoft.com/office/drawing/2014/main" id="{038DA8FC-06DE-457C-A8EE-5A7FEC447F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4" name="Rectangle 68">
                <a:extLst>
                  <a:ext uri="{FF2B5EF4-FFF2-40B4-BE49-F238E27FC236}">
                    <a16:creationId xmlns:a16="http://schemas.microsoft.com/office/drawing/2014/main" id="{37F3C727-E73B-4515-BA7B-40F0811025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5" name="Rectangle 69">
                <a:extLst>
                  <a:ext uri="{FF2B5EF4-FFF2-40B4-BE49-F238E27FC236}">
                    <a16:creationId xmlns:a16="http://schemas.microsoft.com/office/drawing/2014/main" id="{7ACA813C-C067-4264-85A3-D6CC63AFF9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6" name="Rectangle 70">
                <a:extLst>
                  <a:ext uri="{FF2B5EF4-FFF2-40B4-BE49-F238E27FC236}">
                    <a16:creationId xmlns:a16="http://schemas.microsoft.com/office/drawing/2014/main" id="{7F1EFEF0-7477-4565-8B37-7950FACA67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7" name="Rectangle 71">
                <a:extLst>
                  <a:ext uri="{FF2B5EF4-FFF2-40B4-BE49-F238E27FC236}">
                    <a16:creationId xmlns:a16="http://schemas.microsoft.com/office/drawing/2014/main" id="{F425C54F-BDFC-4555-881A-B6F267624F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8" name="Rectangle 72">
                <a:extLst>
                  <a:ext uri="{FF2B5EF4-FFF2-40B4-BE49-F238E27FC236}">
                    <a16:creationId xmlns:a16="http://schemas.microsoft.com/office/drawing/2014/main" id="{213AFED9-7175-4A0D-92DC-B39BAE0FD3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9" name="Rectangle 73">
                <a:extLst>
                  <a:ext uri="{FF2B5EF4-FFF2-40B4-BE49-F238E27FC236}">
                    <a16:creationId xmlns:a16="http://schemas.microsoft.com/office/drawing/2014/main" id="{9E4FCFC2-A1ED-453A-B612-E5E0B39C2A9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0" name="Rectangle 74">
                <a:extLst>
                  <a:ext uri="{FF2B5EF4-FFF2-40B4-BE49-F238E27FC236}">
                    <a16:creationId xmlns:a16="http://schemas.microsoft.com/office/drawing/2014/main" id="{1C9D742B-9152-4EF7-A612-B519BF62C6C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1" name="Rectangle 75">
                <a:extLst>
                  <a:ext uri="{FF2B5EF4-FFF2-40B4-BE49-F238E27FC236}">
                    <a16:creationId xmlns:a16="http://schemas.microsoft.com/office/drawing/2014/main" id="{2149792F-282E-44D6-84AE-7D31FA24B2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2" name="Rectangle 76">
                <a:extLst>
                  <a:ext uri="{FF2B5EF4-FFF2-40B4-BE49-F238E27FC236}">
                    <a16:creationId xmlns:a16="http://schemas.microsoft.com/office/drawing/2014/main" id="{BEAFEECA-B893-49C1-9039-812C4AF541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3" name="Rectangle 77">
                <a:extLst>
                  <a:ext uri="{FF2B5EF4-FFF2-40B4-BE49-F238E27FC236}">
                    <a16:creationId xmlns:a16="http://schemas.microsoft.com/office/drawing/2014/main" id="{122E4F71-6D60-47F1-8100-1C8190AADA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4" name="Rectangle 78">
                <a:extLst>
                  <a:ext uri="{FF2B5EF4-FFF2-40B4-BE49-F238E27FC236}">
                    <a16:creationId xmlns:a16="http://schemas.microsoft.com/office/drawing/2014/main" id="{E9A54785-45A1-4BC8-A85E-CA3EB19FF3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5" name="Rectangle 79">
                <a:extLst>
                  <a:ext uri="{FF2B5EF4-FFF2-40B4-BE49-F238E27FC236}">
                    <a16:creationId xmlns:a16="http://schemas.microsoft.com/office/drawing/2014/main" id="{D765DC5F-87A3-4E46-88C5-F2101A2941F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6" name="Rectangle 80">
                <a:extLst>
                  <a:ext uri="{FF2B5EF4-FFF2-40B4-BE49-F238E27FC236}">
                    <a16:creationId xmlns:a16="http://schemas.microsoft.com/office/drawing/2014/main" id="{644B6B17-5BBC-4A03-8899-52E7DF7FE6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7" name="Rectangle 81">
                <a:extLst>
                  <a:ext uri="{FF2B5EF4-FFF2-40B4-BE49-F238E27FC236}">
                    <a16:creationId xmlns:a16="http://schemas.microsoft.com/office/drawing/2014/main" id="{987BE756-32EA-455B-8130-C8E83B1B3B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8" name="Rectangle 82">
                <a:extLst>
                  <a:ext uri="{FF2B5EF4-FFF2-40B4-BE49-F238E27FC236}">
                    <a16:creationId xmlns:a16="http://schemas.microsoft.com/office/drawing/2014/main" id="{5C7821F2-B5EF-4833-B9B9-5AE62E01175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9" name="Rectangle 83">
                <a:extLst>
                  <a:ext uri="{FF2B5EF4-FFF2-40B4-BE49-F238E27FC236}">
                    <a16:creationId xmlns:a16="http://schemas.microsoft.com/office/drawing/2014/main" id="{EDF1C499-3F66-4B42-92C0-855DDB14CD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0" name="Rectangle 84">
                <a:extLst>
                  <a:ext uri="{FF2B5EF4-FFF2-40B4-BE49-F238E27FC236}">
                    <a16:creationId xmlns:a16="http://schemas.microsoft.com/office/drawing/2014/main" id="{3A95874A-F523-4169-A3FB-782B25C88E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7F2D639A-C347-4082-9643-F89AF7802C05}"/>
                </a:ext>
              </a:extLst>
            </p:cNvPr>
            <p:cNvGrpSpPr/>
            <p:nvPr/>
          </p:nvGrpSpPr>
          <p:grpSpPr>
            <a:xfrm>
              <a:off x="354110" y="1845539"/>
              <a:ext cx="11480604" cy="109990"/>
              <a:chOff x="354110" y="1850572"/>
              <a:chExt cx="11480604" cy="109990"/>
            </a:xfrm>
            <a:grpFill/>
          </p:grpSpPr>
          <p:sp>
            <p:nvSpPr>
              <p:cNvPr id="259" name="Rectangle 5">
                <a:extLst>
                  <a:ext uri="{FF2B5EF4-FFF2-40B4-BE49-F238E27FC236}">
                    <a16:creationId xmlns:a16="http://schemas.microsoft.com/office/drawing/2014/main" id="{6291B61F-460B-41F6-82CC-088066FD85C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0" name="Rectangle 6">
                <a:extLst>
                  <a:ext uri="{FF2B5EF4-FFF2-40B4-BE49-F238E27FC236}">
                    <a16:creationId xmlns:a16="http://schemas.microsoft.com/office/drawing/2014/main" id="{C588270F-A3F7-4DD2-8B81-C30BA64125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1" name="Rectangle 7">
                <a:extLst>
                  <a:ext uri="{FF2B5EF4-FFF2-40B4-BE49-F238E27FC236}">
                    <a16:creationId xmlns:a16="http://schemas.microsoft.com/office/drawing/2014/main" id="{050F8909-1A69-4BF3-BC80-ECD1B486FA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2" name="Rectangle 8">
                <a:extLst>
                  <a:ext uri="{FF2B5EF4-FFF2-40B4-BE49-F238E27FC236}">
                    <a16:creationId xmlns:a16="http://schemas.microsoft.com/office/drawing/2014/main" id="{995EC835-8CAE-48D8-ADF0-22B6D986B1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3" name="Rectangle 9">
                <a:extLst>
                  <a:ext uri="{FF2B5EF4-FFF2-40B4-BE49-F238E27FC236}">
                    <a16:creationId xmlns:a16="http://schemas.microsoft.com/office/drawing/2014/main" id="{5076577D-01F8-484C-8AEB-1091039A66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4" name="Rectangle 10">
                <a:extLst>
                  <a:ext uri="{FF2B5EF4-FFF2-40B4-BE49-F238E27FC236}">
                    <a16:creationId xmlns:a16="http://schemas.microsoft.com/office/drawing/2014/main" id="{5FAA1557-63ED-4C2E-89BE-E827B69C47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5" name="Rectangle 11">
                <a:extLst>
                  <a:ext uri="{FF2B5EF4-FFF2-40B4-BE49-F238E27FC236}">
                    <a16:creationId xmlns:a16="http://schemas.microsoft.com/office/drawing/2014/main" id="{63D8B1EF-AF76-4A72-B4E3-FC4D1B4E7A8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6" name="Rectangle 12">
                <a:extLst>
                  <a:ext uri="{FF2B5EF4-FFF2-40B4-BE49-F238E27FC236}">
                    <a16:creationId xmlns:a16="http://schemas.microsoft.com/office/drawing/2014/main" id="{4DF3DA51-2B69-42BD-A6DE-6F85AA1161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7" name="Rectangle 13">
                <a:extLst>
                  <a:ext uri="{FF2B5EF4-FFF2-40B4-BE49-F238E27FC236}">
                    <a16:creationId xmlns:a16="http://schemas.microsoft.com/office/drawing/2014/main" id="{464ECA3E-44D7-43DE-A35E-EADB2D8D72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8" name="Rectangle 14">
                <a:extLst>
                  <a:ext uri="{FF2B5EF4-FFF2-40B4-BE49-F238E27FC236}">
                    <a16:creationId xmlns:a16="http://schemas.microsoft.com/office/drawing/2014/main" id="{36E4F914-DFE7-4297-8E42-A27710155F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9" name="Rectangle 15">
                <a:extLst>
                  <a:ext uri="{FF2B5EF4-FFF2-40B4-BE49-F238E27FC236}">
                    <a16:creationId xmlns:a16="http://schemas.microsoft.com/office/drawing/2014/main" id="{164AA26B-0915-4E61-AFF2-BDA8ED551B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0" name="Rectangle 16">
                <a:extLst>
                  <a:ext uri="{FF2B5EF4-FFF2-40B4-BE49-F238E27FC236}">
                    <a16:creationId xmlns:a16="http://schemas.microsoft.com/office/drawing/2014/main" id="{D5AB2E4B-626F-4072-87E5-595D35EFADA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1" name="Rectangle 17">
                <a:extLst>
                  <a:ext uri="{FF2B5EF4-FFF2-40B4-BE49-F238E27FC236}">
                    <a16:creationId xmlns:a16="http://schemas.microsoft.com/office/drawing/2014/main" id="{65DAB362-330B-46D1-BCA8-58DF84B02A0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2" name="Rectangle 18">
                <a:extLst>
                  <a:ext uri="{FF2B5EF4-FFF2-40B4-BE49-F238E27FC236}">
                    <a16:creationId xmlns:a16="http://schemas.microsoft.com/office/drawing/2014/main" id="{354D240F-C2AD-45B8-AC36-32AD2EAD65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3" name="Rectangle 19">
                <a:extLst>
                  <a:ext uri="{FF2B5EF4-FFF2-40B4-BE49-F238E27FC236}">
                    <a16:creationId xmlns:a16="http://schemas.microsoft.com/office/drawing/2014/main" id="{90E2C084-FE42-498D-9DD1-54C9F18333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4" name="Rectangle 20">
                <a:extLst>
                  <a:ext uri="{FF2B5EF4-FFF2-40B4-BE49-F238E27FC236}">
                    <a16:creationId xmlns:a16="http://schemas.microsoft.com/office/drawing/2014/main" id="{C350DA86-5C2C-4CB7-B1CC-4409FC68993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5" name="Rectangle 21">
                <a:extLst>
                  <a:ext uri="{FF2B5EF4-FFF2-40B4-BE49-F238E27FC236}">
                    <a16:creationId xmlns:a16="http://schemas.microsoft.com/office/drawing/2014/main" id="{3476D016-BE0E-40FB-AE03-36C7206310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6" name="Rectangle 22">
                <a:extLst>
                  <a:ext uri="{FF2B5EF4-FFF2-40B4-BE49-F238E27FC236}">
                    <a16:creationId xmlns:a16="http://schemas.microsoft.com/office/drawing/2014/main" id="{4207A264-69D9-418A-8329-92D261B9B62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7" name="Rectangle 23">
                <a:extLst>
                  <a:ext uri="{FF2B5EF4-FFF2-40B4-BE49-F238E27FC236}">
                    <a16:creationId xmlns:a16="http://schemas.microsoft.com/office/drawing/2014/main" id="{A6B0A29B-A2CB-436D-9F5A-97AC9E9B35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8" name="Rectangle 24">
                <a:extLst>
                  <a:ext uri="{FF2B5EF4-FFF2-40B4-BE49-F238E27FC236}">
                    <a16:creationId xmlns:a16="http://schemas.microsoft.com/office/drawing/2014/main" id="{E9855E46-BFAF-42D9-AC3D-C449C9315DD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9" name="Rectangle 25">
                <a:extLst>
                  <a:ext uri="{FF2B5EF4-FFF2-40B4-BE49-F238E27FC236}">
                    <a16:creationId xmlns:a16="http://schemas.microsoft.com/office/drawing/2014/main" id="{8A0832E2-B419-44F2-AA90-20EF152828F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0" name="Rectangle 26">
                <a:extLst>
                  <a:ext uri="{FF2B5EF4-FFF2-40B4-BE49-F238E27FC236}">
                    <a16:creationId xmlns:a16="http://schemas.microsoft.com/office/drawing/2014/main" id="{19E36BF2-3D4E-4C2B-8D4A-DCF9E92FAE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1" name="Rectangle 27">
                <a:extLst>
                  <a:ext uri="{FF2B5EF4-FFF2-40B4-BE49-F238E27FC236}">
                    <a16:creationId xmlns:a16="http://schemas.microsoft.com/office/drawing/2014/main" id="{038C7A5F-FE20-45D2-9A21-6F27B6DEE7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2" name="Rectangle 28">
                <a:extLst>
                  <a:ext uri="{FF2B5EF4-FFF2-40B4-BE49-F238E27FC236}">
                    <a16:creationId xmlns:a16="http://schemas.microsoft.com/office/drawing/2014/main" id="{E6296672-5055-43EF-8C50-F99741CCADC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3" name="Rectangle 29">
                <a:extLst>
                  <a:ext uri="{FF2B5EF4-FFF2-40B4-BE49-F238E27FC236}">
                    <a16:creationId xmlns:a16="http://schemas.microsoft.com/office/drawing/2014/main" id="{9F789C90-FBCD-48B5-800E-4829555286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4" name="Rectangle 30">
                <a:extLst>
                  <a:ext uri="{FF2B5EF4-FFF2-40B4-BE49-F238E27FC236}">
                    <a16:creationId xmlns:a16="http://schemas.microsoft.com/office/drawing/2014/main" id="{DDF49BA7-3A02-4020-A1E4-11270C6862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6A8B488-F73F-46BA-AAC6-FAAE1D26CA95}"/>
                </a:ext>
              </a:extLst>
            </p:cNvPr>
            <p:cNvGrpSpPr/>
            <p:nvPr/>
          </p:nvGrpSpPr>
          <p:grpSpPr>
            <a:xfrm>
              <a:off x="354110" y="2352251"/>
              <a:ext cx="11480604" cy="108822"/>
              <a:chOff x="354110" y="2358964"/>
              <a:chExt cx="11480604" cy="108822"/>
            </a:xfrm>
            <a:grpFill/>
          </p:grpSpPr>
          <p:sp>
            <p:nvSpPr>
              <p:cNvPr id="233" name="Rectangle 32">
                <a:extLst>
                  <a:ext uri="{FF2B5EF4-FFF2-40B4-BE49-F238E27FC236}">
                    <a16:creationId xmlns:a16="http://schemas.microsoft.com/office/drawing/2014/main" id="{B4B13D94-DCE1-468B-AF50-848FB46E49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4" name="Rectangle 33">
                <a:extLst>
                  <a:ext uri="{FF2B5EF4-FFF2-40B4-BE49-F238E27FC236}">
                    <a16:creationId xmlns:a16="http://schemas.microsoft.com/office/drawing/2014/main" id="{D42897BB-EFBB-4C3E-B7D8-39558C9973F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5" name="Rectangle 34">
                <a:extLst>
                  <a:ext uri="{FF2B5EF4-FFF2-40B4-BE49-F238E27FC236}">
                    <a16:creationId xmlns:a16="http://schemas.microsoft.com/office/drawing/2014/main" id="{4FAE9ED1-B75E-4074-8A29-538EBAC751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6" name="Rectangle 35">
                <a:extLst>
                  <a:ext uri="{FF2B5EF4-FFF2-40B4-BE49-F238E27FC236}">
                    <a16:creationId xmlns:a16="http://schemas.microsoft.com/office/drawing/2014/main" id="{04AF33C2-82DD-4449-B5ED-C6E11A9176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7" name="Rectangle 36">
                <a:extLst>
                  <a:ext uri="{FF2B5EF4-FFF2-40B4-BE49-F238E27FC236}">
                    <a16:creationId xmlns:a16="http://schemas.microsoft.com/office/drawing/2014/main" id="{A402AA2F-3566-4F90-A3D7-2F6ACC0596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8" name="Rectangle 37">
                <a:extLst>
                  <a:ext uri="{FF2B5EF4-FFF2-40B4-BE49-F238E27FC236}">
                    <a16:creationId xmlns:a16="http://schemas.microsoft.com/office/drawing/2014/main" id="{12257C74-8FE2-4A5A-AE7D-4253FD48B2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9" name="Rectangle 38">
                <a:extLst>
                  <a:ext uri="{FF2B5EF4-FFF2-40B4-BE49-F238E27FC236}">
                    <a16:creationId xmlns:a16="http://schemas.microsoft.com/office/drawing/2014/main" id="{EDCCE78B-73E1-4347-A0AB-893F31DE0D7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0" name="Rectangle 39">
                <a:extLst>
                  <a:ext uri="{FF2B5EF4-FFF2-40B4-BE49-F238E27FC236}">
                    <a16:creationId xmlns:a16="http://schemas.microsoft.com/office/drawing/2014/main" id="{71A20C81-1914-4715-86F6-FC2A3887F21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1" name="Rectangle 40">
                <a:extLst>
                  <a:ext uri="{FF2B5EF4-FFF2-40B4-BE49-F238E27FC236}">
                    <a16:creationId xmlns:a16="http://schemas.microsoft.com/office/drawing/2014/main" id="{30EB0F8B-2241-4BB6-B10C-10150726F1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2" name="Rectangle 41">
                <a:extLst>
                  <a:ext uri="{FF2B5EF4-FFF2-40B4-BE49-F238E27FC236}">
                    <a16:creationId xmlns:a16="http://schemas.microsoft.com/office/drawing/2014/main" id="{93DC7C70-8C17-43A4-9F9B-0C24A1A8816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3" name="Rectangle 42">
                <a:extLst>
                  <a:ext uri="{FF2B5EF4-FFF2-40B4-BE49-F238E27FC236}">
                    <a16:creationId xmlns:a16="http://schemas.microsoft.com/office/drawing/2014/main" id="{700DA9A2-C7ED-46FB-B7ED-912E60E910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4" name="Rectangle 43">
                <a:extLst>
                  <a:ext uri="{FF2B5EF4-FFF2-40B4-BE49-F238E27FC236}">
                    <a16:creationId xmlns:a16="http://schemas.microsoft.com/office/drawing/2014/main" id="{23993B3F-B1E2-4626-915E-30EA0C27114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5" name="Rectangle 44">
                <a:extLst>
                  <a:ext uri="{FF2B5EF4-FFF2-40B4-BE49-F238E27FC236}">
                    <a16:creationId xmlns:a16="http://schemas.microsoft.com/office/drawing/2014/main" id="{70A847F2-326C-4A11-90C5-5A5E3BC0062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6" name="Rectangle 45">
                <a:extLst>
                  <a:ext uri="{FF2B5EF4-FFF2-40B4-BE49-F238E27FC236}">
                    <a16:creationId xmlns:a16="http://schemas.microsoft.com/office/drawing/2014/main" id="{D050CF34-CB80-475B-86F9-30114A7E61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7" name="Rectangle 46">
                <a:extLst>
                  <a:ext uri="{FF2B5EF4-FFF2-40B4-BE49-F238E27FC236}">
                    <a16:creationId xmlns:a16="http://schemas.microsoft.com/office/drawing/2014/main" id="{72F7682D-8B8B-4827-9F84-5A883F2575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8" name="Rectangle 47">
                <a:extLst>
                  <a:ext uri="{FF2B5EF4-FFF2-40B4-BE49-F238E27FC236}">
                    <a16:creationId xmlns:a16="http://schemas.microsoft.com/office/drawing/2014/main" id="{096B96DB-AD07-4F59-8D81-878896D609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9" name="Rectangle 48">
                <a:extLst>
                  <a:ext uri="{FF2B5EF4-FFF2-40B4-BE49-F238E27FC236}">
                    <a16:creationId xmlns:a16="http://schemas.microsoft.com/office/drawing/2014/main" id="{8B2388B0-7437-4F3C-B5AF-A99838656D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0" name="Rectangle 49">
                <a:extLst>
                  <a:ext uri="{FF2B5EF4-FFF2-40B4-BE49-F238E27FC236}">
                    <a16:creationId xmlns:a16="http://schemas.microsoft.com/office/drawing/2014/main" id="{FBE62A09-5F6A-4BC0-9413-4B7222385A0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1" name="Rectangle 50">
                <a:extLst>
                  <a:ext uri="{FF2B5EF4-FFF2-40B4-BE49-F238E27FC236}">
                    <a16:creationId xmlns:a16="http://schemas.microsoft.com/office/drawing/2014/main" id="{FD4120A0-F176-4CF5-BD30-0A467CCD63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2" name="Rectangle 51">
                <a:extLst>
                  <a:ext uri="{FF2B5EF4-FFF2-40B4-BE49-F238E27FC236}">
                    <a16:creationId xmlns:a16="http://schemas.microsoft.com/office/drawing/2014/main" id="{8075DBF6-9812-49E0-8973-F29DF46219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3" name="Rectangle 52">
                <a:extLst>
                  <a:ext uri="{FF2B5EF4-FFF2-40B4-BE49-F238E27FC236}">
                    <a16:creationId xmlns:a16="http://schemas.microsoft.com/office/drawing/2014/main" id="{55CA37AD-A3E1-4489-9138-C3852B352A1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4" name="Rectangle 53">
                <a:extLst>
                  <a:ext uri="{FF2B5EF4-FFF2-40B4-BE49-F238E27FC236}">
                    <a16:creationId xmlns:a16="http://schemas.microsoft.com/office/drawing/2014/main" id="{C88268CA-A454-432A-BBC6-F3C2F2736E0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5" name="Rectangle 54">
                <a:extLst>
                  <a:ext uri="{FF2B5EF4-FFF2-40B4-BE49-F238E27FC236}">
                    <a16:creationId xmlns:a16="http://schemas.microsoft.com/office/drawing/2014/main" id="{3EA71045-4C26-49CD-944A-9D37A7B686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6" name="Rectangle 55">
                <a:extLst>
                  <a:ext uri="{FF2B5EF4-FFF2-40B4-BE49-F238E27FC236}">
                    <a16:creationId xmlns:a16="http://schemas.microsoft.com/office/drawing/2014/main" id="{4CA66C44-3E69-4CC0-BE3E-5099678F39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7" name="Rectangle 56">
                <a:extLst>
                  <a:ext uri="{FF2B5EF4-FFF2-40B4-BE49-F238E27FC236}">
                    <a16:creationId xmlns:a16="http://schemas.microsoft.com/office/drawing/2014/main" id="{DBCD939E-7346-4FE8-9A9E-3196A16340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8" name="Rectangle 57">
                <a:extLst>
                  <a:ext uri="{FF2B5EF4-FFF2-40B4-BE49-F238E27FC236}">
                    <a16:creationId xmlns:a16="http://schemas.microsoft.com/office/drawing/2014/main" id="{2048A8D9-1609-4979-9E04-CE3C740052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518EF978-EC3B-4512-9384-D9CDBEA6D3B0}"/>
                </a:ext>
              </a:extLst>
            </p:cNvPr>
            <p:cNvGrpSpPr/>
            <p:nvPr/>
          </p:nvGrpSpPr>
          <p:grpSpPr>
            <a:xfrm>
              <a:off x="354110" y="2857795"/>
              <a:ext cx="11480604" cy="109990"/>
              <a:chOff x="354110" y="2866188"/>
              <a:chExt cx="11480604" cy="109990"/>
            </a:xfrm>
            <a:grpFill/>
          </p:grpSpPr>
          <p:sp>
            <p:nvSpPr>
              <p:cNvPr id="207" name="Rectangle 59">
                <a:extLst>
                  <a:ext uri="{FF2B5EF4-FFF2-40B4-BE49-F238E27FC236}">
                    <a16:creationId xmlns:a16="http://schemas.microsoft.com/office/drawing/2014/main" id="{1CDD4CCD-B616-436B-A3FD-F9E6416D616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8" name="Rectangle 60">
                <a:extLst>
                  <a:ext uri="{FF2B5EF4-FFF2-40B4-BE49-F238E27FC236}">
                    <a16:creationId xmlns:a16="http://schemas.microsoft.com/office/drawing/2014/main" id="{C714A79D-593F-4D51-9527-0F7D446701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9" name="Rectangle 61">
                <a:extLst>
                  <a:ext uri="{FF2B5EF4-FFF2-40B4-BE49-F238E27FC236}">
                    <a16:creationId xmlns:a16="http://schemas.microsoft.com/office/drawing/2014/main" id="{E7C7988F-856E-46FD-8950-CCDDDA38CF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0" name="Rectangle 62">
                <a:extLst>
                  <a:ext uri="{FF2B5EF4-FFF2-40B4-BE49-F238E27FC236}">
                    <a16:creationId xmlns:a16="http://schemas.microsoft.com/office/drawing/2014/main" id="{6A604DC1-6DD7-4A5F-939D-B7E3D6B445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1" name="Rectangle 63">
                <a:extLst>
                  <a:ext uri="{FF2B5EF4-FFF2-40B4-BE49-F238E27FC236}">
                    <a16:creationId xmlns:a16="http://schemas.microsoft.com/office/drawing/2014/main" id="{5E841B6F-400E-43A2-BA9E-713E1210E2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2" name="Rectangle 64">
                <a:extLst>
                  <a:ext uri="{FF2B5EF4-FFF2-40B4-BE49-F238E27FC236}">
                    <a16:creationId xmlns:a16="http://schemas.microsoft.com/office/drawing/2014/main" id="{EB3556E4-BBFF-4497-86CB-E08210DD43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3" name="Rectangle 65">
                <a:extLst>
                  <a:ext uri="{FF2B5EF4-FFF2-40B4-BE49-F238E27FC236}">
                    <a16:creationId xmlns:a16="http://schemas.microsoft.com/office/drawing/2014/main" id="{4ED49176-4A95-47F2-9609-F517D91CE5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4" name="Rectangle 66">
                <a:extLst>
                  <a:ext uri="{FF2B5EF4-FFF2-40B4-BE49-F238E27FC236}">
                    <a16:creationId xmlns:a16="http://schemas.microsoft.com/office/drawing/2014/main" id="{C285A21A-D02C-4E2C-9129-0E4FD14398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5" name="Rectangle 67">
                <a:extLst>
                  <a:ext uri="{FF2B5EF4-FFF2-40B4-BE49-F238E27FC236}">
                    <a16:creationId xmlns:a16="http://schemas.microsoft.com/office/drawing/2014/main" id="{0FAC70C0-5E77-440D-AA2C-C5F3A3CEC69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6" name="Rectangle 68">
                <a:extLst>
                  <a:ext uri="{FF2B5EF4-FFF2-40B4-BE49-F238E27FC236}">
                    <a16:creationId xmlns:a16="http://schemas.microsoft.com/office/drawing/2014/main" id="{5463B017-838F-413D-8764-821503622A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7" name="Rectangle 69">
                <a:extLst>
                  <a:ext uri="{FF2B5EF4-FFF2-40B4-BE49-F238E27FC236}">
                    <a16:creationId xmlns:a16="http://schemas.microsoft.com/office/drawing/2014/main" id="{D1A17899-795E-470F-B52B-0EE1A5143D8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8" name="Rectangle 70">
                <a:extLst>
                  <a:ext uri="{FF2B5EF4-FFF2-40B4-BE49-F238E27FC236}">
                    <a16:creationId xmlns:a16="http://schemas.microsoft.com/office/drawing/2014/main" id="{BFA98CD7-C296-4FF8-AEA4-137B730DF3A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9" name="Rectangle 71">
                <a:extLst>
                  <a:ext uri="{FF2B5EF4-FFF2-40B4-BE49-F238E27FC236}">
                    <a16:creationId xmlns:a16="http://schemas.microsoft.com/office/drawing/2014/main" id="{9F11BA7F-A440-4A5A-9145-C2CBF5DAF0D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0" name="Rectangle 72">
                <a:extLst>
                  <a:ext uri="{FF2B5EF4-FFF2-40B4-BE49-F238E27FC236}">
                    <a16:creationId xmlns:a16="http://schemas.microsoft.com/office/drawing/2014/main" id="{D21FFF55-7EAD-40FA-9864-F5B8971D14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1" name="Rectangle 73">
                <a:extLst>
                  <a:ext uri="{FF2B5EF4-FFF2-40B4-BE49-F238E27FC236}">
                    <a16:creationId xmlns:a16="http://schemas.microsoft.com/office/drawing/2014/main" id="{30F55C85-4BDF-4A1A-A90A-C676A91173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2" name="Rectangle 74">
                <a:extLst>
                  <a:ext uri="{FF2B5EF4-FFF2-40B4-BE49-F238E27FC236}">
                    <a16:creationId xmlns:a16="http://schemas.microsoft.com/office/drawing/2014/main" id="{CD376222-CE2E-460E-A86D-CEEFFC77F8C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3" name="Rectangle 75">
                <a:extLst>
                  <a:ext uri="{FF2B5EF4-FFF2-40B4-BE49-F238E27FC236}">
                    <a16:creationId xmlns:a16="http://schemas.microsoft.com/office/drawing/2014/main" id="{D9F6E244-E70D-4E98-BE65-616D29AD4D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4" name="Rectangle 76">
                <a:extLst>
                  <a:ext uri="{FF2B5EF4-FFF2-40B4-BE49-F238E27FC236}">
                    <a16:creationId xmlns:a16="http://schemas.microsoft.com/office/drawing/2014/main" id="{E3B75F8F-57C0-4AD6-92A4-826B4281F4A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5" name="Rectangle 77">
                <a:extLst>
                  <a:ext uri="{FF2B5EF4-FFF2-40B4-BE49-F238E27FC236}">
                    <a16:creationId xmlns:a16="http://schemas.microsoft.com/office/drawing/2014/main" id="{A535E84C-3ECC-4B95-9FA9-A4AD23F2F27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6" name="Rectangle 78">
                <a:extLst>
                  <a:ext uri="{FF2B5EF4-FFF2-40B4-BE49-F238E27FC236}">
                    <a16:creationId xmlns:a16="http://schemas.microsoft.com/office/drawing/2014/main" id="{B36D8AB3-727A-44D7-B945-11021E7E56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7" name="Rectangle 79">
                <a:extLst>
                  <a:ext uri="{FF2B5EF4-FFF2-40B4-BE49-F238E27FC236}">
                    <a16:creationId xmlns:a16="http://schemas.microsoft.com/office/drawing/2014/main" id="{D97F58A0-5D6C-414B-81E1-932E36D87F8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8" name="Rectangle 80">
                <a:extLst>
                  <a:ext uri="{FF2B5EF4-FFF2-40B4-BE49-F238E27FC236}">
                    <a16:creationId xmlns:a16="http://schemas.microsoft.com/office/drawing/2014/main" id="{34645A3A-2DF2-467B-ADEC-66C2680074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9" name="Rectangle 81">
                <a:extLst>
                  <a:ext uri="{FF2B5EF4-FFF2-40B4-BE49-F238E27FC236}">
                    <a16:creationId xmlns:a16="http://schemas.microsoft.com/office/drawing/2014/main" id="{2991A0D8-2D5D-4B08-9704-9BFB93B162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0" name="Rectangle 82">
                <a:extLst>
                  <a:ext uri="{FF2B5EF4-FFF2-40B4-BE49-F238E27FC236}">
                    <a16:creationId xmlns:a16="http://schemas.microsoft.com/office/drawing/2014/main" id="{7128A5D3-8A8E-4A5B-ACA1-5A01DEAE2F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1" name="Rectangle 83">
                <a:extLst>
                  <a:ext uri="{FF2B5EF4-FFF2-40B4-BE49-F238E27FC236}">
                    <a16:creationId xmlns:a16="http://schemas.microsoft.com/office/drawing/2014/main" id="{D017036E-3A97-4D6A-AA9F-AA9B8E3E0E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2" name="Rectangle 84">
                <a:extLst>
                  <a:ext uri="{FF2B5EF4-FFF2-40B4-BE49-F238E27FC236}">
                    <a16:creationId xmlns:a16="http://schemas.microsoft.com/office/drawing/2014/main" id="{5BCCE486-20E6-47E4-96AF-5AFB021736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906BB728-4849-4082-9FF0-0EA3AABEBCF4}"/>
                </a:ext>
              </a:extLst>
            </p:cNvPr>
            <p:cNvGrpSpPr/>
            <p:nvPr/>
          </p:nvGrpSpPr>
          <p:grpSpPr>
            <a:xfrm>
              <a:off x="354110" y="3364507"/>
              <a:ext cx="11480604" cy="109990"/>
              <a:chOff x="354110" y="3364062"/>
              <a:chExt cx="11480604" cy="109990"/>
            </a:xfrm>
            <a:grpFill/>
          </p:grpSpPr>
          <p:sp>
            <p:nvSpPr>
              <p:cNvPr id="181" name="Rectangle 5">
                <a:extLst>
                  <a:ext uri="{FF2B5EF4-FFF2-40B4-BE49-F238E27FC236}">
                    <a16:creationId xmlns:a16="http://schemas.microsoft.com/office/drawing/2014/main" id="{AC28E286-CB3B-41B8-9829-2A09FD0F1C4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2" name="Rectangle 6">
                <a:extLst>
                  <a:ext uri="{FF2B5EF4-FFF2-40B4-BE49-F238E27FC236}">
                    <a16:creationId xmlns:a16="http://schemas.microsoft.com/office/drawing/2014/main" id="{A6CBC9BD-AE25-437A-9246-679B5C4DB8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3" name="Rectangle 7">
                <a:extLst>
                  <a:ext uri="{FF2B5EF4-FFF2-40B4-BE49-F238E27FC236}">
                    <a16:creationId xmlns:a16="http://schemas.microsoft.com/office/drawing/2014/main" id="{BDB3BE91-D24B-44FB-A0BE-35ABBB2313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4" name="Rectangle 8">
                <a:extLst>
                  <a:ext uri="{FF2B5EF4-FFF2-40B4-BE49-F238E27FC236}">
                    <a16:creationId xmlns:a16="http://schemas.microsoft.com/office/drawing/2014/main" id="{02BF76EB-C07C-40D8-ABF9-14A0E81337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5" name="Rectangle 9">
                <a:extLst>
                  <a:ext uri="{FF2B5EF4-FFF2-40B4-BE49-F238E27FC236}">
                    <a16:creationId xmlns:a16="http://schemas.microsoft.com/office/drawing/2014/main" id="{FC0AC496-1F3F-4359-904E-5527E0BAD7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6" name="Rectangle 10">
                <a:extLst>
                  <a:ext uri="{FF2B5EF4-FFF2-40B4-BE49-F238E27FC236}">
                    <a16:creationId xmlns:a16="http://schemas.microsoft.com/office/drawing/2014/main" id="{67A5809D-4B79-4E2A-8B9D-C29BBE187D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7" name="Rectangle 11">
                <a:extLst>
                  <a:ext uri="{FF2B5EF4-FFF2-40B4-BE49-F238E27FC236}">
                    <a16:creationId xmlns:a16="http://schemas.microsoft.com/office/drawing/2014/main" id="{5FA8A205-5CFE-4939-86AC-E0D585AB22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8" name="Rectangle 12">
                <a:extLst>
                  <a:ext uri="{FF2B5EF4-FFF2-40B4-BE49-F238E27FC236}">
                    <a16:creationId xmlns:a16="http://schemas.microsoft.com/office/drawing/2014/main" id="{553F272B-5533-4FB6-A9F0-875A21EC046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9" name="Rectangle 13">
                <a:extLst>
                  <a:ext uri="{FF2B5EF4-FFF2-40B4-BE49-F238E27FC236}">
                    <a16:creationId xmlns:a16="http://schemas.microsoft.com/office/drawing/2014/main" id="{187F64CB-DEFF-42C8-A80D-BF5D20C7E7B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0" name="Rectangle 14">
                <a:extLst>
                  <a:ext uri="{FF2B5EF4-FFF2-40B4-BE49-F238E27FC236}">
                    <a16:creationId xmlns:a16="http://schemas.microsoft.com/office/drawing/2014/main" id="{D8A81EE6-EC79-451C-8888-B85838267D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1" name="Rectangle 15">
                <a:extLst>
                  <a:ext uri="{FF2B5EF4-FFF2-40B4-BE49-F238E27FC236}">
                    <a16:creationId xmlns:a16="http://schemas.microsoft.com/office/drawing/2014/main" id="{2F75E8FE-AE95-4C7F-8BE5-50A035B1B1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2" name="Rectangle 16">
                <a:extLst>
                  <a:ext uri="{FF2B5EF4-FFF2-40B4-BE49-F238E27FC236}">
                    <a16:creationId xmlns:a16="http://schemas.microsoft.com/office/drawing/2014/main" id="{521C11C5-735B-4510-A6D4-19E2849558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3" name="Rectangle 17">
                <a:extLst>
                  <a:ext uri="{FF2B5EF4-FFF2-40B4-BE49-F238E27FC236}">
                    <a16:creationId xmlns:a16="http://schemas.microsoft.com/office/drawing/2014/main" id="{DE053974-1CFB-4C67-9102-E4BA82742CC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4" name="Rectangle 18">
                <a:extLst>
                  <a:ext uri="{FF2B5EF4-FFF2-40B4-BE49-F238E27FC236}">
                    <a16:creationId xmlns:a16="http://schemas.microsoft.com/office/drawing/2014/main" id="{00A33D5E-F49C-4A86-B377-B3598B7EF79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5" name="Rectangle 19">
                <a:extLst>
                  <a:ext uri="{FF2B5EF4-FFF2-40B4-BE49-F238E27FC236}">
                    <a16:creationId xmlns:a16="http://schemas.microsoft.com/office/drawing/2014/main" id="{7B19912A-F019-49AD-A23F-B9B6F8E598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6" name="Rectangle 20">
                <a:extLst>
                  <a:ext uri="{FF2B5EF4-FFF2-40B4-BE49-F238E27FC236}">
                    <a16:creationId xmlns:a16="http://schemas.microsoft.com/office/drawing/2014/main" id="{0EDE0526-CBA2-4A01-9D59-24F0B138B6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7" name="Rectangle 21">
                <a:extLst>
                  <a:ext uri="{FF2B5EF4-FFF2-40B4-BE49-F238E27FC236}">
                    <a16:creationId xmlns:a16="http://schemas.microsoft.com/office/drawing/2014/main" id="{5E66E413-A492-40ED-BCC5-F23480C017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8" name="Rectangle 22">
                <a:extLst>
                  <a:ext uri="{FF2B5EF4-FFF2-40B4-BE49-F238E27FC236}">
                    <a16:creationId xmlns:a16="http://schemas.microsoft.com/office/drawing/2014/main" id="{6FCFA5F2-AFE6-49D8-BE15-40E90D43FF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9" name="Rectangle 23">
                <a:extLst>
                  <a:ext uri="{FF2B5EF4-FFF2-40B4-BE49-F238E27FC236}">
                    <a16:creationId xmlns:a16="http://schemas.microsoft.com/office/drawing/2014/main" id="{AD7A4E43-F44A-43CF-A9D7-BA4D8B2B2F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0" name="Rectangle 24">
                <a:extLst>
                  <a:ext uri="{FF2B5EF4-FFF2-40B4-BE49-F238E27FC236}">
                    <a16:creationId xmlns:a16="http://schemas.microsoft.com/office/drawing/2014/main" id="{FC2E67AB-58DA-4BCF-81D2-0040BBD962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1" name="Rectangle 25">
                <a:extLst>
                  <a:ext uri="{FF2B5EF4-FFF2-40B4-BE49-F238E27FC236}">
                    <a16:creationId xmlns:a16="http://schemas.microsoft.com/office/drawing/2014/main" id="{C99A6A98-815A-4877-8FE9-06C0CB7E14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2" name="Rectangle 26">
                <a:extLst>
                  <a:ext uri="{FF2B5EF4-FFF2-40B4-BE49-F238E27FC236}">
                    <a16:creationId xmlns:a16="http://schemas.microsoft.com/office/drawing/2014/main" id="{C64F5A0E-D9C8-4999-8349-EA4D5F6ACF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3" name="Rectangle 27">
                <a:extLst>
                  <a:ext uri="{FF2B5EF4-FFF2-40B4-BE49-F238E27FC236}">
                    <a16:creationId xmlns:a16="http://schemas.microsoft.com/office/drawing/2014/main" id="{6935F975-0CC7-414B-9F9C-44875EF3FC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4" name="Rectangle 28">
                <a:extLst>
                  <a:ext uri="{FF2B5EF4-FFF2-40B4-BE49-F238E27FC236}">
                    <a16:creationId xmlns:a16="http://schemas.microsoft.com/office/drawing/2014/main" id="{21DEE8DA-7AB4-4341-BEF7-E8343A7BDF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5" name="Rectangle 29">
                <a:extLst>
                  <a:ext uri="{FF2B5EF4-FFF2-40B4-BE49-F238E27FC236}">
                    <a16:creationId xmlns:a16="http://schemas.microsoft.com/office/drawing/2014/main" id="{AF4FCF43-3009-4229-89F8-D62F91C9267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6" name="Rectangle 30">
                <a:extLst>
                  <a:ext uri="{FF2B5EF4-FFF2-40B4-BE49-F238E27FC236}">
                    <a16:creationId xmlns:a16="http://schemas.microsoft.com/office/drawing/2014/main" id="{21EAAE8A-F99B-4A0B-8E7D-566273D5E9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9899924C-8D1C-46B4-9F38-88AD7EA3A211}"/>
                </a:ext>
              </a:extLst>
            </p:cNvPr>
            <p:cNvGrpSpPr/>
            <p:nvPr/>
          </p:nvGrpSpPr>
          <p:grpSpPr>
            <a:xfrm>
              <a:off x="354110" y="3871219"/>
              <a:ext cx="11480604" cy="108822"/>
              <a:chOff x="354110" y="3872454"/>
              <a:chExt cx="11480604" cy="108822"/>
            </a:xfrm>
            <a:grpFill/>
          </p:grpSpPr>
          <p:sp>
            <p:nvSpPr>
              <p:cNvPr id="155" name="Rectangle 32">
                <a:extLst>
                  <a:ext uri="{FF2B5EF4-FFF2-40B4-BE49-F238E27FC236}">
                    <a16:creationId xmlns:a16="http://schemas.microsoft.com/office/drawing/2014/main" id="{FD0840A3-FF5F-4E9F-AAB6-948A5E4EC0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6" name="Rectangle 33">
                <a:extLst>
                  <a:ext uri="{FF2B5EF4-FFF2-40B4-BE49-F238E27FC236}">
                    <a16:creationId xmlns:a16="http://schemas.microsoft.com/office/drawing/2014/main" id="{F50A1B14-0F67-4FC2-88F7-3BE9E0EB2D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7" name="Rectangle 34">
                <a:extLst>
                  <a:ext uri="{FF2B5EF4-FFF2-40B4-BE49-F238E27FC236}">
                    <a16:creationId xmlns:a16="http://schemas.microsoft.com/office/drawing/2014/main" id="{0081421C-B014-4BA9-9B01-C495814F14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8" name="Rectangle 35">
                <a:extLst>
                  <a:ext uri="{FF2B5EF4-FFF2-40B4-BE49-F238E27FC236}">
                    <a16:creationId xmlns:a16="http://schemas.microsoft.com/office/drawing/2014/main" id="{F2F01CCA-56ED-486D-8B82-39DC92A848E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9" name="Rectangle 36">
                <a:extLst>
                  <a:ext uri="{FF2B5EF4-FFF2-40B4-BE49-F238E27FC236}">
                    <a16:creationId xmlns:a16="http://schemas.microsoft.com/office/drawing/2014/main" id="{D80D4491-E5C9-4C50-81FD-6FC11F9488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0" name="Rectangle 37">
                <a:extLst>
                  <a:ext uri="{FF2B5EF4-FFF2-40B4-BE49-F238E27FC236}">
                    <a16:creationId xmlns:a16="http://schemas.microsoft.com/office/drawing/2014/main" id="{FEC9B9BF-B893-41BF-B931-31F1750D89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1" name="Rectangle 38">
                <a:extLst>
                  <a:ext uri="{FF2B5EF4-FFF2-40B4-BE49-F238E27FC236}">
                    <a16:creationId xmlns:a16="http://schemas.microsoft.com/office/drawing/2014/main" id="{3CAD1EA0-31D2-4388-AC66-BE422B6142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2" name="Rectangle 39">
                <a:extLst>
                  <a:ext uri="{FF2B5EF4-FFF2-40B4-BE49-F238E27FC236}">
                    <a16:creationId xmlns:a16="http://schemas.microsoft.com/office/drawing/2014/main" id="{992B7398-2CE5-4B74-B42B-0E4E9FA210C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3" name="Rectangle 40">
                <a:extLst>
                  <a:ext uri="{FF2B5EF4-FFF2-40B4-BE49-F238E27FC236}">
                    <a16:creationId xmlns:a16="http://schemas.microsoft.com/office/drawing/2014/main" id="{2AC042C8-974E-43A8-B1AB-D62435FE96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4" name="Rectangle 41">
                <a:extLst>
                  <a:ext uri="{FF2B5EF4-FFF2-40B4-BE49-F238E27FC236}">
                    <a16:creationId xmlns:a16="http://schemas.microsoft.com/office/drawing/2014/main" id="{2D6F1AB9-6712-4B85-8932-7F5F1BCFDA3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5" name="Rectangle 42">
                <a:extLst>
                  <a:ext uri="{FF2B5EF4-FFF2-40B4-BE49-F238E27FC236}">
                    <a16:creationId xmlns:a16="http://schemas.microsoft.com/office/drawing/2014/main" id="{80DC2507-35DC-491B-8CB6-90312B184E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6" name="Rectangle 43">
                <a:extLst>
                  <a:ext uri="{FF2B5EF4-FFF2-40B4-BE49-F238E27FC236}">
                    <a16:creationId xmlns:a16="http://schemas.microsoft.com/office/drawing/2014/main" id="{778102A0-D658-43A1-846D-9B9E4B9AE1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7" name="Rectangle 44">
                <a:extLst>
                  <a:ext uri="{FF2B5EF4-FFF2-40B4-BE49-F238E27FC236}">
                    <a16:creationId xmlns:a16="http://schemas.microsoft.com/office/drawing/2014/main" id="{0532E36E-F8F7-4121-80C1-216501C391E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8" name="Rectangle 45">
                <a:extLst>
                  <a:ext uri="{FF2B5EF4-FFF2-40B4-BE49-F238E27FC236}">
                    <a16:creationId xmlns:a16="http://schemas.microsoft.com/office/drawing/2014/main" id="{EBD0C1A7-E07E-492D-A5B7-899D81C3591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9" name="Rectangle 46">
                <a:extLst>
                  <a:ext uri="{FF2B5EF4-FFF2-40B4-BE49-F238E27FC236}">
                    <a16:creationId xmlns:a16="http://schemas.microsoft.com/office/drawing/2014/main" id="{FF89631E-3434-468A-BE5A-16772FE2F3D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0" name="Rectangle 47">
                <a:extLst>
                  <a:ext uri="{FF2B5EF4-FFF2-40B4-BE49-F238E27FC236}">
                    <a16:creationId xmlns:a16="http://schemas.microsoft.com/office/drawing/2014/main" id="{C379EE06-9745-42DA-BBC1-A082CA50FB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1" name="Rectangle 48">
                <a:extLst>
                  <a:ext uri="{FF2B5EF4-FFF2-40B4-BE49-F238E27FC236}">
                    <a16:creationId xmlns:a16="http://schemas.microsoft.com/office/drawing/2014/main" id="{06184212-6301-4320-A25C-8350DB2579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2" name="Rectangle 49">
                <a:extLst>
                  <a:ext uri="{FF2B5EF4-FFF2-40B4-BE49-F238E27FC236}">
                    <a16:creationId xmlns:a16="http://schemas.microsoft.com/office/drawing/2014/main" id="{D81215A9-8DA9-436E-BFD3-672FD476BE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3" name="Rectangle 50">
                <a:extLst>
                  <a:ext uri="{FF2B5EF4-FFF2-40B4-BE49-F238E27FC236}">
                    <a16:creationId xmlns:a16="http://schemas.microsoft.com/office/drawing/2014/main" id="{7F4705F9-3317-4397-B01E-644775B19C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4" name="Rectangle 51">
                <a:extLst>
                  <a:ext uri="{FF2B5EF4-FFF2-40B4-BE49-F238E27FC236}">
                    <a16:creationId xmlns:a16="http://schemas.microsoft.com/office/drawing/2014/main" id="{2857C00E-FADC-42AA-AA16-38A83D5AF73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5" name="Rectangle 52">
                <a:extLst>
                  <a:ext uri="{FF2B5EF4-FFF2-40B4-BE49-F238E27FC236}">
                    <a16:creationId xmlns:a16="http://schemas.microsoft.com/office/drawing/2014/main" id="{74EAC93D-EF3C-4092-B15E-15494A23FE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6" name="Rectangle 53">
                <a:extLst>
                  <a:ext uri="{FF2B5EF4-FFF2-40B4-BE49-F238E27FC236}">
                    <a16:creationId xmlns:a16="http://schemas.microsoft.com/office/drawing/2014/main" id="{5D3EEE91-37CE-4F2F-905E-D7AFCC6E45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7" name="Rectangle 54">
                <a:extLst>
                  <a:ext uri="{FF2B5EF4-FFF2-40B4-BE49-F238E27FC236}">
                    <a16:creationId xmlns:a16="http://schemas.microsoft.com/office/drawing/2014/main" id="{368F77C6-C453-499B-8B47-39BE1A310E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8" name="Rectangle 55">
                <a:extLst>
                  <a:ext uri="{FF2B5EF4-FFF2-40B4-BE49-F238E27FC236}">
                    <a16:creationId xmlns:a16="http://schemas.microsoft.com/office/drawing/2014/main" id="{4EB7C421-E508-4232-A011-40643DB79DC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9" name="Rectangle 56">
                <a:extLst>
                  <a:ext uri="{FF2B5EF4-FFF2-40B4-BE49-F238E27FC236}">
                    <a16:creationId xmlns:a16="http://schemas.microsoft.com/office/drawing/2014/main" id="{B7A7C2F9-930E-4B50-9AA3-47FE15F43A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0" name="Rectangle 57">
                <a:extLst>
                  <a:ext uri="{FF2B5EF4-FFF2-40B4-BE49-F238E27FC236}">
                    <a16:creationId xmlns:a16="http://schemas.microsoft.com/office/drawing/2014/main" id="{4ADCC0C0-6310-4ED1-A69B-CF3133EB55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8F8A1E95-3088-4CA0-BA17-9F2DBDABF9DB}"/>
                </a:ext>
              </a:extLst>
            </p:cNvPr>
            <p:cNvGrpSpPr/>
            <p:nvPr/>
          </p:nvGrpSpPr>
          <p:grpSpPr>
            <a:xfrm>
              <a:off x="354110" y="4376763"/>
              <a:ext cx="11480604" cy="109990"/>
              <a:chOff x="354110" y="4379678"/>
              <a:chExt cx="11480604" cy="109990"/>
            </a:xfrm>
            <a:grpFill/>
          </p:grpSpPr>
          <p:sp>
            <p:nvSpPr>
              <p:cNvPr id="129" name="Rectangle 59">
                <a:extLst>
                  <a:ext uri="{FF2B5EF4-FFF2-40B4-BE49-F238E27FC236}">
                    <a16:creationId xmlns:a16="http://schemas.microsoft.com/office/drawing/2014/main" id="{EFCB7559-FD17-472B-B7A1-3FFC63C8BCC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0" name="Rectangle 60">
                <a:extLst>
                  <a:ext uri="{FF2B5EF4-FFF2-40B4-BE49-F238E27FC236}">
                    <a16:creationId xmlns:a16="http://schemas.microsoft.com/office/drawing/2014/main" id="{2DA5B014-05A6-4DC4-A1AF-6B4B382336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1" name="Rectangle 61">
                <a:extLst>
                  <a:ext uri="{FF2B5EF4-FFF2-40B4-BE49-F238E27FC236}">
                    <a16:creationId xmlns:a16="http://schemas.microsoft.com/office/drawing/2014/main" id="{FEA4E4F7-8218-4E7C-9E87-224A643273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2" name="Rectangle 62">
                <a:extLst>
                  <a:ext uri="{FF2B5EF4-FFF2-40B4-BE49-F238E27FC236}">
                    <a16:creationId xmlns:a16="http://schemas.microsoft.com/office/drawing/2014/main" id="{A94D8FC5-1EBD-4EE3-98BE-790ADC20DB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3" name="Rectangle 63">
                <a:extLst>
                  <a:ext uri="{FF2B5EF4-FFF2-40B4-BE49-F238E27FC236}">
                    <a16:creationId xmlns:a16="http://schemas.microsoft.com/office/drawing/2014/main" id="{30D19DB9-4852-4829-8388-B6807A0BF6D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4" name="Rectangle 64">
                <a:extLst>
                  <a:ext uri="{FF2B5EF4-FFF2-40B4-BE49-F238E27FC236}">
                    <a16:creationId xmlns:a16="http://schemas.microsoft.com/office/drawing/2014/main" id="{084DC439-7F3A-4989-96B7-B29D496E65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5" name="Rectangle 65">
                <a:extLst>
                  <a:ext uri="{FF2B5EF4-FFF2-40B4-BE49-F238E27FC236}">
                    <a16:creationId xmlns:a16="http://schemas.microsoft.com/office/drawing/2014/main" id="{35EB4226-F03D-4819-A4CC-D42233D588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6" name="Rectangle 66">
                <a:extLst>
                  <a:ext uri="{FF2B5EF4-FFF2-40B4-BE49-F238E27FC236}">
                    <a16:creationId xmlns:a16="http://schemas.microsoft.com/office/drawing/2014/main" id="{E00FCAAA-AC7E-4B03-AD5E-74ABD97642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7" name="Rectangle 67">
                <a:extLst>
                  <a:ext uri="{FF2B5EF4-FFF2-40B4-BE49-F238E27FC236}">
                    <a16:creationId xmlns:a16="http://schemas.microsoft.com/office/drawing/2014/main" id="{7D3AA8CA-C2E8-4862-8F87-EFAEFBCFF0C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8" name="Rectangle 68">
                <a:extLst>
                  <a:ext uri="{FF2B5EF4-FFF2-40B4-BE49-F238E27FC236}">
                    <a16:creationId xmlns:a16="http://schemas.microsoft.com/office/drawing/2014/main" id="{217BE0BD-ECA6-4A6D-9864-90AF19AF30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9" name="Rectangle 69">
                <a:extLst>
                  <a:ext uri="{FF2B5EF4-FFF2-40B4-BE49-F238E27FC236}">
                    <a16:creationId xmlns:a16="http://schemas.microsoft.com/office/drawing/2014/main" id="{4367775C-E241-437A-90EC-7A4D13D422E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0" name="Rectangle 70">
                <a:extLst>
                  <a:ext uri="{FF2B5EF4-FFF2-40B4-BE49-F238E27FC236}">
                    <a16:creationId xmlns:a16="http://schemas.microsoft.com/office/drawing/2014/main" id="{45804E6D-FE13-4F7A-A02C-81ED1ACEAF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1" name="Rectangle 71">
                <a:extLst>
                  <a:ext uri="{FF2B5EF4-FFF2-40B4-BE49-F238E27FC236}">
                    <a16:creationId xmlns:a16="http://schemas.microsoft.com/office/drawing/2014/main" id="{A09F54AC-51E7-45A0-B639-BFEC5FE67C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2" name="Rectangle 72">
                <a:extLst>
                  <a:ext uri="{FF2B5EF4-FFF2-40B4-BE49-F238E27FC236}">
                    <a16:creationId xmlns:a16="http://schemas.microsoft.com/office/drawing/2014/main" id="{CA60C1A9-4AD0-4191-96A2-CC1DD32F6F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3" name="Rectangle 73">
                <a:extLst>
                  <a:ext uri="{FF2B5EF4-FFF2-40B4-BE49-F238E27FC236}">
                    <a16:creationId xmlns:a16="http://schemas.microsoft.com/office/drawing/2014/main" id="{9A28ED63-9408-4F16-A85E-E76BA9F9AD0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4" name="Rectangle 74">
                <a:extLst>
                  <a:ext uri="{FF2B5EF4-FFF2-40B4-BE49-F238E27FC236}">
                    <a16:creationId xmlns:a16="http://schemas.microsoft.com/office/drawing/2014/main" id="{8E63D1D1-CF92-468A-B012-24216CA08E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5" name="Rectangle 75">
                <a:extLst>
                  <a:ext uri="{FF2B5EF4-FFF2-40B4-BE49-F238E27FC236}">
                    <a16:creationId xmlns:a16="http://schemas.microsoft.com/office/drawing/2014/main" id="{8FC2CD59-128D-4D06-937E-4505D57D198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6" name="Rectangle 76">
                <a:extLst>
                  <a:ext uri="{FF2B5EF4-FFF2-40B4-BE49-F238E27FC236}">
                    <a16:creationId xmlns:a16="http://schemas.microsoft.com/office/drawing/2014/main" id="{B9A7B9E1-4CEE-41C8-A799-EE4B9AFCD0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7" name="Rectangle 77">
                <a:extLst>
                  <a:ext uri="{FF2B5EF4-FFF2-40B4-BE49-F238E27FC236}">
                    <a16:creationId xmlns:a16="http://schemas.microsoft.com/office/drawing/2014/main" id="{3C824F84-B682-4EA2-AFC1-D56DF71A0C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8" name="Rectangle 78">
                <a:extLst>
                  <a:ext uri="{FF2B5EF4-FFF2-40B4-BE49-F238E27FC236}">
                    <a16:creationId xmlns:a16="http://schemas.microsoft.com/office/drawing/2014/main" id="{154DDE76-05F9-405C-86DB-477B87DBB8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9" name="Rectangle 79">
                <a:extLst>
                  <a:ext uri="{FF2B5EF4-FFF2-40B4-BE49-F238E27FC236}">
                    <a16:creationId xmlns:a16="http://schemas.microsoft.com/office/drawing/2014/main" id="{28217A81-8951-475F-9F90-88B99F13D6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0" name="Rectangle 80">
                <a:extLst>
                  <a:ext uri="{FF2B5EF4-FFF2-40B4-BE49-F238E27FC236}">
                    <a16:creationId xmlns:a16="http://schemas.microsoft.com/office/drawing/2014/main" id="{DD226742-8914-401E-8D78-93F56B2E48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1" name="Rectangle 81">
                <a:extLst>
                  <a:ext uri="{FF2B5EF4-FFF2-40B4-BE49-F238E27FC236}">
                    <a16:creationId xmlns:a16="http://schemas.microsoft.com/office/drawing/2014/main" id="{B0E1AE86-33D6-4D1D-BC23-EA8A4AF1CFD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2" name="Rectangle 82">
                <a:extLst>
                  <a:ext uri="{FF2B5EF4-FFF2-40B4-BE49-F238E27FC236}">
                    <a16:creationId xmlns:a16="http://schemas.microsoft.com/office/drawing/2014/main" id="{CCA69695-3790-4A9F-9CC1-5EBCB1C96D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3" name="Rectangle 83">
                <a:extLst>
                  <a:ext uri="{FF2B5EF4-FFF2-40B4-BE49-F238E27FC236}">
                    <a16:creationId xmlns:a16="http://schemas.microsoft.com/office/drawing/2014/main" id="{E75DD56F-C446-4037-8A60-A6C1A44E8CF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4" name="Rectangle 84">
                <a:extLst>
                  <a:ext uri="{FF2B5EF4-FFF2-40B4-BE49-F238E27FC236}">
                    <a16:creationId xmlns:a16="http://schemas.microsoft.com/office/drawing/2014/main" id="{3658AAE9-4C55-47F2-9C83-497627EC28D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909F6D0B-FF49-4CC2-90DB-BE84FEA93E9F}"/>
                </a:ext>
              </a:extLst>
            </p:cNvPr>
            <p:cNvGrpSpPr/>
            <p:nvPr/>
          </p:nvGrpSpPr>
          <p:grpSpPr>
            <a:xfrm>
              <a:off x="354110" y="4883475"/>
              <a:ext cx="11480604" cy="109990"/>
              <a:chOff x="354110" y="4888062"/>
              <a:chExt cx="11480604" cy="109990"/>
            </a:xfrm>
            <a:grpFill/>
          </p:grpSpPr>
          <p:sp>
            <p:nvSpPr>
              <p:cNvPr id="103" name="Rectangle 5">
                <a:extLst>
                  <a:ext uri="{FF2B5EF4-FFF2-40B4-BE49-F238E27FC236}">
                    <a16:creationId xmlns:a16="http://schemas.microsoft.com/office/drawing/2014/main" id="{5B16BA60-1923-4CB8-AC58-3FA97E9782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4" name="Rectangle 6">
                <a:extLst>
                  <a:ext uri="{FF2B5EF4-FFF2-40B4-BE49-F238E27FC236}">
                    <a16:creationId xmlns:a16="http://schemas.microsoft.com/office/drawing/2014/main" id="{5472B612-6D9A-49B7-A1A5-EF7EBDCE08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5" name="Rectangle 7">
                <a:extLst>
                  <a:ext uri="{FF2B5EF4-FFF2-40B4-BE49-F238E27FC236}">
                    <a16:creationId xmlns:a16="http://schemas.microsoft.com/office/drawing/2014/main" id="{19A7F840-07E0-4852-B348-40D8EB6148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6" name="Rectangle 8">
                <a:extLst>
                  <a:ext uri="{FF2B5EF4-FFF2-40B4-BE49-F238E27FC236}">
                    <a16:creationId xmlns:a16="http://schemas.microsoft.com/office/drawing/2014/main" id="{F501C6E7-9683-4F5F-ADB4-D120A8CE23A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7" name="Rectangle 9">
                <a:extLst>
                  <a:ext uri="{FF2B5EF4-FFF2-40B4-BE49-F238E27FC236}">
                    <a16:creationId xmlns:a16="http://schemas.microsoft.com/office/drawing/2014/main" id="{6B0B292A-E263-45E9-8363-AB5BA07DC7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8" name="Rectangle 10">
                <a:extLst>
                  <a:ext uri="{FF2B5EF4-FFF2-40B4-BE49-F238E27FC236}">
                    <a16:creationId xmlns:a16="http://schemas.microsoft.com/office/drawing/2014/main" id="{F6D80E9D-A930-4211-B815-FA67CF10A5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9" name="Rectangle 11">
                <a:extLst>
                  <a:ext uri="{FF2B5EF4-FFF2-40B4-BE49-F238E27FC236}">
                    <a16:creationId xmlns:a16="http://schemas.microsoft.com/office/drawing/2014/main" id="{75CB23DF-89C3-4513-88A0-E31FACFB7D1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0" name="Rectangle 12">
                <a:extLst>
                  <a:ext uri="{FF2B5EF4-FFF2-40B4-BE49-F238E27FC236}">
                    <a16:creationId xmlns:a16="http://schemas.microsoft.com/office/drawing/2014/main" id="{792B94F3-12D9-42E8-91C9-DE5D158733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1" name="Rectangle 13">
                <a:extLst>
                  <a:ext uri="{FF2B5EF4-FFF2-40B4-BE49-F238E27FC236}">
                    <a16:creationId xmlns:a16="http://schemas.microsoft.com/office/drawing/2014/main" id="{F5C29CE0-8ED9-4F8F-B865-6A66D95AA6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2" name="Rectangle 14">
                <a:extLst>
                  <a:ext uri="{FF2B5EF4-FFF2-40B4-BE49-F238E27FC236}">
                    <a16:creationId xmlns:a16="http://schemas.microsoft.com/office/drawing/2014/main" id="{E1288316-CFF0-4D0C-A6EA-50B406EBF6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3" name="Rectangle 15">
                <a:extLst>
                  <a:ext uri="{FF2B5EF4-FFF2-40B4-BE49-F238E27FC236}">
                    <a16:creationId xmlns:a16="http://schemas.microsoft.com/office/drawing/2014/main" id="{4BF70EA3-0A87-40BD-94BF-76AAEC816C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4" name="Rectangle 16">
                <a:extLst>
                  <a:ext uri="{FF2B5EF4-FFF2-40B4-BE49-F238E27FC236}">
                    <a16:creationId xmlns:a16="http://schemas.microsoft.com/office/drawing/2014/main" id="{8AC49DAE-1800-40B4-908D-DACDDBFF21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5" name="Rectangle 17">
                <a:extLst>
                  <a:ext uri="{FF2B5EF4-FFF2-40B4-BE49-F238E27FC236}">
                    <a16:creationId xmlns:a16="http://schemas.microsoft.com/office/drawing/2014/main" id="{236BF9F5-A935-4DA3-A4A9-52DD30165B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6" name="Rectangle 18">
                <a:extLst>
                  <a:ext uri="{FF2B5EF4-FFF2-40B4-BE49-F238E27FC236}">
                    <a16:creationId xmlns:a16="http://schemas.microsoft.com/office/drawing/2014/main" id="{97FE846A-6C60-49BD-8759-77095BC247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7" name="Rectangle 19">
                <a:extLst>
                  <a:ext uri="{FF2B5EF4-FFF2-40B4-BE49-F238E27FC236}">
                    <a16:creationId xmlns:a16="http://schemas.microsoft.com/office/drawing/2014/main" id="{FA924FA8-FE97-40A1-852B-77A498A7C4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8" name="Rectangle 20">
                <a:extLst>
                  <a:ext uri="{FF2B5EF4-FFF2-40B4-BE49-F238E27FC236}">
                    <a16:creationId xmlns:a16="http://schemas.microsoft.com/office/drawing/2014/main" id="{3C593FAE-CE47-48A5-AC85-6174EAC0A2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9" name="Rectangle 21">
                <a:extLst>
                  <a:ext uri="{FF2B5EF4-FFF2-40B4-BE49-F238E27FC236}">
                    <a16:creationId xmlns:a16="http://schemas.microsoft.com/office/drawing/2014/main" id="{E2228A57-948E-4482-9E06-D9E725176D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0" name="Rectangle 22">
                <a:extLst>
                  <a:ext uri="{FF2B5EF4-FFF2-40B4-BE49-F238E27FC236}">
                    <a16:creationId xmlns:a16="http://schemas.microsoft.com/office/drawing/2014/main" id="{1EF13CFA-22CA-4C10-BE90-D5CC115A89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1" name="Rectangle 23">
                <a:extLst>
                  <a:ext uri="{FF2B5EF4-FFF2-40B4-BE49-F238E27FC236}">
                    <a16:creationId xmlns:a16="http://schemas.microsoft.com/office/drawing/2014/main" id="{0E8E90A3-1641-4E9B-A194-D5F117F9AEF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2" name="Rectangle 24">
                <a:extLst>
                  <a:ext uri="{FF2B5EF4-FFF2-40B4-BE49-F238E27FC236}">
                    <a16:creationId xmlns:a16="http://schemas.microsoft.com/office/drawing/2014/main" id="{A68EDFEF-E0D3-402A-9521-3DF38E4B8F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3" name="Rectangle 25">
                <a:extLst>
                  <a:ext uri="{FF2B5EF4-FFF2-40B4-BE49-F238E27FC236}">
                    <a16:creationId xmlns:a16="http://schemas.microsoft.com/office/drawing/2014/main" id="{CCF9D944-04E9-47A8-9177-AFC8A6780F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4" name="Rectangle 26">
                <a:extLst>
                  <a:ext uri="{FF2B5EF4-FFF2-40B4-BE49-F238E27FC236}">
                    <a16:creationId xmlns:a16="http://schemas.microsoft.com/office/drawing/2014/main" id="{ABDECE26-FC06-416E-A783-A77B3FFA3AF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5" name="Rectangle 27">
                <a:extLst>
                  <a:ext uri="{FF2B5EF4-FFF2-40B4-BE49-F238E27FC236}">
                    <a16:creationId xmlns:a16="http://schemas.microsoft.com/office/drawing/2014/main" id="{1F81018F-D062-471E-8E4D-BF55555F50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6" name="Rectangle 28">
                <a:extLst>
                  <a:ext uri="{FF2B5EF4-FFF2-40B4-BE49-F238E27FC236}">
                    <a16:creationId xmlns:a16="http://schemas.microsoft.com/office/drawing/2014/main" id="{75BC1DFB-E2E0-44A2-8449-1511B5F4C2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7" name="Rectangle 29">
                <a:extLst>
                  <a:ext uri="{FF2B5EF4-FFF2-40B4-BE49-F238E27FC236}">
                    <a16:creationId xmlns:a16="http://schemas.microsoft.com/office/drawing/2014/main" id="{FE671700-5C5E-4E82-8FDC-49E44FF7399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8" name="Rectangle 30">
                <a:extLst>
                  <a:ext uri="{FF2B5EF4-FFF2-40B4-BE49-F238E27FC236}">
                    <a16:creationId xmlns:a16="http://schemas.microsoft.com/office/drawing/2014/main" id="{367003AF-BC87-4F81-81EB-3D09A24C99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5E7D7A4E-C314-4987-9657-060E28CAA6A0}"/>
                </a:ext>
              </a:extLst>
            </p:cNvPr>
            <p:cNvGrpSpPr/>
            <p:nvPr/>
          </p:nvGrpSpPr>
          <p:grpSpPr>
            <a:xfrm>
              <a:off x="354110" y="5390187"/>
              <a:ext cx="11480604" cy="108822"/>
              <a:chOff x="354110" y="5396454"/>
              <a:chExt cx="11480604" cy="108822"/>
            </a:xfrm>
            <a:grpFill/>
          </p:grpSpPr>
          <p:sp>
            <p:nvSpPr>
              <p:cNvPr id="77" name="Rectangle 32">
                <a:extLst>
                  <a:ext uri="{FF2B5EF4-FFF2-40B4-BE49-F238E27FC236}">
                    <a16:creationId xmlns:a16="http://schemas.microsoft.com/office/drawing/2014/main" id="{8E8A1AC8-CA63-4F37-A8CF-FF832D8BE4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8" name="Rectangle 33">
                <a:extLst>
                  <a:ext uri="{FF2B5EF4-FFF2-40B4-BE49-F238E27FC236}">
                    <a16:creationId xmlns:a16="http://schemas.microsoft.com/office/drawing/2014/main" id="{628E2734-FDDB-44A3-9AF2-03978429626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9" name="Rectangle 34">
                <a:extLst>
                  <a:ext uri="{FF2B5EF4-FFF2-40B4-BE49-F238E27FC236}">
                    <a16:creationId xmlns:a16="http://schemas.microsoft.com/office/drawing/2014/main" id="{088CF2A2-82EB-4956-973F-6A38CD7EA0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0" name="Rectangle 35">
                <a:extLst>
                  <a:ext uri="{FF2B5EF4-FFF2-40B4-BE49-F238E27FC236}">
                    <a16:creationId xmlns:a16="http://schemas.microsoft.com/office/drawing/2014/main" id="{C040EEA9-3095-4F30-8483-23F37448C2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1" name="Rectangle 36">
                <a:extLst>
                  <a:ext uri="{FF2B5EF4-FFF2-40B4-BE49-F238E27FC236}">
                    <a16:creationId xmlns:a16="http://schemas.microsoft.com/office/drawing/2014/main" id="{749693CE-451B-4AFB-88A8-C12ED178EA2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2" name="Rectangle 37">
                <a:extLst>
                  <a:ext uri="{FF2B5EF4-FFF2-40B4-BE49-F238E27FC236}">
                    <a16:creationId xmlns:a16="http://schemas.microsoft.com/office/drawing/2014/main" id="{30280489-C791-44E8-963D-1255607CDB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3" name="Rectangle 38">
                <a:extLst>
                  <a:ext uri="{FF2B5EF4-FFF2-40B4-BE49-F238E27FC236}">
                    <a16:creationId xmlns:a16="http://schemas.microsoft.com/office/drawing/2014/main" id="{8CC74FC2-413D-4801-AE6D-107C3B1129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4" name="Rectangle 39">
                <a:extLst>
                  <a:ext uri="{FF2B5EF4-FFF2-40B4-BE49-F238E27FC236}">
                    <a16:creationId xmlns:a16="http://schemas.microsoft.com/office/drawing/2014/main" id="{B285A8B1-8801-46CD-91B8-97CE12F319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5" name="Rectangle 40">
                <a:extLst>
                  <a:ext uri="{FF2B5EF4-FFF2-40B4-BE49-F238E27FC236}">
                    <a16:creationId xmlns:a16="http://schemas.microsoft.com/office/drawing/2014/main" id="{2DCB03A8-663D-4DCB-A3A5-59C55ED304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6" name="Rectangle 41">
                <a:extLst>
                  <a:ext uri="{FF2B5EF4-FFF2-40B4-BE49-F238E27FC236}">
                    <a16:creationId xmlns:a16="http://schemas.microsoft.com/office/drawing/2014/main" id="{5407D7A5-9403-4899-B30F-57F9270DFA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7" name="Rectangle 42">
                <a:extLst>
                  <a:ext uri="{FF2B5EF4-FFF2-40B4-BE49-F238E27FC236}">
                    <a16:creationId xmlns:a16="http://schemas.microsoft.com/office/drawing/2014/main" id="{A5A712A8-2D9C-4566-93D7-A554219464B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8" name="Rectangle 43">
                <a:extLst>
                  <a:ext uri="{FF2B5EF4-FFF2-40B4-BE49-F238E27FC236}">
                    <a16:creationId xmlns:a16="http://schemas.microsoft.com/office/drawing/2014/main" id="{4B61ED17-0B4A-42B3-B859-84E6FBD9F9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9" name="Rectangle 44">
                <a:extLst>
                  <a:ext uri="{FF2B5EF4-FFF2-40B4-BE49-F238E27FC236}">
                    <a16:creationId xmlns:a16="http://schemas.microsoft.com/office/drawing/2014/main" id="{7FF71609-E043-4DD4-BBED-210943BF31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0" name="Rectangle 45">
                <a:extLst>
                  <a:ext uri="{FF2B5EF4-FFF2-40B4-BE49-F238E27FC236}">
                    <a16:creationId xmlns:a16="http://schemas.microsoft.com/office/drawing/2014/main" id="{9107E37E-3623-4410-8CEA-DA33995A6A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1" name="Rectangle 46">
                <a:extLst>
                  <a:ext uri="{FF2B5EF4-FFF2-40B4-BE49-F238E27FC236}">
                    <a16:creationId xmlns:a16="http://schemas.microsoft.com/office/drawing/2014/main" id="{B83800E2-BDEE-48AC-9D9F-0B03C123FB6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2" name="Rectangle 47">
                <a:extLst>
                  <a:ext uri="{FF2B5EF4-FFF2-40B4-BE49-F238E27FC236}">
                    <a16:creationId xmlns:a16="http://schemas.microsoft.com/office/drawing/2014/main" id="{924E8ED7-0B54-488C-86FD-838BEC6C72B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3" name="Rectangle 48">
                <a:extLst>
                  <a:ext uri="{FF2B5EF4-FFF2-40B4-BE49-F238E27FC236}">
                    <a16:creationId xmlns:a16="http://schemas.microsoft.com/office/drawing/2014/main" id="{5E731C89-5DF4-4419-9A67-52BAEC3733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4" name="Rectangle 49">
                <a:extLst>
                  <a:ext uri="{FF2B5EF4-FFF2-40B4-BE49-F238E27FC236}">
                    <a16:creationId xmlns:a16="http://schemas.microsoft.com/office/drawing/2014/main" id="{D7B0E779-6D3D-4414-91BB-C1BBE6380D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5" name="Rectangle 50">
                <a:extLst>
                  <a:ext uri="{FF2B5EF4-FFF2-40B4-BE49-F238E27FC236}">
                    <a16:creationId xmlns:a16="http://schemas.microsoft.com/office/drawing/2014/main" id="{E846AB63-6AAB-4E86-B4BA-7853BD6021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6" name="Rectangle 51">
                <a:extLst>
                  <a:ext uri="{FF2B5EF4-FFF2-40B4-BE49-F238E27FC236}">
                    <a16:creationId xmlns:a16="http://schemas.microsoft.com/office/drawing/2014/main" id="{D05AC798-949B-4443-ADBB-917EF526FE1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7" name="Rectangle 52">
                <a:extLst>
                  <a:ext uri="{FF2B5EF4-FFF2-40B4-BE49-F238E27FC236}">
                    <a16:creationId xmlns:a16="http://schemas.microsoft.com/office/drawing/2014/main" id="{8B3E2107-60AF-4064-A551-A333E6249C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8" name="Rectangle 53">
                <a:extLst>
                  <a:ext uri="{FF2B5EF4-FFF2-40B4-BE49-F238E27FC236}">
                    <a16:creationId xmlns:a16="http://schemas.microsoft.com/office/drawing/2014/main" id="{055FD3E8-A340-4393-92E1-4FD68288FDB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9" name="Rectangle 54">
                <a:extLst>
                  <a:ext uri="{FF2B5EF4-FFF2-40B4-BE49-F238E27FC236}">
                    <a16:creationId xmlns:a16="http://schemas.microsoft.com/office/drawing/2014/main" id="{C18C5E0E-D82C-4F82-A0E3-6BE9AAF75E2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0" name="Rectangle 55">
                <a:extLst>
                  <a:ext uri="{FF2B5EF4-FFF2-40B4-BE49-F238E27FC236}">
                    <a16:creationId xmlns:a16="http://schemas.microsoft.com/office/drawing/2014/main" id="{677F5FC4-34F3-400A-9970-A7EA63DB4B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1" name="Rectangle 56">
                <a:extLst>
                  <a:ext uri="{FF2B5EF4-FFF2-40B4-BE49-F238E27FC236}">
                    <a16:creationId xmlns:a16="http://schemas.microsoft.com/office/drawing/2014/main" id="{2A4794CF-928E-4F8E-A532-7800E5996B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2" name="Rectangle 57">
                <a:extLst>
                  <a:ext uri="{FF2B5EF4-FFF2-40B4-BE49-F238E27FC236}">
                    <a16:creationId xmlns:a16="http://schemas.microsoft.com/office/drawing/2014/main" id="{E4F63079-D99A-4ECA-AE8B-8E93D42956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8F81BE07-E676-45EB-9AFA-7BF1FBB657A2}"/>
                </a:ext>
              </a:extLst>
            </p:cNvPr>
            <p:cNvGrpSpPr/>
            <p:nvPr/>
          </p:nvGrpSpPr>
          <p:grpSpPr>
            <a:xfrm>
              <a:off x="354110" y="5895731"/>
              <a:ext cx="11480604" cy="109990"/>
              <a:chOff x="354110" y="5903678"/>
              <a:chExt cx="11480604" cy="109990"/>
            </a:xfrm>
            <a:grpFill/>
          </p:grpSpPr>
          <p:sp>
            <p:nvSpPr>
              <p:cNvPr id="51" name="Rectangle 59">
                <a:extLst>
                  <a:ext uri="{FF2B5EF4-FFF2-40B4-BE49-F238E27FC236}">
                    <a16:creationId xmlns:a16="http://schemas.microsoft.com/office/drawing/2014/main" id="{90F41A19-F592-419E-BB70-0A26A5A2C99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2" name="Rectangle 60">
                <a:extLst>
                  <a:ext uri="{FF2B5EF4-FFF2-40B4-BE49-F238E27FC236}">
                    <a16:creationId xmlns:a16="http://schemas.microsoft.com/office/drawing/2014/main" id="{1469FDD4-E3FD-413E-AE75-22EE1F631B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3" name="Rectangle 61">
                <a:extLst>
                  <a:ext uri="{FF2B5EF4-FFF2-40B4-BE49-F238E27FC236}">
                    <a16:creationId xmlns:a16="http://schemas.microsoft.com/office/drawing/2014/main" id="{FE475E5D-8646-4FC9-BFFB-619E2D0E25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4" name="Rectangle 62">
                <a:extLst>
                  <a:ext uri="{FF2B5EF4-FFF2-40B4-BE49-F238E27FC236}">
                    <a16:creationId xmlns:a16="http://schemas.microsoft.com/office/drawing/2014/main" id="{3D36A72E-C554-4C3C-9B1B-6CB10E5F62B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5" name="Rectangle 63">
                <a:extLst>
                  <a:ext uri="{FF2B5EF4-FFF2-40B4-BE49-F238E27FC236}">
                    <a16:creationId xmlns:a16="http://schemas.microsoft.com/office/drawing/2014/main" id="{7A4E6F93-4FD1-43BD-92BD-564F60D0B6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6" name="Rectangle 64">
                <a:extLst>
                  <a:ext uri="{FF2B5EF4-FFF2-40B4-BE49-F238E27FC236}">
                    <a16:creationId xmlns:a16="http://schemas.microsoft.com/office/drawing/2014/main" id="{91390BA3-956A-4FEA-961B-6154DE6FB76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7" name="Rectangle 65">
                <a:extLst>
                  <a:ext uri="{FF2B5EF4-FFF2-40B4-BE49-F238E27FC236}">
                    <a16:creationId xmlns:a16="http://schemas.microsoft.com/office/drawing/2014/main" id="{3BDA4482-76BD-4B95-9A99-C9D97E68F6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8" name="Rectangle 66">
                <a:extLst>
                  <a:ext uri="{FF2B5EF4-FFF2-40B4-BE49-F238E27FC236}">
                    <a16:creationId xmlns:a16="http://schemas.microsoft.com/office/drawing/2014/main" id="{7C89DCF1-7783-4715-A5F6-F69C325A84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9" name="Rectangle 67">
                <a:extLst>
                  <a:ext uri="{FF2B5EF4-FFF2-40B4-BE49-F238E27FC236}">
                    <a16:creationId xmlns:a16="http://schemas.microsoft.com/office/drawing/2014/main" id="{C358A697-8E33-4B4A-8E88-7C19923AD4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0" name="Rectangle 68">
                <a:extLst>
                  <a:ext uri="{FF2B5EF4-FFF2-40B4-BE49-F238E27FC236}">
                    <a16:creationId xmlns:a16="http://schemas.microsoft.com/office/drawing/2014/main" id="{8716A687-A14A-4B91-AB47-EC1722AF30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1" name="Rectangle 69">
                <a:extLst>
                  <a:ext uri="{FF2B5EF4-FFF2-40B4-BE49-F238E27FC236}">
                    <a16:creationId xmlns:a16="http://schemas.microsoft.com/office/drawing/2014/main" id="{3597BC4D-A8AB-476D-A463-DDA92D6194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2" name="Rectangle 70">
                <a:extLst>
                  <a:ext uri="{FF2B5EF4-FFF2-40B4-BE49-F238E27FC236}">
                    <a16:creationId xmlns:a16="http://schemas.microsoft.com/office/drawing/2014/main" id="{3D5FE933-374E-4D22-95B5-F8B154CFC29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3" name="Rectangle 71">
                <a:extLst>
                  <a:ext uri="{FF2B5EF4-FFF2-40B4-BE49-F238E27FC236}">
                    <a16:creationId xmlns:a16="http://schemas.microsoft.com/office/drawing/2014/main" id="{4DA4C424-BC57-46B1-8A19-98F4A1F4BC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4" name="Rectangle 72">
                <a:extLst>
                  <a:ext uri="{FF2B5EF4-FFF2-40B4-BE49-F238E27FC236}">
                    <a16:creationId xmlns:a16="http://schemas.microsoft.com/office/drawing/2014/main" id="{8072EEA5-91EE-47E9-9C82-96966E37CB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5" name="Rectangle 73">
                <a:extLst>
                  <a:ext uri="{FF2B5EF4-FFF2-40B4-BE49-F238E27FC236}">
                    <a16:creationId xmlns:a16="http://schemas.microsoft.com/office/drawing/2014/main" id="{D2366CD8-B517-40C0-8E52-217CE8F164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6" name="Rectangle 74">
                <a:extLst>
                  <a:ext uri="{FF2B5EF4-FFF2-40B4-BE49-F238E27FC236}">
                    <a16:creationId xmlns:a16="http://schemas.microsoft.com/office/drawing/2014/main" id="{2739573F-C01A-4A42-BDB4-F8717CD6555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7" name="Rectangle 75">
                <a:extLst>
                  <a:ext uri="{FF2B5EF4-FFF2-40B4-BE49-F238E27FC236}">
                    <a16:creationId xmlns:a16="http://schemas.microsoft.com/office/drawing/2014/main" id="{94A56444-668B-41B0-8986-65EB2B4A32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8" name="Rectangle 76">
                <a:extLst>
                  <a:ext uri="{FF2B5EF4-FFF2-40B4-BE49-F238E27FC236}">
                    <a16:creationId xmlns:a16="http://schemas.microsoft.com/office/drawing/2014/main" id="{B2CFF404-368E-4A76-A2CA-471611869B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9" name="Rectangle 77">
                <a:extLst>
                  <a:ext uri="{FF2B5EF4-FFF2-40B4-BE49-F238E27FC236}">
                    <a16:creationId xmlns:a16="http://schemas.microsoft.com/office/drawing/2014/main" id="{3B1857CC-9DC7-43E3-98B6-0DCBB2DC18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0" name="Rectangle 78">
                <a:extLst>
                  <a:ext uri="{FF2B5EF4-FFF2-40B4-BE49-F238E27FC236}">
                    <a16:creationId xmlns:a16="http://schemas.microsoft.com/office/drawing/2014/main" id="{13C3C468-F3E2-4B75-BB66-184F85DD01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1" name="Rectangle 79">
                <a:extLst>
                  <a:ext uri="{FF2B5EF4-FFF2-40B4-BE49-F238E27FC236}">
                    <a16:creationId xmlns:a16="http://schemas.microsoft.com/office/drawing/2014/main" id="{1A0E9336-6E7F-4174-BB8B-7B675743AA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2" name="Rectangle 80">
                <a:extLst>
                  <a:ext uri="{FF2B5EF4-FFF2-40B4-BE49-F238E27FC236}">
                    <a16:creationId xmlns:a16="http://schemas.microsoft.com/office/drawing/2014/main" id="{1AB6293C-8454-4149-8126-EFE23BCE434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3" name="Rectangle 81">
                <a:extLst>
                  <a:ext uri="{FF2B5EF4-FFF2-40B4-BE49-F238E27FC236}">
                    <a16:creationId xmlns:a16="http://schemas.microsoft.com/office/drawing/2014/main" id="{BAE4953B-46B2-4552-8D6A-C67D4FCB3D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4" name="Rectangle 82">
                <a:extLst>
                  <a:ext uri="{FF2B5EF4-FFF2-40B4-BE49-F238E27FC236}">
                    <a16:creationId xmlns:a16="http://schemas.microsoft.com/office/drawing/2014/main" id="{40C5CC0E-449E-4E60-822F-5A4AB69E54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5" name="Rectangle 83">
                <a:extLst>
                  <a:ext uri="{FF2B5EF4-FFF2-40B4-BE49-F238E27FC236}">
                    <a16:creationId xmlns:a16="http://schemas.microsoft.com/office/drawing/2014/main" id="{B2688373-3DD7-4956-8759-7CB2AF735B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6" name="Rectangle 84">
                <a:extLst>
                  <a:ext uri="{FF2B5EF4-FFF2-40B4-BE49-F238E27FC236}">
                    <a16:creationId xmlns:a16="http://schemas.microsoft.com/office/drawing/2014/main" id="{50B8E454-F10F-456B-81ED-301B191CA48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960ABA5C-8D36-4AAD-9494-669B8A3E9E86}"/>
                </a:ext>
              </a:extLst>
            </p:cNvPr>
            <p:cNvGrpSpPr/>
            <p:nvPr/>
          </p:nvGrpSpPr>
          <p:grpSpPr>
            <a:xfrm>
              <a:off x="354110" y="6402442"/>
              <a:ext cx="11480604" cy="109990"/>
              <a:chOff x="354110" y="5903678"/>
              <a:chExt cx="11480604" cy="109990"/>
            </a:xfrm>
            <a:grpFill/>
          </p:grpSpPr>
          <p:sp>
            <p:nvSpPr>
              <p:cNvPr id="25" name="Rectangle 59">
                <a:extLst>
                  <a:ext uri="{FF2B5EF4-FFF2-40B4-BE49-F238E27FC236}">
                    <a16:creationId xmlns:a16="http://schemas.microsoft.com/office/drawing/2014/main" id="{9006E5F9-87EA-4BFF-AC26-08D7B4E6558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" name="Rectangle 60">
                <a:extLst>
                  <a:ext uri="{FF2B5EF4-FFF2-40B4-BE49-F238E27FC236}">
                    <a16:creationId xmlns:a16="http://schemas.microsoft.com/office/drawing/2014/main" id="{40F26277-619B-41A3-9D5F-A02E6914E16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" name="Rectangle 61">
                <a:extLst>
                  <a:ext uri="{FF2B5EF4-FFF2-40B4-BE49-F238E27FC236}">
                    <a16:creationId xmlns:a16="http://schemas.microsoft.com/office/drawing/2014/main" id="{23DB5C85-827B-49AF-BC96-24E7ABDAD9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" name="Rectangle 62">
                <a:extLst>
                  <a:ext uri="{FF2B5EF4-FFF2-40B4-BE49-F238E27FC236}">
                    <a16:creationId xmlns:a16="http://schemas.microsoft.com/office/drawing/2014/main" id="{847A0A99-2056-4E0E-8A5A-2CBCA33AFFD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" name="Rectangle 63">
                <a:extLst>
                  <a:ext uri="{FF2B5EF4-FFF2-40B4-BE49-F238E27FC236}">
                    <a16:creationId xmlns:a16="http://schemas.microsoft.com/office/drawing/2014/main" id="{5474EE8D-D88A-47FF-9107-09082030E0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" name="Rectangle 64">
                <a:extLst>
                  <a:ext uri="{FF2B5EF4-FFF2-40B4-BE49-F238E27FC236}">
                    <a16:creationId xmlns:a16="http://schemas.microsoft.com/office/drawing/2014/main" id="{0EC4B1DB-FB22-4303-B2D7-5E60C557A8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" name="Rectangle 65">
                <a:extLst>
                  <a:ext uri="{FF2B5EF4-FFF2-40B4-BE49-F238E27FC236}">
                    <a16:creationId xmlns:a16="http://schemas.microsoft.com/office/drawing/2014/main" id="{B5127279-9249-47F2-8A42-1F7F68517E9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" name="Rectangle 66">
                <a:extLst>
                  <a:ext uri="{FF2B5EF4-FFF2-40B4-BE49-F238E27FC236}">
                    <a16:creationId xmlns:a16="http://schemas.microsoft.com/office/drawing/2014/main" id="{4BE3E747-CD2D-4EA9-8A1C-AFC94F64039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" name="Rectangle 67">
                <a:extLst>
                  <a:ext uri="{FF2B5EF4-FFF2-40B4-BE49-F238E27FC236}">
                    <a16:creationId xmlns:a16="http://schemas.microsoft.com/office/drawing/2014/main" id="{844450CC-44D2-4CFB-9D82-BA80F0CA0E8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" name="Rectangle 68">
                <a:extLst>
                  <a:ext uri="{FF2B5EF4-FFF2-40B4-BE49-F238E27FC236}">
                    <a16:creationId xmlns:a16="http://schemas.microsoft.com/office/drawing/2014/main" id="{56C9C6B8-074B-4807-A953-D5D69AEE2F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" name="Rectangle 69">
                <a:extLst>
                  <a:ext uri="{FF2B5EF4-FFF2-40B4-BE49-F238E27FC236}">
                    <a16:creationId xmlns:a16="http://schemas.microsoft.com/office/drawing/2014/main" id="{55A940DF-BE4B-4046-BF7D-7BBB8316FF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" name="Rectangle 70">
                <a:extLst>
                  <a:ext uri="{FF2B5EF4-FFF2-40B4-BE49-F238E27FC236}">
                    <a16:creationId xmlns:a16="http://schemas.microsoft.com/office/drawing/2014/main" id="{79FECFE2-55AB-4195-B4F2-F1831B0901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7" name="Rectangle 71">
                <a:extLst>
                  <a:ext uri="{FF2B5EF4-FFF2-40B4-BE49-F238E27FC236}">
                    <a16:creationId xmlns:a16="http://schemas.microsoft.com/office/drawing/2014/main" id="{F78BF45E-3F1B-4CCF-AB55-6AACA1D7968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8" name="Rectangle 72">
                <a:extLst>
                  <a:ext uri="{FF2B5EF4-FFF2-40B4-BE49-F238E27FC236}">
                    <a16:creationId xmlns:a16="http://schemas.microsoft.com/office/drawing/2014/main" id="{CEAEA0D2-DAF5-42AD-824D-BF0A0786AC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9" name="Rectangle 73">
                <a:extLst>
                  <a:ext uri="{FF2B5EF4-FFF2-40B4-BE49-F238E27FC236}">
                    <a16:creationId xmlns:a16="http://schemas.microsoft.com/office/drawing/2014/main" id="{2616B93B-15A3-4A25-B322-A4A334791D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0" name="Rectangle 74">
                <a:extLst>
                  <a:ext uri="{FF2B5EF4-FFF2-40B4-BE49-F238E27FC236}">
                    <a16:creationId xmlns:a16="http://schemas.microsoft.com/office/drawing/2014/main" id="{26C24972-CC21-4F79-908A-8F7EEF3C3B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1" name="Rectangle 75">
                <a:extLst>
                  <a:ext uri="{FF2B5EF4-FFF2-40B4-BE49-F238E27FC236}">
                    <a16:creationId xmlns:a16="http://schemas.microsoft.com/office/drawing/2014/main" id="{FD7C3FD5-0F89-4B6D-AC87-8001A0810C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2" name="Rectangle 76">
                <a:extLst>
                  <a:ext uri="{FF2B5EF4-FFF2-40B4-BE49-F238E27FC236}">
                    <a16:creationId xmlns:a16="http://schemas.microsoft.com/office/drawing/2014/main" id="{B03C108E-68F6-4221-BC40-C5E3C19044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3" name="Rectangle 77">
                <a:extLst>
                  <a:ext uri="{FF2B5EF4-FFF2-40B4-BE49-F238E27FC236}">
                    <a16:creationId xmlns:a16="http://schemas.microsoft.com/office/drawing/2014/main" id="{AEE8C851-520C-4A98-839F-17DEECB4C1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4" name="Rectangle 78">
                <a:extLst>
                  <a:ext uri="{FF2B5EF4-FFF2-40B4-BE49-F238E27FC236}">
                    <a16:creationId xmlns:a16="http://schemas.microsoft.com/office/drawing/2014/main" id="{64CDD37E-8761-499B-B591-D1B68A0C60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5" name="Rectangle 79">
                <a:extLst>
                  <a:ext uri="{FF2B5EF4-FFF2-40B4-BE49-F238E27FC236}">
                    <a16:creationId xmlns:a16="http://schemas.microsoft.com/office/drawing/2014/main" id="{CF1D9CFA-A92A-4012-8DBE-A1AFE416C0D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6" name="Rectangle 80">
                <a:extLst>
                  <a:ext uri="{FF2B5EF4-FFF2-40B4-BE49-F238E27FC236}">
                    <a16:creationId xmlns:a16="http://schemas.microsoft.com/office/drawing/2014/main" id="{5B28FF0B-0B00-4C89-9B32-5FCEE8CF723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7" name="Rectangle 81">
                <a:extLst>
                  <a:ext uri="{FF2B5EF4-FFF2-40B4-BE49-F238E27FC236}">
                    <a16:creationId xmlns:a16="http://schemas.microsoft.com/office/drawing/2014/main" id="{3F39461F-D7C3-4741-A3BF-B2B81AC1BD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8" name="Rectangle 82">
                <a:extLst>
                  <a:ext uri="{FF2B5EF4-FFF2-40B4-BE49-F238E27FC236}">
                    <a16:creationId xmlns:a16="http://schemas.microsoft.com/office/drawing/2014/main" id="{B209DBFB-FB6A-41D4-B8FD-371C1627C2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9" name="Rectangle 83">
                <a:extLst>
                  <a:ext uri="{FF2B5EF4-FFF2-40B4-BE49-F238E27FC236}">
                    <a16:creationId xmlns:a16="http://schemas.microsoft.com/office/drawing/2014/main" id="{9851ABD3-4B24-43E9-8246-B439DE28902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0" name="Rectangle 84">
                <a:extLst>
                  <a:ext uri="{FF2B5EF4-FFF2-40B4-BE49-F238E27FC236}">
                    <a16:creationId xmlns:a16="http://schemas.microsoft.com/office/drawing/2014/main" id="{C66181AB-B727-41A6-A789-CF6AAB6890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</p:grp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</p:spTree>
    <p:extLst>
      <p:ext uri="{BB962C8B-B14F-4D97-AF65-F5344CB8AC3E}">
        <p14:creationId xmlns:p14="http://schemas.microsoft.com/office/powerpoint/2010/main" val="10423616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What we do?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64" name="Rectangle 5">
            <a:extLst>
              <a:ext uri="{FF2B5EF4-FFF2-40B4-BE49-F238E27FC236}">
                <a16:creationId xmlns:a16="http://schemas.microsoft.com/office/drawing/2014/main" id="{1D5D3984-7DC7-4194-AD39-51045112AC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326571"/>
            <a:ext cx="10999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65" name="Rectangle 6">
            <a:extLst>
              <a:ext uri="{FF2B5EF4-FFF2-40B4-BE49-F238E27FC236}">
                <a16:creationId xmlns:a16="http://schemas.microsoft.com/office/drawing/2014/main" id="{C4A1AA13-BC36-4E79-B4E8-CBD99F7B0D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66" name="Rectangle 7">
            <a:extLst>
              <a:ext uri="{FF2B5EF4-FFF2-40B4-BE49-F238E27FC236}">
                <a16:creationId xmlns:a16="http://schemas.microsoft.com/office/drawing/2014/main" id="{064FA383-421A-4408-B960-0EEA4EA6D8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67" name="Rectangle 8">
            <a:extLst>
              <a:ext uri="{FF2B5EF4-FFF2-40B4-BE49-F238E27FC236}">
                <a16:creationId xmlns:a16="http://schemas.microsoft.com/office/drawing/2014/main" id="{A749CDFB-EE99-4334-8923-0D518C5B2B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326571"/>
            <a:ext cx="10882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68" name="Rectangle 9">
            <a:extLst>
              <a:ext uri="{FF2B5EF4-FFF2-40B4-BE49-F238E27FC236}">
                <a16:creationId xmlns:a16="http://schemas.microsoft.com/office/drawing/2014/main" id="{6E9A5901-7AB9-4355-8A8C-EDEDF74E0D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69" name="Rectangle 10">
            <a:extLst>
              <a:ext uri="{FF2B5EF4-FFF2-40B4-BE49-F238E27FC236}">
                <a16:creationId xmlns:a16="http://schemas.microsoft.com/office/drawing/2014/main" id="{719A89F7-F1DD-434B-B30D-4B32BEFEBD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70" name="Rectangle 11">
            <a:extLst>
              <a:ext uri="{FF2B5EF4-FFF2-40B4-BE49-F238E27FC236}">
                <a16:creationId xmlns:a16="http://schemas.microsoft.com/office/drawing/2014/main" id="{E2F34566-8F29-46BF-862B-492CFB9F0B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71" name="Rectangle 12">
            <a:extLst>
              <a:ext uri="{FF2B5EF4-FFF2-40B4-BE49-F238E27FC236}">
                <a16:creationId xmlns:a16="http://schemas.microsoft.com/office/drawing/2014/main" id="{13B17D5B-B8E7-479A-9557-1DE1F3355D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8630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72" name="Rectangle 13">
            <a:extLst>
              <a:ext uri="{FF2B5EF4-FFF2-40B4-BE49-F238E27FC236}">
                <a16:creationId xmlns:a16="http://schemas.microsoft.com/office/drawing/2014/main" id="{648B9A6E-E46B-4E77-8AFC-175F26F718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2893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73" name="Rectangle 14">
            <a:extLst>
              <a:ext uri="{FF2B5EF4-FFF2-40B4-BE49-F238E27FC236}">
                <a16:creationId xmlns:a16="http://schemas.microsoft.com/office/drawing/2014/main" id="{66ED677A-B450-444C-8C05-6164CEFBB2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8326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74" name="Rectangle 15">
            <a:extLst>
              <a:ext uri="{FF2B5EF4-FFF2-40B4-BE49-F238E27FC236}">
                <a16:creationId xmlns:a16="http://schemas.microsoft.com/office/drawing/2014/main" id="{6B37F876-20AD-4B0B-B794-D98057E31C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2589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75" name="Rectangle 16">
            <a:extLst>
              <a:ext uri="{FF2B5EF4-FFF2-40B4-BE49-F238E27FC236}">
                <a16:creationId xmlns:a16="http://schemas.microsoft.com/office/drawing/2014/main" id="{9EED317B-A291-4834-AF57-5CB5972CF5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8022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76" name="Rectangle 17">
            <a:extLst>
              <a:ext uri="{FF2B5EF4-FFF2-40B4-BE49-F238E27FC236}">
                <a16:creationId xmlns:a16="http://schemas.microsoft.com/office/drawing/2014/main" id="{6F10DAB5-CF53-4900-8A89-3398C20310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2285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77" name="Rectangle 18">
            <a:extLst>
              <a:ext uri="{FF2B5EF4-FFF2-40B4-BE49-F238E27FC236}">
                <a16:creationId xmlns:a16="http://schemas.microsoft.com/office/drawing/2014/main" id="{F5888EEF-E323-44C5-9096-B1D8A26B31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7717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78" name="Rectangle 19">
            <a:extLst>
              <a:ext uri="{FF2B5EF4-FFF2-40B4-BE49-F238E27FC236}">
                <a16:creationId xmlns:a16="http://schemas.microsoft.com/office/drawing/2014/main" id="{9825D3DA-CFCD-4B62-AA3E-6B6A3F6A4D3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980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79" name="Rectangle 20">
            <a:extLst>
              <a:ext uri="{FF2B5EF4-FFF2-40B4-BE49-F238E27FC236}">
                <a16:creationId xmlns:a16="http://schemas.microsoft.com/office/drawing/2014/main" id="{485F1DFD-B6E0-4E81-9E5D-A16F629BFD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80" name="Rectangle 21">
            <a:extLst>
              <a:ext uri="{FF2B5EF4-FFF2-40B4-BE49-F238E27FC236}">
                <a16:creationId xmlns:a16="http://schemas.microsoft.com/office/drawing/2014/main" id="{22C892AF-FE66-492B-8360-9F3902E2D2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81" name="Rectangle 22">
            <a:extLst>
              <a:ext uri="{FF2B5EF4-FFF2-40B4-BE49-F238E27FC236}">
                <a16:creationId xmlns:a16="http://schemas.microsoft.com/office/drawing/2014/main" id="{BF8787BC-8DED-4E08-BA9C-0F363C018F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82" name="Rectangle 23">
            <a:extLst>
              <a:ext uri="{FF2B5EF4-FFF2-40B4-BE49-F238E27FC236}">
                <a16:creationId xmlns:a16="http://schemas.microsoft.com/office/drawing/2014/main" id="{ECC6E2E7-5D4C-494A-9957-C74873D73B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83" name="Rectangle 24">
            <a:extLst>
              <a:ext uri="{FF2B5EF4-FFF2-40B4-BE49-F238E27FC236}">
                <a16:creationId xmlns:a16="http://schemas.microsoft.com/office/drawing/2014/main" id="{619B2CB8-4BD4-49C4-99C7-1EDC4DE98D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84" name="Rectangle 25">
            <a:extLst>
              <a:ext uri="{FF2B5EF4-FFF2-40B4-BE49-F238E27FC236}">
                <a16:creationId xmlns:a16="http://schemas.microsoft.com/office/drawing/2014/main" id="{2BD052E5-B9B7-4DDC-921A-0BA5DC53AF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85" name="Rectangle 26">
            <a:extLst>
              <a:ext uri="{FF2B5EF4-FFF2-40B4-BE49-F238E27FC236}">
                <a16:creationId xmlns:a16="http://schemas.microsoft.com/office/drawing/2014/main" id="{854CCDB5-6DB3-4877-AAD4-2D60BD9045B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86" name="Rectangle 27">
            <a:extLst>
              <a:ext uri="{FF2B5EF4-FFF2-40B4-BE49-F238E27FC236}">
                <a16:creationId xmlns:a16="http://schemas.microsoft.com/office/drawing/2014/main" id="{E3701413-7CE4-4A3C-88EA-C6C0B42E4A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87" name="Rectangle 28">
            <a:extLst>
              <a:ext uri="{FF2B5EF4-FFF2-40B4-BE49-F238E27FC236}">
                <a16:creationId xmlns:a16="http://schemas.microsoft.com/office/drawing/2014/main" id="{BA36D018-6320-417B-8F9E-55683DDC96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88" name="Rectangle 29">
            <a:extLst>
              <a:ext uri="{FF2B5EF4-FFF2-40B4-BE49-F238E27FC236}">
                <a16:creationId xmlns:a16="http://schemas.microsoft.com/office/drawing/2014/main" id="{2B1F5663-A83E-4D95-BDF4-EBB44F3CCC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89" name="Rectangle 30">
            <a:extLst>
              <a:ext uri="{FF2B5EF4-FFF2-40B4-BE49-F238E27FC236}">
                <a16:creationId xmlns:a16="http://schemas.microsoft.com/office/drawing/2014/main" id="{462D901F-2505-492E-B20E-7B4077FF6D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90" name="Rectangle 32">
            <a:extLst>
              <a:ext uri="{FF2B5EF4-FFF2-40B4-BE49-F238E27FC236}">
                <a16:creationId xmlns:a16="http://schemas.microsoft.com/office/drawing/2014/main" id="{FDEA931C-C5A4-4A39-893A-F9D600DAA1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834963"/>
            <a:ext cx="109992" cy="108822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91" name="Rectangle 33">
            <a:extLst>
              <a:ext uri="{FF2B5EF4-FFF2-40B4-BE49-F238E27FC236}">
                <a16:creationId xmlns:a16="http://schemas.microsoft.com/office/drawing/2014/main" id="{53FAB04F-C814-4903-887C-6B8749BF48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92" name="Rectangle 34">
            <a:extLst>
              <a:ext uri="{FF2B5EF4-FFF2-40B4-BE49-F238E27FC236}">
                <a16:creationId xmlns:a16="http://schemas.microsoft.com/office/drawing/2014/main" id="{E80BB6CA-5007-43DC-9106-9AC1FD8F5F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834963"/>
            <a:ext cx="109992" cy="108822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93" name="Rectangle 35">
            <a:extLst>
              <a:ext uri="{FF2B5EF4-FFF2-40B4-BE49-F238E27FC236}">
                <a16:creationId xmlns:a16="http://schemas.microsoft.com/office/drawing/2014/main" id="{3E18C2F1-101D-4393-9918-DE77B33798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94" name="Rectangle 36">
            <a:extLst>
              <a:ext uri="{FF2B5EF4-FFF2-40B4-BE49-F238E27FC236}">
                <a16:creationId xmlns:a16="http://schemas.microsoft.com/office/drawing/2014/main" id="{2EA02F2D-5F5D-4284-953F-D92F8BA89C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83496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95" name="Rectangle 37">
            <a:extLst>
              <a:ext uri="{FF2B5EF4-FFF2-40B4-BE49-F238E27FC236}">
                <a16:creationId xmlns:a16="http://schemas.microsoft.com/office/drawing/2014/main" id="{B5280DAC-9E73-48E4-A0C0-043ACF981C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96" name="Rectangle 38">
            <a:extLst>
              <a:ext uri="{FF2B5EF4-FFF2-40B4-BE49-F238E27FC236}">
                <a16:creationId xmlns:a16="http://schemas.microsoft.com/office/drawing/2014/main" id="{60B1EDB9-9DC9-475A-BEBF-49644F4E1F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834963"/>
            <a:ext cx="109992" cy="108822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97" name="Rectangle 39">
            <a:extLst>
              <a:ext uri="{FF2B5EF4-FFF2-40B4-BE49-F238E27FC236}">
                <a16:creationId xmlns:a16="http://schemas.microsoft.com/office/drawing/2014/main" id="{820A7A5C-FCE4-4A98-ABAF-F0127EC77F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8630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98" name="Rectangle 40">
            <a:extLst>
              <a:ext uri="{FF2B5EF4-FFF2-40B4-BE49-F238E27FC236}">
                <a16:creationId xmlns:a16="http://schemas.microsoft.com/office/drawing/2014/main" id="{7A431B81-7C7C-42A1-8E97-0E59A743EA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2893" y="83496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99" name="Rectangle 41">
            <a:extLst>
              <a:ext uri="{FF2B5EF4-FFF2-40B4-BE49-F238E27FC236}">
                <a16:creationId xmlns:a16="http://schemas.microsoft.com/office/drawing/2014/main" id="{F7C18536-4714-447C-B2CD-5CCE34FE63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8326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00" name="Rectangle 42">
            <a:extLst>
              <a:ext uri="{FF2B5EF4-FFF2-40B4-BE49-F238E27FC236}">
                <a16:creationId xmlns:a16="http://schemas.microsoft.com/office/drawing/2014/main" id="{A5220EB9-CFCA-4E11-B625-CBA6910EDB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2589" y="83496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01" name="Rectangle 43">
            <a:extLst>
              <a:ext uri="{FF2B5EF4-FFF2-40B4-BE49-F238E27FC236}">
                <a16:creationId xmlns:a16="http://schemas.microsoft.com/office/drawing/2014/main" id="{C9AB4232-42B9-4172-8F6B-0CCF9E84F5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8022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02" name="Rectangle 44">
            <a:extLst>
              <a:ext uri="{FF2B5EF4-FFF2-40B4-BE49-F238E27FC236}">
                <a16:creationId xmlns:a16="http://schemas.microsoft.com/office/drawing/2014/main" id="{77D0A2B3-F2AF-45C0-BC1A-629B0AF4C0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2285" y="83496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03" name="Rectangle 45">
            <a:extLst>
              <a:ext uri="{FF2B5EF4-FFF2-40B4-BE49-F238E27FC236}">
                <a16:creationId xmlns:a16="http://schemas.microsoft.com/office/drawing/2014/main" id="{C2A2BCF5-ACB6-4194-9DE7-BE45865F06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7717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04" name="Rectangle 46">
            <a:extLst>
              <a:ext uri="{FF2B5EF4-FFF2-40B4-BE49-F238E27FC236}">
                <a16:creationId xmlns:a16="http://schemas.microsoft.com/office/drawing/2014/main" id="{E5AE97FB-206B-4E16-BB3C-161246A6764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980" y="83496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05" name="Rectangle 47">
            <a:extLst>
              <a:ext uri="{FF2B5EF4-FFF2-40B4-BE49-F238E27FC236}">
                <a16:creationId xmlns:a16="http://schemas.microsoft.com/office/drawing/2014/main" id="{E2148554-6A62-41A8-B70A-3265589BB1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06" name="Rectangle 48">
            <a:extLst>
              <a:ext uri="{FF2B5EF4-FFF2-40B4-BE49-F238E27FC236}">
                <a16:creationId xmlns:a16="http://schemas.microsoft.com/office/drawing/2014/main" id="{1F2DBB84-56F7-4574-B1C3-59A49824B84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83496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07" name="Rectangle 49">
            <a:extLst>
              <a:ext uri="{FF2B5EF4-FFF2-40B4-BE49-F238E27FC236}">
                <a16:creationId xmlns:a16="http://schemas.microsoft.com/office/drawing/2014/main" id="{3803743A-8621-4AD5-9BEE-D1FBC8D622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08" name="Rectangle 50">
            <a:extLst>
              <a:ext uri="{FF2B5EF4-FFF2-40B4-BE49-F238E27FC236}">
                <a16:creationId xmlns:a16="http://schemas.microsoft.com/office/drawing/2014/main" id="{2940D20D-CE5D-4F7F-87D5-4081213E1F2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83496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09" name="Rectangle 51">
            <a:extLst>
              <a:ext uri="{FF2B5EF4-FFF2-40B4-BE49-F238E27FC236}">
                <a16:creationId xmlns:a16="http://schemas.microsoft.com/office/drawing/2014/main" id="{F24365F1-8EF6-4443-AB20-203041B14D4A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10" name="Rectangle 52">
            <a:extLst>
              <a:ext uri="{FF2B5EF4-FFF2-40B4-BE49-F238E27FC236}">
                <a16:creationId xmlns:a16="http://schemas.microsoft.com/office/drawing/2014/main" id="{43BD6223-42F5-4EA4-BED3-40CDDED810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83496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11" name="Rectangle 53">
            <a:extLst>
              <a:ext uri="{FF2B5EF4-FFF2-40B4-BE49-F238E27FC236}">
                <a16:creationId xmlns:a16="http://schemas.microsoft.com/office/drawing/2014/main" id="{C44C46DF-3231-4732-836F-60E5D9F314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12" name="Rectangle 54">
            <a:extLst>
              <a:ext uri="{FF2B5EF4-FFF2-40B4-BE49-F238E27FC236}">
                <a16:creationId xmlns:a16="http://schemas.microsoft.com/office/drawing/2014/main" id="{19478349-0B6B-45A3-A8D0-F9FFADAB46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83496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13" name="Rectangle 55">
            <a:extLst>
              <a:ext uri="{FF2B5EF4-FFF2-40B4-BE49-F238E27FC236}">
                <a16:creationId xmlns:a16="http://schemas.microsoft.com/office/drawing/2014/main" id="{AECC5927-A5DD-4BD3-91EB-7B58FC036A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14" name="Rectangle 56">
            <a:extLst>
              <a:ext uri="{FF2B5EF4-FFF2-40B4-BE49-F238E27FC236}">
                <a16:creationId xmlns:a16="http://schemas.microsoft.com/office/drawing/2014/main" id="{2592B56B-0EE5-44E3-8D4E-C331547A46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83496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15" name="Rectangle 57">
            <a:extLst>
              <a:ext uri="{FF2B5EF4-FFF2-40B4-BE49-F238E27FC236}">
                <a16:creationId xmlns:a16="http://schemas.microsoft.com/office/drawing/2014/main" id="{E5B2E8AF-A971-4061-B059-E39A6A8585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16" name="Rectangle 59">
            <a:extLst>
              <a:ext uri="{FF2B5EF4-FFF2-40B4-BE49-F238E27FC236}">
                <a16:creationId xmlns:a16="http://schemas.microsoft.com/office/drawing/2014/main" id="{63258960-6D1D-4D67-AFE7-6C7417FA79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1342187"/>
            <a:ext cx="10999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17" name="Rectangle 60">
            <a:extLst>
              <a:ext uri="{FF2B5EF4-FFF2-40B4-BE49-F238E27FC236}">
                <a16:creationId xmlns:a16="http://schemas.microsoft.com/office/drawing/2014/main" id="{CF3B53C2-CA07-4D06-8438-0D7F9828AB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1342187"/>
            <a:ext cx="10882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18" name="Rectangle 61">
            <a:extLst>
              <a:ext uri="{FF2B5EF4-FFF2-40B4-BE49-F238E27FC236}">
                <a16:creationId xmlns:a16="http://schemas.microsoft.com/office/drawing/2014/main" id="{D0868746-D1A0-47AC-9F34-0192B3B370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13421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19" name="Rectangle 62">
            <a:extLst>
              <a:ext uri="{FF2B5EF4-FFF2-40B4-BE49-F238E27FC236}">
                <a16:creationId xmlns:a16="http://schemas.microsoft.com/office/drawing/2014/main" id="{009DD5A6-ADDF-48C9-BC16-9426AEC40A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1342187"/>
            <a:ext cx="10882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20" name="Rectangle 63">
            <a:extLst>
              <a:ext uri="{FF2B5EF4-FFF2-40B4-BE49-F238E27FC236}">
                <a16:creationId xmlns:a16="http://schemas.microsoft.com/office/drawing/2014/main" id="{2285F7C8-078E-440F-95B4-A367E03BE7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13421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21" name="Rectangle 64">
            <a:extLst>
              <a:ext uri="{FF2B5EF4-FFF2-40B4-BE49-F238E27FC236}">
                <a16:creationId xmlns:a16="http://schemas.microsoft.com/office/drawing/2014/main" id="{26CCF678-B825-4A9D-AF59-68723A3334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13421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22" name="Rectangle 65">
            <a:extLst>
              <a:ext uri="{FF2B5EF4-FFF2-40B4-BE49-F238E27FC236}">
                <a16:creationId xmlns:a16="http://schemas.microsoft.com/office/drawing/2014/main" id="{ECE3A29D-36C2-447D-BAC8-F721C873D2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13421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23" name="Rectangle 66">
            <a:extLst>
              <a:ext uri="{FF2B5EF4-FFF2-40B4-BE49-F238E27FC236}">
                <a16:creationId xmlns:a16="http://schemas.microsoft.com/office/drawing/2014/main" id="{3EAFBB34-6EA0-4152-8AD7-5299E74566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8630" y="13421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24" name="Rectangle 67">
            <a:extLst>
              <a:ext uri="{FF2B5EF4-FFF2-40B4-BE49-F238E27FC236}">
                <a16:creationId xmlns:a16="http://schemas.microsoft.com/office/drawing/2014/main" id="{2F86D70C-2640-4E78-9AC8-499F31B082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2893" y="13421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25" name="Rectangle 68">
            <a:extLst>
              <a:ext uri="{FF2B5EF4-FFF2-40B4-BE49-F238E27FC236}">
                <a16:creationId xmlns:a16="http://schemas.microsoft.com/office/drawing/2014/main" id="{A275C0EA-73CC-4699-B3C9-4A37087973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8326" y="13421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26" name="Rectangle 69">
            <a:extLst>
              <a:ext uri="{FF2B5EF4-FFF2-40B4-BE49-F238E27FC236}">
                <a16:creationId xmlns:a16="http://schemas.microsoft.com/office/drawing/2014/main" id="{F86BBF02-3C76-4314-A0E0-F7356FA340F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2589" y="13421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27" name="Rectangle 70">
            <a:extLst>
              <a:ext uri="{FF2B5EF4-FFF2-40B4-BE49-F238E27FC236}">
                <a16:creationId xmlns:a16="http://schemas.microsoft.com/office/drawing/2014/main" id="{F2323DB0-CBBB-4827-9FCF-88B352492E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8022" y="13421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28" name="Rectangle 71">
            <a:extLst>
              <a:ext uri="{FF2B5EF4-FFF2-40B4-BE49-F238E27FC236}">
                <a16:creationId xmlns:a16="http://schemas.microsoft.com/office/drawing/2014/main" id="{6C55D080-856F-44CE-A0EC-C7625E2A2D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2285" y="13421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29" name="Rectangle 72">
            <a:extLst>
              <a:ext uri="{FF2B5EF4-FFF2-40B4-BE49-F238E27FC236}">
                <a16:creationId xmlns:a16="http://schemas.microsoft.com/office/drawing/2014/main" id="{8BF6FDB3-DFE2-48BE-8E96-9C26D4FD90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7717" y="13421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30" name="Rectangle 73">
            <a:extLst>
              <a:ext uri="{FF2B5EF4-FFF2-40B4-BE49-F238E27FC236}">
                <a16:creationId xmlns:a16="http://schemas.microsoft.com/office/drawing/2014/main" id="{D430B815-9711-421A-B4EE-DC1E51BD09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980" y="13421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31" name="Rectangle 74">
            <a:extLst>
              <a:ext uri="{FF2B5EF4-FFF2-40B4-BE49-F238E27FC236}">
                <a16:creationId xmlns:a16="http://schemas.microsoft.com/office/drawing/2014/main" id="{B8A5CB15-B1A9-4CE5-AD04-579255B676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13421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32" name="Rectangle 75">
            <a:extLst>
              <a:ext uri="{FF2B5EF4-FFF2-40B4-BE49-F238E27FC236}">
                <a16:creationId xmlns:a16="http://schemas.microsoft.com/office/drawing/2014/main" id="{6F6AC38A-D3A1-44B2-8398-DA17750285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13421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33" name="Rectangle 76">
            <a:extLst>
              <a:ext uri="{FF2B5EF4-FFF2-40B4-BE49-F238E27FC236}">
                <a16:creationId xmlns:a16="http://schemas.microsoft.com/office/drawing/2014/main" id="{6A4C12CD-07BF-46EB-AC44-6B119866CF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13421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34" name="Rectangle 77">
            <a:extLst>
              <a:ext uri="{FF2B5EF4-FFF2-40B4-BE49-F238E27FC236}">
                <a16:creationId xmlns:a16="http://schemas.microsoft.com/office/drawing/2014/main" id="{5C4A1230-B968-451A-B024-8739FD0C1F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13421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35" name="Rectangle 78">
            <a:extLst>
              <a:ext uri="{FF2B5EF4-FFF2-40B4-BE49-F238E27FC236}">
                <a16:creationId xmlns:a16="http://schemas.microsoft.com/office/drawing/2014/main" id="{D75AC3CE-9734-481C-9D3F-2AF13116EE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13421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36" name="Rectangle 79">
            <a:extLst>
              <a:ext uri="{FF2B5EF4-FFF2-40B4-BE49-F238E27FC236}">
                <a16:creationId xmlns:a16="http://schemas.microsoft.com/office/drawing/2014/main" id="{69A12AE9-4D1E-4F86-ABCC-DC9AA3068AA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13421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37" name="Rectangle 80">
            <a:extLst>
              <a:ext uri="{FF2B5EF4-FFF2-40B4-BE49-F238E27FC236}">
                <a16:creationId xmlns:a16="http://schemas.microsoft.com/office/drawing/2014/main" id="{30C6E2D2-A01B-4BF9-9EAF-4F62A9AF72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13421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38" name="Rectangle 81">
            <a:extLst>
              <a:ext uri="{FF2B5EF4-FFF2-40B4-BE49-F238E27FC236}">
                <a16:creationId xmlns:a16="http://schemas.microsoft.com/office/drawing/2014/main" id="{C9F10DE1-A75B-4DA6-AACE-23581D8E64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13421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39" name="Rectangle 82">
            <a:extLst>
              <a:ext uri="{FF2B5EF4-FFF2-40B4-BE49-F238E27FC236}">
                <a16:creationId xmlns:a16="http://schemas.microsoft.com/office/drawing/2014/main" id="{0A775802-DD96-46A9-9F60-3C0D0736E33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13421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40" name="Rectangle 83">
            <a:extLst>
              <a:ext uri="{FF2B5EF4-FFF2-40B4-BE49-F238E27FC236}">
                <a16:creationId xmlns:a16="http://schemas.microsoft.com/office/drawing/2014/main" id="{D665EA6F-14AA-4648-AB60-F7117F98646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13421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41" name="Rectangle 84">
            <a:extLst>
              <a:ext uri="{FF2B5EF4-FFF2-40B4-BE49-F238E27FC236}">
                <a16:creationId xmlns:a16="http://schemas.microsoft.com/office/drawing/2014/main" id="{ACB843B8-638E-4047-9D91-8223083C0D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13421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42" name="Rectangle 86">
            <a:extLst>
              <a:ext uri="{FF2B5EF4-FFF2-40B4-BE49-F238E27FC236}">
                <a16:creationId xmlns:a16="http://schemas.microsoft.com/office/drawing/2014/main" id="{B7163B2C-02BA-42E9-BFC1-6A12FD59E5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1850579"/>
            <a:ext cx="10999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43" name="Rectangle 87">
            <a:extLst>
              <a:ext uri="{FF2B5EF4-FFF2-40B4-BE49-F238E27FC236}">
                <a16:creationId xmlns:a16="http://schemas.microsoft.com/office/drawing/2014/main" id="{0B2288ED-33E4-4DE9-A750-24B68416FD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185057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44" name="Rectangle 88">
            <a:extLst>
              <a:ext uri="{FF2B5EF4-FFF2-40B4-BE49-F238E27FC236}">
                <a16:creationId xmlns:a16="http://schemas.microsoft.com/office/drawing/2014/main" id="{69096790-3EDA-447C-B893-B58EB23115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1850579"/>
            <a:ext cx="10999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45" name="Rectangle 89">
            <a:extLst>
              <a:ext uri="{FF2B5EF4-FFF2-40B4-BE49-F238E27FC236}">
                <a16:creationId xmlns:a16="http://schemas.microsoft.com/office/drawing/2014/main" id="{CE854A02-0132-4C04-ADC5-9E062CF231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1850579"/>
            <a:ext cx="10882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46" name="Rectangle 90">
            <a:extLst>
              <a:ext uri="{FF2B5EF4-FFF2-40B4-BE49-F238E27FC236}">
                <a16:creationId xmlns:a16="http://schemas.microsoft.com/office/drawing/2014/main" id="{E95D99AF-99D5-475B-AE63-90F7E8CC67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185057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47" name="Rectangle 91">
            <a:extLst>
              <a:ext uri="{FF2B5EF4-FFF2-40B4-BE49-F238E27FC236}">
                <a16:creationId xmlns:a16="http://schemas.microsoft.com/office/drawing/2014/main" id="{A34BE509-D4BA-40A3-A4CD-3DF07B9E19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185057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48" name="Rectangle 92">
            <a:extLst>
              <a:ext uri="{FF2B5EF4-FFF2-40B4-BE49-F238E27FC236}">
                <a16:creationId xmlns:a16="http://schemas.microsoft.com/office/drawing/2014/main" id="{A37FB970-0E25-4676-BC34-1A82728AF1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185057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49" name="Rectangle 105">
            <a:extLst>
              <a:ext uri="{FF2B5EF4-FFF2-40B4-BE49-F238E27FC236}">
                <a16:creationId xmlns:a16="http://schemas.microsoft.com/office/drawing/2014/main" id="{970F9FCF-AA68-4E8F-8EA5-AAC4C5810EA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185057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50" name="Rectangle 106">
            <a:extLst>
              <a:ext uri="{FF2B5EF4-FFF2-40B4-BE49-F238E27FC236}">
                <a16:creationId xmlns:a16="http://schemas.microsoft.com/office/drawing/2014/main" id="{9D296959-779A-4776-ABF7-2FF2A73C81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185057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51" name="Rectangle 107">
            <a:extLst>
              <a:ext uri="{FF2B5EF4-FFF2-40B4-BE49-F238E27FC236}">
                <a16:creationId xmlns:a16="http://schemas.microsoft.com/office/drawing/2014/main" id="{59855A4C-2548-423F-B57F-42922BC9B5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185057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52" name="Rectangle 108">
            <a:extLst>
              <a:ext uri="{FF2B5EF4-FFF2-40B4-BE49-F238E27FC236}">
                <a16:creationId xmlns:a16="http://schemas.microsoft.com/office/drawing/2014/main" id="{54509127-BDD5-48E1-BE65-947CAC6B04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185057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53" name="Rectangle 109">
            <a:extLst>
              <a:ext uri="{FF2B5EF4-FFF2-40B4-BE49-F238E27FC236}">
                <a16:creationId xmlns:a16="http://schemas.microsoft.com/office/drawing/2014/main" id="{58C13B87-F971-4720-889B-EE6DE93E6B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185057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54" name="Rectangle 110">
            <a:extLst>
              <a:ext uri="{FF2B5EF4-FFF2-40B4-BE49-F238E27FC236}">
                <a16:creationId xmlns:a16="http://schemas.microsoft.com/office/drawing/2014/main" id="{681AD0E1-0BA7-4208-8DF7-EAB9E75AEC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185057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55" name="Rectangle 111">
            <a:extLst>
              <a:ext uri="{FF2B5EF4-FFF2-40B4-BE49-F238E27FC236}">
                <a16:creationId xmlns:a16="http://schemas.microsoft.com/office/drawing/2014/main" id="{FCBB3D30-B78E-44FC-8174-C95F9A1641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185057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56" name="Rectangle 113">
            <a:extLst>
              <a:ext uri="{FF2B5EF4-FFF2-40B4-BE49-F238E27FC236}">
                <a16:creationId xmlns:a16="http://schemas.microsoft.com/office/drawing/2014/main" id="{699FABD8-D290-42AB-87FC-C9A58ADC7A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235897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57" name="Rectangle 114">
            <a:extLst>
              <a:ext uri="{FF2B5EF4-FFF2-40B4-BE49-F238E27FC236}">
                <a16:creationId xmlns:a16="http://schemas.microsoft.com/office/drawing/2014/main" id="{0B4D148D-F129-4DB7-88C2-471CB37E2D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23589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58" name="Rectangle 115">
            <a:extLst>
              <a:ext uri="{FF2B5EF4-FFF2-40B4-BE49-F238E27FC236}">
                <a16:creationId xmlns:a16="http://schemas.microsoft.com/office/drawing/2014/main" id="{6DF2FDEE-C085-4999-B8E9-1B5D1D8FDA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2358971"/>
            <a:ext cx="109992" cy="108822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59" name="Rectangle 116">
            <a:extLst>
              <a:ext uri="{FF2B5EF4-FFF2-40B4-BE49-F238E27FC236}">
                <a16:creationId xmlns:a16="http://schemas.microsoft.com/office/drawing/2014/main" id="{2F001154-22EC-4762-9895-75CD714E31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23589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60" name="Rectangle 117">
            <a:extLst>
              <a:ext uri="{FF2B5EF4-FFF2-40B4-BE49-F238E27FC236}">
                <a16:creationId xmlns:a16="http://schemas.microsoft.com/office/drawing/2014/main" id="{8CB1148A-8A8E-4217-B7AD-E1D5D2B0D9E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2358971"/>
            <a:ext cx="109992" cy="108822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61" name="Rectangle 118">
            <a:extLst>
              <a:ext uri="{FF2B5EF4-FFF2-40B4-BE49-F238E27FC236}">
                <a16:creationId xmlns:a16="http://schemas.microsoft.com/office/drawing/2014/main" id="{20FE1950-CE5A-4D2F-96A0-94186638CA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23589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62" name="Rectangle 119">
            <a:extLst>
              <a:ext uri="{FF2B5EF4-FFF2-40B4-BE49-F238E27FC236}">
                <a16:creationId xmlns:a16="http://schemas.microsoft.com/office/drawing/2014/main" id="{83A14354-B3F5-4073-AA5C-F099A82F6A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235897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63" name="Rectangle 132">
            <a:extLst>
              <a:ext uri="{FF2B5EF4-FFF2-40B4-BE49-F238E27FC236}">
                <a16:creationId xmlns:a16="http://schemas.microsoft.com/office/drawing/2014/main" id="{76AA0892-AC62-4F6F-833D-458C99E021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23589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64" name="Rectangle 133">
            <a:extLst>
              <a:ext uri="{FF2B5EF4-FFF2-40B4-BE49-F238E27FC236}">
                <a16:creationId xmlns:a16="http://schemas.microsoft.com/office/drawing/2014/main" id="{A9C2DB91-40AA-4597-9B38-C5864CB8F9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235897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65" name="Rectangle 134">
            <a:extLst>
              <a:ext uri="{FF2B5EF4-FFF2-40B4-BE49-F238E27FC236}">
                <a16:creationId xmlns:a16="http://schemas.microsoft.com/office/drawing/2014/main" id="{4C7BF4BD-0F20-4B33-94A1-72CA3EDF29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23589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66" name="Rectangle 135">
            <a:extLst>
              <a:ext uri="{FF2B5EF4-FFF2-40B4-BE49-F238E27FC236}">
                <a16:creationId xmlns:a16="http://schemas.microsoft.com/office/drawing/2014/main" id="{06A886E0-5EF6-4EF7-A054-B2E0B10BC9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235897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67" name="Rectangle 136">
            <a:extLst>
              <a:ext uri="{FF2B5EF4-FFF2-40B4-BE49-F238E27FC236}">
                <a16:creationId xmlns:a16="http://schemas.microsoft.com/office/drawing/2014/main" id="{15585719-9169-4D98-80F3-2CB8A58F3F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23589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68" name="Rectangle 137">
            <a:extLst>
              <a:ext uri="{FF2B5EF4-FFF2-40B4-BE49-F238E27FC236}">
                <a16:creationId xmlns:a16="http://schemas.microsoft.com/office/drawing/2014/main" id="{1528ECA1-B6B5-4F12-B518-F98298404A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235897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69" name="Rectangle 138">
            <a:extLst>
              <a:ext uri="{FF2B5EF4-FFF2-40B4-BE49-F238E27FC236}">
                <a16:creationId xmlns:a16="http://schemas.microsoft.com/office/drawing/2014/main" id="{A5E04FCD-9144-4125-B905-01BA90E876F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23589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70" name="Rectangle 140">
            <a:extLst>
              <a:ext uri="{FF2B5EF4-FFF2-40B4-BE49-F238E27FC236}">
                <a16:creationId xmlns:a16="http://schemas.microsoft.com/office/drawing/2014/main" id="{A3A97D31-5EE8-448D-8A5F-2BFCFB9E70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2866195"/>
            <a:ext cx="10999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71" name="Rectangle 141">
            <a:extLst>
              <a:ext uri="{FF2B5EF4-FFF2-40B4-BE49-F238E27FC236}">
                <a16:creationId xmlns:a16="http://schemas.microsoft.com/office/drawing/2014/main" id="{D5A6A0D9-0DCB-4C02-B821-ECBB42E717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2866195"/>
            <a:ext cx="10882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72" name="Rectangle 142">
            <a:extLst>
              <a:ext uri="{FF2B5EF4-FFF2-40B4-BE49-F238E27FC236}">
                <a16:creationId xmlns:a16="http://schemas.microsoft.com/office/drawing/2014/main" id="{E4CFE5B5-7797-4C7B-B3D9-787A3D923E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28661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73" name="Rectangle 143">
            <a:extLst>
              <a:ext uri="{FF2B5EF4-FFF2-40B4-BE49-F238E27FC236}">
                <a16:creationId xmlns:a16="http://schemas.microsoft.com/office/drawing/2014/main" id="{16868543-F08E-4EF2-A138-A5D60AD4C4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28661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74" name="Rectangle 144">
            <a:extLst>
              <a:ext uri="{FF2B5EF4-FFF2-40B4-BE49-F238E27FC236}">
                <a16:creationId xmlns:a16="http://schemas.microsoft.com/office/drawing/2014/main" id="{7AA615AC-F660-426D-A925-78A832B1F87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28661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75" name="Rectangle 145">
            <a:extLst>
              <a:ext uri="{FF2B5EF4-FFF2-40B4-BE49-F238E27FC236}">
                <a16:creationId xmlns:a16="http://schemas.microsoft.com/office/drawing/2014/main" id="{DA02DEE7-518D-4550-A98E-419A429F28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28661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76" name="Rectangle 146">
            <a:extLst>
              <a:ext uri="{FF2B5EF4-FFF2-40B4-BE49-F238E27FC236}">
                <a16:creationId xmlns:a16="http://schemas.microsoft.com/office/drawing/2014/main" id="{CF13D66E-ABF4-4967-B8B3-F517D9B3C4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28661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77" name="Rectangle 159">
            <a:extLst>
              <a:ext uri="{FF2B5EF4-FFF2-40B4-BE49-F238E27FC236}">
                <a16:creationId xmlns:a16="http://schemas.microsoft.com/office/drawing/2014/main" id="{7B7E4AC4-5592-4DE6-AD9F-62E8E5E7C3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28661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78" name="Rectangle 160">
            <a:extLst>
              <a:ext uri="{FF2B5EF4-FFF2-40B4-BE49-F238E27FC236}">
                <a16:creationId xmlns:a16="http://schemas.microsoft.com/office/drawing/2014/main" id="{64C2F106-22BF-42DB-B523-838D7919E6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28661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79" name="Rectangle 161">
            <a:extLst>
              <a:ext uri="{FF2B5EF4-FFF2-40B4-BE49-F238E27FC236}">
                <a16:creationId xmlns:a16="http://schemas.microsoft.com/office/drawing/2014/main" id="{476760DC-3414-46D3-8ED3-E57574242D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28661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80" name="Rectangle 162">
            <a:extLst>
              <a:ext uri="{FF2B5EF4-FFF2-40B4-BE49-F238E27FC236}">
                <a16:creationId xmlns:a16="http://schemas.microsoft.com/office/drawing/2014/main" id="{35BC5B5E-6559-46F0-8351-DB26B20688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28661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81" name="Rectangle 163">
            <a:extLst>
              <a:ext uri="{FF2B5EF4-FFF2-40B4-BE49-F238E27FC236}">
                <a16:creationId xmlns:a16="http://schemas.microsoft.com/office/drawing/2014/main" id="{524E5712-0FF8-47E1-B2AE-812F34F65E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28661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82" name="Rectangle 164">
            <a:extLst>
              <a:ext uri="{FF2B5EF4-FFF2-40B4-BE49-F238E27FC236}">
                <a16:creationId xmlns:a16="http://schemas.microsoft.com/office/drawing/2014/main" id="{617C8CE6-515E-494D-A867-E140F467B6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28661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83" name="Rectangle 165">
            <a:extLst>
              <a:ext uri="{FF2B5EF4-FFF2-40B4-BE49-F238E27FC236}">
                <a16:creationId xmlns:a16="http://schemas.microsoft.com/office/drawing/2014/main" id="{D8599EDD-A959-45FB-8FD2-64277464E9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28661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84" name="Rectangle 167">
            <a:extLst>
              <a:ext uri="{FF2B5EF4-FFF2-40B4-BE49-F238E27FC236}">
                <a16:creationId xmlns:a16="http://schemas.microsoft.com/office/drawing/2014/main" id="{0603D8C1-859C-43D4-B068-9EB9FBCE206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33745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85" name="Rectangle 168">
            <a:extLst>
              <a:ext uri="{FF2B5EF4-FFF2-40B4-BE49-F238E27FC236}">
                <a16:creationId xmlns:a16="http://schemas.microsoft.com/office/drawing/2014/main" id="{B93977AF-46E4-45C2-8A01-209FA245E2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33745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86" name="Rectangle 169">
            <a:extLst>
              <a:ext uri="{FF2B5EF4-FFF2-40B4-BE49-F238E27FC236}">
                <a16:creationId xmlns:a16="http://schemas.microsoft.com/office/drawing/2014/main" id="{50A4256E-5C7A-4A2F-AB2B-C8EFA85293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33745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87" name="Rectangle 170">
            <a:extLst>
              <a:ext uri="{FF2B5EF4-FFF2-40B4-BE49-F238E27FC236}">
                <a16:creationId xmlns:a16="http://schemas.microsoft.com/office/drawing/2014/main" id="{59DD1AC1-2925-4164-9326-E23F394AFA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33745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88" name="Rectangle 171">
            <a:extLst>
              <a:ext uri="{FF2B5EF4-FFF2-40B4-BE49-F238E27FC236}">
                <a16:creationId xmlns:a16="http://schemas.microsoft.com/office/drawing/2014/main" id="{D9BD2BBC-9899-4590-8E1D-9C58972E57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33745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89" name="Rectangle 172">
            <a:extLst>
              <a:ext uri="{FF2B5EF4-FFF2-40B4-BE49-F238E27FC236}">
                <a16:creationId xmlns:a16="http://schemas.microsoft.com/office/drawing/2014/main" id="{A93CAC56-6630-4410-BA23-589CFEF933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33745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90" name="Rectangle 173">
            <a:extLst>
              <a:ext uri="{FF2B5EF4-FFF2-40B4-BE49-F238E27FC236}">
                <a16:creationId xmlns:a16="http://schemas.microsoft.com/office/drawing/2014/main" id="{721D7B09-2669-42D7-A71A-2581A0113F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33745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91" name="Rectangle 186">
            <a:extLst>
              <a:ext uri="{FF2B5EF4-FFF2-40B4-BE49-F238E27FC236}">
                <a16:creationId xmlns:a16="http://schemas.microsoft.com/office/drawing/2014/main" id="{A024ED31-769A-4A0C-A18B-E09709B473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33745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92" name="Rectangle 187">
            <a:extLst>
              <a:ext uri="{FF2B5EF4-FFF2-40B4-BE49-F238E27FC236}">
                <a16:creationId xmlns:a16="http://schemas.microsoft.com/office/drawing/2014/main" id="{5D25C9B2-51EB-439E-B42C-8439DBE386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33745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93" name="Rectangle 188">
            <a:extLst>
              <a:ext uri="{FF2B5EF4-FFF2-40B4-BE49-F238E27FC236}">
                <a16:creationId xmlns:a16="http://schemas.microsoft.com/office/drawing/2014/main" id="{CB51A720-AF45-41F9-BAA4-2D2D9B1A8F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33745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94" name="Rectangle 189">
            <a:extLst>
              <a:ext uri="{FF2B5EF4-FFF2-40B4-BE49-F238E27FC236}">
                <a16:creationId xmlns:a16="http://schemas.microsoft.com/office/drawing/2014/main" id="{C79495A3-835C-4974-A319-4B7063E8D5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33745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95" name="Rectangle 190">
            <a:extLst>
              <a:ext uri="{FF2B5EF4-FFF2-40B4-BE49-F238E27FC236}">
                <a16:creationId xmlns:a16="http://schemas.microsoft.com/office/drawing/2014/main" id="{A635A506-51C2-4991-9EE9-6D4F58B2A7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33745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96" name="Rectangle 191">
            <a:extLst>
              <a:ext uri="{FF2B5EF4-FFF2-40B4-BE49-F238E27FC236}">
                <a16:creationId xmlns:a16="http://schemas.microsoft.com/office/drawing/2014/main" id="{08D7A92B-AB5F-4B0A-887C-7D9EBE4B1B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33745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97" name="Rectangle 192">
            <a:extLst>
              <a:ext uri="{FF2B5EF4-FFF2-40B4-BE49-F238E27FC236}">
                <a16:creationId xmlns:a16="http://schemas.microsoft.com/office/drawing/2014/main" id="{35958760-CFAF-4281-9A3D-2676F11884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3374587"/>
            <a:ext cx="10882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98" name="Rectangle 194">
            <a:extLst>
              <a:ext uri="{FF2B5EF4-FFF2-40B4-BE49-F238E27FC236}">
                <a16:creationId xmlns:a16="http://schemas.microsoft.com/office/drawing/2014/main" id="{92029F51-881A-43F7-9AA5-93A2ED11CB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388297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99" name="Rectangle 195">
            <a:extLst>
              <a:ext uri="{FF2B5EF4-FFF2-40B4-BE49-F238E27FC236}">
                <a16:creationId xmlns:a16="http://schemas.microsoft.com/office/drawing/2014/main" id="{42A3ED3D-6F9D-4F03-B4CA-936ED0F204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3882979"/>
            <a:ext cx="10882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00" name="Rectangle 196">
            <a:extLst>
              <a:ext uri="{FF2B5EF4-FFF2-40B4-BE49-F238E27FC236}">
                <a16:creationId xmlns:a16="http://schemas.microsoft.com/office/drawing/2014/main" id="{AC2A2B9C-988E-4A8C-8FAE-5034533F29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388297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01" name="Rectangle 197">
            <a:extLst>
              <a:ext uri="{FF2B5EF4-FFF2-40B4-BE49-F238E27FC236}">
                <a16:creationId xmlns:a16="http://schemas.microsoft.com/office/drawing/2014/main" id="{E2C4B438-1F77-4FA1-8C82-F295DAA97A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388297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02" name="Rectangle 198">
            <a:extLst>
              <a:ext uri="{FF2B5EF4-FFF2-40B4-BE49-F238E27FC236}">
                <a16:creationId xmlns:a16="http://schemas.microsoft.com/office/drawing/2014/main" id="{79DC185F-3902-41A7-806F-A84ACBB11E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388297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03" name="Rectangle 199">
            <a:extLst>
              <a:ext uri="{FF2B5EF4-FFF2-40B4-BE49-F238E27FC236}">
                <a16:creationId xmlns:a16="http://schemas.microsoft.com/office/drawing/2014/main" id="{C6E21298-E9AA-4E0A-BD16-901A320D50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388297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04" name="Rectangle 200">
            <a:extLst>
              <a:ext uri="{FF2B5EF4-FFF2-40B4-BE49-F238E27FC236}">
                <a16:creationId xmlns:a16="http://schemas.microsoft.com/office/drawing/2014/main" id="{71546F84-807D-4F8E-A64C-9BFECFED63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388297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05" name="Rectangle 214">
            <a:extLst>
              <a:ext uri="{FF2B5EF4-FFF2-40B4-BE49-F238E27FC236}">
                <a16:creationId xmlns:a16="http://schemas.microsoft.com/office/drawing/2014/main" id="{CFB4EA3C-FFA6-432E-9174-8C7700EBF4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388297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06" name="Rectangle 215">
            <a:extLst>
              <a:ext uri="{FF2B5EF4-FFF2-40B4-BE49-F238E27FC236}">
                <a16:creationId xmlns:a16="http://schemas.microsoft.com/office/drawing/2014/main" id="{F8864E38-6F87-4A94-998C-DA1B4D050F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388297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07" name="Rectangle 216">
            <a:extLst>
              <a:ext uri="{FF2B5EF4-FFF2-40B4-BE49-F238E27FC236}">
                <a16:creationId xmlns:a16="http://schemas.microsoft.com/office/drawing/2014/main" id="{CE27A9F8-9958-4033-AB44-66F20B12EB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2" y="388297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08" name="Rectangle 217">
            <a:extLst>
              <a:ext uri="{FF2B5EF4-FFF2-40B4-BE49-F238E27FC236}">
                <a16:creationId xmlns:a16="http://schemas.microsoft.com/office/drawing/2014/main" id="{4B9DD88C-AAF5-42E9-B1D0-E407BBE256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4" y="388297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09" name="Rectangle 218">
            <a:extLst>
              <a:ext uri="{FF2B5EF4-FFF2-40B4-BE49-F238E27FC236}">
                <a16:creationId xmlns:a16="http://schemas.microsoft.com/office/drawing/2014/main" id="{19811468-3F50-46A5-9FCC-E142EB047E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388297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10" name="Rectangle 219">
            <a:extLst>
              <a:ext uri="{FF2B5EF4-FFF2-40B4-BE49-F238E27FC236}">
                <a16:creationId xmlns:a16="http://schemas.microsoft.com/office/drawing/2014/main" id="{8B7D78B3-2097-4A23-9C3F-1125A291261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3882979"/>
            <a:ext cx="10999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11" name="Rectangle 220">
            <a:extLst>
              <a:ext uri="{FF2B5EF4-FFF2-40B4-BE49-F238E27FC236}">
                <a16:creationId xmlns:a16="http://schemas.microsoft.com/office/drawing/2014/main" id="{DBB4AA29-F514-41F3-B6B4-9610813E13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3" y="388297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12" name="Rectangle 222">
            <a:extLst>
              <a:ext uri="{FF2B5EF4-FFF2-40B4-BE49-F238E27FC236}">
                <a16:creationId xmlns:a16="http://schemas.microsoft.com/office/drawing/2014/main" id="{287D0D65-4B00-4631-B5FC-94D7E43E84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439137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13" name="Rectangle 223">
            <a:extLst>
              <a:ext uri="{FF2B5EF4-FFF2-40B4-BE49-F238E27FC236}">
                <a16:creationId xmlns:a16="http://schemas.microsoft.com/office/drawing/2014/main" id="{FBB8768D-6FD5-4CB0-A06E-CF37270891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3" y="43913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14" name="Rectangle 224">
            <a:extLst>
              <a:ext uri="{FF2B5EF4-FFF2-40B4-BE49-F238E27FC236}">
                <a16:creationId xmlns:a16="http://schemas.microsoft.com/office/drawing/2014/main" id="{281CA9FD-C68E-46EE-A725-A9F8AA1B82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6" y="439137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15" name="Rectangle 225">
            <a:extLst>
              <a:ext uri="{FF2B5EF4-FFF2-40B4-BE49-F238E27FC236}">
                <a16:creationId xmlns:a16="http://schemas.microsoft.com/office/drawing/2014/main" id="{2C929F36-95D0-44EF-A29A-4917FCAA9D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43913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16" name="Rectangle 226">
            <a:extLst>
              <a:ext uri="{FF2B5EF4-FFF2-40B4-BE49-F238E27FC236}">
                <a16:creationId xmlns:a16="http://schemas.microsoft.com/office/drawing/2014/main" id="{358BC528-6DA1-42F6-96D0-4B4BA226AB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439137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17" name="Rectangle 227">
            <a:extLst>
              <a:ext uri="{FF2B5EF4-FFF2-40B4-BE49-F238E27FC236}">
                <a16:creationId xmlns:a16="http://schemas.microsoft.com/office/drawing/2014/main" id="{70AA7180-339A-4FFD-AF13-4DDD53BCB6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5" y="43913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18" name="Rectangle 228">
            <a:extLst>
              <a:ext uri="{FF2B5EF4-FFF2-40B4-BE49-F238E27FC236}">
                <a16:creationId xmlns:a16="http://schemas.microsoft.com/office/drawing/2014/main" id="{29F2CEBB-46BC-4448-9E54-C7750D8C8F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8" y="439137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19" name="Rectangle 241">
            <a:extLst>
              <a:ext uri="{FF2B5EF4-FFF2-40B4-BE49-F238E27FC236}">
                <a16:creationId xmlns:a16="http://schemas.microsoft.com/office/drawing/2014/main" id="{728033F9-6F38-4655-93DC-83583534C1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43913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20" name="Rectangle 242">
            <a:extLst>
              <a:ext uri="{FF2B5EF4-FFF2-40B4-BE49-F238E27FC236}">
                <a16:creationId xmlns:a16="http://schemas.microsoft.com/office/drawing/2014/main" id="{31C757BD-CB68-4FDF-94B8-7CD58F1FB7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439137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21" name="Rectangle 243">
            <a:extLst>
              <a:ext uri="{FF2B5EF4-FFF2-40B4-BE49-F238E27FC236}">
                <a16:creationId xmlns:a16="http://schemas.microsoft.com/office/drawing/2014/main" id="{9B0E4C87-6738-405B-883B-AAE740C4C7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2" y="43913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22" name="Rectangle 244">
            <a:extLst>
              <a:ext uri="{FF2B5EF4-FFF2-40B4-BE49-F238E27FC236}">
                <a16:creationId xmlns:a16="http://schemas.microsoft.com/office/drawing/2014/main" id="{DA32B563-8524-4670-AB69-252BDC2666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4" y="439137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23" name="Rectangle 245">
            <a:extLst>
              <a:ext uri="{FF2B5EF4-FFF2-40B4-BE49-F238E27FC236}">
                <a16:creationId xmlns:a16="http://schemas.microsoft.com/office/drawing/2014/main" id="{6EC4888D-ACC8-4037-B218-9E9421F8C1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43913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24" name="Rectangle 246">
            <a:extLst>
              <a:ext uri="{FF2B5EF4-FFF2-40B4-BE49-F238E27FC236}">
                <a16:creationId xmlns:a16="http://schemas.microsoft.com/office/drawing/2014/main" id="{E79B4470-BBFB-4BE1-89AB-C7574F8C49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439137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25" name="Rectangle 247">
            <a:extLst>
              <a:ext uri="{FF2B5EF4-FFF2-40B4-BE49-F238E27FC236}">
                <a16:creationId xmlns:a16="http://schemas.microsoft.com/office/drawing/2014/main" id="{2E2BFF5D-548A-437A-838D-19C1F071EE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3" y="43913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26" name="Rectangle 249">
            <a:extLst>
              <a:ext uri="{FF2B5EF4-FFF2-40B4-BE49-F238E27FC236}">
                <a16:creationId xmlns:a16="http://schemas.microsoft.com/office/drawing/2014/main" id="{FFCA5316-A321-453C-8CE2-53AF936436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48985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27" name="Rectangle 250">
            <a:extLst>
              <a:ext uri="{FF2B5EF4-FFF2-40B4-BE49-F238E27FC236}">
                <a16:creationId xmlns:a16="http://schemas.microsoft.com/office/drawing/2014/main" id="{AA681E6A-C814-482F-A76C-24B20AD9D0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3" y="48985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28" name="Rectangle 251">
            <a:extLst>
              <a:ext uri="{FF2B5EF4-FFF2-40B4-BE49-F238E27FC236}">
                <a16:creationId xmlns:a16="http://schemas.microsoft.com/office/drawing/2014/main" id="{301C7270-7CAD-49F2-B66B-B28D94E0EF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6" y="48985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29" name="Rectangle 252">
            <a:extLst>
              <a:ext uri="{FF2B5EF4-FFF2-40B4-BE49-F238E27FC236}">
                <a16:creationId xmlns:a16="http://schemas.microsoft.com/office/drawing/2014/main" id="{979CEB10-3E83-4407-BEDC-D49144AA15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48985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30" name="Rectangle 253">
            <a:extLst>
              <a:ext uri="{FF2B5EF4-FFF2-40B4-BE49-F238E27FC236}">
                <a16:creationId xmlns:a16="http://schemas.microsoft.com/office/drawing/2014/main" id="{2F6B505E-6719-4385-8C9E-80108E1D7F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48985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31" name="Rectangle 254">
            <a:extLst>
              <a:ext uri="{FF2B5EF4-FFF2-40B4-BE49-F238E27FC236}">
                <a16:creationId xmlns:a16="http://schemas.microsoft.com/office/drawing/2014/main" id="{032E3D58-EF2F-47C1-84FC-FFC2C3C663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5" y="48985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32" name="Rectangle 255">
            <a:extLst>
              <a:ext uri="{FF2B5EF4-FFF2-40B4-BE49-F238E27FC236}">
                <a16:creationId xmlns:a16="http://schemas.microsoft.com/office/drawing/2014/main" id="{AE4B524B-159B-4639-80B1-B1298E9349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8" y="48985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33" name="Rectangle 268">
            <a:extLst>
              <a:ext uri="{FF2B5EF4-FFF2-40B4-BE49-F238E27FC236}">
                <a16:creationId xmlns:a16="http://schemas.microsoft.com/office/drawing/2014/main" id="{F44A1C49-7120-46FC-ADFE-3126D15DCC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48985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34" name="Rectangle 269">
            <a:extLst>
              <a:ext uri="{FF2B5EF4-FFF2-40B4-BE49-F238E27FC236}">
                <a16:creationId xmlns:a16="http://schemas.microsoft.com/office/drawing/2014/main" id="{E81048C2-AD36-49EE-9F83-DE219A8862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48985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35" name="Rectangle 270">
            <a:extLst>
              <a:ext uri="{FF2B5EF4-FFF2-40B4-BE49-F238E27FC236}">
                <a16:creationId xmlns:a16="http://schemas.microsoft.com/office/drawing/2014/main" id="{1C51B872-4D89-44AD-BEC3-889DD85942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2" y="48985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36" name="Rectangle 271">
            <a:extLst>
              <a:ext uri="{FF2B5EF4-FFF2-40B4-BE49-F238E27FC236}">
                <a16:creationId xmlns:a16="http://schemas.microsoft.com/office/drawing/2014/main" id="{9DA5806A-0222-4504-B311-47FFFE9AE4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4" y="48985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37" name="Rectangle 272">
            <a:extLst>
              <a:ext uri="{FF2B5EF4-FFF2-40B4-BE49-F238E27FC236}">
                <a16:creationId xmlns:a16="http://schemas.microsoft.com/office/drawing/2014/main" id="{6B98E2B9-61AD-4E8B-8BCB-EB7830DF08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4898595"/>
            <a:ext cx="10882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38" name="Rectangle 273">
            <a:extLst>
              <a:ext uri="{FF2B5EF4-FFF2-40B4-BE49-F238E27FC236}">
                <a16:creationId xmlns:a16="http://schemas.microsoft.com/office/drawing/2014/main" id="{4B0DA759-2C7B-4700-8A97-72281E91C8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4898595"/>
            <a:ext cx="10999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39" name="Rectangle 274">
            <a:extLst>
              <a:ext uri="{FF2B5EF4-FFF2-40B4-BE49-F238E27FC236}">
                <a16:creationId xmlns:a16="http://schemas.microsoft.com/office/drawing/2014/main" id="{908809DC-2628-4896-B87F-004226030E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3" y="4898595"/>
            <a:ext cx="10882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40" name="Rectangle 276">
            <a:extLst>
              <a:ext uri="{FF2B5EF4-FFF2-40B4-BE49-F238E27FC236}">
                <a16:creationId xmlns:a16="http://schemas.microsoft.com/office/drawing/2014/main" id="{623F1777-4E55-4093-B250-548D46D624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41" name="Rectangle 277">
            <a:extLst>
              <a:ext uri="{FF2B5EF4-FFF2-40B4-BE49-F238E27FC236}">
                <a16:creationId xmlns:a16="http://schemas.microsoft.com/office/drawing/2014/main" id="{2515C3B5-603D-401D-A531-447BA1E7FD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3" y="54069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42" name="Rectangle 278">
            <a:extLst>
              <a:ext uri="{FF2B5EF4-FFF2-40B4-BE49-F238E27FC236}">
                <a16:creationId xmlns:a16="http://schemas.microsoft.com/office/drawing/2014/main" id="{DE5E7D55-A437-437C-A5CD-CE16F8BDC7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6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43" name="Rectangle 279">
            <a:extLst>
              <a:ext uri="{FF2B5EF4-FFF2-40B4-BE49-F238E27FC236}">
                <a16:creationId xmlns:a16="http://schemas.microsoft.com/office/drawing/2014/main" id="{6867695A-35E0-4E03-955E-5542EBF024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54069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44" name="Rectangle 280">
            <a:extLst>
              <a:ext uri="{FF2B5EF4-FFF2-40B4-BE49-F238E27FC236}">
                <a16:creationId xmlns:a16="http://schemas.microsoft.com/office/drawing/2014/main" id="{4E871617-5158-41C5-BB14-EBADA1396F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45" name="Rectangle 281">
            <a:extLst>
              <a:ext uri="{FF2B5EF4-FFF2-40B4-BE49-F238E27FC236}">
                <a16:creationId xmlns:a16="http://schemas.microsoft.com/office/drawing/2014/main" id="{4E2D5191-ECDB-4D1B-A3F5-436A79475B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5" y="54069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46" name="Rectangle 282">
            <a:extLst>
              <a:ext uri="{FF2B5EF4-FFF2-40B4-BE49-F238E27FC236}">
                <a16:creationId xmlns:a16="http://schemas.microsoft.com/office/drawing/2014/main" id="{71BE142B-C02B-4FD1-A332-6902B7131A1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8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47" name="Rectangle 283">
            <a:extLst>
              <a:ext uri="{FF2B5EF4-FFF2-40B4-BE49-F238E27FC236}">
                <a16:creationId xmlns:a16="http://schemas.microsoft.com/office/drawing/2014/main" id="{1C1A90F5-08ED-4AB6-9F35-63A8866025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8630" y="54069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48" name="Rectangle 284">
            <a:extLst>
              <a:ext uri="{FF2B5EF4-FFF2-40B4-BE49-F238E27FC236}">
                <a16:creationId xmlns:a16="http://schemas.microsoft.com/office/drawing/2014/main" id="{163D79BB-8C1C-4D0D-AFDD-A8EEE07F4D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2893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49" name="Rectangle 285">
            <a:extLst>
              <a:ext uri="{FF2B5EF4-FFF2-40B4-BE49-F238E27FC236}">
                <a16:creationId xmlns:a16="http://schemas.microsoft.com/office/drawing/2014/main" id="{1B2DF357-EFD3-403D-A136-E53ACA5182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8327" y="54069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50" name="Rectangle 286">
            <a:extLst>
              <a:ext uri="{FF2B5EF4-FFF2-40B4-BE49-F238E27FC236}">
                <a16:creationId xmlns:a16="http://schemas.microsoft.com/office/drawing/2014/main" id="{99BE0D0E-EECE-441B-9B0B-10138A8DC6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2590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51" name="Rectangle 287">
            <a:extLst>
              <a:ext uri="{FF2B5EF4-FFF2-40B4-BE49-F238E27FC236}">
                <a16:creationId xmlns:a16="http://schemas.microsoft.com/office/drawing/2014/main" id="{5F8922A9-01DD-4E8E-A435-E9368C30AC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8022" y="54069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52" name="Rectangle 288">
            <a:extLst>
              <a:ext uri="{FF2B5EF4-FFF2-40B4-BE49-F238E27FC236}">
                <a16:creationId xmlns:a16="http://schemas.microsoft.com/office/drawing/2014/main" id="{BE148054-6735-4808-92F8-53F3E0FF27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2285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53" name="Rectangle 289">
            <a:extLst>
              <a:ext uri="{FF2B5EF4-FFF2-40B4-BE49-F238E27FC236}">
                <a16:creationId xmlns:a16="http://schemas.microsoft.com/office/drawing/2014/main" id="{83EF7D19-EE81-4C8B-BB74-1EBFE79A10D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7718" y="54069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54" name="Rectangle 290">
            <a:extLst>
              <a:ext uri="{FF2B5EF4-FFF2-40B4-BE49-F238E27FC236}">
                <a16:creationId xmlns:a16="http://schemas.microsoft.com/office/drawing/2014/main" id="{4F511F31-AAA8-4436-8486-592CB8944F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981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55" name="Rectangle 291">
            <a:extLst>
              <a:ext uri="{FF2B5EF4-FFF2-40B4-BE49-F238E27FC236}">
                <a16:creationId xmlns:a16="http://schemas.microsoft.com/office/drawing/2014/main" id="{369EBF34-9826-4B91-A306-5839D20C49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54069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56" name="Rectangle 292">
            <a:extLst>
              <a:ext uri="{FF2B5EF4-FFF2-40B4-BE49-F238E27FC236}">
                <a16:creationId xmlns:a16="http://schemas.microsoft.com/office/drawing/2014/main" id="{859A171A-D946-4682-BEB2-E7822CAF95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57" name="Rectangle 293">
            <a:extLst>
              <a:ext uri="{FF2B5EF4-FFF2-40B4-BE49-F238E27FC236}">
                <a16:creationId xmlns:a16="http://schemas.microsoft.com/office/drawing/2014/main" id="{AF93A40B-14CA-4CA7-9133-C7B48DAC41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10" y="54069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58" name="Rectangle 294">
            <a:extLst>
              <a:ext uri="{FF2B5EF4-FFF2-40B4-BE49-F238E27FC236}">
                <a16:creationId xmlns:a16="http://schemas.microsoft.com/office/drawing/2014/main" id="{30BB7367-2D64-40A9-8FC2-6664A0872F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3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59" name="Rectangle 295">
            <a:extLst>
              <a:ext uri="{FF2B5EF4-FFF2-40B4-BE49-F238E27FC236}">
                <a16:creationId xmlns:a16="http://schemas.microsoft.com/office/drawing/2014/main" id="{14A42AB5-CCB0-416F-85D7-152BACA427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54069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60" name="Rectangle 296">
            <a:extLst>
              <a:ext uri="{FF2B5EF4-FFF2-40B4-BE49-F238E27FC236}">
                <a16:creationId xmlns:a16="http://schemas.microsoft.com/office/drawing/2014/main" id="{31700671-BD7D-40A1-81C9-CF9CE4C2A725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61" name="Rectangle 297">
            <a:extLst>
              <a:ext uri="{FF2B5EF4-FFF2-40B4-BE49-F238E27FC236}">
                <a16:creationId xmlns:a16="http://schemas.microsoft.com/office/drawing/2014/main" id="{1C490051-C4F6-4F21-9CBD-DFB84514AD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2" y="5406987"/>
            <a:ext cx="10882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62" name="Rectangle 298">
            <a:extLst>
              <a:ext uri="{FF2B5EF4-FFF2-40B4-BE49-F238E27FC236}">
                <a16:creationId xmlns:a16="http://schemas.microsoft.com/office/drawing/2014/main" id="{14B47FB0-304B-408C-AA3F-0F5BB6A5AA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4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63" name="Rectangle 299">
            <a:extLst>
              <a:ext uri="{FF2B5EF4-FFF2-40B4-BE49-F238E27FC236}">
                <a16:creationId xmlns:a16="http://schemas.microsoft.com/office/drawing/2014/main" id="{9AE02871-B6BC-490F-A388-280843B2B1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5406987"/>
            <a:ext cx="10882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64" name="Rectangle 300">
            <a:extLst>
              <a:ext uri="{FF2B5EF4-FFF2-40B4-BE49-F238E27FC236}">
                <a16:creationId xmlns:a16="http://schemas.microsoft.com/office/drawing/2014/main" id="{BCA5BD2F-9032-4907-8901-2774F8E56D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65" name="Rectangle 301">
            <a:extLst>
              <a:ext uri="{FF2B5EF4-FFF2-40B4-BE49-F238E27FC236}">
                <a16:creationId xmlns:a16="http://schemas.microsoft.com/office/drawing/2014/main" id="{36189607-33CC-47D6-88FA-F4CD1D7D19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3" y="54069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66" name="Rectangle 303">
            <a:extLst>
              <a:ext uri="{FF2B5EF4-FFF2-40B4-BE49-F238E27FC236}">
                <a16:creationId xmlns:a16="http://schemas.microsoft.com/office/drawing/2014/main" id="{7926FB0B-1EC7-42B6-A9AF-4F352A02DE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591537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67" name="Rectangle 304">
            <a:extLst>
              <a:ext uri="{FF2B5EF4-FFF2-40B4-BE49-F238E27FC236}">
                <a16:creationId xmlns:a16="http://schemas.microsoft.com/office/drawing/2014/main" id="{C6CE7582-1C15-40D6-A04B-3AB4A11174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3" y="591537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68" name="Rectangle 305">
            <a:extLst>
              <a:ext uri="{FF2B5EF4-FFF2-40B4-BE49-F238E27FC236}">
                <a16:creationId xmlns:a16="http://schemas.microsoft.com/office/drawing/2014/main" id="{1A4C7EDE-CAE5-4A0E-A085-D115521EE1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6" y="591537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69" name="Rectangle 306">
            <a:extLst>
              <a:ext uri="{FF2B5EF4-FFF2-40B4-BE49-F238E27FC236}">
                <a16:creationId xmlns:a16="http://schemas.microsoft.com/office/drawing/2014/main" id="{A45537C6-B529-4B21-AD2D-EF53D7A3A6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591537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70" name="Rectangle 307">
            <a:extLst>
              <a:ext uri="{FF2B5EF4-FFF2-40B4-BE49-F238E27FC236}">
                <a16:creationId xmlns:a16="http://schemas.microsoft.com/office/drawing/2014/main" id="{BD7156AF-407F-4067-A722-2F7D5A6CBD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591537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71" name="Rectangle 308">
            <a:extLst>
              <a:ext uri="{FF2B5EF4-FFF2-40B4-BE49-F238E27FC236}">
                <a16:creationId xmlns:a16="http://schemas.microsoft.com/office/drawing/2014/main" id="{DB5E4949-C1A1-462A-A907-81360D68C1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5" y="591537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72" name="Rectangle 309">
            <a:extLst>
              <a:ext uri="{FF2B5EF4-FFF2-40B4-BE49-F238E27FC236}">
                <a16:creationId xmlns:a16="http://schemas.microsoft.com/office/drawing/2014/main" id="{FAD5200A-AC76-4A0D-9277-A1C8E4D697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8" y="591537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73" name="Rectangle 310">
            <a:extLst>
              <a:ext uri="{FF2B5EF4-FFF2-40B4-BE49-F238E27FC236}">
                <a16:creationId xmlns:a16="http://schemas.microsoft.com/office/drawing/2014/main" id="{B10E8F52-7FCD-4B17-964A-1A97E2CB06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8630" y="591537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74" name="Rectangle 311">
            <a:extLst>
              <a:ext uri="{FF2B5EF4-FFF2-40B4-BE49-F238E27FC236}">
                <a16:creationId xmlns:a16="http://schemas.microsoft.com/office/drawing/2014/main" id="{199F53BC-5327-4C34-A560-B7D93F5F95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2893" y="591537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75" name="Rectangle 312">
            <a:extLst>
              <a:ext uri="{FF2B5EF4-FFF2-40B4-BE49-F238E27FC236}">
                <a16:creationId xmlns:a16="http://schemas.microsoft.com/office/drawing/2014/main" id="{2FC7F96E-2AA5-4430-8933-303E0E2544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8327" y="591537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76" name="Rectangle 313">
            <a:extLst>
              <a:ext uri="{FF2B5EF4-FFF2-40B4-BE49-F238E27FC236}">
                <a16:creationId xmlns:a16="http://schemas.microsoft.com/office/drawing/2014/main" id="{6F48430D-4266-4379-B0B9-939C11A824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2590" y="591537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77" name="Rectangle 314">
            <a:extLst>
              <a:ext uri="{FF2B5EF4-FFF2-40B4-BE49-F238E27FC236}">
                <a16:creationId xmlns:a16="http://schemas.microsoft.com/office/drawing/2014/main" id="{E96290E6-15F2-4B8D-BD72-D47344F70D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8022" y="591537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78" name="Rectangle 315">
            <a:extLst>
              <a:ext uri="{FF2B5EF4-FFF2-40B4-BE49-F238E27FC236}">
                <a16:creationId xmlns:a16="http://schemas.microsoft.com/office/drawing/2014/main" id="{FBC8EBAB-9D6C-48D6-BE00-C2F53C03F6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2285" y="591537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79" name="Rectangle 316">
            <a:extLst>
              <a:ext uri="{FF2B5EF4-FFF2-40B4-BE49-F238E27FC236}">
                <a16:creationId xmlns:a16="http://schemas.microsoft.com/office/drawing/2014/main" id="{2E89C0F2-BC8E-4CA4-A11F-96B5B0E77A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7718" y="591537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80" name="Rectangle 317">
            <a:extLst>
              <a:ext uri="{FF2B5EF4-FFF2-40B4-BE49-F238E27FC236}">
                <a16:creationId xmlns:a16="http://schemas.microsoft.com/office/drawing/2014/main" id="{ABB2F2E5-0B78-4924-8C02-91133456E0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981" y="591537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81" name="Rectangle 318">
            <a:extLst>
              <a:ext uri="{FF2B5EF4-FFF2-40B4-BE49-F238E27FC236}">
                <a16:creationId xmlns:a16="http://schemas.microsoft.com/office/drawing/2014/main" id="{8A77E39A-3439-42E5-864E-07050A9B94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591537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82" name="Rectangle 319">
            <a:extLst>
              <a:ext uri="{FF2B5EF4-FFF2-40B4-BE49-F238E27FC236}">
                <a16:creationId xmlns:a16="http://schemas.microsoft.com/office/drawing/2014/main" id="{25EAA1C5-3174-4F4B-BFF3-90C5CCB903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591537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83" name="Rectangle 320">
            <a:extLst>
              <a:ext uri="{FF2B5EF4-FFF2-40B4-BE49-F238E27FC236}">
                <a16:creationId xmlns:a16="http://schemas.microsoft.com/office/drawing/2014/main" id="{1F2DB9F1-C65F-4052-A053-3F8F3AF0F08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10" y="591537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84" name="Rectangle 321">
            <a:extLst>
              <a:ext uri="{FF2B5EF4-FFF2-40B4-BE49-F238E27FC236}">
                <a16:creationId xmlns:a16="http://schemas.microsoft.com/office/drawing/2014/main" id="{AFFB727D-B40C-4F86-915F-7329F02833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3" y="591537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85" name="Rectangle 322">
            <a:extLst>
              <a:ext uri="{FF2B5EF4-FFF2-40B4-BE49-F238E27FC236}">
                <a16:creationId xmlns:a16="http://schemas.microsoft.com/office/drawing/2014/main" id="{584872F2-AD23-451B-B00B-D48843FDC2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591537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86" name="Rectangle 323">
            <a:extLst>
              <a:ext uri="{FF2B5EF4-FFF2-40B4-BE49-F238E27FC236}">
                <a16:creationId xmlns:a16="http://schemas.microsoft.com/office/drawing/2014/main" id="{59E7ABF1-EA01-439C-89DC-4066F7684B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591537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87" name="Rectangle 324">
            <a:extLst>
              <a:ext uri="{FF2B5EF4-FFF2-40B4-BE49-F238E27FC236}">
                <a16:creationId xmlns:a16="http://schemas.microsoft.com/office/drawing/2014/main" id="{F5673CC4-BA29-4135-9BA9-AED7EAA77A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2" y="591537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88" name="Rectangle 325">
            <a:extLst>
              <a:ext uri="{FF2B5EF4-FFF2-40B4-BE49-F238E27FC236}">
                <a16:creationId xmlns:a16="http://schemas.microsoft.com/office/drawing/2014/main" id="{06B3D335-F1DF-4E26-A5A1-31E9CD919E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4" y="5915379"/>
            <a:ext cx="109992" cy="108822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89" name="Rectangle 326">
            <a:extLst>
              <a:ext uri="{FF2B5EF4-FFF2-40B4-BE49-F238E27FC236}">
                <a16:creationId xmlns:a16="http://schemas.microsoft.com/office/drawing/2014/main" id="{834239CB-0B66-488B-B963-CD4BC4A66C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591537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90" name="Rectangle 327">
            <a:extLst>
              <a:ext uri="{FF2B5EF4-FFF2-40B4-BE49-F238E27FC236}">
                <a16:creationId xmlns:a16="http://schemas.microsoft.com/office/drawing/2014/main" id="{5DF8D3AD-C701-45DA-A09C-0B72B8B4D0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5915379"/>
            <a:ext cx="109992" cy="108822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91" name="Rectangle 328">
            <a:extLst>
              <a:ext uri="{FF2B5EF4-FFF2-40B4-BE49-F238E27FC236}">
                <a16:creationId xmlns:a16="http://schemas.microsoft.com/office/drawing/2014/main" id="{4A5BD061-AFE7-47F7-A037-4635A1719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3" y="5915379"/>
            <a:ext cx="108822" cy="108822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92" name="Rectangle 303">
            <a:extLst>
              <a:ext uri="{FF2B5EF4-FFF2-40B4-BE49-F238E27FC236}">
                <a16:creationId xmlns:a16="http://schemas.microsoft.com/office/drawing/2014/main" id="{72E47367-DB80-4AEF-B453-F2874E2908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642260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93" name="Rectangle 304">
            <a:extLst>
              <a:ext uri="{FF2B5EF4-FFF2-40B4-BE49-F238E27FC236}">
                <a16:creationId xmlns:a16="http://schemas.microsoft.com/office/drawing/2014/main" id="{A5D11ACD-18C7-4BD8-97B9-7564D82EEC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3" y="642260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94" name="Rectangle 305">
            <a:extLst>
              <a:ext uri="{FF2B5EF4-FFF2-40B4-BE49-F238E27FC236}">
                <a16:creationId xmlns:a16="http://schemas.microsoft.com/office/drawing/2014/main" id="{7304767C-0411-429C-B5FC-DE14E770D4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6" y="642260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95" name="Rectangle 306">
            <a:extLst>
              <a:ext uri="{FF2B5EF4-FFF2-40B4-BE49-F238E27FC236}">
                <a16:creationId xmlns:a16="http://schemas.microsoft.com/office/drawing/2014/main" id="{D74BCE79-1C15-40ED-A6B2-30D89DC133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642260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96" name="Rectangle 307">
            <a:extLst>
              <a:ext uri="{FF2B5EF4-FFF2-40B4-BE49-F238E27FC236}">
                <a16:creationId xmlns:a16="http://schemas.microsoft.com/office/drawing/2014/main" id="{4966B602-0BC1-433A-A6DC-60644E5D15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642260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97" name="Rectangle 308">
            <a:extLst>
              <a:ext uri="{FF2B5EF4-FFF2-40B4-BE49-F238E27FC236}">
                <a16:creationId xmlns:a16="http://schemas.microsoft.com/office/drawing/2014/main" id="{5FA73E87-F9E1-4922-AB56-257040A0C2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5" y="642260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98" name="Rectangle 309">
            <a:extLst>
              <a:ext uri="{FF2B5EF4-FFF2-40B4-BE49-F238E27FC236}">
                <a16:creationId xmlns:a16="http://schemas.microsoft.com/office/drawing/2014/main" id="{3523D0D6-BF5C-4992-89BC-D80F4B65DD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8" y="642260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99" name="Rectangle 310">
            <a:extLst>
              <a:ext uri="{FF2B5EF4-FFF2-40B4-BE49-F238E27FC236}">
                <a16:creationId xmlns:a16="http://schemas.microsoft.com/office/drawing/2014/main" id="{5D76C7BC-28B0-4D32-B952-79C61B9622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8630" y="642260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00" name="Rectangle 311">
            <a:extLst>
              <a:ext uri="{FF2B5EF4-FFF2-40B4-BE49-F238E27FC236}">
                <a16:creationId xmlns:a16="http://schemas.microsoft.com/office/drawing/2014/main" id="{02B04400-D266-4DBE-913D-B08E3CF680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2893" y="642260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01" name="Rectangle 312">
            <a:extLst>
              <a:ext uri="{FF2B5EF4-FFF2-40B4-BE49-F238E27FC236}">
                <a16:creationId xmlns:a16="http://schemas.microsoft.com/office/drawing/2014/main" id="{7B93B4CC-C4D7-437E-A267-7391A7627D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8327" y="642260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02" name="Rectangle 313">
            <a:extLst>
              <a:ext uri="{FF2B5EF4-FFF2-40B4-BE49-F238E27FC236}">
                <a16:creationId xmlns:a16="http://schemas.microsoft.com/office/drawing/2014/main" id="{4B2581D9-C04D-4A48-A51B-2934BA88C1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2590" y="642260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03" name="Rectangle 314">
            <a:extLst>
              <a:ext uri="{FF2B5EF4-FFF2-40B4-BE49-F238E27FC236}">
                <a16:creationId xmlns:a16="http://schemas.microsoft.com/office/drawing/2014/main" id="{6F9A094D-9E36-418E-BD81-0BED0CA375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8022" y="642260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04" name="Rectangle 315">
            <a:extLst>
              <a:ext uri="{FF2B5EF4-FFF2-40B4-BE49-F238E27FC236}">
                <a16:creationId xmlns:a16="http://schemas.microsoft.com/office/drawing/2014/main" id="{99CE1A4E-E309-4173-B637-E7FA8780A5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2285" y="642260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05" name="Rectangle 316">
            <a:extLst>
              <a:ext uri="{FF2B5EF4-FFF2-40B4-BE49-F238E27FC236}">
                <a16:creationId xmlns:a16="http://schemas.microsoft.com/office/drawing/2014/main" id="{35908A89-8ABE-4EA6-AB07-7C6C075084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7718" y="642260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06" name="Rectangle 317">
            <a:extLst>
              <a:ext uri="{FF2B5EF4-FFF2-40B4-BE49-F238E27FC236}">
                <a16:creationId xmlns:a16="http://schemas.microsoft.com/office/drawing/2014/main" id="{52D7FC56-1108-4D22-9631-D0A08F954F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981" y="642260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07" name="Rectangle 318">
            <a:extLst>
              <a:ext uri="{FF2B5EF4-FFF2-40B4-BE49-F238E27FC236}">
                <a16:creationId xmlns:a16="http://schemas.microsoft.com/office/drawing/2014/main" id="{E6B3457F-C39E-40F4-B8B4-741981759F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642260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08" name="Rectangle 319">
            <a:extLst>
              <a:ext uri="{FF2B5EF4-FFF2-40B4-BE49-F238E27FC236}">
                <a16:creationId xmlns:a16="http://schemas.microsoft.com/office/drawing/2014/main" id="{08E774A7-E1DE-46A1-A6F9-D137214372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642260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09" name="Rectangle 320">
            <a:extLst>
              <a:ext uri="{FF2B5EF4-FFF2-40B4-BE49-F238E27FC236}">
                <a16:creationId xmlns:a16="http://schemas.microsoft.com/office/drawing/2014/main" id="{7B8BB479-CE5F-4C3D-9C65-414F6B72D38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10" y="642260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10" name="Rectangle 321">
            <a:extLst>
              <a:ext uri="{FF2B5EF4-FFF2-40B4-BE49-F238E27FC236}">
                <a16:creationId xmlns:a16="http://schemas.microsoft.com/office/drawing/2014/main" id="{2E97BD59-5139-4C10-8550-C855D2D1FE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3" y="642260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11" name="Rectangle 322">
            <a:extLst>
              <a:ext uri="{FF2B5EF4-FFF2-40B4-BE49-F238E27FC236}">
                <a16:creationId xmlns:a16="http://schemas.microsoft.com/office/drawing/2014/main" id="{3AA2DF57-9830-4A49-9748-4ADE27F46F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642260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12" name="Rectangle 323">
            <a:extLst>
              <a:ext uri="{FF2B5EF4-FFF2-40B4-BE49-F238E27FC236}">
                <a16:creationId xmlns:a16="http://schemas.microsoft.com/office/drawing/2014/main" id="{01A36D7F-15E1-44B8-9B0F-4F2DAABB66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6422607"/>
            <a:ext cx="109992" cy="108822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13" name="Rectangle 324">
            <a:extLst>
              <a:ext uri="{FF2B5EF4-FFF2-40B4-BE49-F238E27FC236}">
                <a16:creationId xmlns:a16="http://schemas.microsoft.com/office/drawing/2014/main" id="{716C32D4-81F1-4B63-9A1A-2413624938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2" y="642260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14" name="Rectangle 325">
            <a:extLst>
              <a:ext uri="{FF2B5EF4-FFF2-40B4-BE49-F238E27FC236}">
                <a16:creationId xmlns:a16="http://schemas.microsoft.com/office/drawing/2014/main" id="{6341F2A0-638B-4AEC-A1C2-759E1F2E1FE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4" y="642260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15" name="Rectangle 326">
            <a:extLst>
              <a:ext uri="{FF2B5EF4-FFF2-40B4-BE49-F238E27FC236}">
                <a16:creationId xmlns:a16="http://schemas.microsoft.com/office/drawing/2014/main" id="{AC3BBC0F-0B8D-458F-94A7-D77F591B60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6422607"/>
            <a:ext cx="108822" cy="108822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16" name="Rectangle 327">
            <a:extLst>
              <a:ext uri="{FF2B5EF4-FFF2-40B4-BE49-F238E27FC236}">
                <a16:creationId xmlns:a16="http://schemas.microsoft.com/office/drawing/2014/main" id="{2BCB09AE-15F7-4D67-9547-C60DDCB0CE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642260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17" name="Rectangle 328">
            <a:extLst>
              <a:ext uri="{FF2B5EF4-FFF2-40B4-BE49-F238E27FC236}">
                <a16:creationId xmlns:a16="http://schemas.microsoft.com/office/drawing/2014/main" id="{19811182-AAD5-444A-AEBF-DA44747959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3" y="642260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18" name="Rectangle 91">
            <a:extLst>
              <a:ext uri="{FF2B5EF4-FFF2-40B4-BE49-F238E27FC236}">
                <a16:creationId xmlns:a16="http://schemas.microsoft.com/office/drawing/2014/main" id="{F5F1C36C-3F5F-453A-8021-577AF8102B7D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538630" y="1862783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19" name="Rectangle 92">
            <a:extLst>
              <a:ext uri="{FF2B5EF4-FFF2-40B4-BE49-F238E27FC236}">
                <a16:creationId xmlns:a16="http://schemas.microsoft.com/office/drawing/2014/main" id="{B68E0835-F6A9-4C24-80BC-2C4982644A6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992893" y="1862783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20" name="Rectangle 118">
            <a:extLst>
              <a:ext uri="{FF2B5EF4-FFF2-40B4-BE49-F238E27FC236}">
                <a16:creationId xmlns:a16="http://schemas.microsoft.com/office/drawing/2014/main" id="{C7E8024E-9FFB-4AFF-946C-F3250435777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538630" y="2371175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21" name="Rectangle 119">
            <a:extLst>
              <a:ext uri="{FF2B5EF4-FFF2-40B4-BE49-F238E27FC236}">
                <a16:creationId xmlns:a16="http://schemas.microsoft.com/office/drawing/2014/main" id="{542FA810-66E0-4E5C-A29B-2F35550C8B07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992893" y="2371175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22" name="Rectangle 145">
            <a:extLst>
              <a:ext uri="{FF2B5EF4-FFF2-40B4-BE49-F238E27FC236}">
                <a16:creationId xmlns:a16="http://schemas.microsoft.com/office/drawing/2014/main" id="{E3ADD3A0-60F3-4CCF-A787-C83FEFD7452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538630" y="287839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23" name="Rectangle 146">
            <a:extLst>
              <a:ext uri="{FF2B5EF4-FFF2-40B4-BE49-F238E27FC236}">
                <a16:creationId xmlns:a16="http://schemas.microsoft.com/office/drawing/2014/main" id="{03B5D2C0-D46F-4CA6-BB0C-7E966C3AB9D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992893" y="287839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24" name="Rectangle 172">
            <a:extLst>
              <a:ext uri="{FF2B5EF4-FFF2-40B4-BE49-F238E27FC236}">
                <a16:creationId xmlns:a16="http://schemas.microsoft.com/office/drawing/2014/main" id="{A5A79340-EBE4-4E04-AF35-EAB781F1CA7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538630" y="338679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25" name="Rectangle 173">
            <a:extLst>
              <a:ext uri="{FF2B5EF4-FFF2-40B4-BE49-F238E27FC236}">
                <a16:creationId xmlns:a16="http://schemas.microsoft.com/office/drawing/2014/main" id="{A3D2A4FF-3DD1-4D92-A192-6C0C4D36720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992893" y="338679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26" name="Rectangle 199">
            <a:extLst>
              <a:ext uri="{FF2B5EF4-FFF2-40B4-BE49-F238E27FC236}">
                <a16:creationId xmlns:a16="http://schemas.microsoft.com/office/drawing/2014/main" id="{F8123DF8-9385-4180-994E-0FB3C83AB05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538630" y="3895183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27" name="Rectangle 200">
            <a:extLst>
              <a:ext uri="{FF2B5EF4-FFF2-40B4-BE49-F238E27FC236}">
                <a16:creationId xmlns:a16="http://schemas.microsoft.com/office/drawing/2014/main" id="{35B83622-CCF4-4468-AC64-CB149002826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992893" y="3895183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28" name="Rectangle 227">
            <a:extLst>
              <a:ext uri="{FF2B5EF4-FFF2-40B4-BE49-F238E27FC236}">
                <a16:creationId xmlns:a16="http://schemas.microsoft.com/office/drawing/2014/main" id="{BFBE24A8-7F94-482E-85C3-410179531E6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538631" y="4403575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29" name="Rectangle 228">
            <a:extLst>
              <a:ext uri="{FF2B5EF4-FFF2-40B4-BE49-F238E27FC236}">
                <a16:creationId xmlns:a16="http://schemas.microsoft.com/office/drawing/2014/main" id="{7BB41F2F-EDE1-4BB3-B582-2B31560A4BBC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992894" y="4403575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30" name="Rectangle 254">
            <a:extLst>
              <a:ext uri="{FF2B5EF4-FFF2-40B4-BE49-F238E27FC236}">
                <a16:creationId xmlns:a16="http://schemas.microsoft.com/office/drawing/2014/main" id="{B7B10579-D69C-4FCC-AF11-0E5789DC7BA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538631" y="491079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31" name="Rectangle 255">
            <a:extLst>
              <a:ext uri="{FF2B5EF4-FFF2-40B4-BE49-F238E27FC236}">
                <a16:creationId xmlns:a16="http://schemas.microsoft.com/office/drawing/2014/main" id="{A4A3592F-5BAF-4960-8617-39A5A4418C41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992894" y="491079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32" name="Rectangle 91">
            <a:extLst>
              <a:ext uri="{FF2B5EF4-FFF2-40B4-BE49-F238E27FC236}">
                <a16:creationId xmlns:a16="http://schemas.microsoft.com/office/drawing/2014/main" id="{D185731F-D098-4E64-B7BB-077680516CB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448326" y="1854852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33" name="Rectangle 92">
            <a:extLst>
              <a:ext uri="{FF2B5EF4-FFF2-40B4-BE49-F238E27FC236}">
                <a16:creationId xmlns:a16="http://schemas.microsoft.com/office/drawing/2014/main" id="{C9CCA8BE-3357-4F70-B832-4B61283439F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902589" y="1854852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34" name="Rectangle 118">
            <a:extLst>
              <a:ext uri="{FF2B5EF4-FFF2-40B4-BE49-F238E27FC236}">
                <a16:creationId xmlns:a16="http://schemas.microsoft.com/office/drawing/2014/main" id="{E455E6B1-820F-4874-9998-3F33FDF6762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448326" y="2363244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35" name="Rectangle 119">
            <a:extLst>
              <a:ext uri="{FF2B5EF4-FFF2-40B4-BE49-F238E27FC236}">
                <a16:creationId xmlns:a16="http://schemas.microsoft.com/office/drawing/2014/main" id="{A5878F30-11F9-4620-BB7C-A20308D54D2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902589" y="2363244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36" name="Rectangle 145">
            <a:extLst>
              <a:ext uri="{FF2B5EF4-FFF2-40B4-BE49-F238E27FC236}">
                <a16:creationId xmlns:a16="http://schemas.microsoft.com/office/drawing/2014/main" id="{282B328E-96DE-404A-8A33-DD08463AA16C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448326" y="2870468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37" name="Rectangle 146">
            <a:extLst>
              <a:ext uri="{FF2B5EF4-FFF2-40B4-BE49-F238E27FC236}">
                <a16:creationId xmlns:a16="http://schemas.microsoft.com/office/drawing/2014/main" id="{6B4AC90D-580B-4B11-8435-170433BF37C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902589" y="2870468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38" name="Rectangle 172">
            <a:extLst>
              <a:ext uri="{FF2B5EF4-FFF2-40B4-BE49-F238E27FC236}">
                <a16:creationId xmlns:a16="http://schemas.microsoft.com/office/drawing/2014/main" id="{9FF1A1F4-2E5F-4786-B499-D60DC75B214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448326" y="3378860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39" name="Rectangle 173">
            <a:extLst>
              <a:ext uri="{FF2B5EF4-FFF2-40B4-BE49-F238E27FC236}">
                <a16:creationId xmlns:a16="http://schemas.microsoft.com/office/drawing/2014/main" id="{0F1C8560-0B43-4D98-ADB6-195504D71D3D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902589" y="3378860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40" name="Rectangle 199">
            <a:extLst>
              <a:ext uri="{FF2B5EF4-FFF2-40B4-BE49-F238E27FC236}">
                <a16:creationId xmlns:a16="http://schemas.microsoft.com/office/drawing/2014/main" id="{A4D091FA-192E-4111-9D0A-1154813D182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448326" y="3887252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41" name="Rectangle 200">
            <a:extLst>
              <a:ext uri="{FF2B5EF4-FFF2-40B4-BE49-F238E27FC236}">
                <a16:creationId xmlns:a16="http://schemas.microsoft.com/office/drawing/2014/main" id="{2456DB9E-FD91-4F1E-8D75-71C5A435799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902589" y="3887252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42" name="Rectangle 227">
            <a:extLst>
              <a:ext uri="{FF2B5EF4-FFF2-40B4-BE49-F238E27FC236}">
                <a16:creationId xmlns:a16="http://schemas.microsoft.com/office/drawing/2014/main" id="{82ADDEB8-4944-41EC-9927-6FCED6B44E0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448327" y="4395644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43" name="Rectangle 228">
            <a:extLst>
              <a:ext uri="{FF2B5EF4-FFF2-40B4-BE49-F238E27FC236}">
                <a16:creationId xmlns:a16="http://schemas.microsoft.com/office/drawing/2014/main" id="{3E7F6ABB-32D8-4D9F-8019-5A6F2170427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902590" y="4395644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44" name="Rectangle 254">
            <a:extLst>
              <a:ext uri="{FF2B5EF4-FFF2-40B4-BE49-F238E27FC236}">
                <a16:creationId xmlns:a16="http://schemas.microsoft.com/office/drawing/2014/main" id="{FF3C13CA-9CE5-4787-9D9F-6F33F6D7219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448327" y="4902868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45" name="Rectangle 255">
            <a:extLst>
              <a:ext uri="{FF2B5EF4-FFF2-40B4-BE49-F238E27FC236}">
                <a16:creationId xmlns:a16="http://schemas.microsoft.com/office/drawing/2014/main" id="{F45F3084-D5DF-4E2A-9FD2-8FADA756F90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902590" y="4902868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46" name="Rectangle 91">
            <a:extLst>
              <a:ext uri="{FF2B5EF4-FFF2-40B4-BE49-F238E27FC236}">
                <a16:creationId xmlns:a16="http://schemas.microsoft.com/office/drawing/2014/main" id="{C8C188D8-825C-491C-B927-12A86B68F9C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358022" y="183043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47" name="Rectangle 92">
            <a:extLst>
              <a:ext uri="{FF2B5EF4-FFF2-40B4-BE49-F238E27FC236}">
                <a16:creationId xmlns:a16="http://schemas.microsoft.com/office/drawing/2014/main" id="{F1A1CAD1-7E2F-491A-A2F7-752577008BA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812285" y="183043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48" name="Rectangle 118">
            <a:extLst>
              <a:ext uri="{FF2B5EF4-FFF2-40B4-BE49-F238E27FC236}">
                <a16:creationId xmlns:a16="http://schemas.microsoft.com/office/drawing/2014/main" id="{C9F7170B-09CB-4F23-B86C-E3C5A5A9526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358022" y="233882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49" name="Rectangle 119">
            <a:extLst>
              <a:ext uri="{FF2B5EF4-FFF2-40B4-BE49-F238E27FC236}">
                <a16:creationId xmlns:a16="http://schemas.microsoft.com/office/drawing/2014/main" id="{91FF46E2-A356-45DF-9FE0-6D68E8BBB82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812285" y="233882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50" name="Rectangle 145">
            <a:extLst>
              <a:ext uri="{FF2B5EF4-FFF2-40B4-BE49-F238E27FC236}">
                <a16:creationId xmlns:a16="http://schemas.microsoft.com/office/drawing/2014/main" id="{233DF4C6-7DB2-4DEC-965E-4E0FD1AE2F7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358022" y="2846053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51" name="Rectangle 146">
            <a:extLst>
              <a:ext uri="{FF2B5EF4-FFF2-40B4-BE49-F238E27FC236}">
                <a16:creationId xmlns:a16="http://schemas.microsoft.com/office/drawing/2014/main" id="{BA0EBE02-0FF5-4E5F-B07E-C74F70CB3BB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812285" y="2846053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52" name="Rectangle 172">
            <a:extLst>
              <a:ext uri="{FF2B5EF4-FFF2-40B4-BE49-F238E27FC236}">
                <a16:creationId xmlns:a16="http://schemas.microsoft.com/office/drawing/2014/main" id="{C1FFCEB5-7D01-4DF1-AE5C-13AA614FBB2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358022" y="335444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53" name="Rectangle 173">
            <a:extLst>
              <a:ext uri="{FF2B5EF4-FFF2-40B4-BE49-F238E27FC236}">
                <a16:creationId xmlns:a16="http://schemas.microsoft.com/office/drawing/2014/main" id="{4E743A8D-CDF1-43FE-9A64-273018A788F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812285" y="335444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54" name="Rectangle 199">
            <a:extLst>
              <a:ext uri="{FF2B5EF4-FFF2-40B4-BE49-F238E27FC236}">
                <a16:creationId xmlns:a16="http://schemas.microsoft.com/office/drawing/2014/main" id="{5816494B-7CF7-4661-9520-ECF2157C306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358022" y="386283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55" name="Rectangle 200">
            <a:extLst>
              <a:ext uri="{FF2B5EF4-FFF2-40B4-BE49-F238E27FC236}">
                <a16:creationId xmlns:a16="http://schemas.microsoft.com/office/drawing/2014/main" id="{D5F4C1D4-E8FC-483F-82E0-C314B4887C0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812285" y="386283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56" name="Rectangle 227">
            <a:extLst>
              <a:ext uri="{FF2B5EF4-FFF2-40B4-BE49-F238E27FC236}">
                <a16:creationId xmlns:a16="http://schemas.microsoft.com/office/drawing/2014/main" id="{1DE23893-72CE-44E4-9514-E4A35927AD0D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358023" y="437122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57" name="Rectangle 228">
            <a:extLst>
              <a:ext uri="{FF2B5EF4-FFF2-40B4-BE49-F238E27FC236}">
                <a16:creationId xmlns:a16="http://schemas.microsoft.com/office/drawing/2014/main" id="{FDAE80AB-A18F-4777-8A7E-3AF3817C005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812286" y="437122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58" name="Rectangle 254">
            <a:extLst>
              <a:ext uri="{FF2B5EF4-FFF2-40B4-BE49-F238E27FC236}">
                <a16:creationId xmlns:a16="http://schemas.microsoft.com/office/drawing/2014/main" id="{057CEA97-FB2D-4753-85A3-0C33E822D3C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358023" y="4878453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59" name="Rectangle 255">
            <a:extLst>
              <a:ext uri="{FF2B5EF4-FFF2-40B4-BE49-F238E27FC236}">
                <a16:creationId xmlns:a16="http://schemas.microsoft.com/office/drawing/2014/main" id="{79420A4A-5528-4EC0-987F-DF7C0EEB41F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812286" y="4878453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60" name="Rectangle 91">
            <a:extLst>
              <a:ext uri="{FF2B5EF4-FFF2-40B4-BE49-F238E27FC236}">
                <a16:creationId xmlns:a16="http://schemas.microsoft.com/office/drawing/2014/main" id="{DBC80B5A-0476-410E-B60C-6450F79B3E0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267716" y="1842966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61" name="Rectangle 92">
            <a:extLst>
              <a:ext uri="{FF2B5EF4-FFF2-40B4-BE49-F238E27FC236}">
                <a16:creationId xmlns:a16="http://schemas.microsoft.com/office/drawing/2014/main" id="{65FABB81-DBF4-42B4-8D90-A98EC802144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721979" y="1842966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62" name="Rectangle 118">
            <a:extLst>
              <a:ext uri="{FF2B5EF4-FFF2-40B4-BE49-F238E27FC236}">
                <a16:creationId xmlns:a16="http://schemas.microsoft.com/office/drawing/2014/main" id="{A6202184-9808-4043-9640-D0544AB5D40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267716" y="2351358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63" name="Rectangle 119">
            <a:extLst>
              <a:ext uri="{FF2B5EF4-FFF2-40B4-BE49-F238E27FC236}">
                <a16:creationId xmlns:a16="http://schemas.microsoft.com/office/drawing/2014/main" id="{FEED1DE3-7FCB-412B-AD9F-396C8AFC0B4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721979" y="2351358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64" name="Rectangle 145">
            <a:extLst>
              <a:ext uri="{FF2B5EF4-FFF2-40B4-BE49-F238E27FC236}">
                <a16:creationId xmlns:a16="http://schemas.microsoft.com/office/drawing/2014/main" id="{E3D106F5-B3BA-48C7-BB89-5F7A7B3FD30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267716" y="2858582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65" name="Rectangle 146">
            <a:extLst>
              <a:ext uri="{FF2B5EF4-FFF2-40B4-BE49-F238E27FC236}">
                <a16:creationId xmlns:a16="http://schemas.microsoft.com/office/drawing/2014/main" id="{98A5D359-1B62-4D55-856B-6A4D9015C63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721979" y="2858582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66" name="Rectangle 172">
            <a:extLst>
              <a:ext uri="{FF2B5EF4-FFF2-40B4-BE49-F238E27FC236}">
                <a16:creationId xmlns:a16="http://schemas.microsoft.com/office/drawing/2014/main" id="{8AEB6855-7DCA-4BAB-B081-5EAFB101458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267716" y="3366974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67" name="Rectangle 173">
            <a:extLst>
              <a:ext uri="{FF2B5EF4-FFF2-40B4-BE49-F238E27FC236}">
                <a16:creationId xmlns:a16="http://schemas.microsoft.com/office/drawing/2014/main" id="{18A0DCB0-4E9E-42D7-ABF1-2CB0A069240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721979" y="3366974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68" name="Rectangle 199">
            <a:extLst>
              <a:ext uri="{FF2B5EF4-FFF2-40B4-BE49-F238E27FC236}">
                <a16:creationId xmlns:a16="http://schemas.microsoft.com/office/drawing/2014/main" id="{C94A534B-EDB6-41CC-BFD6-C8E5C64E30C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267716" y="3875366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69" name="Rectangle 200">
            <a:extLst>
              <a:ext uri="{FF2B5EF4-FFF2-40B4-BE49-F238E27FC236}">
                <a16:creationId xmlns:a16="http://schemas.microsoft.com/office/drawing/2014/main" id="{D3305D9B-7E5D-4A06-B20C-705E7AADA0E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721979" y="3875366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70" name="Rectangle 227">
            <a:extLst>
              <a:ext uri="{FF2B5EF4-FFF2-40B4-BE49-F238E27FC236}">
                <a16:creationId xmlns:a16="http://schemas.microsoft.com/office/drawing/2014/main" id="{10DC9989-B0C3-40E8-9A23-4DD46B61F18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267717" y="4383758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71" name="Rectangle 228">
            <a:extLst>
              <a:ext uri="{FF2B5EF4-FFF2-40B4-BE49-F238E27FC236}">
                <a16:creationId xmlns:a16="http://schemas.microsoft.com/office/drawing/2014/main" id="{802DD19F-ACAF-462C-9EF0-03BED7E8C2A2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721980" y="4383758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72" name="Rectangle 254">
            <a:extLst>
              <a:ext uri="{FF2B5EF4-FFF2-40B4-BE49-F238E27FC236}">
                <a16:creationId xmlns:a16="http://schemas.microsoft.com/office/drawing/2014/main" id="{B675BA60-6E6B-4897-B172-3FEB85B0A6B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267717" y="4890982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73" name="Rectangle 255">
            <a:extLst>
              <a:ext uri="{FF2B5EF4-FFF2-40B4-BE49-F238E27FC236}">
                <a16:creationId xmlns:a16="http://schemas.microsoft.com/office/drawing/2014/main" id="{90EC0740-4B58-4786-864F-D6202316E36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721980" y="4890982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74" name="Rectangle 91">
            <a:extLst>
              <a:ext uri="{FF2B5EF4-FFF2-40B4-BE49-F238E27FC236}">
                <a16:creationId xmlns:a16="http://schemas.microsoft.com/office/drawing/2014/main" id="{6F4C6DA5-9C32-43AB-9B2B-D5F64DCD5B4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177412" y="1855170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75" name="Rectangle 92">
            <a:extLst>
              <a:ext uri="{FF2B5EF4-FFF2-40B4-BE49-F238E27FC236}">
                <a16:creationId xmlns:a16="http://schemas.microsoft.com/office/drawing/2014/main" id="{2E98FFFB-1367-4885-A347-2B10A92AF779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631675" y="1855170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76" name="Rectangle 118">
            <a:extLst>
              <a:ext uri="{FF2B5EF4-FFF2-40B4-BE49-F238E27FC236}">
                <a16:creationId xmlns:a16="http://schemas.microsoft.com/office/drawing/2014/main" id="{B0EE3A07-2F28-4D28-AD64-4E71640B185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177412" y="2363562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77" name="Rectangle 119">
            <a:extLst>
              <a:ext uri="{FF2B5EF4-FFF2-40B4-BE49-F238E27FC236}">
                <a16:creationId xmlns:a16="http://schemas.microsoft.com/office/drawing/2014/main" id="{CCE2A03B-C80B-42F1-9230-C10251D1238C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631675" y="2363562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78" name="Rectangle 145">
            <a:extLst>
              <a:ext uri="{FF2B5EF4-FFF2-40B4-BE49-F238E27FC236}">
                <a16:creationId xmlns:a16="http://schemas.microsoft.com/office/drawing/2014/main" id="{87375277-0EF5-4601-B688-CC287F3E6A4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177412" y="2870786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79" name="Rectangle 146">
            <a:extLst>
              <a:ext uri="{FF2B5EF4-FFF2-40B4-BE49-F238E27FC236}">
                <a16:creationId xmlns:a16="http://schemas.microsoft.com/office/drawing/2014/main" id="{19099545-7878-4215-9ADA-69237497B88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631675" y="2870786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80" name="Rectangle 172">
            <a:extLst>
              <a:ext uri="{FF2B5EF4-FFF2-40B4-BE49-F238E27FC236}">
                <a16:creationId xmlns:a16="http://schemas.microsoft.com/office/drawing/2014/main" id="{13AB64CA-71E8-4F3D-8A8F-48ADB8EE76DD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177412" y="3379178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81" name="Rectangle 173">
            <a:extLst>
              <a:ext uri="{FF2B5EF4-FFF2-40B4-BE49-F238E27FC236}">
                <a16:creationId xmlns:a16="http://schemas.microsoft.com/office/drawing/2014/main" id="{E6E68EB4-8B4F-4659-85F0-F33EB0681EA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631675" y="3379178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82" name="Rectangle 199">
            <a:extLst>
              <a:ext uri="{FF2B5EF4-FFF2-40B4-BE49-F238E27FC236}">
                <a16:creationId xmlns:a16="http://schemas.microsoft.com/office/drawing/2014/main" id="{FD5D2EFE-78D7-47A0-B41B-A6D123F3325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177412" y="3887570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83" name="Rectangle 200">
            <a:extLst>
              <a:ext uri="{FF2B5EF4-FFF2-40B4-BE49-F238E27FC236}">
                <a16:creationId xmlns:a16="http://schemas.microsoft.com/office/drawing/2014/main" id="{43DD1F99-EF92-4FA7-A688-DFB8CA0428A2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631675" y="3887570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84" name="Rectangle 227">
            <a:extLst>
              <a:ext uri="{FF2B5EF4-FFF2-40B4-BE49-F238E27FC236}">
                <a16:creationId xmlns:a16="http://schemas.microsoft.com/office/drawing/2014/main" id="{61B66908-9A89-4CAA-82BB-1B0CBBA7121D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177413" y="4395962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85" name="Rectangle 228">
            <a:extLst>
              <a:ext uri="{FF2B5EF4-FFF2-40B4-BE49-F238E27FC236}">
                <a16:creationId xmlns:a16="http://schemas.microsoft.com/office/drawing/2014/main" id="{A25ADF27-53D5-47C3-A679-6359C6A587B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631676" y="4395962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86" name="Rectangle 254">
            <a:extLst>
              <a:ext uri="{FF2B5EF4-FFF2-40B4-BE49-F238E27FC236}">
                <a16:creationId xmlns:a16="http://schemas.microsoft.com/office/drawing/2014/main" id="{3571E780-2740-4415-A8FC-0A7B70032679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177413" y="4903186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87" name="Rectangle 255">
            <a:extLst>
              <a:ext uri="{FF2B5EF4-FFF2-40B4-BE49-F238E27FC236}">
                <a16:creationId xmlns:a16="http://schemas.microsoft.com/office/drawing/2014/main" id="{D4DFF327-57BB-4D9E-A2B7-F0DD5B94977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631676" y="4903186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95" name="Rectangle 91">
            <a:extLst>
              <a:ext uri="{FF2B5EF4-FFF2-40B4-BE49-F238E27FC236}">
                <a16:creationId xmlns:a16="http://schemas.microsoft.com/office/drawing/2014/main" id="{8A3B7425-E369-4F53-BA6F-5242DA61BF3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087107" y="1855170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96" name="Rectangle 92">
            <a:extLst>
              <a:ext uri="{FF2B5EF4-FFF2-40B4-BE49-F238E27FC236}">
                <a16:creationId xmlns:a16="http://schemas.microsoft.com/office/drawing/2014/main" id="{4E6A839F-6FCF-4E31-8BD0-E16864EEE062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541370" y="1855170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97" name="Rectangle 118">
            <a:extLst>
              <a:ext uri="{FF2B5EF4-FFF2-40B4-BE49-F238E27FC236}">
                <a16:creationId xmlns:a16="http://schemas.microsoft.com/office/drawing/2014/main" id="{E30405E0-3BAF-415C-962D-57EEE5D59061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087107" y="2363562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98" name="Rectangle 119">
            <a:extLst>
              <a:ext uri="{FF2B5EF4-FFF2-40B4-BE49-F238E27FC236}">
                <a16:creationId xmlns:a16="http://schemas.microsoft.com/office/drawing/2014/main" id="{2F0D6E87-BA13-4616-837F-44E6418D2BE9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541370" y="2363562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99" name="Rectangle 145">
            <a:extLst>
              <a:ext uri="{FF2B5EF4-FFF2-40B4-BE49-F238E27FC236}">
                <a16:creationId xmlns:a16="http://schemas.microsoft.com/office/drawing/2014/main" id="{6E4DC2C7-60E2-4E39-A040-33E1148C84D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087107" y="2870786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700" name="Rectangle 146">
            <a:extLst>
              <a:ext uri="{FF2B5EF4-FFF2-40B4-BE49-F238E27FC236}">
                <a16:creationId xmlns:a16="http://schemas.microsoft.com/office/drawing/2014/main" id="{966097DC-FD1B-4AB8-9270-D63BF4F1A3C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541370" y="2870786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701" name="Rectangle 172">
            <a:extLst>
              <a:ext uri="{FF2B5EF4-FFF2-40B4-BE49-F238E27FC236}">
                <a16:creationId xmlns:a16="http://schemas.microsoft.com/office/drawing/2014/main" id="{F9963C2C-FE13-4B53-9E0A-33833EBFF4BC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087107" y="3379178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702" name="Rectangle 173">
            <a:extLst>
              <a:ext uri="{FF2B5EF4-FFF2-40B4-BE49-F238E27FC236}">
                <a16:creationId xmlns:a16="http://schemas.microsoft.com/office/drawing/2014/main" id="{E25FDE01-0116-404D-AED3-856484360C6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541370" y="3379178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703" name="Rectangle 199">
            <a:extLst>
              <a:ext uri="{FF2B5EF4-FFF2-40B4-BE49-F238E27FC236}">
                <a16:creationId xmlns:a16="http://schemas.microsoft.com/office/drawing/2014/main" id="{6301786C-8F5C-45F8-9EBB-5C24E924F8F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087107" y="3887570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704" name="Rectangle 200">
            <a:extLst>
              <a:ext uri="{FF2B5EF4-FFF2-40B4-BE49-F238E27FC236}">
                <a16:creationId xmlns:a16="http://schemas.microsoft.com/office/drawing/2014/main" id="{5F732FBA-FE3A-4BD8-BBC1-9C523E6253B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541370" y="3887570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705" name="Rectangle 227">
            <a:extLst>
              <a:ext uri="{FF2B5EF4-FFF2-40B4-BE49-F238E27FC236}">
                <a16:creationId xmlns:a16="http://schemas.microsoft.com/office/drawing/2014/main" id="{C637BBAC-97AA-4D18-AA59-2A7536613F5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087108" y="4395962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706" name="Rectangle 228">
            <a:extLst>
              <a:ext uri="{FF2B5EF4-FFF2-40B4-BE49-F238E27FC236}">
                <a16:creationId xmlns:a16="http://schemas.microsoft.com/office/drawing/2014/main" id="{6065E043-00A0-4681-9A2D-6DCA1E6EF99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541371" y="4395962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707" name="Rectangle 254">
            <a:extLst>
              <a:ext uri="{FF2B5EF4-FFF2-40B4-BE49-F238E27FC236}">
                <a16:creationId xmlns:a16="http://schemas.microsoft.com/office/drawing/2014/main" id="{CE169FB0-5491-4F5D-BC9E-C9846ADDC0B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087108" y="4903186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708" name="Rectangle 255">
            <a:extLst>
              <a:ext uri="{FF2B5EF4-FFF2-40B4-BE49-F238E27FC236}">
                <a16:creationId xmlns:a16="http://schemas.microsoft.com/office/drawing/2014/main" id="{2057D317-5E06-487E-8C29-ACF2FBFDAD7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541371" y="4903186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52853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Rectangle 5">
            <a:extLst>
              <a:ext uri="{FF2B5EF4-FFF2-40B4-BE49-F238E27FC236}">
                <a16:creationId xmlns:a16="http://schemas.microsoft.com/office/drawing/2014/main" id="{85C298FF-97F9-4147-B827-D8E5136C26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38" name="Rectangle 6">
            <a:extLst>
              <a:ext uri="{FF2B5EF4-FFF2-40B4-BE49-F238E27FC236}">
                <a16:creationId xmlns:a16="http://schemas.microsoft.com/office/drawing/2014/main" id="{9408EFDD-1492-4223-8E65-A093D2F1BB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39" name="Rectangle 7">
            <a:extLst>
              <a:ext uri="{FF2B5EF4-FFF2-40B4-BE49-F238E27FC236}">
                <a16:creationId xmlns:a16="http://schemas.microsoft.com/office/drawing/2014/main" id="{F894E7F8-7101-42ED-9EE3-85F58C6EF3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40" name="Rectangle 8">
            <a:extLst>
              <a:ext uri="{FF2B5EF4-FFF2-40B4-BE49-F238E27FC236}">
                <a16:creationId xmlns:a16="http://schemas.microsoft.com/office/drawing/2014/main" id="{877C8C7E-1793-4536-97A4-63A3591EF9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41" name="Rectangle 9">
            <a:extLst>
              <a:ext uri="{FF2B5EF4-FFF2-40B4-BE49-F238E27FC236}">
                <a16:creationId xmlns:a16="http://schemas.microsoft.com/office/drawing/2014/main" id="{077D2BC4-41B3-4D98-84CA-A2503EF131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42" name="Rectangle 10">
            <a:extLst>
              <a:ext uri="{FF2B5EF4-FFF2-40B4-BE49-F238E27FC236}">
                <a16:creationId xmlns:a16="http://schemas.microsoft.com/office/drawing/2014/main" id="{DE4270DF-458E-4975-B86F-E605B966C6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43" name="Rectangle 11">
            <a:extLst>
              <a:ext uri="{FF2B5EF4-FFF2-40B4-BE49-F238E27FC236}">
                <a16:creationId xmlns:a16="http://schemas.microsoft.com/office/drawing/2014/main" id="{5334B1DA-DE9D-46A4-B1CC-07D8B5B37F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44" name="Rectangle 12">
            <a:extLst>
              <a:ext uri="{FF2B5EF4-FFF2-40B4-BE49-F238E27FC236}">
                <a16:creationId xmlns:a16="http://schemas.microsoft.com/office/drawing/2014/main" id="{1CF1EF4A-5FEC-4B62-A622-2DEE7B72C0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8630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45" name="Rectangle 13">
            <a:extLst>
              <a:ext uri="{FF2B5EF4-FFF2-40B4-BE49-F238E27FC236}">
                <a16:creationId xmlns:a16="http://schemas.microsoft.com/office/drawing/2014/main" id="{322BDF90-AD9B-4F68-8F1B-8AE6FD1E47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2893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46" name="Rectangle 14">
            <a:extLst>
              <a:ext uri="{FF2B5EF4-FFF2-40B4-BE49-F238E27FC236}">
                <a16:creationId xmlns:a16="http://schemas.microsoft.com/office/drawing/2014/main" id="{93F9BC3E-2349-4557-A942-FF58D34975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8326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47" name="Rectangle 15">
            <a:extLst>
              <a:ext uri="{FF2B5EF4-FFF2-40B4-BE49-F238E27FC236}">
                <a16:creationId xmlns:a16="http://schemas.microsoft.com/office/drawing/2014/main" id="{D4E479F8-DBB7-4E24-82DB-9187E1DA15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2589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48" name="Rectangle 16">
            <a:extLst>
              <a:ext uri="{FF2B5EF4-FFF2-40B4-BE49-F238E27FC236}">
                <a16:creationId xmlns:a16="http://schemas.microsoft.com/office/drawing/2014/main" id="{88729413-47AC-4DEA-A613-0B6158FCB8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8022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49" name="Rectangle 17">
            <a:extLst>
              <a:ext uri="{FF2B5EF4-FFF2-40B4-BE49-F238E27FC236}">
                <a16:creationId xmlns:a16="http://schemas.microsoft.com/office/drawing/2014/main" id="{20F824DD-152A-4F6D-952E-24ADD1A8C0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2285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50" name="Rectangle 18">
            <a:extLst>
              <a:ext uri="{FF2B5EF4-FFF2-40B4-BE49-F238E27FC236}">
                <a16:creationId xmlns:a16="http://schemas.microsoft.com/office/drawing/2014/main" id="{951C09E8-C755-4AEB-9C27-AE9621753A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7717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51" name="Rectangle 19">
            <a:extLst>
              <a:ext uri="{FF2B5EF4-FFF2-40B4-BE49-F238E27FC236}">
                <a16:creationId xmlns:a16="http://schemas.microsoft.com/office/drawing/2014/main" id="{32F64432-EE66-40C8-A67A-FA722F75D5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980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52" name="Rectangle 20">
            <a:extLst>
              <a:ext uri="{FF2B5EF4-FFF2-40B4-BE49-F238E27FC236}">
                <a16:creationId xmlns:a16="http://schemas.microsoft.com/office/drawing/2014/main" id="{29005991-F871-4DFB-9517-DCB334B68B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53" name="Rectangle 21">
            <a:extLst>
              <a:ext uri="{FF2B5EF4-FFF2-40B4-BE49-F238E27FC236}">
                <a16:creationId xmlns:a16="http://schemas.microsoft.com/office/drawing/2014/main" id="{1C601034-B07F-4FCA-B65F-4BA94F1FEF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54" name="Rectangle 22">
            <a:extLst>
              <a:ext uri="{FF2B5EF4-FFF2-40B4-BE49-F238E27FC236}">
                <a16:creationId xmlns:a16="http://schemas.microsoft.com/office/drawing/2014/main" id="{A3C10F51-A92E-4F5D-841E-2495E85BD8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55" name="Rectangle 23">
            <a:extLst>
              <a:ext uri="{FF2B5EF4-FFF2-40B4-BE49-F238E27FC236}">
                <a16:creationId xmlns:a16="http://schemas.microsoft.com/office/drawing/2014/main" id="{8656C742-4C71-41EC-9EED-8A0FF35A8B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326571"/>
            <a:ext cx="10999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56" name="Rectangle 24">
            <a:extLst>
              <a:ext uri="{FF2B5EF4-FFF2-40B4-BE49-F238E27FC236}">
                <a16:creationId xmlns:a16="http://schemas.microsoft.com/office/drawing/2014/main" id="{DD7837C0-45DC-47B0-8EB6-E1AFA3DF28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57" name="Rectangle 25">
            <a:extLst>
              <a:ext uri="{FF2B5EF4-FFF2-40B4-BE49-F238E27FC236}">
                <a16:creationId xmlns:a16="http://schemas.microsoft.com/office/drawing/2014/main" id="{C6C4A808-47AA-4933-B20F-A80BEEFBDE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58" name="Rectangle 26">
            <a:extLst>
              <a:ext uri="{FF2B5EF4-FFF2-40B4-BE49-F238E27FC236}">
                <a16:creationId xmlns:a16="http://schemas.microsoft.com/office/drawing/2014/main" id="{1916F620-2E67-4716-A335-AA9D0F9A9B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326571"/>
            <a:ext cx="10882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59" name="Rectangle 27">
            <a:extLst>
              <a:ext uri="{FF2B5EF4-FFF2-40B4-BE49-F238E27FC236}">
                <a16:creationId xmlns:a16="http://schemas.microsoft.com/office/drawing/2014/main" id="{54529738-34CA-43C1-9448-C6D7594E39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60" name="Rectangle 28">
            <a:extLst>
              <a:ext uri="{FF2B5EF4-FFF2-40B4-BE49-F238E27FC236}">
                <a16:creationId xmlns:a16="http://schemas.microsoft.com/office/drawing/2014/main" id="{AB2B254B-6166-4F70-A263-5F5630C8AF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61" name="Rectangle 29">
            <a:extLst>
              <a:ext uri="{FF2B5EF4-FFF2-40B4-BE49-F238E27FC236}">
                <a16:creationId xmlns:a16="http://schemas.microsoft.com/office/drawing/2014/main" id="{CC179163-7F45-4275-B900-184CA908E7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326571"/>
            <a:ext cx="10999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62" name="Rectangle 30">
            <a:extLst>
              <a:ext uri="{FF2B5EF4-FFF2-40B4-BE49-F238E27FC236}">
                <a16:creationId xmlns:a16="http://schemas.microsoft.com/office/drawing/2014/main" id="{A16179B1-495E-40B6-BA3E-4FE45BD06F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326571"/>
            <a:ext cx="10882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11" name="Rectangle 32">
            <a:extLst>
              <a:ext uri="{FF2B5EF4-FFF2-40B4-BE49-F238E27FC236}">
                <a16:creationId xmlns:a16="http://schemas.microsoft.com/office/drawing/2014/main" id="{E6CEC545-E6D9-4264-BEA6-119B54AE4C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12" name="Rectangle 33">
            <a:extLst>
              <a:ext uri="{FF2B5EF4-FFF2-40B4-BE49-F238E27FC236}">
                <a16:creationId xmlns:a16="http://schemas.microsoft.com/office/drawing/2014/main" id="{60C7E7B9-97E8-4AE1-A9F0-162381B38D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83328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13" name="Rectangle 34">
            <a:extLst>
              <a:ext uri="{FF2B5EF4-FFF2-40B4-BE49-F238E27FC236}">
                <a16:creationId xmlns:a16="http://schemas.microsoft.com/office/drawing/2014/main" id="{BC9E105B-3AD3-4AC9-8C4E-3DABA3F821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14" name="Rectangle 35">
            <a:extLst>
              <a:ext uri="{FF2B5EF4-FFF2-40B4-BE49-F238E27FC236}">
                <a16:creationId xmlns:a16="http://schemas.microsoft.com/office/drawing/2014/main" id="{B10232F8-CE74-495F-B906-B4B2237079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83328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15" name="Rectangle 36">
            <a:extLst>
              <a:ext uri="{FF2B5EF4-FFF2-40B4-BE49-F238E27FC236}">
                <a16:creationId xmlns:a16="http://schemas.microsoft.com/office/drawing/2014/main" id="{377EBFB6-EE61-435B-A0EA-67D67D892F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16" name="Rectangle 37">
            <a:extLst>
              <a:ext uri="{FF2B5EF4-FFF2-40B4-BE49-F238E27FC236}">
                <a16:creationId xmlns:a16="http://schemas.microsoft.com/office/drawing/2014/main" id="{7837C467-758B-463F-B551-93C783E129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83328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17" name="Rectangle 38">
            <a:extLst>
              <a:ext uri="{FF2B5EF4-FFF2-40B4-BE49-F238E27FC236}">
                <a16:creationId xmlns:a16="http://schemas.microsoft.com/office/drawing/2014/main" id="{C77A01F7-C261-4381-86C3-4C89EE66C7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18" name="Rectangle 39">
            <a:extLst>
              <a:ext uri="{FF2B5EF4-FFF2-40B4-BE49-F238E27FC236}">
                <a16:creationId xmlns:a16="http://schemas.microsoft.com/office/drawing/2014/main" id="{7477D541-DCD7-4A47-BAD6-421CE795D8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8630" y="83328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19" name="Rectangle 40">
            <a:extLst>
              <a:ext uri="{FF2B5EF4-FFF2-40B4-BE49-F238E27FC236}">
                <a16:creationId xmlns:a16="http://schemas.microsoft.com/office/drawing/2014/main" id="{4E64ADB5-6C15-4DFA-A1D8-CCB52869EB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2893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20" name="Rectangle 41">
            <a:extLst>
              <a:ext uri="{FF2B5EF4-FFF2-40B4-BE49-F238E27FC236}">
                <a16:creationId xmlns:a16="http://schemas.microsoft.com/office/drawing/2014/main" id="{AC57F5E1-8997-4B18-B946-EC6DFA386D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8326" y="83328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21" name="Rectangle 42">
            <a:extLst>
              <a:ext uri="{FF2B5EF4-FFF2-40B4-BE49-F238E27FC236}">
                <a16:creationId xmlns:a16="http://schemas.microsoft.com/office/drawing/2014/main" id="{AC1B45CA-8F96-41DA-A93A-FD14080BEB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2589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22" name="Rectangle 43">
            <a:extLst>
              <a:ext uri="{FF2B5EF4-FFF2-40B4-BE49-F238E27FC236}">
                <a16:creationId xmlns:a16="http://schemas.microsoft.com/office/drawing/2014/main" id="{703118E8-5E3B-4DFA-9921-369E22CA03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8022" y="83328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23" name="Rectangle 44">
            <a:extLst>
              <a:ext uri="{FF2B5EF4-FFF2-40B4-BE49-F238E27FC236}">
                <a16:creationId xmlns:a16="http://schemas.microsoft.com/office/drawing/2014/main" id="{ED301010-E5DC-4676-A476-7C14D84A53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2285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24" name="Rectangle 45">
            <a:extLst>
              <a:ext uri="{FF2B5EF4-FFF2-40B4-BE49-F238E27FC236}">
                <a16:creationId xmlns:a16="http://schemas.microsoft.com/office/drawing/2014/main" id="{37F85CBA-9F8F-490A-A6C5-555D548FDA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7717" y="83328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25" name="Rectangle 46">
            <a:extLst>
              <a:ext uri="{FF2B5EF4-FFF2-40B4-BE49-F238E27FC236}">
                <a16:creationId xmlns:a16="http://schemas.microsoft.com/office/drawing/2014/main" id="{4CDDB648-0406-4415-9B3A-F56F9D7B2E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980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26" name="Rectangle 47">
            <a:extLst>
              <a:ext uri="{FF2B5EF4-FFF2-40B4-BE49-F238E27FC236}">
                <a16:creationId xmlns:a16="http://schemas.microsoft.com/office/drawing/2014/main" id="{9656844F-AFE3-4957-A69F-F4A848FEF6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83328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27" name="Rectangle 48">
            <a:extLst>
              <a:ext uri="{FF2B5EF4-FFF2-40B4-BE49-F238E27FC236}">
                <a16:creationId xmlns:a16="http://schemas.microsoft.com/office/drawing/2014/main" id="{5A3A99BA-4854-4231-B6BB-888D83A010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28" name="Rectangle 49">
            <a:extLst>
              <a:ext uri="{FF2B5EF4-FFF2-40B4-BE49-F238E27FC236}">
                <a16:creationId xmlns:a16="http://schemas.microsoft.com/office/drawing/2014/main" id="{22B51AD2-0C6E-467F-A47F-34DAB5BB7E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833283"/>
            <a:ext cx="108822" cy="108822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29" name="Rectangle 50">
            <a:extLst>
              <a:ext uri="{FF2B5EF4-FFF2-40B4-BE49-F238E27FC236}">
                <a16:creationId xmlns:a16="http://schemas.microsoft.com/office/drawing/2014/main" id="{EDE14BA8-EBD0-4206-8FB2-6B9E4AB28F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30" name="Rectangle 51">
            <a:extLst>
              <a:ext uri="{FF2B5EF4-FFF2-40B4-BE49-F238E27FC236}">
                <a16:creationId xmlns:a16="http://schemas.microsoft.com/office/drawing/2014/main" id="{F2846FEF-2688-4964-A02B-231009108D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83328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31" name="Rectangle 52">
            <a:extLst>
              <a:ext uri="{FF2B5EF4-FFF2-40B4-BE49-F238E27FC236}">
                <a16:creationId xmlns:a16="http://schemas.microsoft.com/office/drawing/2014/main" id="{93E03F91-49D8-43EE-B637-0558AECB0E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32" name="Rectangle 53">
            <a:extLst>
              <a:ext uri="{FF2B5EF4-FFF2-40B4-BE49-F238E27FC236}">
                <a16:creationId xmlns:a16="http://schemas.microsoft.com/office/drawing/2014/main" id="{25EB1B6D-371C-4129-8792-C87711A4DC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833283"/>
            <a:ext cx="108822" cy="108822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33" name="Rectangle 54">
            <a:extLst>
              <a:ext uri="{FF2B5EF4-FFF2-40B4-BE49-F238E27FC236}">
                <a16:creationId xmlns:a16="http://schemas.microsoft.com/office/drawing/2014/main" id="{F0762AD7-4B47-41B5-90EC-26D5248FC1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34" name="Rectangle 55">
            <a:extLst>
              <a:ext uri="{FF2B5EF4-FFF2-40B4-BE49-F238E27FC236}">
                <a16:creationId xmlns:a16="http://schemas.microsoft.com/office/drawing/2014/main" id="{77F5372A-DF0C-4EB4-8383-88ACAFBC34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833283"/>
            <a:ext cx="108822" cy="108822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35" name="Rectangle 56">
            <a:extLst>
              <a:ext uri="{FF2B5EF4-FFF2-40B4-BE49-F238E27FC236}">
                <a16:creationId xmlns:a16="http://schemas.microsoft.com/office/drawing/2014/main" id="{E1647C36-4FD2-4648-B99F-D1A25055E7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36" name="Rectangle 57">
            <a:extLst>
              <a:ext uri="{FF2B5EF4-FFF2-40B4-BE49-F238E27FC236}">
                <a16:creationId xmlns:a16="http://schemas.microsoft.com/office/drawing/2014/main" id="{ACEC7B34-ADAF-47D3-BF11-ED91BA7A1A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83328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85" name="Rectangle 59">
            <a:extLst>
              <a:ext uri="{FF2B5EF4-FFF2-40B4-BE49-F238E27FC236}">
                <a16:creationId xmlns:a16="http://schemas.microsoft.com/office/drawing/2014/main" id="{D5764D4B-1D40-4C27-A916-0AC8D92994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133882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86" name="Rectangle 60">
            <a:extLst>
              <a:ext uri="{FF2B5EF4-FFF2-40B4-BE49-F238E27FC236}">
                <a16:creationId xmlns:a16="http://schemas.microsoft.com/office/drawing/2014/main" id="{8D6FB00B-87D1-4116-9000-867A2BDD99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133882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87" name="Rectangle 61">
            <a:extLst>
              <a:ext uri="{FF2B5EF4-FFF2-40B4-BE49-F238E27FC236}">
                <a16:creationId xmlns:a16="http://schemas.microsoft.com/office/drawing/2014/main" id="{13141309-AB43-4A97-A80F-35655D9BF2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133882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88" name="Rectangle 62">
            <a:extLst>
              <a:ext uri="{FF2B5EF4-FFF2-40B4-BE49-F238E27FC236}">
                <a16:creationId xmlns:a16="http://schemas.microsoft.com/office/drawing/2014/main" id="{C9A0F710-6D9F-43AD-AC28-FF4E521655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133882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89" name="Rectangle 63">
            <a:extLst>
              <a:ext uri="{FF2B5EF4-FFF2-40B4-BE49-F238E27FC236}">
                <a16:creationId xmlns:a16="http://schemas.microsoft.com/office/drawing/2014/main" id="{22D043F3-2F25-42E6-A0CC-C1417E89D1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133882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90" name="Rectangle 64">
            <a:extLst>
              <a:ext uri="{FF2B5EF4-FFF2-40B4-BE49-F238E27FC236}">
                <a16:creationId xmlns:a16="http://schemas.microsoft.com/office/drawing/2014/main" id="{128AE702-54D4-4937-85C0-321F9B6D17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133882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91" name="Rectangle 65">
            <a:extLst>
              <a:ext uri="{FF2B5EF4-FFF2-40B4-BE49-F238E27FC236}">
                <a16:creationId xmlns:a16="http://schemas.microsoft.com/office/drawing/2014/main" id="{495CD95D-8E09-4DE3-AD35-D07AE4DACF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133882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92" name="Rectangle 66">
            <a:extLst>
              <a:ext uri="{FF2B5EF4-FFF2-40B4-BE49-F238E27FC236}">
                <a16:creationId xmlns:a16="http://schemas.microsoft.com/office/drawing/2014/main" id="{F9E349F8-478A-454D-B3EF-507AC59758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8630" y="133882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93" name="Rectangle 67">
            <a:extLst>
              <a:ext uri="{FF2B5EF4-FFF2-40B4-BE49-F238E27FC236}">
                <a16:creationId xmlns:a16="http://schemas.microsoft.com/office/drawing/2014/main" id="{038DA8FC-06DE-457C-A8EE-5A7FEC447F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2893" y="133882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94" name="Rectangle 68">
            <a:extLst>
              <a:ext uri="{FF2B5EF4-FFF2-40B4-BE49-F238E27FC236}">
                <a16:creationId xmlns:a16="http://schemas.microsoft.com/office/drawing/2014/main" id="{37F3C727-E73B-4515-BA7B-40F0811025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8326" y="133882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95" name="Rectangle 69">
            <a:extLst>
              <a:ext uri="{FF2B5EF4-FFF2-40B4-BE49-F238E27FC236}">
                <a16:creationId xmlns:a16="http://schemas.microsoft.com/office/drawing/2014/main" id="{7ACA813C-C067-4264-85A3-D6CC63AFF9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2589" y="133882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96" name="Rectangle 70">
            <a:extLst>
              <a:ext uri="{FF2B5EF4-FFF2-40B4-BE49-F238E27FC236}">
                <a16:creationId xmlns:a16="http://schemas.microsoft.com/office/drawing/2014/main" id="{7F1EFEF0-7477-4565-8B37-7950FACA67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8022" y="133882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97" name="Rectangle 71">
            <a:extLst>
              <a:ext uri="{FF2B5EF4-FFF2-40B4-BE49-F238E27FC236}">
                <a16:creationId xmlns:a16="http://schemas.microsoft.com/office/drawing/2014/main" id="{F425C54F-BDFC-4555-881A-B6F267624F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2285" y="133882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98" name="Rectangle 72">
            <a:extLst>
              <a:ext uri="{FF2B5EF4-FFF2-40B4-BE49-F238E27FC236}">
                <a16:creationId xmlns:a16="http://schemas.microsoft.com/office/drawing/2014/main" id="{213AFED9-7175-4A0D-92DC-B39BAE0FD3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7717" y="133882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99" name="Rectangle 73">
            <a:extLst>
              <a:ext uri="{FF2B5EF4-FFF2-40B4-BE49-F238E27FC236}">
                <a16:creationId xmlns:a16="http://schemas.microsoft.com/office/drawing/2014/main" id="{9E4FCFC2-A1ED-453A-B612-E5E0B39C2A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980" y="133882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00" name="Rectangle 74">
            <a:extLst>
              <a:ext uri="{FF2B5EF4-FFF2-40B4-BE49-F238E27FC236}">
                <a16:creationId xmlns:a16="http://schemas.microsoft.com/office/drawing/2014/main" id="{1C9D742B-9152-4EF7-A612-B519BF62C6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133882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01" name="Rectangle 75">
            <a:extLst>
              <a:ext uri="{FF2B5EF4-FFF2-40B4-BE49-F238E27FC236}">
                <a16:creationId xmlns:a16="http://schemas.microsoft.com/office/drawing/2014/main" id="{2149792F-282E-44D6-84AE-7D31FA24B2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133882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02" name="Rectangle 76">
            <a:extLst>
              <a:ext uri="{FF2B5EF4-FFF2-40B4-BE49-F238E27FC236}">
                <a16:creationId xmlns:a16="http://schemas.microsoft.com/office/drawing/2014/main" id="{BEAFEECA-B893-49C1-9039-812C4AF541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133882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03" name="Rectangle 77">
            <a:extLst>
              <a:ext uri="{FF2B5EF4-FFF2-40B4-BE49-F238E27FC236}">
                <a16:creationId xmlns:a16="http://schemas.microsoft.com/office/drawing/2014/main" id="{122E4F71-6D60-47F1-8100-1C8190AADA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133882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04" name="Rectangle 78">
            <a:extLst>
              <a:ext uri="{FF2B5EF4-FFF2-40B4-BE49-F238E27FC236}">
                <a16:creationId xmlns:a16="http://schemas.microsoft.com/office/drawing/2014/main" id="{E9A54785-45A1-4BC8-A85E-CA3EB19FF3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133882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05" name="Rectangle 79">
            <a:extLst>
              <a:ext uri="{FF2B5EF4-FFF2-40B4-BE49-F238E27FC236}">
                <a16:creationId xmlns:a16="http://schemas.microsoft.com/office/drawing/2014/main" id="{D765DC5F-87A3-4E46-88C5-F2101A2941F1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1338827"/>
            <a:ext cx="10999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06" name="Rectangle 80">
            <a:extLst>
              <a:ext uri="{FF2B5EF4-FFF2-40B4-BE49-F238E27FC236}">
                <a16:creationId xmlns:a16="http://schemas.microsoft.com/office/drawing/2014/main" id="{644B6B17-5BBC-4A03-8899-52E7DF7FE6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133882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07" name="Rectangle 81">
            <a:extLst>
              <a:ext uri="{FF2B5EF4-FFF2-40B4-BE49-F238E27FC236}">
                <a16:creationId xmlns:a16="http://schemas.microsoft.com/office/drawing/2014/main" id="{987BE756-32EA-455B-8130-C8E83B1B3B0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133882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08" name="Rectangle 82">
            <a:extLst>
              <a:ext uri="{FF2B5EF4-FFF2-40B4-BE49-F238E27FC236}">
                <a16:creationId xmlns:a16="http://schemas.microsoft.com/office/drawing/2014/main" id="{5C7821F2-B5EF-4833-B9B9-5AE62E0117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133882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09" name="Rectangle 83">
            <a:extLst>
              <a:ext uri="{FF2B5EF4-FFF2-40B4-BE49-F238E27FC236}">
                <a16:creationId xmlns:a16="http://schemas.microsoft.com/office/drawing/2014/main" id="{EDF1C499-3F66-4B42-92C0-855DDB14CD0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1338827"/>
            <a:ext cx="10999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10" name="Rectangle 84">
            <a:extLst>
              <a:ext uri="{FF2B5EF4-FFF2-40B4-BE49-F238E27FC236}">
                <a16:creationId xmlns:a16="http://schemas.microsoft.com/office/drawing/2014/main" id="{3A95874A-F523-4169-A3FB-782B25C88E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1338827"/>
            <a:ext cx="10882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59" name="Rectangle 5">
            <a:extLst>
              <a:ext uri="{FF2B5EF4-FFF2-40B4-BE49-F238E27FC236}">
                <a16:creationId xmlns:a16="http://schemas.microsoft.com/office/drawing/2014/main" id="{6291B61F-460B-41F6-82CC-088066FD85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0" name="Rectangle 6">
            <a:extLst>
              <a:ext uri="{FF2B5EF4-FFF2-40B4-BE49-F238E27FC236}">
                <a16:creationId xmlns:a16="http://schemas.microsoft.com/office/drawing/2014/main" id="{C588270F-A3F7-4DD2-8B81-C30BA64125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184553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1" name="Rectangle 7">
            <a:extLst>
              <a:ext uri="{FF2B5EF4-FFF2-40B4-BE49-F238E27FC236}">
                <a16:creationId xmlns:a16="http://schemas.microsoft.com/office/drawing/2014/main" id="{050F8909-1A69-4BF3-BC80-ECD1B486FA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2" name="Rectangle 8">
            <a:extLst>
              <a:ext uri="{FF2B5EF4-FFF2-40B4-BE49-F238E27FC236}">
                <a16:creationId xmlns:a16="http://schemas.microsoft.com/office/drawing/2014/main" id="{995EC835-8CAE-48D8-ADF0-22B6D986B1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184553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3" name="Rectangle 9">
            <a:extLst>
              <a:ext uri="{FF2B5EF4-FFF2-40B4-BE49-F238E27FC236}">
                <a16:creationId xmlns:a16="http://schemas.microsoft.com/office/drawing/2014/main" id="{5076577D-01F8-484C-8AEB-1091039A662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4" name="Rectangle 10">
            <a:extLst>
              <a:ext uri="{FF2B5EF4-FFF2-40B4-BE49-F238E27FC236}">
                <a16:creationId xmlns:a16="http://schemas.microsoft.com/office/drawing/2014/main" id="{5FAA1557-63ED-4C2E-89BE-E827B69C47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184553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5" name="Rectangle 11">
            <a:extLst>
              <a:ext uri="{FF2B5EF4-FFF2-40B4-BE49-F238E27FC236}">
                <a16:creationId xmlns:a16="http://schemas.microsoft.com/office/drawing/2014/main" id="{63D8B1EF-AF76-4A72-B4E3-FC4D1B4E7A8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6" name="Rectangle 12">
            <a:extLst>
              <a:ext uri="{FF2B5EF4-FFF2-40B4-BE49-F238E27FC236}">
                <a16:creationId xmlns:a16="http://schemas.microsoft.com/office/drawing/2014/main" id="{4DF3DA51-2B69-42BD-A6DE-6F85AA1161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8630" y="184553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7" name="Rectangle 13">
            <a:extLst>
              <a:ext uri="{FF2B5EF4-FFF2-40B4-BE49-F238E27FC236}">
                <a16:creationId xmlns:a16="http://schemas.microsoft.com/office/drawing/2014/main" id="{464ECA3E-44D7-43DE-A35E-EADB2D8D72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2893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8" name="Rectangle 14">
            <a:extLst>
              <a:ext uri="{FF2B5EF4-FFF2-40B4-BE49-F238E27FC236}">
                <a16:creationId xmlns:a16="http://schemas.microsoft.com/office/drawing/2014/main" id="{36E4F914-DFE7-4297-8E42-A27710155F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8326" y="184553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9" name="Rectangle 15">
            <a:extLst>
              <a:ext uri="{FF2B5EF4-FFF2-40B4-BE49-F238E27FC236}">
                <a16:creationId xmlns:a16="http://schemas.microsoft.com/office/drawing/2014/main" id="{164AA26B-0915-4E61-AFF2-BDA8ED551BF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2589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70" name="Rectangle 16">
            <a:extLst>
              <a:ext uri="{FF2B5EF4-FFF2-40B4-BE49-F238E27FC236}">
                <a16:creationId xmlns:a16="http://schemas.microsoft.com/office/drawing/2014/main" id="{D5AB2E4B-626F-4072-87E5-595D35EFAD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8022" y="184553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71" name="Rectangle 17">
            <a:extLst>
              <a:ext uri="{FF2B5EF4-FFF2-40B4-BE49-F238E27FC236}">
                <a16:creationId xmlns:a16="http://schemas.microsoft.com/office/drawing/2014/main" id="{65DAB362-330B-46D1-BCA8-58DF84B02A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2285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72" name="Rectangle 18">
            <a:extLst>
              <a:ext uri="{FF2B5EF4-FFF2-40B4-BE49-F238E27FC236}">
                <a16:creationId xmlns:a16="http://schemas.microsoft.com/office/drawing/2014/main" id="{354D240F-C2AD-45B8-AC36-32AD2EAD65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7717" y="184553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73" name="Rectangle 19">
            <a:extLst>
              <a:ext uri="{FF2B5EF4-FFF2-40B4-BE49-F238E27FC236}">
                <a16:creationId xmlns:a16="http://schemas.microsoft.com/office/drawing/2014/main" id="{90E2C084-FE42-498D-9DD1-54C9F18333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980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74" name="Rectangle 20">
            <a:extLst>
              <a:ext uri="{FF2B5EF4-FFF2-40B4-BE49-F238E27FC236}">
                <a16:creationId xmlns:a16="http://schemas.microsoft.com/office/drawing/2014/main" id="{C350DA86-5C2C-4CB7-B1CC-4409FC68993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184553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75" name="Rectangle 21">
            <a:extLst>
              <a:ext uri="{FF2B5EF4-FFF2-40B4-BE49-F238E27FC236}">
                <a16:creationId xmlns:a16="http://schemas.microsoft.com/office/drawing/2014/main" id="{3476D016-BE0E-40FB-AE03-36C7206310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76" name="Rectangle 22">
            <a:extLst>
              <a:ext uri="{FF2B5EF4-FFF2-40B4-BE49-F238E27FC236}">
                <a16:creationId xmlns:a16="http://schemas.microsoft.com/office/drawing/2014/main" id="{4207A264-69D9-418A-8329-92D261B9B6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184553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77" name="Rectangle 23">
            <a:extLst>
              <a:ext uri="{FF2B5EF4-FFF2-40B4-BE49-F238E27FC236}">
                <a16:creationId xmlns:a16="http://schemas.microsoft.com/office/drawing/2014/main" id="{A6B0A29B-A2CB-436D-9F5A-97AC9E9B35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78" name="Rectangle 24">
            <a:extLst>
              <a:ext uri="{FF2B5EF4-FFF2-40B4-BE49-F238E27FC236}">
                <a16:creationId xmlns:a16="http://schemas.microsoft.com/office/drawing/2014/main" id="{E9855E46-BFAF-42D9-AC3D-C449C9315D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184553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79" name="Rectangle 25">
            <a:extLst>
              <a:ext uri="{FF2B5EF4-FFF2-40B4-BE49-F238E27FC236}">
                <a16:creationId xmlns:a16="http://schemas.microsoft.com/office/drawing/2014/main" id="{8A0832E2-B419-44F2-AA90-20EF152828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80" name="Rectangle 26">
            <a:extLst>
              <a:ext uri="{FF2B5EF4-FFF2-40B4-BE49-F238E27FC236}">
                <a16:creationId xmlns:a16="http://schemas.microsoft.com/office/drawing/2014/main" id="{19E36BF2-3D4E-4C2B-8D4A-DCF9E92FAE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1845539"/>
            <a:ext cx="10882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81" name="Rectangle 27">
            <a:extLst>
              <a:ext uri="{FF2B5EF4-FFF2-40B4-BE49-F238E27FC236}">
                <a16:creationId xmlns:a16="http://schemas.microsoft.com/office/drawing/2014/main" id="{038C7A5F-FE20-45D2-9A21-6F27B6DEE7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82" name="Rectangle 28">
            <a:extLst>
              <a:ext uri="{FF2B5EF4-FFF2-40B4-BE49-F238E27FC236}">
                <a16:creationId xmlns:a16="http://schemas.microsoft.com/office/drawing/2014/main" id="{E6296672-5055-43EF-8C50-F99741CCAD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1845539"/>
            <a:ext cx="10882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83" name="Rectangle 29">
            <a:extLst>
              <a:ext uri="{FF2B5EF4-FFF2-40B4-BE49-F238E27FC236}">
                <a16:creationId xmlns:a16="http://schemas.microsoft.com/office/drawing/2014/main" id="{9F789C90-FBCD-48B5-800E-4829555286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84" name="Rectangle 30">
            <a:extLst>
              <a:ext uri="{FF2B5EF4-FFF2-40B4-BE49-F238E27FC236}">
                <a16:creationId xmlns:a16="http://schemas.microsoft.com/office/drawing/2014/main" id="{DDF49BA7-3A02-4020-A1E4-11270C6862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184553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33" name="Rectangle 32">
            <a:extLst>
              <a:ext uri="{FF2B5EF4-FFF2-40B4-BE49-F238E27FC236}">
                <a16:creationId xmlns:a16="http://schemas.microsoft.com/office/drawing/2014/main" id="{B4B13D94-DCE1-468B-AF50-848FB46E49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235225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34" name="Rectangle 33">
            <a:extLst>
              <a:ext uri="{FF2B5EF4-FFF2-40B4-BE49-F238E27FC236}">
                <a16:creationId xmlns:a16="http://schemas.microsoft.com/office/drawing/2014/main" id="{D42897BB-EFBB-4C3E-B7D8-39558C9973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235225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35" name="Rectangle 34">
            <a:extLst>
              <a:ext uri="{FF2B5EF4-FFF2-40B4-BE49-F238E27FC236}">
                <a16:creationId xmlns:a16="http://schemas.microsoft.com/office/drawing/2014/main" id="{4FAE9ED1-B75E-4074-8A29-538EBAC751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235225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36" name="Rectangle 35">
            <a:extLst>
              <a:ext uri="{FF2B5EF4-FFF2-40B4-BE49-F238E27FC236}">
                <a16:creationId xmlns:a16="http://schemas.microsoft.com/office/drawing/2014/main" id="{04AF33C2-82DD-4449-B5ED-C6E11A9176B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235225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37" name="Rectangle 36">
            <a:extLst>
              <a:ext uri="{FF2B5EF4-FFF2-40B4-BE49-F238E27FC236}">
                <a16:creationId xmlns:a16="http://schemas.microsoft.com/office/drawing/2014/main" id="{A402AA2F-3566-4F90-A3D7-2F6ACC0596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235225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38" name="Rectangle 37">
            <a:extLst>
              <a:ext uri="{FF2B5EF4-FFF2-40B4-BE49-F238E27FC236}">
                <a16:creationId xmlns:a16="http://schemas.microsoft.com/office/drawing/2014/main" id="{12257C74-8FE2-4A5A-AE7D-4253FD48B2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235225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39" name="Rectangle 38">
            <a:extLst>
              <a:ext uri="{FF2B5EF4-FFF2-40B4-BE49-F238E27FC236}">
                <a16:creationId xmlns:a16="http://schemas.microsoft.com/office/drawing/2014/main" id="{EDCCE78B-73E1-4347-A0AB-893F31DE0D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235225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40" name="Rectangle 39">
            <a:extLst>
              <a:ext uri="{FF2B5EF4-FFF2-40B4-BE49-F238E27FC236}">
                <a16:creationId xmlns:a16="http://schemas.microsoft.com/office/drawing/2014/main" id="{71A20C81-1914-4715-86F6-FC2A3887F2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8630" y="235225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41" name="Rectangle 40">
            <a:extLst>
              <a:ext uri="{FF2B5EF4-FFF2-40B4-BE49-F238E27FC236}">
                <a16:creationId xmlns:a16="http://schemas.microsoft.com/office/drawing/2014/main" id="{30EB0F8B-2241-4BB6-B10C-10150726F1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2893" y="235225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42" name="Rectangle 41">
            <a:extLst>
              <a:ext uri="{FF2B5EF4-FFF2-40B4-BE49-F238E27FC236}">
                <a16:creationId xmlns:a16="http://schemas.microsoft.com/office/drawing/2014/main" id="{93DC7C70-8C17-43A4-9F9B-0C24A1A881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8326" y="235225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43" name="Rectangle 42">
            <a:extLst>
              <a:ext uri="{FF2B5EF4-FFF2-40B4-BE49-F238E27FC236}">
                <a16:creationId xmlns:a16="http://schemas.microsoft.com/office/drawing/2014/main" id="{700DA9A2-C7ED-46FB-B7ED-912E60E910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2589" y="235225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44" name="Rectangle 43">
            <a:extLst>
              <a:ext uri="{FF2B5EF4-FFF2-40B4-BE49-F238E27FC236}">
                <a16:creationId xmlns:a16="http://schemas.microsoft.com/office/drawing/2014/main" id="{23993B3F-B1E2-4626-915E-30EA0C2711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8022" y="235225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45" name="Rectangle 44">
            <a:extLst>
              <a:ext uri="{FF2B5EF4-FFF2-40B4-BE49-F238E27FC236}">
                <a16:creationId xmlns:a16="http://schemas.microsoft.com/office/drawing/2014/main" id="{70A847F2-326C-4A11-90C5-5A5E3BC006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2285" y="235225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46" name="Rectangle 45">
            <a:extLst>
              <a:ext uri="{FF2B5EF4-FFF2-40B4-BE49-F238E27FC236}">
                <a16:creationId xmlns:a16="http://schemas.microsoft.com/office/drawing/2014/main" id="{D050CF34-CB80-475B-86F9-30114A7E61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7717" y="235225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47" name="Rectangle 46">
            <a:extLst>
              <a:ext uri="{FF2B5EF4-FFF2-40B4-BE49-F238E27FC236}">
                <a16:creationId xmlns:a16="http://schemas.microsoft.com/office/drawing/2014/main" id="{72F7682D-8B8B-4827-9F84-5A883F2575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980" y="235225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48" name="Rectangle 47">
            <a:extLst>
              <a:ext uri="{FF2B5EF4-FFF2-40B4-BE49-F238E27FC236}">
                <a16:creationId xmlns:a16="http://schemas.microsoft.com/office/drawing/2014/main" id="{096B96DB-AD07-4F59-8D81-878896D609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235225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49" name="Rectangle 48">
            <a:extLst>
              <a:ext uri="{FF2B5EF4-FFF2-40B4-BE49-F238E27FC236}">
                <a16:creationId xmlns:a16="http://schemas.microsoft.com/office/drawing/2014/main" id="{8B2388B0-7437-4F3C-B5AF-A99838656D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235225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50" name="Rectangle 49">
            <a:extLst>
              <a:ext uri="{FF2B5EF4-FFF2-40B4-BE49-F238E27FC236}">
                <a16:creationId xmlns:a16="http://schemas.microsoft.com/office/drawing/2014/main" id="{FBE62A09-5F6A-4BC0-9413-4B7222385A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235225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51" name="Rectangle 50">
            <a:extLst>
              <a:ext uri="{FF2B5EF4-FFF2-40B4-BE49-F238E27FC236}">
                <a16:creationId xmlns:a16="http://schemas.microsoft.com/office/drawing/2014/main" id="{FD4120A0-F176-4CF5-BD30-0A467CCD63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235225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52" name="Rectangle 51">
            <a:extLst>
              <a:ext uri="{FF2B5EF4-FFF2-40B4-BE49-F238E27FC236}">
                <a16:creationId xmlns:a16="http://schemas.microsoft.com/office/drawing/2014/main" id="{8075DBF6-9812-49E0-8973-F29DF46219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235225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53" name="Rectangle 52">
            <a:extLst>
              <a:ext uri="{FF2B5EF4-FFF2-40B4-BE49-F238E27FC236}">
                <a16:creationId xmlns:a16="http://schemas.microsoft.com/office/drawing/2014/main" id="{55CA37AD-A3E1-4489-9138-C3852B352A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235225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54" name="Rectangle 53">
            <a:extLst>
              <a:ext uri="{FF2B5EF4-FFF2-40B4-BE49-F238E27FC236}">
                <a16:creationId xmlns:a16="http://schemas.microsoft.com/office/drawing/2014/main" id="{C88268CA-A454-432A-BBC6-F3C2F2736E0C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235225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55" name="Rectangle 54">
            <a:extLst>
              <a:ext uri="{FF2B5EF4-FFF2-40B4-BE49-F238E27FC236}">
                <a16:creationId xmlns:a16="http://schemas.microsoft.com/office/drawing/2014/main" id="{3EA71045-4C26-49CD-944A-9D37A7B686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235225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56" name="Rectangle 55">
            <a:extLst>
              <a:ext uri="{FF2B5EF4-FFF2-40B4-BE49-F238E27FC236}">
                <a16:creationId xmlns:a16="http://schemas.microsoft.com/office/drawing/2014/main" id="{4CA66C44-3E69-4CC0-BE3E-5099678F39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235225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57" name="Rectangle 56">
            <a:extLst>
              <a:ext uri="{FF2B5EF4-FFF2-40B4-BE49-F238E27FC236}">
                <a16:creationId xmlns:a16="http://schemas.microsoft.com/office/drawing/2014/main" id="{DBCD939E-7346-4FE8-9A9E-3196A16340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2352251"/>
            <a:ext cx="109992" cy="108822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58" name="Rectangle 57">
            <a:extLst>
              <a:ext uri="{FF2B5EF4-FFF2-40B4-BE49-F238E27FC236}">
                <a16:creationId xmlns:a16="http://schemas.microsoft.com/office/drawing/2014/main" id="{2048A8D9-1609-4979-9E04-CE3C740052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2352251"/>
            <a:ext cx="108822" cy="108822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07" name="Rectangle 59">
            <a:extLst>
              <a:ext uri="{FF2B5EF4-FFF2-40B4-BE49-F238E27FC236}">
                <a16:creationId xmlns:a16="http://schemas.microsoft.com/office/drawing/2014/main" id="{1CDD4CCD-B616-436B-A3FD-F9E6416D61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08" name="Rectangle 60">
            <a:extLst>
              <a:ext uri="{FF2B5EF4-FFF2-40B4-BE49-F238E27FC236}">
                <a16:creationId xmlns:a16="http://schemas.microsoft.com/office/drawing/2014/main" id="{C714A79D-593F-4D51-9527-0F7D446701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28577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09" name="Rectangle 61">
            <a:extLst>
              <a:ext uri="{FF2B5EF4-FFF2-40B4-BE49-F238E27FC236}">
                <a16:creationId xmlns:a16="http://schemas.microsoft.com/office/drawing/2014/main" id="{E7C7988F-856E-46FD-8950-CCDDDA38CF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10" name="Rectangle 62">
            <a:extLst>
              <a:ext uri="{FF2B5EF4-FFF2-40B4-BE49-F238E27FC236}">
                <a16:creationId xmlns:a16="http://schemas.microsoft.com/office/drawing/2014/main" id="{6A604DC1-6DD7-4A5F-939D-B7E3D6B445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28577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11" name="Rectangle 63">
            <a:extLst>
              <a:ext uri="{FF2B5EF4-FFF2-40B4-BE49-F238E27FC236}">
                <a16:creationId xmlns:a16="http://schemas.microsoft.com/office/drawing/2014/main" id="{5E841B6F-400E-43A2-BA9E-713E1210E2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12" name="Rectangle 64">
            <a:extLst>
              <a:ext uri="{FF2B5EF4-FFF2-40B4-BE49-F238E27FC236}">
                <a16:creationId xmlns:a16="http://schemas.microsoft.com/office/drawing/2014/main" id="{EB3556E4-BBFF-4497-86CB-E08210DD43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28577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13" name="Rectangle 65">
            <a:extLst>
              <a:ext uri="{FF2B5EF4-FFF2-40B4-BE49-F238E27FC236}">
                <a16:creationId xmlns:a16="http://schemas.microsoft.com/office/drawing/2014/main" id="{4ED49176-4A95-47F2-9609-F517D91CE55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14" name="Rectangle 66">
            <a:extLst>
              <a:ext uri="{FF2B5EF4-FFF2-40B4-BE49-F238E27FC236}">
                <a16:creationId xmlns:a16="http://schemas.microsoft.com/office/drawing/2014/main" id="{C285A21A-D02C-4E2C-9129-0E4FD14398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8630" y="28577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15" name="Rectangle 67">
            <a:extLst>
              <a:ext uri="{FF2B5EF4-FFF2-40B4-BE49-F238E27FC236}">
                <a16:creationId xmlns:a16="http://schemas.microsoft.com/office/drawing/2014/main" id="{0FAC70C0-5E77-440D-AA2C-C5F3A3CEC6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2893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16" name="Rectangle 68">
            <a:extLst>
              <a:ext uri="{FF2B5EF4-FFF2-40B4-BE49-F238E27FC236}">
                <a16:creationId xmlns:a16="http://schemas.microsoft.com/office/drawing/2014/main" id="{5463B017-838F-413D-8764-821503622A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8326" y="28577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17" name="Rectangle 69">
            <a:extLst>
              <a:ext uri="{FF2B5EF4-FFF2-40B4-BE49-F238E27FC236}">
                <a16:creationId xmlns:a16="http://schemas.microsoft.com/office/drawing/2014/main" id="{D1A17899-795E-470F-B52B-0EE1A5143D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2589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18" name="Rectangle 70">
            <a:extLst>
              <a:ext uri="{FF2B5EF4-FFF2-40B4-BE49-F238E27FC236}">
                <a16:creationId xmlns:a16="http://schemas.microsoft.com/office/drawing/2014/main" id="{BFA98CD7-C296-4FF8-AEA4-137B730DF3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8022" y="28577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19" name="Rectangle 71">
            <a:extLst>
              <a:ext uri="{FF2B5EF4-FFF2-40B4-BE49-F238E27FC236}">
                <a16:creationId xmlns:a16="http://schemas.microsoft.com/office/drawing/2014/main" id="{9F11BA7F-A440-4A5A-9145-C2CBF5DAF0D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2285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20" name="Rectangle 72">
            <a:extLst>
              <a:ext uri="{FF2B5EF4-FFF2-40B4-BE49-F238E27FC236}">
                <a16:creationId xmlns:a16="http://schemas.microsoft.com/office/drawing/2014/main" id="{D21FFF55-7EAD-40FA-9864-F5B8971D14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7717" y="28577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21" name="Rectangle 73">
            <a:extLst>
              <a:ext uri="{FF2B5EF4-FFF2-40B4-BE49-F238E27FC236}">
                <a16:creationId xmlns:a16="http://schemas.microsoft.com/office/drawing/2014/main" id="{30F55C85-4BDF-4A1A-A90A-C676A91173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980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22" name="Rectangle 74">
            <a:extLst>
              <a:ext uri="{FF2B5EF4-FFF2-40B4-BE49-F238E27FC236}">
                <a16:creationId xmlns:a16="http://schemas.microsoft.com/office/drawing/2014/main" id="{CD376222-CE2E-460E-A86D-CEEFFC77F8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28577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23" name="Rectangle 75">
            <a:extLst>
              <a:ext uri="{FF2B5EF4-FFF2-40B4-BE49-F238E27FC236}">
                <a16:creationId xmlns:a16="http://schemas.microsoft.com/office/drawing/2014/main" id="{D9F6E244-E70D-4E98-BE65-616D29AD4D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24" name="Rectangle 76">
            <a:extLst>
              <a:ext uri="{FF2B5EF4-FFF2-40B4-BE49-F238E27FC236}">
                <a16:creationId xmlns:a16="http://schemas.microsoft.com/office/drawing/2014/main" id="{E3B75F8F-57C0-4AD6-92A4-826B4281F4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28577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25" name="Rectangle 77">
            <a:extLst>
              <a:ext uri="{FF2B5EF4-FFF2-40B4-BE49-F238E27FC236}">
                <a16:creationId xmlns:a16="http://schemas.microsoft.com/office/drawing/2014/main" id="{A535E84C-3ECC-4B95-9FA9-A4AD23F2F2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26" name="Rectangle 78">
            <a:extLst>
              <a:ext uri="{FF2B5EF4-FFF2-40B4-BE49-F238E27FC236}">
                <a16:creationId xmlns:a16="http://schemas.microsoft.com/office/drawing/2014/main" id="{B36D8AB3-727A-44D7-B945-11021E7E56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28577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27" name="Rectangle 79">
            <a:extLst>
              <a:ext uri="{FF2B5EF4-FFF2-40B4-BE49-F238E27FC236}">
                <a16:creationId xmlns:a16="http://schemas.microsoft.com/office/drawing/2014/main" id="{D97F58A0-5D6C-414B-81E1-932E36D87F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28" name="Rectangle 80">
            <a:extLst>
              <a:ext uri="{FF2B5EF4-FFF2-40B4-BE49-F238E27FC236}">
                <a16:creationId xmlns:a16="http://schemas.microsoft.com/office/drawing/2014/main" id="{34645A3A-2DF2-467B-ADEC-66C2680074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28577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29" name="Rectangle 81">
            <a:extLst>
              <a:ext uri="{FF2B5EF4-FFF2-40B4-BE49-F238E27FC236}">
                <a16:creationId xmlns:a16="http://schemas.microsoft.com/office/drawing/2014/main" id="{2991A0D8-2D5D-4B08-9704-9BFB93B162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30" name="Rectangle 82">
            <a:extLst>
              <a:ext uri="{FF2B5EF4-FFF2-40B4-BE49-F238E27FC236}">
                <a16:creationId xmlns:a16="http://schemas.microsoft.com/office/drawing/2014/main" id="{7128A5D3-8A8E-4A5B-ACA1-5A01DEAE2F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2857795"/>
            <a:ext cx="10882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31" name="Rectangle 83">
            <a:extLst>
              <a:ext uri="{FF2B5EF4-FFF2-40B4-BE49-F238E27FC236}">
                <a16:creationId xmlns:a16="http://schemas.microsoft.com/office/drawing/2014/main" id="{D017036E-3A97-4D6A-AA9F-AA9B8E3E0E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32" name="Rectangle 84">
            <a:extLst>
              <a:ext uri="{FF2B5EF4-FFF2-40B4-BE49-F238E27FC236}">
                <a16:creationId xmlns:a16="http://schemas.microsoft.com/office/drawing/2014/main" id="{5BCCE486-20E6-47E4-96AF-5AFB021736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28577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81" name="Rectangle 5">
            <a:extLst>
              <a:ext uri="{FF2B5EF4-FFF2-40B4-BE49-F238E27FC236}">
                <a16:creationId xmlns:a16="http://schemas.microsoft.com/office/drawing/2014/main" id="{AC28E286-CB3B-41B8-9829-2A09FD0F1C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336450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82" name="Rectangle 6">
            <a:extLst>
              <a:ext uri="{FF2B5EF4-FFF2-40B4-BE49-F238E27FC236}">
                <a16:creationId xmlns:a16="http://schemas.microsoft.com/office/drawing/2014/main" id="{A6CBC9BD-AE25-437A-9246-679B5C4DB8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336450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96" name="Rectangle 20">
            <a:extLst>
              <a:ext uri="{FF2B5EF4-FFF2-40B4-BE49-F238E27FC236}">
                <a16:creationId xmlns:a16="http://schemas.microsoft.com/office/drawing/2014/main" id="{0EDE0526-CBA2-4A01-9D59-24F0B138B6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336450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97" name="Rectangle 21">
            <a:extLst>
              <a:ext uri="{FF2B5EF4-FFF2-40B4-BE49-F238E27FC236}">
                <a16:creationId xmlns:a16="http://schemas.microsoft.com/office/drawing/2014/main" id="{5E66E413-A492-40ED-BCC5-F23480C017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336450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98" name="Rectangle 22">
            <a:extLst>
              <a:ext uri="{FF2B5EF4-FFF2-40B4-BE49-F238E27FC236}">
                <a16:creationId xmlns:a16="http://schemas.microsoft.com/office/drawing/2014/main" id="{6FCFA5F2-AFE6-49D8-BE15-40E90D43FF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336450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99" name="Rectangle 23">
            <a:extLst>
              <a:ext uri="{FF2B5EF4-FFF2-40B4-BE49-F238E27FC236}">
                <a16:creationId xmlns:a16="http://schemas.microsoft.com/office/drawing/2014/main" id="{AD7A4E43-F44A-43CF-A9D7-BA4D8B2B2F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336450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00" name="Rectangle 24">
            <a:extLst>
              <a:ext uri="{FF2B5EF4-FFF2-40B4-BE49-F238E27FC236}">
                <a16:creationId xmlns:a16="http://schemas.microsoft.com/office/drawing/2014/main" id="{FC2E67AB-58DA-4BCF-81D2-0040BBD9621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336450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01" name="Rectangle 25">
            <a:extLst>
              <a:ext uri="{FF2B5EF4-FFF2-40B4-BE49-F238E27FC236}">
                <a16:creationId xmlns:a16="http://schemas.microsoft.com/office/drawing/2014/main" id="{C99A6A98-815A-4877-8FE9-06C0CB7E14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336450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02" name="Rectangle 26">
            <a:extLst>
              <a:ext uri="{FF2B5EF4-FFF2-40B4-BE49-F238E27FC236}">
                <a16:creationId xmlns:a16="http://schemas.microsoft.com/office/drawing/2014/main" id="{C64F5A0E-D9C8-4999-8349-EA4D5F6ACF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336450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03" name="Rectangle 27">
            <a:extLst>
              <a:ext uri="{FF2B5EF4-FFF2-40B4-BE49-F238E27FC236}">
                <a16:creationId xmlns:a16="http://schemas.microsoft.com/office/drawing/2014/main" id="{6935F975-0CC7-414B-9F9C-44875EF3FC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336450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04" name="Rectangle 28">
            <a:extLst>
              <a:ext uri="{FF2B5EF4-FFF2-40B4-BE49-F238E27FC236}">
                <a16:creationId xmlns:a16="http://schemas.microsoft.com/office/drawing/2014/main" id="{21DEE8DA-7AB4-4341-BEF7-E8343A7BDF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336450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05" name="Rectangle 29">
            <a:extLst>
              <a:ext uri="{FF2B5EF4-FFF2-40B4-BE49-F238E27FC236}">
                <a16:creationId xmlns:a16="http://schemas.microsoft.com/office/drawing/2014/main" id="{AF4FCF43-3009-4229-89F8-D62F91C926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336450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06" name="Rectangle 30">
            <a:extLst>
              <a:ext uri="{FF2B5EF4-FFF2-40B4-BE49-F238E27FC236}">
                <a16:creationId xmlns:a16="http://schemas.microsoft.com/office/drawing/2014/main" id="{21EAAE8A-F99B-4A0B-8E7D-566273D5E9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3364507"/>
            <a:ext cx="10882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55" name="Rectangle 32">
            <a:extLst>
              <a:ext uri="{FF2B5EF4-FFF2-40B4-BE49-F238E27FC236}">
                <a16:creationId xmlns:a16="http://schemas.microsoft.com/office/drawing/2014/main" id="{FD0840A3-FF5F-4E9F-AAB6-948A5E4EC0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387121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56" name="Rectangle 33">
            <a:extLst>
              <a:ext uri="{FF2B5EF4-FFF2-40B4-BE49-F238E27FC236}">
                <a16:creationId xmlns:a16="http://schemas.microsoft.com/office/drawing/2014/main" id="{F50A1B14-0F67-4FC2-88F7-3BE9E0EB2DE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387121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70" name="Rectangle 47">
            <a:extLst>
              <a:ext uri="{FF2B5EF4-FFF2-40B4-BE49-F238E27FC236}">
                <a16:creationId xmlns:a16="http://schemas.microsoft.com/office/drawing/2014/main" id="{C379EE06-9745-42DA-BBC1-A082CA50FB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387121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71" name="Rectangle 48">
            <a:extLst>
              <a:ext uri="{FF2B5EF4-FFF2-40B4-BE49-F238E27FC236}">
                <a16:creationId xmlns:a16="http://schemas.microsoft.com/office/drawing/2014/main" id="{06184212-6301-4320-A25C-8350DB2579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387121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72" name="Rectangle 49">
            <a:extLst>
              <a:ext uri="{FF2B5EF4-FFF2-40B4-BE49-F238E27FC236}">
                <a16:creationId xmlns:a16="http://schemas.microsoft.com/office/drawing/2014/main" id="{D81215A9-8DA9-436E-BFD3-672FD476BE6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387121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73" name="Rectangle 50">
            <a:extLst>
              <a:ext uri="{FF2B5EF4-FFF2-40B4-BE49-F238E27FC236}">
                <a16:creationId xmlns:a16="http://schemas.microsoft.com/office/drawing/2014/main" id="{7F4705F9-3317-4397-B01E-644775B19C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387121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74" name="Rectangle 51">
            <a:extLst>
              <a:ext uri="{FF2B5EF4-FFF2-40B4-BE49-F238E27FC236}">
                <a16:creationId xmlns:a16="http://schemas.microsoft.com/office/drawing/2014/main" id="{2857C00E-FADC-42AA-AA16-38A83D5AF7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387121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75" name="Rectangle 52">
            <a:extLst>
              <a:ext uri="{FF2B5EF4-FFF2-40B4-BE49-F238E27FC236}">
                <a16:creationId xmlns:a16="http://schemas.microsoft.com/office/drawing/2014/main" id="{74EAC93D-EF3C-4092-B15E-15494A23FE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387121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76" name="Rectangle 53">
            <a:extLst>
              <a:ext uri="{FF2B5EF4-FFF2-40B4-BE49-F238E27FC236}">
                <a16:creationId xmlns:a16="http://schemas.microsoft.com/office/drawing/2014/main" id="{5D3EEE91-37CE-4F2F-905E-D7AFCC6E45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387121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77" name="Rectangle 54">
            <a:extLst>
              <a:ext uri="{FF2B5EF4-FFF2-40B4-BE49-F238E27FC236}">
                <a16:creationId xmlns:a16="http://schemas.microsoft.com/office/drawing/2014/main" id="{368F77C6-C453-499B-8B47-39BE1A310E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387121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78" name="Rectangle 55">
            <a:extLst>
              <a:ext uri="{FF2B5EF4-FFF2-40B4-BE49-F238E27FC236}">
                <a16:creationId xmlns:a16="http://schemas.microsoft.com/office/drawing/2014/main" id="{4EB7C421-E508-4232-A011-40643DB79D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387121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79" name="Rectangle 56">
            <a:extLst>
              <a:ext uri="{FF2B5EF4-FFF2-40B4-BE49-F238E27FC236}">
                <a16:creationId xmlns:a16="http://schemas.microsoft.com/office/drawing/2014/main" id="{B7A7C2F9-930E-4B50-9AA3-47FE15F43A0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387121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80" name="Rectangle 57">
            <a:extLst>
              <a:ext uri="{FF2B5EF4-FFF2-40B4-BE49-F238E27FC236}">
                <a16:creationId xmlns:a16="http://schemas.microsoft.com/office/drawing/2014/main" id="{4ADCC0C0-6310-4ED1-A69B-CF3133EB55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387121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29" name="Rectangle 59">
            <a:extLst>
              <a:ext uri="{FF2B5EF4-FFF2-40B4-BE49-F238E27FC236}">
                <a16:creationId xmlns:a16="http://schemas.microsoft.com/office/drawing/2014/main" id="{EFCB7559-FD17-472B-B7A1-3FFC63C8BC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4376763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30" name="Rectangle 60">
            <a:extLst>
              <a:ext uri="{FF2B5EF4-FFF2-40B4-BE49-F238E27FC236}">
                <a16:creationId xmlns:a16="http://schemas.microsoft.com/office/drawing/2014/main" id="{2DA5B014-05A6-4DC4-A1AF-6B4B382336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4376763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44" name="Rectangle 74">
            <a:extLst>
              <a:ext uri="{FF2B5EF4-FFF2-40B4-BE49-F238E27FC236}">
                <a16:creationId xmlns:a16="http://schemas.microsoft.com/office/drawing/2014/main" id="{8E63D1D1-CF92-468A-B012-24216CA08E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4376763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45" name="Rectangle 75">
            <a:extLst>
              <a:ext uri="{FF2B5EF4-FFF2-40B4-BE49-F238E27FC236}">
                <a16:creationId xmlns:a16="http://schemas.microsoft.com/office/drawing/2014/main" id="{8FC2CD59-128D-4D06-937E-4505D57D19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4376763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46" name="Rectangle 76">
            <a:extLst>
              <a:ext uri="{FF2B5EF4-FFF2-40B4-BE49-F238E27FC236}">
                <a16:creationId xmlns:a16="http://schemas.microsoft.com/office/drawing/2014/main" id="{B9A7B9E1-4CEE-41C8-A799-EE4B9AFCD0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4376763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47" name="Rectangle 77">
            <a:extLst>
              <a:ext uri="{FF2B5EF4-FFF2-40B4-BE49-F238E27FC236}">
                <a16:creationId xmlns:a16="http://schemas.microsoft.com/office/drawing/2014/main" id="{3C824F84-B682-4EA2-AFC1-D56DF71A0C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4376763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48" name="Rectangle 78">
            <a:extLst>
              <a:ext uri="{FF2B5EF4-FFF2-40B4-BE49-F238E27FC236}">
                <a16:creationId xmlns:a16="http://schemas.microsoft.com/office/drawing/2014/main" id="{154DDE76-05F9-405C-86DB-477B87DBB8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4376763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49" name="Rectangle 79">
            <a:extLst>
              <a:ext uri="{FF2B5EF4-FFF2-40B4-BE49-F238E27FC236}">
                <a16:creationId xmlns:a16="http://schemas.microsoft.com/office/drawing/2014/main" id="{28217A81-8951-475F-9F90-88B99F13D6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4376763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50" name="Rectangle 80">
            <a:extLst>
              <a:ext uri="{FF2B5EF4-FFF2-40B4-BE49-F238E27FC236}">
                <a16:creationId xmlns:a16="http://schemas.microsoft.com/office/drawing/2014/main" id="{DD226742-8914-401E-8D78-93F56B2E48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4376763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51" name="Rectangle 81">
            <a:extLst>
              <a:ext uri="{FF2B5EF4-FFF2-40B4-BE49-F238E27FC236}">
                <a16:creationId xmlns:a16="http://schemas.microsoft.com/office/drawing/2014/main" id="{B0E1AE86-33D6-4D1D-BC23-EA8A4AF1CF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4376763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52" name="Rectangle 82">
            <a:extLst>
              <a:ext uri="{FF2B5EF4-FFF2-40B4-BE49-F238E27FC236}">
                <a16:creationId xmlns:a16="http://schemas.microsoft.com/office/drawing/2014/main" id="{CCA69695-3790-4A9F-9CC1-5EBCB1C96D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4376763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53" name="Rectangle 83">
            <a:extLst>
              <a:ext uri="{FF2B5EF4-FFF2-40B4-BE49-F238E27FC236}">
                <a16:creationId xmlns:a16="http://schemas.microsoft.com/office/drawing/2014/main" id="{E75DD56F-C446-4037-8A60-A6C1A44E8C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4376763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54" name="Rectangle 84">
            <a:extLst>
              <a:ext uri="{FF2B5EF4-FFF2-40B4-BE49-F238E27FC236}">
                <a16:creationId xmlns:a16="http://schemas.microsoft.com/office/drawing/2014/main" id="{3658AAE9-4C55-47F2-9C83-497627EC28D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4376763"/>
            <a:ext cx="10882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03" name="Rectangle 5">
            <a:extLst>
              <a:ext uri="{FF2B5EF4-FFF2-40B4-BE49-F238E27FC236}">
                <a16:creationId xmlns:a16="http://schemas.microsoft.com/office/drawing/2014/main" id="{5B16BA60-1923-4CB8-AC58-3FA97E9782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488347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04" name="Rectangle 6">
            <a:extLst>
              <a:ext uri="{FF2B5EF4-FFF2-40B4-BE49-F238E27FC236}">
                <a16:creationId xmlns:a16="http://schemas.microsoft.com/office/drawing/2014/main" id="{5472B612-6D9A-49B7-A1A5-EF7EBDCE08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488347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18" name="Rectangle 20">
            <a:extLst>
              <a:ext uri="{FF2B5EF4-FFF2-40B4-BE49-F238E27FC236}">
                <a16:creationId xmlns:a16="http://schemas.microsoft.com/office/drawing/2014/main" id="{3C593FAE-CE47-48A5-AC85-6174EAC0A2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488347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19" name="Rectangle 21">
            <a:extLst>
              <a:ext uri="{FF2B5EF4-FFF2-40B4-BE49-F238E27FC236}">
                <a16:creationId xmlns:a16="http://schemas.microsoft.com/office/drawing/2014/main" id="{E2228A57-948E-4482-9E06-D9E725176D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488347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20" name="Rectangle 22">
            <a:extLst>
              <a:ext uri="{FF2B5EF4-FFF2-40B4-BE49-F238E27FC236}">
                <a16:creationId xmlns:a16="http://schemas.microsoft.com/office/drawing/2014/main" id="{1EF13CFA-22CA-4C10-BE90-D5CC115A89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488347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21" name="Rectangle 23">
            <a:extLst>
              <a:ext uri="{FF2B5EF4-FFF2-40B4-BE49-F238E27FC236}">
                <a16:creationId xmlns:a16="http://schemas.microsoft.com/office/drawing/2014/main" id="{0E8E90A3-1641-4E9B-A194-D5F117F9AE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488347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22" name="Rectangle 24">
            <a:extLst>
              <a:ext uri="{FF2B5EF4-FFF2-40B4-BE49-F238E27FC236}">
                <a16:creationId xmlns:a16="http://schemas.microsoft.com/office/drawing/2014/main" id="{A68EDFEF-E0D3-402A-9521-3DF38E4B8F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488347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23" name="Rectangle 25">
            <a:extLst>
              <a:ext uri="{FF2B5EF4-FFF2-40B4-BE49-F238E27FC236}">
                <a16:creationId xmlns:a16="http://schemas.microsoft.com/office/drawing/2014/main" id="{CCF9D944-04E9-47A8-9177-AFC8A6780F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488347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24" name="Rectangle 26">
            <a:extLst>
              <a:ext uri="{FF2B5EF4-FFF2-40B4-BE49-F238E27FC236}">
                <a16:creationId xmlns:a16="http://schemas.microsoft.com/office/drawing/2014/main" id="{ABDECE26-FC06-416E-A783-A77B3FFA3A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488347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25" name="Rectangle 27">
            <a:extLst>
              <a:ext uri="{FF2B5EF4-FFF2-40B4-BE49-F238E27FC236}">
                <a16:creationId xmlns:a16="http://schemas.microsoft.com/office/drawing/2014/main" id="{1F81018F-D062-471E-8E4D-BF55555F50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488347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26" name="Rectangle 28">
            <a:extLst>
              <a:ext uri="{FF2B5EF4-FFF2-40B4-BE49-F238E27FC236}">
                <a16:creationId xmlns:a16="http://schemas.microsoft.com/office/drawing/2014/main" id="{75BC1DFB-E2E0-44A2-8449-1511B5F4C28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488347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27" name="Rectangle 29">
            <a:extLst>
              <a:ext uri="{FF2B5EF4-FFF2-40B4-BE49-F238E27FC236}">
                <a16:creationId xmlns:a16="http://schemas.microsoft.com/office/drawing/2014/main" id="{FE671700-5C5E-4E82-8FDC-49E44FF739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488347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28" name="Rectangle 30">
            <a:extLst>
              <a:ext uri="{FF2B5EF4-FFF2-40B4-BE49-F238E27FC236}">
                <a16:creationId xmlns:a16="http://schemas.microsoft.com/office/drawing/2014/main" id="{367003AF-BC87-4F81-81EB-3D09A24C99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488347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77" name="Rectangle 32">
            <a:extLst>
              <a:ext uri="{FF2B5EF4-FFF2-40B4-BE49-F238E27FC236}">
                <a16:creationId xmlns:a16="http://schemas.microsoft.com/office/drawing/2014/main" id="{8E8A1AC8-CA63-4F37-A8CF-FF832D8BE4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539018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78" name="Rectangle 33">
            <a:extLst>
              <a:ext uri="{FF2B5EF4-FFF2-40B4-BE49-F238E27FC236}">
                <a16:creationId xmlns:a16="http://schemas.microsoft.com/office/drawing/2014/main" id="{628E2734-FDDB-44A3-9AF2-0397842962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539018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92" name="Rectangle 47">
            <a:extLst>
              <a:ext uri="{FF2B5EF4-FFF2-40B4-BE49-F238E27FC236}">
                <a16:creationId xmlns:a16="http://schemas.microsoft.com/office/drawing/2014/main" id="{924E8ED7-0B54-488C-86FD-838BEC6C72B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539018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93" name="Rectangle 48">
            <a:extLst>
              <a:ext uri="{FF2B5EF4-FFF2-40B4-BE49-F238E27FC236}">
                <a16:creationId xmlns:a16="http://schemas.microsoft.com/office/drawing/2014/main" id="{5E731C89-5DF4-4419-9A67-52BAEC3733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539018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94" name="Rectangle 49">
            <a:extLst>
              <a:ext uri="{FF2B5EF4-FFF2-40B4-BE49-F238E27FC236}">
                <a16:creationId xmlns:a16="http://schemas.microsoft.com/office/drawing/2014/main" id="{D7B0E779-6D3D-4414-91BB-C1BBE6380D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539018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95" name="Rectangle 50">
            <a:extLst>
              <a:ext uri="{FF2B5EF4-FFF2-40B4-BE49-F238E27FC236}">
                <a16:creationId xmlns:a16="http://schemas.microsoft.com/office/drawing/2014/main" id="{E846AB63-6AAB-4E86-B4BA-7853BD6021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539018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96" name="Rectangle 51">
            <a:extLst>
              <a:ext uri="{FF2B5EF4-FFF2-40B4-BE49-F238E27FC236}">
                <a16:creationId xmlns:a16="http://schemas.microsoft.com/office/drawing/2014/main" id="{D05AC798-949B-4443-ADBB-917EF526FE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539018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97" name="Rectangle 52">
            <a:extLst>
              <a:ext uri="{FF2B5EF4-FFF2-40B4-BE49-F238E27FC236}">
                <a16:creationId xmlns:a16="http://schemas.microsoft.com/office/drawing/2014/main" id="{8B3E2107-60AF-4064-A551-A333E6249C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539018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98" name="Rectangle 53">
            <a:extLst>
              <a:ext uri="{FF2B5EF4-FFF2-40B4-BE49-F238E27FC236}">
                <a16:creationId xmlns:a16="http://schemas.microsoft.com/office/drawing/2014/main" id="{055FD3E8-A340-4393-92E1-4FD68288FD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539018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99" name="Rectangle 54">
            <a:extLst>
              <a:ext uri="{FF2B5EF4-FFF2-40B4-BE49-F238E27FC236}">
                <a16:creationId xmlns:a16="http://schemas.microsoft.com/office/drawing/2014/main" id="{C18C5E0E-D82C-4F82-A0E3-6BE9AAF75E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539018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00" name="Rectangle 55">
            <a:extLst>
              <a:ext uri="{FF2B5EF4-FFF2-40B4-BE49-F238E27FC236}">
                <a16:creationId xmlns:a16="http://schemas.microsoft.com/office/drawing/2014/main" id="{677F5FC4-34F3-400A-9970-A7EA63DB4B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539018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01" name="Rectangle 56">
            <a:extLst>
              <a:ext uri="{FF2B5EF4-FFF2-40B4-BE49-F238E27FC236}">
                <a16:creationId xmlns:a16="http://schemas.microsoft.com/office/drawing/2014/main" id="{2A4794CF-928E-4F8E-A532-7800E5996B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539018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02" name="Rectangle 57">
            <a:extLst>
              <a:ext uri="{FF2B5EF4-FFF2-40B4-BE49-F238E27FC236}">
                <a16:creationId xmlns:a16="http://schemas.microsoft.com/office/drawing/2014/main" id="{E4F63079-D99A-4ECA-AE8B-8E93D42956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539018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27DA42D9-3528-406D-A6F9-46DF735F0B1B}"/>
              </a:ext>
            </a:extLst>
          </p:cNvPr>
          <p:cNvGrpSpPr/>
          <p:nvPr userDrawn="1"/>
        </p:nvGrpSpPr>
        <p:grpSpPr>
          <a:xfrm>
            <a:off x="354110" y="6402442"/>
            <a:ext cx="11480604" cy="109990"/>
            <a:chOff x="354110" y="6402442"/>
            <a:chExt cx="11480604" cy="109990"/>
          </a:xfrm>
        </p:grpSpPr>
        <p:sp>
          <p:nvSpPr>
            <p:cNvPr id="25" name="Rectangle 59">
              <a:extLst>
                <a:ext uri="{FF2B5EF4-FFF2-40B4-BE49-F238E27FC236}">
                  <a16:creationId xmlns:a16="http://schemas.microsoft.com/office/drawing/2014/main" id="{9006E5F9-87EA-4BFF-AC26-08D7B4E6558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6" name="Rectangle 60">
              <a:extLst>
                <a:ext uri="{FF2B5EF4-FFF2-40B4-BE49-F238E27FC236}">
                  <a16:creationId xmlns:a16="http://schemas.microsoft.com/office/drawing/2014/main" id="{40F26277-619B-41A3-9D5F-A02E6914E16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2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7" name="Rectangle 61">
              <a:extLst>
                <a:ext uri="{FF2B5EF4-FFF2-40B4-BE49-F238E27FC236}">
                  <a16:creationId xmlns:a16="http://schemas.microsoft.com/office/drawing/2014/main" id="{23DB5C85-827B-49AF-BC96-24E7ABDAD9B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5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8" name="Rectangle 62">
              <a:extLst>
                <a:ext uri="{FF2B5EF4-FFF2-40B4-BE49-F238E27FC236}">
                  <a16:creationId xmlns:a16="http://schemas.microsoft.com/office/drawing/2014/main" id="{847A0A99-2056-4E0E-8A5A-2CBCA33AFFD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9" name="Rectangle 63">
              <a:extLst>
                <a:ext uri="{FF2B5EF4-FFF2-40B4-BE49-F238E27FC236}">
                  <a16:creationId xmlns:a16="http://schemas.microsoft.com/office/drawing/2014/main" id="{5474EE8D-D88A-47FF-9107-09082030E05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0" name="Rectangle 64">
              <a:extLst>
                <a:ext uri="{FF2B5EF4-FFF2-40B4-BE49-F238E27FC236}">
                  <a16:creationId xmlns:a16="http://schemas.microsoft.com/office/drawing/2014/main" id="{0EC4B1DB-FB22-4303-B2D7-5E60C557A83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4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1" name="Rectangle 65">
              <a:extLst>
                <a:ext uri="{FF2B5EF4-FFF2-40B4-BE49-F238E27FC236}">
                  <a16:creationId xmlns:a16="http://schemas.microsoft.com/office/drawing/2014/main" id="{B5127279-9249-47F2-8A42-1F7F68517E9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7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2" name="Rectangle 66">
              <a:extLst>
                <a:ext uri="{FF2B5EF4-FFF2-40B4-BE49-F238E27FC236}">
                  <a16:creationId xmlns:a16="http://schemas.microsoft.com/office/drawing/2014/main" id="{4BE3E747-CD2D-4EA9-8A1C-AFC94F64039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38630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3" name="Rectangle 67">
              <a:extLst>
                <a:ext uri="{FF2B5EF4-FFF2-40B4-BE49-F238E27FC236}">
                  <a16:creationId xmlns:a16="http://schemas.microsoft.com/office/drawing/2014/main" id="{844450CC-44D2-4CFB-9D82-BA80F0CA0E8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92893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4" name="Rectangle 68">
              <a:extLst>
                <a:ext uri="{FF2B5EF4-FFF2-40B4-BE49-F238E27FC236}">
                  <a16:creationId xmlns:a16="http://schemas.microsoft.com/office/drawing/2014/main" id="{56C9C6B8-074B-4807-A953-D5D69AEE2FA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48326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5" name="Rectangle 69">
              <a:extLst>
                <a:ext uri="{FF2B5EF4-FFF2-40B4-BE49-F238E27FC236}">
                  <a16:creationId xmlns:a16="http://schemas.microsoft.com/office/drawing/2014/main" id="{55A940DF-BE4B-4046-BF7D-7BBB8316FF8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02589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6" name="Rectangle 70">
              <a:extLst>
                <a:ext uri="{FF2B5EF4-FFF2-40B4-BE49-F238E27FC236}">
                  <a16:creationId xmlns:a16="http://schemas.microsoft.com/office/drawing/2014/main" id="{79FECFE2-55AB-4195-B4F2-F1831B09013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58022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7" name="Rectangle 71">
              <a:extLst>
                <a:ext uri="{FF2B5EF4-FFF2-40B4-BE49-F238E27FC236}">
                  <a16:creationId xmlns:a16="http://schemas.microsoft.com/office/drawing/2014/main" id="{F78BF45E-3F1B-4CCF-AB55-6AACA1D7968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12285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8" name="Rectangle 72">
              <a:extLst>
                <a:ext uri="{FF2B5EF4-FFF2-40B4-BE49-F238E27FC236}">
                  <a16:creationId xmlns:a16="http://schemas.microsoft.com/office/drawing/2014/main" id="{CEAEA0D2-DAF5-42AD-824D-BF0A0786ACD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67717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9" name="Rectangle 73">
              <a:extLst>
                <a:ext uri="{FF2B5EF4-FFF2-40B4-BE49-F238E27FC236}">
                  <a16:creationId xmlns:a16="http://schemas.microsoft.com/office/drawing/2014/main" id="{2616B93B-15A3-4A25-B322-A4A334791D4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21980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0" name="Rectangle 74">
              <a:extLst>
                <a:ext uri="{FF2B5EF4-FFF2-40B4-BE49-F238E27FC236}">
                  <a16:creationId xmlns:a16="http://schemas.microsoft.com/office/drawing/2014/main" id="{26C24972-CC21-4F79-908A-8F7EEF3C3BF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77414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1" name="Rectangle 75">
              <a:extLst>
                <a:ext uri="{FF2B5EF4-FFF2-40B4-BE49-F238E27FC236}">
                  <a16:creationId xmlns:a16="http://schemas.microsoft.com/office/drawing/2014/main" id="{FD7C3FD5-0F89-4B6D-AC87-8001A0810CF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631676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2" name="Rectangle 76">
              <a:extLst>
                <a:ext uri="{FF2B5EF4-FFF2-40B4-BE49-F238E27FC236}">
                  <a16:creationId xmlns:a16="http://schemas.microsoft.com/office/drawing/2014/main" id="{B03C108E-68F6-4221-BC40-C5E3C190447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87109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3" name="Rectangle 77">
              <a:extLst>
                <a:ext uri="{FF2B5EF4-FFF2-40B4-BE49-F238E27FC236}">
                  <a16:creationId xmlns:a16="http://schemas.microsoft.com/office/drawing/2014/main" id="{AEE8C851-520C-4A98-839F-17DEECB4C1E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41372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4" name="Rectangle 78">
              <a:extLst>
                <a:ext uri="{FF2B5EF4-FFF2-40B4-BE49-F238E27FC236}">
                  <a16:creationId xmlns:a16="http://schemas.microsoft.com/office/drawing/2014/main" id="{64CDD37E-8761-499B-B591-D1B68A0C602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5" name="Rectangle 79">
              <a:extLst>
                <a:ext uri="{FF2B5EF4-FFF2-40B4-BE49-F238E27FC236}">
                  <a16:creationId xmlns:a16="http://schemas.microsoft.com/office/drawing/2014/main" id="{CF1D9CFA-A92A-4012-8DBE-A1AFE416C0D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6" name="Rectangle 80">
              <a:extLst>
                <a:ext uri="{FF2B5EF4-FFF2-40B4-BE49-F238E27FC236}">
                  <a16:creationId xmlns:a16="http://schemas.microsoft.com/office/drawing/2014/main" id="{5B28FF0B-0B00-4C89-9B32-5FCEE8CF723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1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7" name="Rectangle 81">
              <a:extLst>
                <a:ext uri="{FF2B5EF4-FFF2-40B4-BE49-F238E27FC236}">
                  <a16:creationId xmlns:a16="http://schemas.microsoft.com/office/drawing/2014/main" id="{3F39461F-D7C3-4741-A3BF-B2B81AC1BD4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3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8" name="Rectangle 82">
              <a:extLst>
                <a:ext uri="{FF2B5EF4-FFF2-40B4-BE49-F238E27FC236}">
                  <a16:creationId xmlns:a16="http://schemas.microsoft.com/office/drawing/2014/main" id="{B209DBFB-FB6A-41D4-B8FD-371C1627C2D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9" name="Rectangle 83">
              <a:extLst>
                <a:ext uri="{FF2B5EF4-FFF2-40B4-BE49-F238E27FC236}">
                  <a16:creationId xmlns:a16="http://schemas.microsoft.com/office/drawing/2014/main" id="{9851ABD3-4B24-43E9-8246-B439DE28902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0" name="Rectangle 84">
              <a:extLst>
                <a:ext uri="{FF2B5EF4-FFF2-40B4-BE49-F238E27FC236}">
                  <a16:creationId xmlns:a16="http://schemas.microsoft.com/office/drawing/2014/main" id="{C66181AB-B727-41A6-A789-CF6AAB6890A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2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sp>
        <p:nvSpPr>
          <p:cNvPr id="2" name="Date Placeholder 1"/>
          <p:cNvSpPr>
            <a:spLocks noGrp="1"/>
          </p:cNvSpPr>
          <p:nvPr userDrawn="1"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 userDrawn="1"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grpSp>
        <p:nvGrpSpPr>
          <p:cNvPr id="618" name="Group 617">
            <a:extLst>
              <a:ext uri="{FF2B5EF4-FFF2-40B4-BE49-F238E27FC236}">
                <a16:creationId xmlns:a16="http://schemas.microsoft.com/office/drawing/2014/main" id="{B5B99429-15CB-4646-807F-6B01F4253B13}"/>
              </a:ext>
            </a:extLst>
          </p:cNvPr>
          <p:cNvGrpSpPr/>
          <p:nvPr userDrawn="1"/>
        </p:nvGrpSpPr>
        <p:grpSpPr>
          <a:xfrm>
            <a:off x="354110" y="5904602"/>
            <a:ext cx="11480604" cy="109990"/>
            <a:chOff x="354110" y="6402442"/>
            <a:chExt cx="11480604" cy="109990"/>
          </a:xfrm>
        </p:grpSpPr>
        <p:sp>
          <p:nvSpPr>
            <p:cNvPr id="619" name="Rectangle 59">
              <a:extLst>
                <a:ext uri="{FF2B5EF4-FFF2-40B4-BE49-F238E27FC236}">
                  <a16:creationId xmlns:a16="http://schemas.microsoft.com/office/drawing/2014/main" id="{624494D0-607C-4971-A357-ED99F45D7C2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0" name="Rectangle 60">
              <a:extLst>
                <a:ext uri="{FF2B5EF4-FFF2-40B4-BE49-F238E27FC236}">
                  <a16:creationId xmlns:a16="http://schemas.microsoft.com/office/drawing/2014/main" id="{22FD15BA-8E62-417D-8392-658E5E86C2F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2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1" name="Rectangle 61">
              <a:extLst>
                <a:ext uri="{FF2B5EF4-FFF2-40B4-BE49-F238E27FC236}">
                  <a16:creationId xmlns:a16="http://schemas.microsoft.com/office/drawing/2014/main" id="{C665A07F-2AFB-49CF-8EE0-C81377FC2A5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5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2" name="Rectangle 62">
              <a:extLst>
                <a:ext uri="{FF2B5EF4-FFF2-40B4-BE49-F238E27FC236}">
                  <a16:creationId xmlns:a16="http://schemas.microsoft.com/office/drawing/2014/main" id="{74997C49-7ACC-4BCC-BC8D-58EBD77EE72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3" name="Rectangle 63">
              <a:extLst>
                <a:ext uri="{FF2B5EF4-FFF2-40B4-BE49-F238E27FC236}">
                  <a16:creationId xmlns:a16="http://schemas.microsoft.com/office/drawing/2014/main" id="{E3CDD2FB-079B-43EA-89D5-5FD9D7644AC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4" name="Rectangle 64">
              <a:extLst>
                <a:ext uri="{FF2B5EF4-FFF2-40B4-BE49-F238E27FC236}">
                  <a16:creationId xmlns:a16="http://schemas.microsoft.com/office/drawing/2014/main" id="{9C1479D9-3647-44C4-99E1-C660E2C8E30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4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5" name="Rectangle 65">
              <a:extLst>
                <a:ext uri="{FF2B5EF4-FFF2-40B4-BE49-F238E27FC236}">
                  <a16:creationId xmlns:a16="http://schemas.microsoft.com/office/drawing/2014/main" id="{AA8F3E10-CD9D-49C0-B0AE-24ABBF3BDC0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7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6" name="Rectangle 66">
              <a:extLst>
                <a:ext uri="{FF2B5EF4-FFF2-40B4-BE49-F238E27FC236}">
                  <a16:creationId xmlns:a16="http://schemas.microsoft.com/office/drawing/2014/main" id="{9C3B6F09-A4DD-4A26-B213-51E23205497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38630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7" name="Rectangle 67">
              <a:extLst>
                <a:ext uri="{FF2B5EF4-FFF2-40B4-BE49-F238E27FC236}">
                  <a16:creationId xmlns:a16="http://schemas.microsoft.com/office/drawing/2014/main" id="{2BA14941-5A2D-4CDB-9C2E-79C930D2225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92893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8" name="Rectangle 68">
              <a:extLst>
                <a:ext uri="{FF2B5EF4-FFF2-40B4-BE49-F238E27FC236}">
                  <a16:creationId xmlns:a16="http://schemas.microsoft.com/office/drawing/2014/main" id="{6C5B2E84-85D6-4DD5-88FE-F8495F5E3CA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48326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9" name="Rectangle 69">
              <a:extLst>
                <a:ext uri="{FF2B5EF4-FFF2-40B4-BE49-F238E27FC236}">
                  <a16:creationId xmlns:a16="http://schemas.microsoft.com/office/drawing/2014/main" id="{1987B595-96EB-427F-8E00-533CBBEB5E6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02589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0" name="Rectangle 70">
              <a:extLst>
                <a:ext uri="{FF2B5EF4-FFF2-40B4-BE49-F238E27FC236}">
                  <a16:creationId xmlns:a16="http://schemas.microsoft.com/office/drawing/2014/main" id="{99D33392-C824-498D-AF8A-7AF58A9F332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58022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1" name="Rectangle 71">
              <a:extLst>
                <a:ext uri="{FF2B5EF4-FFF2-40B4-BE49-F238E27FC236}">
                  <a16:creationId xmlns:a16="http://schemas.microsoft.com/office/drawing/2014/main" id="{6D1CAD59-FE6E-48A2-AE71-1BB80553F20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12285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2" name="Rectangle 72">
              <a:extLst>
                <a:ext uri="{FF2B5EF4-FFF2-40B4-BE49-F238E27FC236}">
                  <a16:creationId xmlns:a16="http://schemas.microsoft.com/office/drawing/2014/main" id="{BD936CE6-00F6-4CAF-A200-A693710C89B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67717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3" name="Rectangle 73">
              <a:extLst>
                <a:ext uri="{FF2B5EF4-FFF2-40B4-BE49-F238E27FC236}">
                  <a16:creationId xmlns:a16="http://schemas.microsoft.com/office/drawing/2014/main" id="{10329E52-6B3F-4897-BFBC-A6C4F2D2695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21980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4" name="Rectangle 74">
              <a:extLst>
                <a:ext uri="{FF2B5EF4-FFF2-40B4-BE49-F238E27FC236}">
                  <a16:creationId xmlns:a16="http://schemas.microsoft.com/office/drawing/2014/main" id="{B9A5FD8E-2005-457D-B36F-5BD162CB640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77414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5" name="Rectangle 75">
              <a:extLst>
                <a:ext uri="{FF2B5EF4-FFF2-40B4-BE49-F238E27FC236}">
                  <a16:creationId xmlns:a16="http://schemas.microsoft.com/office/drawing/2014/main" id="{2C1FBF6B-A7C3-4F83-AD53-33D9E848D4A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631676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6" name="Rectangle 76">
              <a:extLst>
                <a:ext uri="{FF2B5EF4-FFF2-40B4-BE49-F238E27FC236}">
                  <a16:creationId xmlns:a16="http://schemas.microsoft.com/office/drawing/2014/main" id="{964A4B57-1B27-4010-9A9F-F2BCD253012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87109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7" name="Rectangle 77">
              <a:extLst>
                <a:ext uri="{FF2B5EF4-FFF2-40B4-BE49-F238E27FC236}">
                  <a16:creationId xmlns:a16="http://schemas.microsoft.com/office/drawing/2014/main" id="{D961087D-A1D8-48DD-8BD9-550D6355743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41372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8" name="Rectangle 78">
              <a:extLst>
                <a:ext uri="{FF2B5EF4-FFF2-40B4-BE49-F238E27FC236}">
                  <a16:creationId xmlns:a16="http://schemas.microsoft.com/office/drawing/2014/main" id="{64FADA1C-663B-4FF6-8D80-B311B8ABCD0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9" name="Rectangle 79">
              <a:extLst>
                <a:ext uri="{FF2B5EF4-FFF2-40B4-BE49-F238E27FC236}">
                  <a16:creationId xmlns:a16="http://schemas.microsoft.com/office/drawing/2014/main" id="{E96330D1-4BBF-4D0A-B45F-77999C5C74D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0" name="Rectangle 80">
              <a:extLst>
                <a:ext uri="{FF2B5EF4-FFF2-40B4-BE49-F238E27FC236}">
                  <a16:creationId xmlns:a16="http://schemas.microsoft.com/office/drawing/2014/main" id="{78AFE672-0739-4A26-8B51-D71BAD6A432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1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1" name="Rectangle 81">
              <a:extLst>
                <a:ext uri="{FF2B5EF4-FFF2-40B4-BE49-F238E27FC236}">
                  <a16:creationId xmlns:a16="http://schemas.microsoft.com/office/drawing/2014/main" id="{AA3E4254-137D-4797-BF52-FAB6866F0F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3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2" name="Rectangle 82">
              <a:extLst>
                <a:ext uri="{FF2B5EF4-FFF2-40B4-BE49-F238E27FC236}">
                  <a16:creationId xmlns:a16="http://schemas.microsoft.com/office/drawing/2014/main" id="{81844ED9-0C33-41B9-8D6C-0C959F9E0F4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3" name="Rectangle 83">
              <a:extLst>
                <a:ext uri="{FF2B5EF4-FFF2-40B4-BE49-F238E27FC236}">
                  <a16:creationId xmlns:a16="http://schemas.microsoft.com/office/drawing/2014/main" id="{69541354-1FEF-4A05-8852-E0866C02411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4" name="Rectangle 84">
              <a:extLst>
                <a:ext uri="{FF2B5EF4-FFF2-40B4-BE49-F238E27FC236}">
                  <a16:creationId xmlns:a16="http://schemas.microsoft.com/office/drawing/2014/main" id="{22323587-A6E2-4D2C-9D71-B6D0B4DAF0A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2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</p:spTree>
    <p:extLst>
      <p:ext uri="{BB962C8B-B14F-4D97-AF65-F5344CB8AC3E}">
        <p14:creationId xmlns:p14="http://schemas.microsoft.com/office/powerpoint/2010/main" val="10021944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mages and Content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0" y="-1"/>
            <a:ext cx="12188825" cy="685799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6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609265" indent="0">
              <a:buNone/>
              <a:defRPr sz="3732"/>
            </a:lvl2pPr>
            <a:lvl3pPr marL="1218529" indent="0">
              <a:buNone/>
              <a:defRPr sz="3198"/>
            </a:lvl3pPr>
            <a:lvl4pPr marL="1827794" indent="0">
              <a:buNone/>
              <a:defRPr sz="2665"/>
            </a:lvl4pPr>
            <a:lvl5pPr marL="2437060" indent="0">
              <a:buNone/>
              <a:defRPr sz="2665"/>
            </a:lvl5pPr>
            <a:lvl6pPr marL="3046324" indent="0">
              <a:buNone/>
              <a:defRPr sz="2665"/>
            </a:lvl6pPr>
            <a:lvl7pPr marL="3655589" indent="0">
              <a:buNone/>
              <a:defRPr sz="2665"/>
            </a:lvl7pPr>
            <a:lvl8pPr marL="4264853" indent="0">
              <a:buNone/>
              <a:defRPr sz="2665"/>
            </a:lvl8pPr>
            <a:lvl9pPr marL="4874118" indent="0">
              <a:buNone/>
              <a:defRPr sz="2665"/>
            </a:lvl9pPr>
          </a:lstStyle>
          <a:p>
            <a:r>
              <a:rPr lang="en-US" altLang="ko-KR" dirty="0"/>
              <a:t>Insert Your Image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48418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Full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8">
            <a:extLst>
              <a:ext uri="{FF2B5EF4-FFF2-40B4-BE49-F238E27FC236}">
                <a16:creationId xmlns:a16="http://schemas.microsoft.com/office/drawing/2014/main" id="{E11C3564-CF67-FE45-A9E2-4B3C230C88D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-1"/>
            <a:ext cx="12188825" cy="342900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1051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4077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441" y="274639"/>
            <a:ext cx="10969943" cy="711081"/>
          </a:xfrm>
          <a:prstGeom prst="rect">
            <a:avLst/>
          </a:prstGeom>
        </p:spPr>
        <p:txBody>
          <a:bodyPr vert="horz" lIns="0" tIns="60949" rIns="0" bIns="60949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441" y="1138425"/>
            <a:ext cx="10969943" cy="4987739"/>
          </a:xfrm>
          <a:prstGeom prst="rect">
            <a:avLst/>
          </a:prstGeom>
        </p:spPr>
        <p:txBody>
          <a:bodyPr vert="horz" lIns="0" tIns="60949" rIns="0" bIns="60949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441" y="6356351"/>
            <a:ext cx="2844059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l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5404F2-BE9A-4460-8815-8F645183555F}" type="datetimeFigureOut">
              <a:rPr lang="en-US" smtClean="0"/>
              <a:pPr/>
              <a:t>7/27/2026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4515" y="6356351"/>
            <a:ext cx="3859795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ct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5325" y="6356351"/>
            <a:ext cx="2844059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www.anubhavtrainings.com</a:t>
            </a:r>
          </a:p>
        </p:txBody>
      </p:sp>
      <p:pic>
        <p:nvPicPr>
          <p:cNvPr id="7" name="Picture 4">
            <a:extLst>
              <a:ext uri="{FF2B5EF4-FFF2-40B4-BE49-F238E27FC236}">
                <a16:creationId xmlns:a16="http://schemas.microsoft.com/office/drawing/2014/main" id="{3DEB2B14-6477-2927-E581-527B2BB61E1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50996" y="78420"/>
            <a:ext cx="652887" cy="6448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745080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4" r:id="rId2"/>
    <p:sldLayoutId id="2147483663" r:id="rId3"/>
    <p:sldLayoutId id="2147483666" r:id="rId4"/>
    <p:sldLayoutId id="2147483668" r:id="rId5"/>
    <p:sldLayoutId id="2147483669" r:id="rId6"/>
    <p:sldLayoutId id="2147483667" r:id="rId7"/>
    <p:sldLayoutId id="2147483670" r:id="rId8"/>
    <p:sldLayoutId id="2147483665" r:id="rId9"/>
    <p:sldLayoutId id="2147483671" r:id="rId10"/>
    <p:sldLayoutId id="2147483672" r:id="rId11"/>
  </p:sldLayoutIdLst>
  <p:txStyles>
    <p:titleStyle>
      <a:lvl1pPr algn="l" defTabSz="1218987" rtl="0" eaLnBrk="1" latinLnBrk="0" hangingPunct="1">
        <a:spcBef>
          <a:spcPct val="0"/>
        </a:spcBef>
        <a:buNone/>
        <a:defRPr sz="3600" b="1" kern="1200">
          <a:solidFill>
            <a:schemeClr val="tx1"/>
          </a:solidFill>
          <a:latin typeface="+mn-lt"/>
          <a:ea typeface="+mj-ea"/>
          <a:cs typeface="+mj-cs"/>
        </a:defRPr>
      </a:lvl1pPr>
    </p:titleStyle>
    <p:bodyStyle>
      <a:lvl1pPr marL="457120" indent="-457120" algn="l" defTabSz="1218987" rtl="0" eaLnBrk="1" latinLnBrk="0" hangingPunct="1">
        <a:spcBef>
          <a:spcPct val="20000"/>
        </a:spcBef>
        <a:buFont typeface="Arial" pitchFamily="34" charset="0"/>
        <a:buChar char="•"/>
        <a:defRPr sz="3600" kern="1200">
          <a:solidFill>
            <a:schemeClr val="tx1"/>
          </a:solidFill>
          <a:latin typeface="+mj-lt"/>
          <a:ea typeface="+mn-ea"/>
          <a:cs typeface="+mn-cs"/>
        </a:defRPr>
      </a:lvl1pPr>
      <a:lvl2pPr marL="990427" indent="-380933" algn="l" defTabSz="1218987" rtl="0" eaLnBrk="1" latinLnBrk="0" hangingPunct="1">
        <a:spcBef>
          <a:spcPct val="20000"/>
        </a:spcBef>
        <a:buFont typeface="Arial" pitchFamily="34" charset="0"/>
        <a:buChar char="–"/>
        <a:defRPr sz="3200" kern="1200">
          <a:solidFill>
            <a:schemeClr val="tx1"/>
          </a:solidFill>
          <a:latin typeface="+mj-lt"/>
          <a:ea typeface="+mn-ea"/>
          <a:cs typeface="+mn-cs"/>
        </a:defRPr>
      </a:lvl2pPr>
      <a:lvl3pPr marL="1523733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j-lt"/>
          <a:ea typeface="+mn-ea"/>
          <a:cs typeface="+mn-cs"/>
        </a:defRPr>
      </a:lvl3pPr>
      <a:lvl4pPr marL="2133227" indent="-304747" algn="l" defTabSz="1218987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j-lt"/>
          <a:ea typeface="+mn-ea"/>
          <a:cs typeface="+mn-cs"/>
        </a:defRPr>
      </a:lvl4pPr>
      <a:lvl5pPr marL="2742720" indent="-304747" algn="l" defTabSz="1218987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j-lt"/>
          <a:ea typeface="+mn-ea"/>
          <a:cs typeface="+mn-cs"/>
        </a:defRPr>
      </a:lvl5pPr>
      <a:lvl6pPr marL="3352213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3961707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4571200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180693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49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898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48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797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46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696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45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594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hyperlink" Target="https://creativecommons.org/licenses/by/3.0/" TargetMode="External"/><Relationship Id="rId13" Type="http://schemas.openxmlformats.org/officeDocument/2006/relationships/customXml" Target="../ink/ink2.xml"/><Relationship Id="rId3" Type="http://schemas.openxmlformats.org/officeDocument/2006/relationships/hyperlink" Target="http://commons.wikimedia.org/wiki/File:User_icon_2.svg" TargetMode="External"/><Relationship Id="rId7" Type="http://schemas.openxmlformats.org/officeDocument/2006/relationships/hyperlink" Target="https://www.flickr.com/photos/jeepersmedia/14765960308/" TargetMode="External"/><Relationship Id="rId12" Type="http://schemas.openxmlformats.org/officeDocument/2006/relationships/image" Target="../media/image2000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peg"/><Relationship Id="rId11" Type="http://schemas.openxmlformats.org/officeDocument/2006/relationships/customXml" Target="../ink/ink1.xml"/><Relationship Id="rId5" Type="http://schemas.openxmlformats.org/officeDocument/2006/relationships/hyperlink" Target="https://pixabay.com/illustrations/icon-business-user-business-icons-1740415/" TargetMode="External"/><Relationship Id="rId10" Type="http://schemas.openxmlformats.org/officeDocument/2006/relationships/hyperlink" Target="https://openclipart.org/detail/22037/notes-by-agone" TargetMode="External"/><Relationship Id="rId4" Type="http://schemas.openxmlformats.org/officeDocument/2006/relationships/image" Target="../media/image5.png"/><Relationship Id="rId9" Type="http://schemas.openxmlformats.org/officeDocument/2006/relationships/image" Target="../media/image7.png"/><Relationship Id="rId1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hyperlink" Target="https://creativecommons.org/licenses/by/3.0/" TargetMode="External"/><Relationship Id="rId3" Type="http://schemas.openxmlformats.org/officeDocument/2006/relationships/hyperlink" Target="http://commons.wikimedia.org/wiki/File:User_icon_2.svg" TargetMode="External"/><Relationship Id="rId7" Type="http://schemas.openxmlformats.org/officeDocument/2006/relationships/hyperlink" Target="https://www.flickr.com/photos/jeepersmedia/14765960308/" TargetMode="External"/><Relationship Id="rId12" Type="http://schemas.openxmlformats.org/officeDocument/2006/relationships/image" Target="../media/image20000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peg"/><Relationship Id="rId11" Type="http://schemas.openxmlformats.org/officeDocument/2006/relationships/customXml" Target="../ink/ink3.xml"/><Relationship Id="rId5" Type="http://schemas.openxmlformats.org/officeDocument/2006/relationships/hyperlink" Target="https://pixabay.com/illustrations/icon-business-user-business-icons-1740415/" TargetMode="External"/><Relationship Id="rId10" Type="http://schemas.openxmlformats.org/officeDocument/2006/relationships/hyperlink" Target="https://openclipart.org/detail/22037/notes-by-agone" TargetMode="External"/><Relationship Id="rId4" Type="http://schemas.openxmlformats.org/officeDocument/2006/relationships/image" Target="../media/image5.png"/><Relationship Id="rId9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hyperlink" Target="https://github.com/soyuztechnologies/BTP_Architect_Training/blob/master/Day%203/04approuter.zip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://www.twitter.com/" TargetMode="External"/><Relationship Id="rId2" Type="http://schemas.openxmlformats.org/officeDocument/2006/relationships/hyperlink" Target="http://www.facebook.com/" TargetMode="Externa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10.png"/><Relationship Id="rId4" Type="http://schemas.openxmlformats.org/officeDocument/2006/relationships/hyperlink" Target="http://www.dribbble.com/" TargetMode="Externa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jpeg"/><Relationship Id="rId3" Type="http://schemas.openxmlformats.org/officeDocument/2006/relationships/image" Target="../media/image11.jpeg"/><Relationship Id="rId7" Type="http://schemas.openxmlformats.org/officeDocument/2006/relationships/image" Target="../media/image15.tif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14.tiff"/><Relationship Id="rId5" Type="http://schemas.openxmlformats.org/officeDocument/2006/relationships/image" Target="../media/image13.tiff"/><Relationship Id="rId4" Type="http://schemas.openxmlformats.org/officeDocument/2006/relationships/image" Target="../media/image12.tiff"/><Relationship Id="rId9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" name="Title 735">
            <a:extLst>
              <a:ext uri="{FF2B5EF4-FFF2-40B4-BE49-F238E27FC236}">
                <a16:creationId xmlns:a16="http://schemas.microsoft.com/office/drawing/2014/main" id="{CE57EBF5-7CB4-4746-AB9E-3E8717897D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530893" y="2601545"/>
            <a:ext cx="5086633" cy="827455"/>
          </a:xfrm>
        </p:spPr>
        <p:txBody>
          <a:bodyPr anchor="ctr"/>
          <a:lstStyle/>
          <a:p>
            <a:r>
              <a:rPr lang="en-US" sz="4800" dirty="0">
                <a:solidFill>
                  <a:schemeClr val="bg1"/>
                </a:solidFill>
                <a:latin typeface="Arial Black" panose="020B0A04020102020204" pitchFamily="34" charset="0"/>
              </a:rPr>
              <a:t>SAP BTP Extension Suite Training</a:t>
            </a:r>
            <a:endParaRPr lang="en-IN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sp>
        <p:nvSpPr>
          <p:cNvPr id="737" name="Subtitle 736">
            <a:extLst>
              <a:ext uri="{FF2B5EF4-FFF2-40B4-BE49-F238E27FC236}">
                <a16:creationId xmlns:a16="http://schemas.microsoft.com/office/drawing/2014/main" id="{700EA347-9CC8-4879-9255-16687B0BED4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N" spc="100" dirty="0">
                <a:latin typeface="Cooper Black" panose="0208090404030B020404" pitchFamily="18" charset="0"/>
              </a:rPr>
              <a:t>www.AnubhavTrainings.com</a:t>
            </a:r>
          </a:p>
        </p:txBody>
      </p:sp>
      <p:sp>
        <p:nvSpPr>
          <p:cNvPr id="4" name="Subtitle 736">
            <a:extLst>
              <a:ext uri="{FF2B5EF4-FFF2-40B4-BE49-F238E27FC236}">
                <a16:creationId xmlns:a16="http://schemas.microsoft.com/office/drawing/2014/main" id="{3F065217-DE63-4532-8B57-61ED049613CD}"/>
              </a:ext>
            </a:extLst>
          </p:cNvPr>
          <p:cNvSpPr txBox="1">
            <a:spLocks/>
          </p:cNvSpPr>
          <p:nvPr/>
        </p:nvSpPr>
        <p:spPr>
          <a:xfrm>
            <a:off x="3296764" y="3933056"/>
            <a:ext cx="5595296" cy="531269"/>
          </a:xfrm>
          <a:prstGeom prst="rect">
            <a:avLst/>
          </a:prstGeom>
        </p:spPr>
        <p:txBody>
          <a:bodyPr vert="horz" lIns="0" tIns="60949" rIns="0" bIns="60949" rtlCol="0">
            <a:normAutofit/>
          </a:bodyPr>
          <a:lstStyle>
            <a:lvl1pPr marL="0" indent="0" algn="ctr" defTabSz="1218987" rtl="0" eaLnBrk="1" latinLnBrk="0" hangingPunct="1">
              <a:spcBef>
                <a:spcPct val="20000"/>
              </a:spcBef>
              <a:buFont typeface="Arial" pitchFamily="34" charset="0"/>
              <a:buNone/>
              <a:defRPr lang="en-US" sz="2400" kern="1200" smtClean="0">
                <a:solidFill>
                  <a:schemeClr val="accent2"/>
                </a:solidFill>
                <a:latin typeface="+mn-lt"/>
                <a:ea typeface="+mj-ea"/>
                <a:cs typeface="+mj-cs"/>
              </a:defRPr>
            </a:lvl1pPr>
            <a:lvl2pPr marL="609468" indent="0" algn="ctr" defTabSz="1218987" rtl="0" eaLnBrk="1" latinLnBrk="0" hangingPunct="1">
              <a:spcBef>
                <a:spcPct val="20000"/>
              </a:spcBef>
              <a:buFont typeface="Arial" pitchFamily="34" charset="0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j-lt"/>
                <a:ea typeface="+mn-ea"/>
                <a:cs typeface="+mn-cs"/>
              </a:defRPr>
            </a:lvl2pPr>
            <a:lvl3pPr marL="1218936" indent="0" algn="ctr" defTabSz="1218987" rtl="0" eaLnBrk="1" latinLnBrk="0" hangingPunct="1">
              <a:spcBef>
                <a:spcPct val="20000"/>
              </a:spcBef>
              <a:buFont typeface="Arial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j-lt"/>
                <a:ea typeface="+mn-ea"/>
                <a:cs typeface="+mn-cs"/>
              </a:defRPr>
            </a:lvl3pPr>
            <a:lvl4pPr marL="1828404" indent="0" algn="ctr" defTabSz="1218987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j-lt"/>
                <a:ea typeface="+mn-ea"/>
                <a:cs typeface="+mn-cs"/>
              </a:defRPr>
            </a:lvl4pPr>
            <a:lvl5pPr marL="2437872" indent="0" algn="ctr" defTabSz="1218987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j-lt"/>
                <a:ea typeface="+mn-ea"/>
                <a:cs typeface="+mn-cs"/>
              </a:defRPr>
            </a:lvl5pPr>
            <a:lvl6pPr marL="3047340" indent="0" algn="ctr" defTabSz="1218987" rtl="0" eaLnBrk="1" latinLnBrk="0" hangingPunct="1">
              <a:spcBef>
                <a:spcPct val="20000"/>
              </a:spcBef>
              <a:buFont typeface="Arial" pitchFamily="34" charset="0"/>
              <a:buNone/>
              <a:defRPr sz="27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3656808" indent="0" algn="ctr" defTabSz="1218987" rtl="0" eaLnBrk="1" latinLnBrk="0" hangingPunct="1">
              <a:spcBef>
                <a:spcPct val="20000"/>
              </a:spcBef>
              <a:buFont typeface="Arial" pitchFamily="34" charset="0"/>
              <a:buNone/>
              <a:defRPr sz="27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4266275" indent="0" algn="ctr" defTabSz="1218987" rtl="0" eaLnBrk="1" latinLnBrk="0" hangingPunct="1">
              <a:spcBef>
                <a:spcPct val="20000"/>
              </a:spcBef>
              <a:buFont typeface="Arial" pitchFamily="34" charset="0"/>
              <a:buNone/>
              <a:defRPr sz="27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4875744" indent="0" algn="ctr" defTabSz="1218987" rtl="0" eaLnBrk="1" latinLnBrk="0" hangingPunct="1">
              <a:spcBef>
                <a:spcPct val="20000"/>
              </a:spcBef>
              <a:buFont typeface="Arial" pitchFamily="34" charset="0"/>
              <a:buNone/>
              <a:defRPr sz="27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sz="2000" dirty="0">
                <a:solidFill>
                  <a:srgbClr val="00B0F0"/>
                </a:solidFill>
                <a:latin typeface="Amasis MT Pro Black" panose="02040A04050005020304" pitchFamily="18" charset="0"/>
              </a:rPr>
              <a:t>Anubhav Oberoy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6565992-7E12-89E4-D7DB-B3B44A1FB17D}"/>
              </a:ext>
            </a:extLst>
          </p:cNvPr>
          <p:cNvSpPr txBox="1"/>
          <p:nvPr/>
        </p:nvSpPr>
        <p:spPr>
          <a:xfrm>
            <a:off x="5230316" y="4968381"/>
            <a:ext cx="396327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FFFF00"/>
                </a:solidFill>
              </a:rPr>
              <a:t>Follow excellence with sheer passion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BBA527F-59AB-2E34-6331-8D67B5F5CA3E}"/>
              </a:ext>
            </a:extLst>
          </p:cNvPr>
          <p:cNvSpPr/>
          <p:nvPr/>
        </p:nvSpPr>
        <p:spPr>
          <a:xfrm>
            <a:off x="3530893" y="1196752"/>
            <a:ext cx="2059463" cy="6480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b="1" dirty="0">
                <a:solidFill>
                  <a:schemeClr val="accent2">
                    <a:lumMod val="50000"/>
                  </a:schemeClr>
                </a:solidFill>
              </a:rPr>
              <a:t>Day 13</a:t>
            </a:r>
          </a:p>
        </p:txBody>
      </p:sp>
    </p:spTree>
    <p:extLst>
      <p:ext uri="{BB962C8B-B14F-4D97-AF65-F5344CB8AC3E}">
        <p14:creationId xmlns:p14="http://schemas.microsoft.com/office/powerpoint/2010/main" val="6864161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Placeholder 1"/>
          <p:cNvPicPr>
            <a:picLocks noGrp="1" noChangeAspect="1"/>
          </p:cNvPicPr>
          <p:nvPr>
            <p:ph type="pic" idx="1"/>
          </p:nvPr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solidFill>
            <a:schemeClr val="bg1">
              <a:lumMod val="95000"/>
            </a:schemeClr>
          </a:solidFill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EE1D1380-BC28-F74F-8866-BD4C0AD42595}"/>
              </a:ext>
            </a:extLst>
          </p:cNvPr>
          <p:cNvSpPr/>
          <p:nvPr/>
        </p:nvSpPr>
        <p:spPr>
          <a:xfrm>
            <a:off x="1587" y="-13391"/>
            <a:ext cx="12185651" cy="7589135"/>
          </a:xfrm>
          <a:prstGeom prst="rect">
            <a:avLst/>
          </a:prstGeom>
          <a:solidFill>
            <a:schemeClr val="bg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3943">
              <a:defRPr/>
            </a:pPr>
            <a:endParaRPr lang="en-US" sz="1799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587" y="3190483"/>
            <a:ext cx="12185651" cy="2509639"/>
          </a:xfrm>
          <a:prstGeom prst="rect">
            <a:avLst/>
          </a:prstGeom>
          <a:gradFill flip="none" rotWithShape="1">
            <a:gsLst>
              <a:gs pos="13000">
                <a:srgbClr val="25B6C2">
                  <a:alpha val="50000"/>
                </a:srgbClr>
              </a:gs>
              <a:gs pos="100000">
                <a:srgbClr val="0692DB">
                  <a:alpha val="50000"/>
                </a:srgbClr>
              </a:gs>
            </a:gsLst>
            <a:lin ang="27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3943">
              <a:defRPr/>
            </a:pPr>
            <a:endParaRPr lang="ko-KR" altLang="en-US" sz="1799">
              <a:solidFill>
                <a:srgbClr val="FFFFFF"/>
              </a:solidFill>
              <a:latin typeface="Arial" panose="020B0604020202020204"/>
              <a:ea typeface="굴림" panose="020B0600000101010101" pitchFamily="34" charset="-127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1587" y="3362982"/>
            <a:ext cx="12185651" cy="2127761"/>
          </a:xfrm>
          <a:prstGeom prst="rect">
            <a:avLst/>
          </a:prstGeom>
          <a:gradFill flip="none" rotWithShape="1">
            <a:gsLst>
              <a:gs pos="13000">
                <a:srgbClr val="25B6C2"/>
              </a:gs>
              <a:gs pos="100000">
                <a:srgbClr val="0692DB"/>
              </a:gs>
            </a:gsLst>
            <a:lin ang="27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3943">
              <a:defRPr/>
            </a:pPr>
            <a:endParaRPr lang="ko-KR" altLang="en-US" sz="1799">
              <a:solidFill>
                <a:srgbClr val="FFFFFF"/>
              </a:solidFill>
              <a:latin typeface="Arial" panose="020B0604020202020204"/>
              <a:ea typeface="굴림" panose="020B0600000101010101" pitchFamily="34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945CD40-9ABD-7441-A0F8-C5ACA34BB34C}"/>
              </a:ext>
            </a:extLst>
          </p:cNvPr>
          <p:cNvSpPr txBox="1"/>
          <p:nvPr/>
        </p:nvSpPr>
        <p:spPr>
          <a:xfrm>
            <a:off x="3840714" y="3436579"/>
            <a:ext cx="4507397" cy="646163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 defTabSz="913943">
              <a:defRPr/>
            </a:pPr>
            <a:r>
              <a:rPr lang="en-IN" sz="3599" b="1" dirty="0">
                <a:solidFill>
                  <a:srgbClr val="FFFFFF"/>
                </a:solidFill>
                <a:latin typeface="Arial" panose="020B0604020202020204" pitchFamily="34" charset="0"/>
                <a:ea typeface="Cambria" panose="02040503050406030204" pitchFamily="18" charset="0"/>
                <a:cs typeface="Arial" panose="020B0604020202020204" pitchFamily="34" charset="0"/>
              </a:rPr>
              <a:t>DISCLAIMER</a:t>
            </a:r>
            <a:endParaRPr lang="en-US" sz="3299" spc="150" dirty="0">
              <a:solidFill>
                <a:srgbClr val="FFFFFF"/>
              </a:solidFill>
              <a:latin typeface="Arial" panose="020B0604020202020204" pitchFamily="34" charset="0"/>
              <a:ea typeface="Lato Medium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945CD40-9ABD-7441-A0F8-C5ACA34BB34C}"/>
              </a:ext>
            </a:extLst>
          </p:cNvPr>
          <p:cNvSpPr txBox="1"/>
          <p:nvPr/>
        </p:nvSpPr>
        <p:spPr>
          <a:xfrm>
            <a:off x="442020" y="4059852"/>
            <a:ext cx="11304786" cy="120001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 defTabSz="913943">
              <a:defRPr/>
            </a:pPr>
            <a:r>
              <a:rPr lang="en-IN" sz="2399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training content and delivery of this presentation is confidential, and cannot be recorded, or copied and distributed to any third party, without the written consent of Anubhav Trainings</a:t>
            </a:r>
          </a:p>
        </p:txBody>
      </p:sp>
      <p:pic>
        <p:nvPicPr>
          <p:cNvPr id="9" name="Picture 4">
            <a:extLst>
              <a:ext uri="{FF2B5EF4-FFF2-40B4-BE49-F238E27FC236}">
                <a16:creationId xmlns:a16="http://schemas.microsoft.com/office/drawing/2014/main" id="{DB8A7F7E-7F2C-20C1-2A09-7D9F11F6AD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46940" y="0"/>
            <a:ext cx="1173316" cy="11588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731916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44CCC398-65A7-46D8-A239-10DEF44C09D8}"/>
              </a:ext>
            </a:extLst>
          </p:cNvPr>
          <p:cNvSpPr/>
          <p:nvPr/>
        </p:nvSpPr>
        <p:spPr>
          <a:xfrm>
            <a:off x="3453886" y="1340768"/>
            <a:ext cx="5281051" cy="1428357"/>
          </a:xfrm>
          <a:prstGeom prst="roundRect">
            <a:avLst>
              <a:gd name="adj" fmla="val 8960"/>
            </a:avLst>
          </a:prstGeom>
          <a:solidFill>
            <a:schemeClr val="accent3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25" name="Rectangle: Rounded Corners 1124">
            <a:extLst>
              <a:ext uri="{FF2B5EF4-FFF2-40B4-BE49-F238E27FC236}">
                <a16:creationId xmlns:a16="http://schemas.microsoft.com/office/drawing/2014/main" id="{DD83FDAB-84C0-4E56-A834-5F4759E4D1B1}"/>
              </a:ext>
            </a:extLst>
          </p:cNvPr>
          <p:cNvSpPr/>
          <p:nvPr/>
        </p:nvSpPr>
        <p:spPr>
          <a:xfrm>
            <a:off x="3453886" y="3096490"/>
            <a:ext cx="5281051" cy="1428357"/>
          </a:xfrm>
          <a:prstGeom prst="roundRect">
            <a:avLst>
              <a:gd name="adj" fmla="val 8960"/>
            </a:avLst>
          </a:prstGeom>
          <a:solidFill>
            <a:schemeClr val="accent2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26" name="Rectangle: Rounded Corners 1125">
            <a:extLst>
              <a:ext uri="{FF2B5EF4-FFF2-40B4-BE49-F238E27FC236}">
                <a16:creationId xmlns:a16="http://schemas.microsoft.com/office/drawing/2014/main" id="{FED1BB6A-A9A9-4E0A-A8CD-EEFB5750C983}"/>
              </a:ext>
            </a:extLst>
          </p:cNvPr>
          <p:cNvSpPr/>
          <p:nvPr/>
        </p:nvSpPr>
        <p:spPr>
          <a:xfrm>
            <a:off x="3453886" y="4852213"/>
            <a:ext cx="5281051" cy="1428357"/>
          </a:xfrm>
          <a:prstGeom prst="roundRect">
            <a:avLst>
              <a:gd name="adj" fmla="val 8960"/>
            </a:avLst>
          </a:prstGeom>
          <a:solidFill>
            <a:schemeClr val="accent3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21E75565-DE97-493A-B6B7-3FEC1D7EC345}"/>
              </a:ext>
            </a:extLst>
          </p:cNvPr>
          <p:cNvGrpSpPr/>
          <p:nvPr/>
        </p:nvGrpSpPr>
        <p:grpSpPr>
          <a:xfrm>
            <a:off x="4118572" y="1593781"/>
            <a:ext cx="3951680" cy="922336"/>
            <a:chOff x="1395616" y="871285"/>
            <a:chExt cx="3825734" cy="1064137"/>
          </a:xfrm>
        </p:grpSpPr>
        <p:sp>
          <p:nvSpPr>
            <p:cNvPr id="1136" name="TextBox 1135">
              <a:extLst>
                <a:ext uri="{FF2B5EF4-FFF2-40B4-BE49-F238E27FC236}">
                  <a16:creationId xmlns:a16="http://schemas.microsoft.com/office/drawing/2014/main" id="{19597974-6BD9-4F46-93D5-8E798AE68BD9}"/>
                </a:ext>
              </a:extLst>
            </p:cNvPr>
            <p:cNvSpPr txBox="1"/>
            <p:nvPr/>
          </p:nvSpPr>
          <p:spPr>
            <a:xfrm>
              <a:off x="2984420" y="1083772"/>
              <a:ext cx="2236930" cy="639170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r>
                <a:rPr lang="en-US" sz="1800" dirty="0">
                  <a:solidFill>
                    <a:srgbClr val="FFFFFF"/>
                  </a:solidFill>
                  <a:effectLst/>
                  <a:latin typeface="Segoe UI" panose="020B0502040204020203" pitchFamily="34" charset="0"/>
                  <a:ea typeface="Calibri Light" panose="020F0302020204030204" pitchFamily="34" charset="0"/>
                  <a:cs typeface="Segoe UI" panose="020B0502040204020203" pitchFamily="34" charset="0"/>
                </a:rPr>
                <a:t>Authentication v/s Authorization</a:t>
              </a:r>
            </a:p>
          </p:txBody>
        </p:sp>
        <p:sp>
          <p:nvSpPr>
            <p:cNvPr id="1137" name="TextBox 1136">
              <a:extLst>
                <a:ext uri="{FF2B5EF4-FFF2-40B4-BE49-F238E27FC236}">
                  <a16:creationId xmlns:a16="http://schemas.microsoft.com/office/drawing/2014/main" id="{F9DA7F84-AF3C-4C6B-8FBC-ADC07F02F13B}"/>
                </a:ext>
              </a:extLst>
            </p:cNvPr>
            <p:cNvSpPr txBox="1"/>
            <p:nvPr/>
          </p:nvSpPr>
          <p:spPr>
            <a:xfrm>
              <a:off x="1395616" y="871285"/>
              <a:ext cx="1395288" cy="1064137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algn="ctr"/>
              <a:r>
                <a:rPr lang="en-US" sz="6000" b="1" kern="0" dirty="0">
                  <a:solidFill>
                    <a:schemeClr val="bg1"/>
                  </a:solidFill>
                  <a:latin typeface="Segoe UI" panose="020B0502040204020203" pitchFamily="34" charset="0"/>
                  <a:ea typeface="Calibri Light" charset="0"/>
                  <a:cs typeface="Segoe UI" panose="020B0502040204020203" pitchFamily="34" charset="0"/>
                </a:rPr>
                <a:t>01</a:t>
              </a:r>
              <a:endParaRPr lang="en-US" sz="6000" b="1" dirty="0">
                <a:solidFill>
                  <a:schemeClr val="bg1"/>
                </a:solidFill>
                <a:latin typeface="Segoe UI" panose="020B0502040204020203" pitchFamily="34" charset="0"/>
                <a:ea typeface="Calibri Light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138" name="Group 1137">
            <a:extLst>
              <a:ext uri="{FF2B5EF4-FFF2-40B4-BE49-F238E27FC236}">
                <a16:creationId xmlns:a16="http://schemas.microsoft.com/office/drawing/2014/main" id="{1689CC76-F5C8-4D9A-940D-D0E9511DAD27}"/>
              </a:ext>
            </a:extLst>
          </p:cNvPr>
          <p:cNvGrpSpPr/>
          <p:nvPr/>
        </p:nvGrpSpPr>
        <p:grpSpPr>
          <a:xfrm>
            <a:off x="4118572" y="3349500"/>
            <a:ext cx="3951680" cy="922336"/>
            <a:chOff x="1395616" y="871285"/>
            <a:chExt cx="3825734" cy="1064137"/>
          </a:xfrm>
        </p:grpSpPr>
        <p:sp>
          <p:nvSpPr>
            <p:cNvPr id="1139" name="TextBox 1138">
              <a:extLst>
                <a:ext uri="{FF2B5EF4-FFF2-40B4-BE49-F238E27FC236}">
                  <a16:creationId xmlns:a16="http://schemas.microsoft.com/office/drawing/2014/main" id="{0EC594F9-42AA-48F0-91E3-A523A590A6A2}"/>
                </a:ext>
              </a:extLst>
            </p:cNvPr>
            <p:cNvSpPr txBox="1"/>
            <p:nvPr/>
          </p:nvSpPr>
          <p:spPr>
            <a:xfrm>
              <a:off x="2984420" y="1243564"/>
              <a:ext cx="2236930" cy="319585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r>
                <a:rPr lang="en-US" sz="1800" dirty="0">
                  <a:solidFill>
                    <a:schemeClr val="bg1"/>
                  </a:solidFill>
                  <a:latin typeface="Segoe UI" panose="020B0502040204020203" pitchFamily="34" charset="0"/>
                  <a:ea typeface="Calibri Light" charset="0"/>
                  <a:cs typeface="Segoe UI" panose="020B0502040204020203" pitchFamily="34" charset="0"/>
                </a:rPr>
                <a:t>XSUAA</a:t>
              </a:r>
            </a:p>
          </p:txBody>
        </p:sp>
        <p:sp>
          <p:nvSpPr>
            <p:cNvPr id="1140" name="TextBox 1139">
              <a:extLst>
                <a:ext uri="{FF2B5EF4-FFF2-40B4-BE49-F238E27FC236}">
                  <a16:creationId xmlns:a16="http://schemas.microsoft.com/office/drawing/2014/main" id="{958156DC-3EA6-4EBE-BADE-2321E29D81DE}"/>
                </a:ext>
              </a:extLst>
            </p:cNvPr>
            <p:cNvSpPr txBox="1"/>
            <p:nvPr/>
          </p:nvSpPr>
          <p:spPr>
            <a:xfrm>
              <a:off x="1395616" y="871285"/>
              <a:ext cx="1395288" cy="1064137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algn="ctr"/>
              <a:r>
                <a:rPr lang="en-US" sz="6000" b="1" kern="0">
                  <a:solidFill>
                    <a:schemeClr val="bg1"/>
                  </a:solidFill>
                  <a:latin typeface="Segoe UI" panose="020B0502040204020203" pitchFamily="34" charset="0"/>
                  <a:ea typeface="Calibri Light" charset="0"/>
                  <a:cs typeface="Segoe UI" panose="020B0502040204020203" pitchFamily="34" charset="0"/>
                </a:rPr>
                <a:t>02</a:t>
              </a:r>
              <a:endParaRPr lang="en-US" sz="6000" b="1" dirty="0">
                <a:solidFill>
                  <a:schemeClr val="bg1"/>
                </a:solidFill>
                <a:latin typeface="Segoe UI" panose="020B0502040204020203" pitchFamily="34" charset="0"/>
                <a:ea typeface="Calibri Light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147" name="Group 1146">
            <a:extLst>
              <a:ext uri="{FF2B5EF4-FFF2-40B4-BE49-F238E27FC236}">
                <a16:creationId xmlns:a16="http://schemas.microsoft.com/office/drawing/2014/main" id="{17C38255-E89D-4911-9EAA-F048C7DFE484}"/>
              </a:ext>
            </a:extLst>
          </p:cNvPr>
          <p:cNvGrpSpPr/>
          <p:nvPr/>
        </p:nvGrpSpPr>
        <p:grpSpPr>
          <a:xfrm>
            <a:off x="4118572" y="5105223"/>
            <a:ext cx="3951680" cy="922336"/>
            <a:chOff x="1395616" y="871285"/>
            <a:chExt cx="3825734" cy="1064137"/>
          </a:xfrm>
        </p:grpSpPr>
        <p:sp>
          <p:nvSpPr>
            <p:cNvPr id="1148" name="TextBox 1147">
              <a:extLst>
                <a:ext uri="{FF2B5EF4-FFF2-40B4-BE49-F238E27FC236}">
                  <a16:creationId xmlns:a16="http://schemas.microsoft.com/office/drawing/2014/main" id="{E50F2C64-4496-4A40-ACCB-C5159AEC70D5}"/>
                </a:ext>
              </a:extLst>
            </p:cNvPr>
            <p:cNvSpPr txBox="1"/>
            <p:nvPr/>
          </p:nvSpPr>
          <p:spPr>
            <a:xfrm>
              <a:off x="2984420" y="1243563"/>
              <a:ext cx="2236930" cy="319585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marL="0" algn="l" rtl="0" eaLnBrk="1" latinLnBrk="0" hangingPunct="1">
                <a:spcBef>
                  <a:spcPts val="0"/>
                </a:spcBef>
                <a:spcAft>
                  <a:spcPts val="0"/>
                </a:spcAft>
              </a:pPr>
              <a:r>
                <a:rPr lang="en-US" sz="1800" kern="1200">
                  <a:solidFill>
                    <a:srgbClr val="FFFFFF"/>
                  </a:solidFill>
                  <a:effectLst/>
                  <a:latin typeface="Segoe UI" panose="020B0502040204020203" pitchFamily="34" charset="0"/>
                  <a:ea typeface="Calibri Light" panose="020F0302020204030204" pitchFamily="34" charset="0"/>
                  <a:cs typeface="Segoe UI" panose="020B0502040204020203" pitchFamily="34" charset="0"/>
                </a:rPr>
                <a:t>Adding Security</a:t>
              </a:r>
              <a:endParaRPr lang="en-US" sz="1400" dirty="0">
                <a:effectLst/>
              </a:endParaRPr>
            </a:p>
          </p:txBody>
        </p:sp>
        <p:sp>
          <p:nvSpPr>
            <p:cNvPr id="1149" name="TextBox 1148">
              <a:extLst>
                <a:ext uri="{FF2B5EF4-FFF2-40B4-BE49-F238E27FC236}">
                  <a16:creationId xmlns:a16="http://schemas.microsoft.com/office/drawing/2014/main" id="{0B9CA9D5-F695-4802-BE21-8B05D2B75909}"/>
                </a:ext>
              </a:extLst>
            </p:cNvPr>
            <p:cNvSpPr txBox="1"/>
            <p:nvPr/>
          </p:nvSpPr>
          <p:spPr>
            <a:xfrm>
              <a:off x="1395616" y="871285"/>
              <a:ext cx="1395288" cy="1064137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algn="ctr"/>
              <a:r>
                <a:rPr lang="en-US" sz="6000" b="1" kern="0" dirty="0">
                  <a:solidFill>
                    <a:schemeClr val="bg1"/>
                  </a:solidFill>
                  <a:latin typeface="Segoe UI" panose="020B0502040204020203" pitchFamily="34" charset="0"/>
                  <a:ea typeface="Calibri Light" charset="0"/>
                  <a:cs typeface="Segoe UI" panose="020B0502040204020203" pitchFamily="34" charset="0"/>
                </a:rPr>
                <a:t>03</a:t>
              </a:r>
              <a:endParaRPr lang="en-US" sz="6000" b="1" dirty="0">
                <a:solidFill>
                  <a:schemeClr val="bg1"/>
                </a:solidFill>
                <a:latin typeface="Segoe UI" panose="020B0502040204020203" pitchFamily="34" charset="0"/>
                <a:ea typeface="Calibri Light" charset="0"/>
                <a:cs typeface="Segoe UI" panose="020B0502040204020203" pitchFamily="34" charset="0"/>
              </a:endParaRPr>
            </a:p>
          </p:txBody>
        </p:sp>
      </p:grpSp>
      <p:sp>
        <p:nvSpPr>
          <p:cNvPr id="23" name="Title 22">
            <a:extLst>
              <a:ext uri="{FF2B5EF4-FFF2-40B4-BE49-F238E27FC236}">
                <a16:creationId xmlns:a16="http://schemas.microsoft.com/office/drawing/2014/main" id="{C261B0E4-159A-4067-AFE4-41EEF3B38F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>
                <a:solidFill>
                  <a:schemeClr val="bg1"/>
                </a:solidFill>
                <a:latin typeface="Cooper Black" panose="0208090404030B020404" pitchFamily="18" charset="0"/>
              </a:rPr>
              <a:t>Agenda – Day 13</a:t>
            </a:r>
            <a:endParaRPr lang="en-IN" dirty="0">
              <a:solidFill>
                <a:schemeClr val="bg1"/>
              </a:solidFill>
              <a:latin typeface="Cooper Black" panose="0208090404030B0204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761990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9B15C6-C2BC-F8B3-73CE-FEB48FB667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Testing the Microservice from postman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21F1C54-8E03-60C7-9B24-9BC9CF50ED85}"/>
              </a:ext>
            </a:extLst>
          </p:cNvPr>
          <p:cNvSpPr txBox="1"/>
          <p:nvPr/>
        </p:nvSpPr>
        <p:spPr>
          <a:xfrm>
            <a:off x="160139" y="811178"/>
            <a:ext cx="11806237" cy="16307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063" marR="0" lvl="0" indent="-457063" algn="l" defTabSz="121898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kumimoji="0" lang="en-US" sz="1999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After the deployment, we open the postman tool and try to access resource with URL /vendor </a:t>
            </a:r>
            <a:r>
              <a:rPr kumimoji="0" lang="en-US" sz="1999" b="0" i="0" u="none" strike="noStrike" kern="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url</a:t>
            </a:r>
            <a:r>
              <a:rPr kumimoji="0" lang="en-US" sz="1999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, it gives unauthenticated.</a:t>
            </a:r>
          </a:p>
          <a:p>
            <a:pPr marL="457063" marR="0" lvl="0" indent="-457063" algn="l" defTabSz="121898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kumimoji="0" lang="en-US" sz="1999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We need to obtain access token so we went to authorization table and added the OAuth2.0 option and provided</a:t>
            </a:r>
          </a:p>
          <a:p>
            <a:pPr marL="0" marR="0" lvl="0" indent="0" algn="l" defTabSz="121898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999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graphicFrame>
        <p:nvGraphicFramePr>
          <p:cNvPr id="4" name="Table 2">
            <a:extLst>
              <a:ext uri="{FF2B5EF4-FFF2-40B4-BE49-F238E27FC236}">
                <a16:creationId xmlns:a16="http://schemas.microsoft.com/office/drawing/2014/main" id="{A1C8B054-AC28-43FF-46FA-F411BBD3FD51}"/>
              </a:ext>
            </a:extLst>
          </p:cNvPr>
          <p:cNvGraphicFramePr>
            <a:graphicFrameLocks noGrp="1"/>
          </p:cNvGraphicFramePr>
          <p:nvPr/>
        </p:nvGraphicFramePr>
        <p:xfrm>
          <a:off x="180860" y="2236348"/>
          <a:ext cx="11644514" cy="2965944"/>
        </p:xfrm>
        <a:graphic>
          <a:graphicData uri="http://schemas.openxmlformats.org/drawingml/2006/table">
            <a:tbl>
              <a:tblPr firstRow="1" bandRow="1"/>
              <a:tblGrid>
                <a:gridCol w="3290785">
                  <a:extLst>
                    <a:ext uri="{9D8B030D-6E8A-4147-A177-3AD203B41FA5}">
                      <a16:colId xmlns:a16="http://schemas.microsoft.com/office/drawing/2014/main" val="686647361"/>
                    </a:ext>
                  </a:extLst>
                </a:gridCol>
                <a:gridCol w="8353729">
                  <a:extLst>
                    <a:ext uri="{9D8B030D-6E8A-4147-A177-3AD203B41FA5}">
                      <a16:colId xmlns:a16="http://schemas.microsoft.com/office/drawing/2014/main" val="2464886500"/>
                    </a:ext>
                  </a:extLst>
                </a:gridCol>
              </a:tblGrid>
              <a:tr h="370743">
                <a:tc>
                  <a:txBody>
                    <a:bodyPr/>
                    <a:lstStyle>
                      <a:lvl1pPr marL="0" algn="l" defTabSz="1218987" rtl="0" eaLnBrk="1" latinLnBrk="0" hangingPunct="1">
                        <a:defRPr sz="2400" b="1" kern="1200">
                          <a:solidFill>
                            <a:schemeClr val="lt1"/>
                          </a:solidFill>
                          <a:latin typeface="Segoe UI"/>
                        </a:defRPr>
                      </a:lvl1pPr>
                      <a:lvl2pPr marL="609493" algn="l" defTabSz="1218987" rtl="0" eaLnBrk="1" latinLnBrk="0" hangingPunct="1">
                        <a:defRPr sz="2400" b="1" kern="1200">
                          <a:solidFill>
                            <a:schemeClr val="lt1"/>
                          </a:solidFill>
                          <a:latin typeface="Segoe UI"/>
                        </a:defRPr>
                      </a:lvl2pPr>
                      <a:lvl3pPr marL="1218987" algn="l" defTabSz="1218987" rtl="0" eaLnBrk="1" latinLnBrk="0" hangingPunct="1">
                        <a:defRPr sz="2400" b="1" kern="1200">
                          <a:solidFill>
                            <a:schemeClr val="lt1"/>
                          </a:solidFill>
                          <a:latin typeface="Segoe UI"/>
                        </a:defRPr>
                      </a:lvl3pPr>
                      <a:lvl4pPr marL="1828480" algn="l" defTabSz="1218987" rtl="0" eaLnBrk="1" latinLnBrk="0" hangingPunct="1">
                        <a:defRPr sz="2400" b="1" kern="1200">
                          <a:solidFill>
                            <a:schemeClr val="lt1"/>
                          </a:solidFill>
                          <a:latin typeface="Segoe UI"/>
                        </a:defRPr>
                      </a:lvl4pPr>
                      <a:lvl5pPr marL="2437973" algn="l" defTabSz="1218987" rtl="0" eaLnBrk="1" latinLnBrk="0" hangingPunct="1">
                        <a:defRPr sz="2400" b="1" kern="1200">
                          <a:solidFill>
                            <a:schemeClr val="lt1"/>
                          </a:solidFill>
                          <a:latin typeface="Segoe UI"/>
                        </a:defRPr>
                      </a:lvl5pPr>
                      <a:lvl6pPr marL="3047467" algn="l" defTabSz="1218987" rtl="0" eaLnBrk="1" latinLnBrk="0" hangingPunct="1">
                        <a:defRPr sz="2400" b="1" kern="1200">
                          <a:solidFill>
                            <a:schemeClr val="lt1"/>
                          </a:solidFill>
                          <a:latin typeface="Segoe UI"/>
                        </a:defRPr>
                      </a:lvl6pPr>
                      <a:lvl7pPr marL="3656960" algn="l" defTabSz="1218987" rtl="0" eaLnBrk="1" latinLnBrk="0" hangingPunct="1">
                        <a:defRPr sz="2400" b="1" kern="1200">
                          <a:solidFill>
                            <a:schemeClr val="lt1"/>
                          </a:solidFill>
                          <a:latin typeface="Segoe UI"/>
                        </a:defRPr>
                      </a:lvl7pPr>
                      <a:lvl8pPr marL="4266453" algn="l" defTabSz="1218987" rtl="0" eaLnBrk="1" latinLnBrk="0" hangingPunct="1">
                        <a:defRPr sz="2400" b="1" kern="1200">
                          <a:solidFill>
                            <a:schemeClr val="lt1"/>
                          </a:solidFill>
                          <a:latin typeface="Segoe UI"/>
                        </a:defRPr>
                      </a:lvl8pPr>
                      <a:lvl9pPr marL="4875947" algn="l" defTabSz="1218987" rtl="0" eaLnBrk="1" latinLnBrk="0" hangingPunct="1">
                        <a:defRPr sz="2400" b="1" kern="1200">
                          <a:solidFill>
                            <a:schemeClr val="lt1"/>
                          </a:solidFill>
                          <a:latin typeface="Segoe UI"/>
                        </a:defRPr>
                      </a:lvl9pPr>
                    </a:lstStyle>
                    <a:p>
                      <a:r>
                        <a:rPr lang="en-US" sz="1600" dirty="0"/>
                        <a:t>Properties</a:t>
                      </a:r>
                    </a:p>
                  </a:txBody>
                  <a:tcPr marL="91416" marR="91416" marT="45708" marB="45708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381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02B50"/>
                    </a:solidFill>
                  </a:tcPr>
                </a:tc>
                <a:tc>
                  <a:txBody>
                    <a:bodyPr/>
                    <a:lstStyle>
                      <a:lvl1pPr marL="0" algn="l" defTabSz="1218987" rtl="0" eaLnBrk="1" latinLnBrk="0" hangingPunct="1">
                        <a:defRPr sz="2400" b="1" kern="1200">
                          <a:solidFill>
                            <a:schemeClr val="lt1"/>
                          </a:solidFill>
                          <a:latin typeface="Segoe UI"/>
                        </a:defRPr>
                      </a:lvl1pPr>
                      <a:lvl2pPr marL="609493" algn="l" defTabSz="1218987" rtl="0" eaLnBrk="1" latinLnBrk="0" hangingPunct="1">
                        <a:defRPr sz="2400" b="1" kern="1200">
                          <a:solidFill>
                            <a:schemeClr val="lt1"/>
                          </a:solidFill>
                          <a:latin typeface="Segoe UI"/>
                        </a:defRPr>
                      </a:lvl2pPr>
                      <a:lvl3pPr marL="1218987" algn="l" defTabSz="1218987" rtl="0" eaLnBrk="1" latinLnBrk="0" hangingPunct="1">
                        <a:defRPr sz="2400" b="1" kern="1200">
                          <a:solidFill>
                            <a:schemeClr val="lt1"/>
                          </a:solidFill>
                          <a:latin typeface="Segoe UI"/>
                        </a:defRPr>
                      </a:lvl3pPr>
                      <a:lvl4pPr marL="1828480" algn="l" defTabSz="1218987" rtl="0" eaLnBrk="1" latinLnBrk="0" hangingPunct="1">
                        <a:defRPr sz="2400" b="1" kern="1200">
                          <a:solidFill>
                            <a:schemeClr val="lt1"/>
                          </a:solidFill>
                          <a:latin typeface="Segoe UI"/>
                        </a:defRPr>
                      </a:lvl4pPr>
                      <a:lvl5pPr marL="2437973" algn="l" defTabSz="1218987" rtl="0" eaLnBrk="1" latinLnBrk="0" hangingPunct="1">
                        <a:defRPr sz="2400" b="1" kern="1200">
                          <a:solidFill>
                            <a:schemeClr val="lt1"/>
                          </a:solidFill>
                          <a:latin typeface="Segoe UI"/>
                        </a:defRPr>
                      </a:lvl5pPr>
                      <a:lvl6pPr marL="3047467" algn="l" defTabSz="1218987" rtl="0" eaLnBrk="1" latinLnBrk="0" hangingPunct="1">
                        <a:defRPr sz="2400" b="1" kern="1200">
                          <a:solidFill>
                            <a:schemeClr val="lt1"/>
                          </a:solidFill>
                          <a:latin typeface="Segoe UI"/>
                        </a:defRPr>
                      </a:lvl6pPr>
                      <a:lvl7pPr marL="3656960" algn="l" defTabSz="1218987" rtl="0" eaLnBrk="1" latinLnBrk="0" hangingPunct="1">
                        <a:defRPr sz="2400" b="1" kern="1200">
                          <a:solidFill>
                            <a:schemeClr val="lt1"/>
                          </a:solidFill>
                          <a:latin typeface="Segoe UI"/>
                        </a:defRPr>
                      </a:lvl7pPr>
                      <a:lvl8pPr marL="4266453" algn="l" defTabSz="1218987" rtl="0" eaLnBrk="1" latinLnBrk="0" hangingPunct="1">
                        <a:defRPr sz="2400" b="1" kern="1200">
                          <a:solidFill>
                            <a:schemeClr val="lt1"/>
                          </a:solidFill>
                          <a:latin typeface="Segoe UI"/>
                        </a:defRPr>
                      </a:lvl8pPr>
                      <a:lvl9pPr marL="4875947" algn="l" defTabSz="1218987" rtl="0" eaLnBrk="1" latinLnBrk="0" hangingPunct="1">
                        <a:defRPr sz="2400" b="1" kern="1200">
                          <a:solidFill>
                            <a:schemeClr val="lt1"/>
                          </a:solidFill>
                          <a:latin typeface="Segoe UI"/>
                        </a:defRPr>
                      </a:lvl9pPr>
                    </a:lstStyle>
                    <a:p>
                      <a:r>
                        <a:rPr lang="en-US" sz="1600" dirty="0"/>
                        <a:t>Value</a:t>
                      </a:r>
                    </a:p>
                  </a:txBody>
                  <a:tcPr marL="91416" marR="91416" marT="45708" marB="45708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381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02B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2972069"/>
                  </a:ext>
                </a:extLst>
              </a:tr>
              <a:tr h="370743">
                <a:tc>
                  <a:txBody>
                    <a:bodyPr/>
                    <a:lstStyle>
                      <a:lvl1pPr marL="0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1pPr>
                      <a:lvl2pPr marL="609493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2pPr>
                      <a:lvl3pPr marL="1218987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3pPr>
                      <a:lvl4pPr marL="1828480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4pPr>
                      <a:lvl5pPr marL="2437973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5pPr>
                      <a:lvl6pPr marL="3047467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6pPr>
                      <a:lvl7pPr marL="3656960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7pPr>
                      <a:lvl8pPr marL="4266453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8pPr>
                      <a:lvl9pPr marL="4875947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9pPr>
                    </a:lstStyle>
                    <a:p>
                      <a:r>
                        <a:rPr lang="en-US" sz="1600" dirty="0"/>
                        <a:t>Token Name</a:t>
                      </a:r>
                    </a:p>
                  </a:txBody>
                  <a:tcPr marL="91416" marR="91416" marT="45708" marB="45708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381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02B50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1pPr>
                      <a:lvl2pPr marL="609493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2pPr>
                      <a:lvl3pPr marL="1218987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3pPr>
                      <a:lvl4pPr marL="1828480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4pPr>
                      <a:lvl5pPr marL="2437973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5pPr>
                      <a:lvl6pPr marL="3047467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6pPr>
                      <a:lvl7pPr marL="3656960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7pPr>
                      <a:lvl8pPr marL="4266453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8pPr>
                      <a:lvl9pPr marL="4875947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9pPr>
                    </a:lstStyle>
                    <a:p>
                      <a:r>
                        <a:rPr lang="en-US" sz="16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BTPJWTToken</a:t>
                      </a:r>
                      <a:endParaRPr lang="en-US" sz="1600" dirty="0"/>
                    </a:p>
                  </a:txBody>
                  <a:tcPr marL="91416" marR="91416" marT="45708" marB="45708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381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02B50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1289465"/>
                  </a:ext>
                </a:extLst>
              </a:tr>
              <a:tr h="370743">
                <a:tc>
                  <a:txBody>
                    <a:bodyPr/>
                    <a:lstStyle>
                      <a:lvl1pPr marL="0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1pPr>
                      <a:lvl2pPr marL="609493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2pPr>
                      <a:lvl3pPr marL="1218987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3pPr>
                      <a:lvl4pPr marL="1828480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4pPr>
                      <a:lvl5pPr marL="2437973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5pPr>
                      <a:lvl6pPr marL="3047467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6pPr>
                      <a:lvl7pPr marL="3656960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7pPr>
                      <a:lvl8pPr marL="4266453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8pPr>
                      <a:lvl9pPr marL="4875947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9pPr>
                    </a:lstStyle>
                    <a:p>
                      <a:r>
                        <a:rPr lang="en-US" sz="1600" dirty="0"/>
                        <a:t>Grant Type</a:t>
                      </a:r>
                    </a:p>
                  </a:txBody>
                  <a:tcPr marL="91416" marR="91416" marT="45708" marB="45708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02B50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1pPr>
                      <a:lvl2pPr marL="609493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2pPr>
                      <a:lvl3pPr marL="1218987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3pPr>
                      <a:lvl4pPr marL="1828480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4pPr>
                      <a:lvl5pPr marL="2437973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5pPr>
                      <a:lvl6pPr marL="3047467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6pPr>
                      <a:lvl7pPr marL="3656960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7pPr>
                      <a:lvl8pPr marL="4266453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8pPr>
                      <a:lvl9pPr marL="4875947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9pPr>
                    </a:lstStyle>
                    <a:p>
                      <a:r>
                        <a:rPr lang="en-US" sz="1600" dirty="0"/>
                        <a:t>Password credentials</a:t>
                      </a:r>
                    </a:p>
                  </a:txBody>
                  <a:tcPr marL="91416" marR="91416" marT="45708" marB="45708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02B50">
                        <a:tint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3752812"/>
                  </a:ext>
                </a:extLst>
              </a:tr>
              <a:tr h="370743">
                <a:tc>
                  <a:txBody>
                    <a:bodyPr/>
                    <a:lstStyle>
                      <a:lvl1pPr marL="0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1pPr>
                      <a:lvl2pPr marL="609493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2pPr>
                      <a:lvl3pPr marL="1218987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3pPr>
                      <a:lvl4pPr marL="1828480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4pPr>
                      <a:lvl5pPr marL="2437973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5pPr>
                      <a:lvl6pPr marL="3047467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6pPr>
                      <a:lvl7pPr marL="3656960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7pPr>
                      <a:lvl8pPr marL="4266453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8pPr>
                      <a:lvl9pPr marL="4875947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9pPr>
                    </a:lstStyle>
                    <a:p>
                      <a:r>
                        <a:rPr lang="en-US" sz="1600" dirty="0"/>
                        <a:t>Access Token URL</a:t>
                      </a:r>
                    </a:p>
                  </a:txBody>
                  <a:tcPr marL="91416" marR="91416" marT="45708" marB="45708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02B50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1pPr>
                      <a:lvl2pPr marL="609493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2pPr>
                      <a:lvl3pPr marL="1218987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3pPr>
                      <a:lvl4pPr marL="1828480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4pPr>
                      <a:lvl5pPr marL="2437973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5pPr>
                      <a:lvl6pPr marL="3047467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6pPr>
                      <a:lvl7pPr marL="3656960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7pPr>
                      <a:lvl8pPr marL="4266453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8pPr>
                      <a:lvl9pPr marL="4875947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9pPr>
                    </a:lstStyle>
                    <a:p>
                      <a:r>
                        <a:rPr lang="en-US" sz="1600" dirty="0"/>
                        <a:t>Service key of </a:t>
                      </a:r>
                      <a:r>
                        <a:rPr lang="en-US" sz="1600" dirty="0" err="1"/>
                        <a:t>xsuaa</a:t>
                      </a:r>
                      <a:r>
                        <a:rPr lang="en-US" sz="1600" dirty="0"/>
                        <a:t> – </a:t>
                      </a:r>
                      <a:r>
                        <a:rPr lang="en-US" sz="1600" dirty="0" err="1"/>
                        <a:t>url</a:t>
                      </a:r>
                      <a:r>
                        <a:rPr lang="en-US" sz="1600" dirty="0"/>
                        <a:t>, append </a:t>
                      </a:r>
                      <a:r>
                        <a:rPr lang="en-US" sz="16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en-US" sz="1600" b="1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oauth</a:t>
                      </a:r>
                      <a:r>
                        <a:rPr lang="en-US" sz="16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/token</a:t>
                      </a:r>
                      <a:endParaRPr lang="en-US" sz="1600" b="1" dirty="0"/>
                    </a:p>
                  </a:txBody>
                  <a:tcPr marL="91416" marR="91416" marT="45708" marB="45708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02B50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3187099"/>
                  </a:ext>
                </a:extLst>
              </a:tr>
              <a:tr h="370743">
                <a:tc>
                  <a:txBody>
                    <a:bodyPr/>
                    <a:lstStyle>
                      <a:lvl1pPr marL="0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1pPr>
                      <a:lvl2pPr marL="609493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2pPr>
                      <a:lvl3pPr marL="1218987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3pPr>
                      <a:lvl4pPr marL="1828480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4pPr>
                      <a:lvl5pPr marL="2437973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5pPr>
                      <a:lvl6pPr marL="3047467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6pPr>
                      <a:lvl7pPr marL="3656960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7pPr>
                      <a:lvl8pPr marL="4266453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8pPr>
                      <a:lvl9pPr marL="4875947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9pPr>
                    </a:lstStyle>
                    <a:p>
                      <a:r>
                        <a:rPr lang="en-US" sz="1600" dirty="0"/>
                        <a:t>Client Id</a:t>
                      </a:r>
                    </a:p>
                  </a:txBody>
                  <a:tcPr marL="91416" marR="91416" marT="45708" marB="45708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02B50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1pPr>
                      <a:lvl2pPr marL="609493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2pPr>
                      <a:lvl3pPr marL="1218987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3pPr>
                      <a:lvl4pPr marL="1828480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4pPr>
                      <a:lvl5pPr marL="2437973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5pPr>
                      <a:lvl6pPr marL="3047467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6pPr>
                      <a:lvl7pPr marL="3656960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7pPr>
                      <a:lvl8pPr marL="4266453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8pPr>
                      <a:lvl9pPr marL="4875947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9pPr>
                    </a:lstStyle>
                    <a:p>
                      <a:r>
                        <a:rPr lang="en-US" sz="1600" dirty="0"/>
                        <a:t>Service key – </a:t>
                      </a:r>
                      <a:r>
                        <a:rPr lang="en-US" sz="1600" dirty="0" err="1"/>
                        <a:t>client_id</a:t>
                      </a:r>
                      <a:endParaRPr lang="en-US" sz="1600" dirty="0"/>
                    </a:p>
                  </a:txBody>
                  <a:tcPr marL="91416" marR="91416" marT="45708" marB="45708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02B50">
                        <a:tint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6269835"/>
                  </a:ext>
                </a:extLst>
              </a:tr>
              <a:tr h="370743">
                <a:tc>
                  <a:txBody>
                    <a:bodyPr/>
                    <a:lstStyle>
                      <a:lvl1pPr marL="0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1pPr>
                      <a:lvl2pPr marL="609493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2pPr>
                      <a:lvl3pPr marL="1218987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3pPr>
                      <a:lvl4pPr marL="1828480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4pPr>
                      <a:lvl5pPr marL="2437973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5pPr>
                      <a:lvl6pPr marL="3047467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6pPr>
                      <a:lvl7pPr marL="3656960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7pPr>
                      <a:lvl8pPr marL="4266453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8pPr>
                      <a:lvl9pPr marL="4875947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9pPr>
                    </a:lstStyle>
                    <a:p>
                      <a:r>
                        <a:rPr lang="en-US" sz="1600" dirty="0"/>
                        <a:t>Client Secret</a:t>
                      </a:r>
                    </a:p>
                  </a:txBody>
                  <a:tcPr marL="91416" marR="91416" marT="45708" marB="45708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02B50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1pPr>
                      <a:lvl2pPr marL="609493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2pPr>
                      <a:lvl3pPr marL="1218987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3pPr>
                      <a:lvl4pPr marL="1828480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4pPr>
                      <a:lvl5pPr marL="2437973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5pPr>
                      <a:lvl6pPr marL="3047467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6pPr>
                      <a:lvl7pPr marL="3656960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7pPr>
                      <a:lvl8pPr marL="4266453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8pPr>
                      <a:lvl9pPr marL="4875947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9pPr>
                    </a:lstStyle>
                    <a:p>
                      <a:r>
                        <a:rPr lang="en-US" sz="1600" dirty="0"/>
                        <a:t>Service key – </a:t>
                      </a:r>
                      <a:r>
                        <a:rPr lang="en-US" sz="1600" dirty="0" err="1"/>
                        <a:t>client_secret</a:t>
                      </a:r>
                      <a:endParaRPr lang="en-US" sz="1600" dirty="0"/>
                    </a:p>
                  </a:txBody>
                  <a:tcPr marL="91416" marR="91416" marT="45708" marB="45708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02B50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0203588"/>
                  </a:ext>
                </a:extLst>
              </a:tr>
              <a:tr h="370743">
                <a:tc>
                  <a:txBody>
                    <a:bodyPr/>
                    <a:lstStyle>
                      <a:lvl1pPr marL="0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1pPr>
                      <a:lvl2pPr marL="609493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2pPr>
                      <a:lvl3pPr marL="1218987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3pPr>
                      <a:lvl4pPr marL="1828480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4pPr>
                      <a:lvl5pPr marL="2437973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5pPr>
                      <a:lvl6pPr marL="3047467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6pPr>
                      <a:lvl7pPr marL="3656960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7pPr>
                      <a:lvl8pPr marL="4266453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8pPr>
                      <a:lvl9pPr marL="4875947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9pPr>
                    </a:lstStyle>
                    <a:p>
                      <a:r>
                        <a:rPr lang="en-US" sz="1600" dirty="0"/>
                        <a:t>Username</a:t>
                      </a:r>
                    </a:p>
                  </a:txBody>
                  <a:tcPr marL="91416" marR="91416" marT="45708" marB="45708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02B50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1pPr>
                      <a:lvl2pPr marL="609493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2pPr>
                      <a:lvl3pPr marL="1218987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3pPr>
                      <a:lvl4pPr marL="1828480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4pPr>
                      <a:lvl5pPr marL="2437973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5pPr>
                      <a:lvl6pPr marL="3047467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6pPr>
                      <a:lvl7pPr marL="3656960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7pPr>
                      <a:lvl8pPr marL="4266453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8pPr>
                      <a:lvl9pPr marL="4875947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9pPr>
                    </a:lstStyle>
                    <a:p>
                      <a:r>
                        <a:rPr lang="en-US" sz="1600" dirty="0"/>
                        <a:t>Our BTP account user id</a:t>
                      </a:r>
                    </a:p>
                  </a:txBody>
                  <a:tcPr marL="91416" marR="91416" marT="45708" marB="45708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02B50">
                        <a:tint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65788176"/>
                  </a:ext>
                </a:extLst>
              </a:tr>
              <a:tr h="370743">
                <a:tc>
                  <a:txBody>
                    <a:bodyPr/>
                    <a:lstStyle>
                      <a:lvl1pPr marL="0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1pPr>
                      <a:lvl2pPr marL="609493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2pPr>
                      <a:lvl3pPr marL="1218987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3pPr>
                      <a:lvl4pPr marL="1828480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4pPr>
                      <a:lvl5pPr marL="2437973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5pPr>
                      <a:lvl6pPr marL="3047467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6pPr>
                      <a:lvl7pPr marL="3656960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7pPr>
                      <a:lvl8pPr marL="4266453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8pPr>
                      <a:lvl9pPr marL="4875947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9pPr>
                    </a:lstStyle>
                    <a:p>
                      <a:r>
                        <a:rPr lang="en-US" sz="1600" dirty="0"/>
                        <a:t>Password</a:t>
                      </a:r>
                    </a:p>
                  </a:txBody>
                  <a:tcPr marL="91416" marR="91416" marT="45708" marB="45708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02B50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1pPr>
                      <a:lvl2pPr marL="609493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2pPr>
                      <a:lvl3pPr marL="1218987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3pPr>
                      <a:lvl4pPr marL="1828480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4pPr>
                      <a:lvl5pPr marL="2437973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5pPr>
                      <a:lvl6pPr marL="3047467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6pPr>
                      <a:lvl7pPr marL="3656960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7pPr>
                      <a:lvl8pPr marL="4266453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8pPr>
                      <a:lvl9pPr marL="4875947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9pPr>
                    </a:lstStyle>
                    <a:p>
                      <a:r>
                        <a:rPr lang="en-US" sz="1600" dirty="0"/>
                        <a:t>Our BTP account password</a:t>
                      </a:r>
                    </a:p>
                  </a:txBody>
                  <a:tcPr marL="91416" marR="91416" marT="45708" marB="45708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02B50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5658408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DFB5595D-B4F0-BA65-4DAB-48724BA32027}"/>
              </a:ext>
            </a:extLst>
          </p:cNvPr>
          <p:cNvSpPr txBox="1"/>
          <p:nvPr/>
        </p:nvSpPr>
        <p:spPr>
          <a:xfrm>
            <a:off x="160139" y="5234036"/>
            <a:ext cx="11922315" cy="15692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121898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3. Call get token and choose use token button once token was fetched.</a:t>
            </a:r>
          </a:p>
          <a:p>
            <a:pPr marL="0" marR="0" lvl="0" indent="0" algn="l" defTabSz="121898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4. Again make get request for /vendor, and we should get response.</a:t>
            </a:r>
          </a:p>
          <a:p>
            <a:pPr marL="0" marR="0" lvl="0" indent="0" algn="l" defTabSz="121898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5. If we try </a:t>
            </a:r>
            <a:r>
              <a:rPr kumimoji="0" lang="en-US" sz="16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/vendor/, </a:t>
            </a: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it will not work because, we are looking for Role. </a:t>
            </a:r>
          </a:p>
          <a:p>
            <a:pPr marL="0" marR="0" lvl="0" indent="0" algn="l" defTabSz="121898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6. Went to BTP subaccount and created a Role collection, added the role template and assign same to our user</a:t>
            </a:r>
          </a:p>
          <a:p>
            <a:pPr marL="0" marR="0" lvl="0" indent="0" algn="l" defTabSz="121898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7. Again get the token and try to access end point for OData, this time it works.</a:t>
            </a:r>
          </a:p>
          <a:p>
            <a:pPr marL="0" marR="0" lvl="0" indent="0" algn="l" defTabSz="121898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6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335463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06D0D1-C360-929C-6634-B73035BFFD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Challenges in Current Approach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C796D8E-6200-6FFF-317A-54B3F37144BC}"/>
              </a:ext>
            </a:extLst>
          </p:cNvPr>
          <p:cNvSpPr txBox="1"/>
          <p:nvPr/>
        </p:nvSpPr>
        <p:spPr>
          <a:xfrm>
            <a:off x="191294" y="837387"/>
            <a:ext cx="11806237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797" marR="0" lvl="0" indent="-342797" algn="l" defTabSz="121898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Did you notice, that we need to first pass lots of technical details from service key</a:t>
            </a:r>
          </a:p>
          <a:p>
            <a:pPr marL="342797" marR="0" lvl="0" indent="-342797" algn="l" defTabSz="121898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IN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Pass all the info in correct manner to postman to obtain token</a:t>
            </a:r>
          </a:p>
          <a:p>
            <a:pPr marL="342797" marR="0" lvl="0" indent="-342797" algn="l" defTabSz="121898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IN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Once the token expired, we need to reobtain again and again</a:t>
            </a:r>
          </a:p>
          <a:p>
            <a:pPr marL="342797" marR="0" lvl="0" indent="-342797" algn="l" defTabSz="121898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IN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Our </a:t>
            </a:r>
            <a:r>
              <a:rPr kumimoji="0" lang="en-IN" sz="18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end user </a:t>
            </a:r>
            <a:r>
              <a:rPr kumimoji="0" lang="en-IN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do not know all this. Automate the XSUAA JWT token processing.</a:t>
            </a:r>
          </a:p>
          <a:p>
            <a:pPr marL="342797" marR="0" lvl="0" indent="-342797" algn="l" defTabSz="121898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IN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In our app, we will have multiple microservices, like java, sap ui5, node app, </a:t>
            </a:r>
            <a:r>
              <a:rPr kumimoji="0" lang="en-IN" sz="1800" b="0" i="0" u="none" strike="noStrike" kern="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xsuaa</a:t>
            </a:r>
            <a:r>
              <a:rPr kumimoji="0" lang="en-IN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…</a:t>
            </a:r>
          </a:p>
          <a:p>
            <a:pPr marL="342797" marR="0" lvl="0" indent="-342797" algn="l" defTabSz="121898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IN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Each service produce one end point e.g. /vendors, /index.html, /customers, they all logically belongs to same app. Will you give 3 </a:t>
            </a:r>
            <a:r>
              <a:rPr kumimoji="0" lang="en-IN" sz="1800" b="0" i="0" u="none" strike="noStrike" kern="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url</a:t>
            </a:r>
            <a:r>
              <a:rPr kumimoji="0" lang="en-IN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 to our user to access these apps?</a:t>
            </a:r>
          </a:p>
          <a:p>
            <a:pPr marL="342797" marR="0" lvl="0" indent="-342797" algn="l" defTabSz="121898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IN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These microservices also needs to communicate with each other. Provided we give a single end point to access our entire app to end user.</a:t>
            </a:r>
          </a:p>
          <a:p>
            <a:pPr marL="342797" marR="0" lvl="0" indent="-342797" algn="l" defTabSz="121898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IN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We want to complete redirect mechanism to let user go to login screen, authenticate on IDP and exchange of all the tokens should be seamless behind the scenes.</a:t>
            </a:r>
          </a:p>
          <a:p>
            <a:pPr marL="342797" marR="0" lvl="0" indent="-342797" algn="l" defTabSz="121898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IN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We need a </a:t>
            </a:r>
            <a:r>
              <a:rPr kumimoji="0" lang="en-IN" sz="18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single entry </a:t>
            </a:r>
            <a:r>
              <a:rPr kumimoji="0" lang="en-IN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point for entire app, </a:t>
            </a:r>
            <a:r>
              <a:rPr kumimoji="0" lang="en-IN" sz="1800" b="0" i="0" u="none" strike="noStrike" kern="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forwardAuth</a:t>
            </a:r>
            <a:r>
              <a:rPr kumimoji="0" lang="en-IN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 tokens should be done automatic.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50E049D-A442-373C-AC02-8012B77C7E77}"/>
              </a:ext>
            </a:extLst>
          </p:cNvPr>
          <p:cNvSpPr/>
          <p:nvPr/>
        </p:nvSpPr>
        <p:spPr>
          <a:xfrm>
            <a:off x="3070864" y="4569660"/>
            <a:ext cx="5327204" cy="863871"/>
          </a:xfrm>
          <a:prstGeom prst="rect">
            <a:avLst/>
          </a:prstGeom>
          <a:solidFill>
            <a:srgbClr val="202B50"/>
          </a:solidFill>
          <a:ln w="25400" cap="flat" cmpd="sng" algn="ctr">
            <a:solidFill>
              <a:srgbClr val="202B50">
                <a:shade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121898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Application router</a:t>
            </a:r>
          </a:p>
          <a:p>
            <a:pPr marL="0" marR="0" lvl="0" indent="0" algn="ctr" defTabSz="121898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(Provide single entry point, exchange auth token,</a:t>
            </a:r>
          </a:p>
          <a:p>
            <a:pPr marL="0" marR="0" lvl="0" indent="0" algn="ctr" defTabSz="121898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Communicate between microservices, like a facade)</a:t>
            </a:r>
          </a:p>
        </p:txBody>
      </p:sp>
      <p:sp>
        <p:nvSpPr>
          <p:cNvPr id="5" name="Smiley Face 4">
            <a:extLst>
              <a:ext uri="{FF2B5EF4-FFF2-40B4-BE49-F238E27FC236}">
                <a16:creationId xmlns:a16="http://schemas.microsoft.com/office/drawing/2014/main" id="{ED52A723-E120-C2D3-AF27-A7F5275D1592}"/>
              </a:ext>
            </a:extLst>
          </p:cNvPr>
          <p:cNvSpPr/>
          <p:nvPr/>
        </p:nvSpPr>
        <p:spPr>
          <a:xfrm>
            <a:off x="551240" y="4569660"/>
            <a:ext cx="575914" cy="503925"/>
          </a:xfrm>
          <a:prstGeom prst="smileyFace">
            <a:avLst/>
          </a:prstGeom>
          <a:solidFill>
            <a:srgbClr val="38C6C6"/>
          </a:solidFill>
          <a:ln w="38100" cap="flat" cmpd="sng" algn="ctr">
            <a:solidFill>
              <a:sysClr val="window" lastClr="FFFFFF"/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121898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399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4D211C58-732F-B6F2-EA91-BBD27364F9F8}"/>
              </a:ext>
            </a:extLst>
          </p:cNvPr>
          <p:cNvCxnSpPr>
            <a:stCxn id="5" idx="6"/>
            <a:endCxn id="4" idx="1"/>
          </p:cNvCxnSpPr>
          <p:nvPr/>
        </p:nvCxnSpPr>
        <p:spPr>
          <a:xfrm>
            <a:off x="1127154" y="4821622"/>
            <a:ext cx="1943710" cy="179973"/>
          </a:xfrm>
          <a:prstGeom prst="bentConnector3">
            <a:avLst/>
          </a:prstGeom>
          <a:noFill/>
          <a:ln w="9525" cap="flat" cmpd="sng" algn="ctr">
            <a:solidFill>
              <a:schemeClr val="bg1"/>
            </a:solidFill>
            <a:prstDash val="solid"/>
            <a:tailEnd type="triangle"/>
          </a:ln>
          <a:effectLst/>
        </p:spPr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B508CAFA-0D77-5FB6-FFEA-74B15D948AC0}"/>
              </a:ext>
            </a:extLst>
          </p:cNvPr>
          <p:cNvSpPr txBox="1"/>
          <p:nvPr/>
        </p:nvSpPr>
        <p:spPr>
          <a:xfrm>
            <a:off x="1551735" y="4506861"/>
            <a:ext cx="1176870" cy="4614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121898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399" b="1" i="0" u="none" strike="noStrike" kern="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url</a:t>
            </a:r>
            <a:endParaRPr kumimoji="0" lang="en-US" sz="2399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A027F3B-16BC-4EBD-1929-1FB9B9D8263A}"/>
              </a:ext>
            </a:extLst>
          </p:cNvPr>
          <p:cNvSpPr/>
          <p:nvPr/>
        </p:nvSpPr>
        <p:spPr>
          <a:xfrm>
            <a:off x="3070863" y="5865466"/>
            <a:ext cx="1655753" cy="647903"/>
          </a:xfrm>
          <a:prstGeom prst="rect">
            <a:avLst/>
          </a:prstGeom>
          <a:solidFill>
            <a:srgbClr val="202B50"/>
          </a:solidFill>
          <a:ln w="25400" cap="flat" cmpd="sng" algn="ctr">
            <a:solidFill>
              <a:srgbClr val="202B50">
                <a:shade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121898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Java</a:t>
            </a:r>
          </a:p>
          <a:p>
            <a:pPr marL="0" marR="0" lvl="0" indent="0" algn="ctr" defTabSz="121898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/</a:t>
            </a:r>
            <a:r>
              <a:rPr kumimoji="0" lang="en-US" sz="1800" b="0" i="0" u="none" strike="noStrike" kern="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Anubhav.svc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E7A687B-65C1-D483-3BDB-F2A80C69C337}"/>
              </a:ext>
            </a:extLst>
          </p:cNvPr>
          <p:cNvSpPr/>
          <p:nvPr/>
        </p:nvSpPr>
        <p:spPr>
          <a:xfrm>
            <a:off x="4918521" y="5877301"/>
            <a:ext cx="1655753" cy="647903"/>
          </a:xfrm>
          <a:prstGeom prst="rect">
            <a:avLst/>
          </a:prstGeom>
          <a:solidFill>
            <a:srgbClr val="202B50"/>
          </a:solidFill>
          <a:ln w="25400" cap="flat" cmpd="sng" algn="ctr">
            <a:solidFill>
              <a:srgbClr val="202B50">
                <a:shade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121898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UI5 App</a:t>
            </a:r>
          </a:p>
          <a:p>
            <a:pPr marL="0" marR="0" lvl="0" indent="0" algn="ctr" defTabSz="121898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/index.html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735C6B4-D300-0754-D47C-612609044B7E}"/>
              </a:ext>
            </a:extLst>
          </p:cNvPr>
          <p:cNvSpPr/>
          <p:nvPr/>
        </p:nvSpPr>
        <p:spPr>
          <a:xfrm>
            <a:off x="6766179" y="5882708"/>
            <a:ext cx="1655753" cy="647903"/>
          </a:xfrm>
          <a:prstGeom prst="rect">
            <a:avLst/>
          </a:prstGeom>
          <a:solidFill>
            <a:srgbClr val="202B50"/>
          </a:solidFill>
          <a:ln w="25400" cap="flat" cmpd="sng" algn="ctr">
            <a:solidFill>
              <a:srgbClr val="202B50">
                <a:shade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121898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Node</a:t>
            </a:r>
          </a:p>
          <a:p>
            <a:pPr marL="0" marR="0" lvl="0" indent="0" algn="ctr" defTabSz="121898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/customer</a:t>
            </a:r>
          </a:p>
        </p:txBody>
      </p:sp>
      <p:sp>
        <p:nvSpPr>
          <p:cNvPr id="11" name="Arrow: U-Turn 10">
            <a:extLst>
              <a:ext uri="{FF2B5EF4-FFF2-40B4-BE49-F238E27FC236}">
                <a16:creationId xmlns:a16="http://schemas.microsoft.com/office/drawing/2014/main" id="{E4B8BD5C-48FD-A35A-0B18-BD7062293ABD}"/>
              </a:ext>
            </a:extLst>
          </p:cNvPr>
          <p:cNvSpPr/>
          <p:nvPr/>
        </p:nvSpPr>
        <p:spPr>
          <a:xfrm>
            <a:off x="4357055" y="5454742"/>
            <a:ext cx="1403790" cy="431935"/>
          </a:xfrm>
          <a:prstGeom prst="uturnArrow">
            <a:avLst/>
          </a:prstGeom>
          <a:solidFill>
            <a:srgbClr val="E1E7F2">
              <a:lumMod val="90000"/>
            </a:srgbClr>
          </a:solidFill>
          <a:ln w="25400" cap="flat" cmpd="sng" algn="ctr">
            <a:solidFill>
              <a:srgbClr val="202B50">
                <a:shade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121898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12" name="Arrow: U-Turn 11">
            <a:extLst>
              <a:ext uri="{FF2B5EF4-FFF2-40B4-BE49-F238E27FC236}">
                <a16:creationId xmlns:a16="http://schemas.microsoft.com/office/drawing/2014/main" id="{EF56615D-E0AA-8001-F926-EFE113DA1DC8}"/>
              </a:ext>
            </a:extLst>
          </p:cNvPr>
          <p:cNvSpPr/>
          <p:nvPr/>
        </p:nvSpPr>
        <p:spPr>
          <a:xfrm>
            <a:off x="6394452" y="5458737"/>
            <a:ext cx="1403790" cy="431935"/>
          </a:xfrm>
          <a:prstGeom prst="uturnArrow">
            <a:avLst/>
          </a:prstGeom>
          <a:solidFill>
            <a:srgbClr val="E1E7F2">
              <a:lumMod val="90000"/>
            </a:srgbClr>
          </a:solidFill>
          <a:ln w="25400" cap="flat" cmpd="sng" algn="ctr">
            <a:solidFill>
              <a:srgbClr val="202B50">
                <a:shade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121898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13" name="Arrow: U-Turn 12">
            <a:extLst>
              <a:ext uri="{FF2B5EF4-FFF2-40B4-BE49-F238E27FC236}">
                <a16:creationId xmlns:a16="http://schemas.microsoft.com/office/drawing/2014/main" id="{1BB3AC61-254F-0D4F-D268-3CE08494DF47}"/>
              </a:ext>
            </a:extLst>
          </p:cNvPr>
          <p:cNvSpPr/>
          <p:nvPr/>
        </p:nvSpPr>
        <p:spPr>
          <a:xfrm flipH="1">
            <a:off x="3403197" y="5470725"/>
            <a:ext cx="1655753" cy="431935"/>
          </a:xfrm>
          <a:prstGeom prst="uturnArrow">
            <a:avLst/>
          </a:prstGeom>
          <a:solidFill>
            <a:srgbClr val="E1E7F2">
              <a:lumMod val="90000"/>
            </a:srgbClr>
          </a:solidFill>
          <a:ln w="25400" cap="flat" cmpd="sng" algn="ctr">
            <a:solidFill>
              <a:srgbClr val="202B50">
                <a:shade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121898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14" name="Arrow: U-Turn 13">
            <a:extLst>
              <a:ext uri="{FF2B5EF4-FFF2-40B4-BE49-F238E27FC236}">
                <a16:creationId xmlns:a16="http://schemas.microsoft.com/office/drawing/2014/main" id="{0A3C6A81-904C-67EA-C3E0-196F54E4957F}"/>
              </a:ext>
            </a:extLst>
          </p:cNvPr>
          <p:cNvSpPr/>
          <p:nvPr/>
        </p:nvSpPr>
        <p:spPr>
          <a:xfrm flipH="1">
            <a:off x="5205592" y="5495173"/>
            <a:ext cx="2132065" cy="431935"/>
          </a:xfrm>
          <a:prstGeom prst="uturnArrow">
            <a:avLst/>
          </a:prstGeom>
          <a:solidFill>
            <a:srgbClr val="E1E7F2">
              <a:lumMod val="90000"/>
            </a:srgbClr>
          </a:solidFill>
          <a:ln w="25400" cap="flat" cmpd="sng" algn="ctr">
            <a:solidFill>
              <a:srgbClr val="202B50">
                <a:shade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121898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4F8EA13-DC47-5B7A-30A8-1765E352D908}"/>
              </a:ext>
            </a:extLst>
          </p:cNvPr>
          <p:cNvSpPr/>
          <p:nvPr/>
        </p:nvSpPr>
        <p:spPr>
          <a:xfrm>
            <a:off x="9909842" y="4876096"/>
            <a:ext cx="1727742" cy="594629"/>
          </a:xfrm>
          <a:prstGeom prst="rect">
            <a:avLst/>
          </a:prstGeom>
          <a:solidFill>
            <a:srgbClr val="202B50"/>
          </a:solidFill>
          <a:ln w="25400" cap="flat" cmpd="sng" algn="ctr">
            <a:solidFill>
              <a:srgbClr val="202B50">
                <a:shade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121898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399" b="0" i="0" u="none" strike="noStrike" kern="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xsuaa</a:t>
            </a:r>
            <a:endParaRPr kumimoji="0" lang="en-US" sz="2399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60134498-0A01-D1F1-3812-5EB05D8E51B8}"/>
              </a:ext>
            </a:extLst>
          </p:cNvPr>
          <p:cNvCxnSpPr>
            <a:stCxn id="4" idx="3"/>
          </p:cNvCxnSpPr>
          <p:nvPr/>
        </p:nvCxnSpPr>
        <p:spPr>
          <a:xfrm>
            <a:off x="8398068" y="5001595"/>
            <a:ext cx="1511774" cy="0"/>
          </a:xfrm>
          <a:prstGeom prst="straightConnector1">
            <a:avLst/>
          </a:prstGeom>
          <a:noFill/>
          <a:ln w="9525" cap="flat" cmpd="sng" algn="ctr">
            <a:solidFill>
              <a:schemeClr val="bg1"/>
            </a:solidFill>
            <a:prstDash val="solid"/>
            <a:tailEnd type="triangle"/>
          </a:ln>
          <a:effectLst/>
        </p:spPr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68F7DE8-70C0-0093-4FE0-0EB19E88027A}"/>
              </a:ext>
            </a:extLst>
          </p:cNvPr>
          <p:cNvCxnSpPr>
            <a:cxnSpLocks/>
            <a:stCxn id="15" idx="1"/>
          </p:cNvCxnSpPr>
          <p:nvPr/>
        </p:nvCxnSpPr>
        <p:spPr>
          <a:xfrm flipH="1">
            <a:off x="8421932" y="5173411"/>
            <a:ext cx="1487910" cy="0"/>
          </a:xfrm>
          <a:prstGeom prst="straightConnector1">
            <a:avLst/>
          </a:prstGeom>
          <a:noFill/>
          <a:ln w="9525" cap="flat" cmpd="sng" algn="ctr">
            <a:solidFill>
              <a:schemeClr val="bg1"/>
            </a:solidFill>
            <a:prstDash val="soli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5631022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10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10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10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0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3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6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9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82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85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88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91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94" dur="2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97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00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03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06" dur="2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09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06D0D1-C360-929C-6634-B73035BFFD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to App Router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A9125C8-EE73-BED6-16B3-BB424E7483AB}"/>
              </a:ext>
            </a:extLst>
          </p:cNvPr>
          <p:cNvSpPr txBox="1"/>
          <p:nvPr/>
        </p:nvSpPr>
        <p:spPr>
          <a:xfrm>
            <a:off x="161034" y="909378"/>
            <a:ext cx="11806237" cy="45215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797" marR="0" lvl="0" indent="-342797" algn="l" defTabSz="1218621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399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It is a Node JS Application </a:t>
            </a:r>
          </a:p>
          <a:p>
            <a:pPr marL="342797" marR="0" lvl="0" indent="-342797" algn="l" defTabSz="1218621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399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It is used to automate the process of authentication, authorization with XSUAA to do token exchange</a:t>
            </a:r>
          </a:p>
          <a:p>
            <a:pPr marL="342797" marR="0" lvl="0" indent="-342797" algn="l" defTabSz="1218621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399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It sits in the middle of IDP and XSUAA, it will redirect the request to our microservice to </a:t>
            </a:r>
            <a:r>
              <a:rPr kumimoji="0" lang="en-US" sz="2399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xsuaa</a:t>
            </a:r>
            <a:r>
              <a:rPr kumimoji="0" lang="en-US" sz="2399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, and eventually to </a:t>
            </a:r>
            <a:r>
              <a:rPr kumimoji="0" lang="en-US" sz="2399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idp</a:t>
            </a:r>
            <a:endParaRPr kumimoji="0" lang="en-US" sz="2399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  <a:p>
            <a:pPr marL="342797" marR="0" lvl="0" indent="-342797" algn="l" defTabSz="1218621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399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IDP sends the login screen to the user, user authenticates, which is taken to XSUAA, XSUAA issues JWT Token, this JWT token is presented to </a:t>
            </a:r>
            <a:r>
              <a:rPr kumimoji="0" lang="en-US" sz="2399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api</a:t>
            </a:r>
            <a:r>
              <a:rPr kumimoji="0" lang="en-US" sz="2399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 end points</a:t>
            </a:r>
          </a:p>
          <a:p>
            <a:pPr marL="342797" marR="0" lvl="0" indent="-342797" algn="l" defTabSz="1218621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399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App Router takes the JWT token from XSUAA and gives it to our microservices and even exchange this token to multiple microservices inside</a:t>
            </a:r>
          </a:p>
          <a:p>
            <a:pPr marL="342797" marR="0" lvl="0" indent="-342797" algn="l" defTabSz="1218621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399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It Serves as a single entry point for the entire app.</a:t>
            </a:r>
          </a:p>
          <a:p>
            <a:pPr marL="342797" marR="0" lvl="0" indent="-342797" algn="l" defTabSz="1218621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IN" sz="2399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To tell app router about our multiple microservices so that it can re-direct, we need to create a configuration file named as </a:t>
            </a:r>
            <a:r>
              <a:rPr kumimoji="0" lang="en-IN" sz="2399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xs-app.json</a:t>
            </a:r>
            <a:r>
              <a:rPr kumimoji="0" lang="en-IN" sz="2399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 which contains the details.</a:t>
            </a:r>
          </a:p>
        </p:txBody>
      </p:sp>
    </p:spTree>
    <p:extLst>
      <p:ext uri="{BB962C8B-B14F-4D97-AF65-F5344CB8AC3E}">
        <p14:creationId xmlns:p14="http://schemas.microsoft.com/office/powerpoint/2010/main" val="331986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06D0D1-C360-929C-6634-B73035BFFD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/>
              <a:t>Real World Example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2EA533E-B375-495B-C297-1E34514386FD}"/>
              </a:ext>
            </a:extLst>
          </p:cNvPr>
          <p:cNvSpPr/>
          <p:nvPr/>
        </p:nvSpPr>
        <p:spPr>
          <a:xfrm>
            <a:off x="10028249" y="2829492"/>
            <a:ext cx="1943710" cy="575914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8621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Loan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936DB1B-5BB2-1C6B-1C9A-FD527662AD3B}"/>
              </a:ext>
            </a:extLst>
          </p:cNvPr>
          <p:cNvSpPr/>
          <p:nvPr/>
        </p:nvSpPr>
        <p:spPr>
          <a:xfrm>
            <a:off x="10028249" y="3464823"/>
            <a:ext cx="1943710" cy="575914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8621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Credit Card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79C15EF-FC9E-DC26-ADB2-5A8A7913CF1E}"/>
              </a:ext>
            </a:extLst>
          </p:cNvPr>
          <p:cNvSpPr/>
          <p:nvPr/>
        </p:nvSpPr>
        <p:spPr>
          <a:xfrm>
            <a:off x="10028249" y="4100153"/>
            <a:ext cx="1943710" cy="575914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8621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Deposit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2356AC6-451F-9EFC-F182-E64D4AF591B1}"/>
              </a:ext>
            </a:extLst>
          </p:cNvPr>
          <p:cNvSpPr/>
          <p:nvPr/>
        </p:nvSpPr>
        <p:spPr>
          <a:xfrm>
            <a:off x="10053820" y="4735484"/>
            <a:ext cx="1943710" cy="575914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8621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Draft/Cheque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D111B6E-46C2-C252-ED42-B0E715054D58}"/>
              </a:ext>
            </a:extLst>
          </p:cNvPr>
          <p:cNvSpPr/>
          <p:nvPr/>
        </p:nvSpPr>
        <p:spPr>
          <a:xfrm>
            <a:off x="10053964" y="5366291"/>
            <a:ext cx="1943710" cy="575914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8621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FD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F713BAD-A756-CE90-30A2-C455D59C0ACA}"/>
              </a:ext>
            </a:extLst>
          </p:cNvPr>
          <p:cNvSpPr/>
          <p:nvPr/>
        </p:nvSpPr>
        <p:spPr>
          <a:xfrm>
            <a:off x="10053820" y="6020613"/>
            <a:ext cx="1943710" cy="575914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8621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Locker</a:t>
            </a:r>
          </a:p>
        </p:txBody>
      </p:sp>
      <p:pic>
        <p:nvPicPr>
          <p:cNvPr id="9" name="Picture 8" descr="Icon&#10;&#10;Description automatically generated">
            <a:extLst>
              <a:ext uri="{FF2B5EF4-FFF2-40B4-BE49-F238E27FC236}">
                <a16:creationId xmlns:a16="http://schemas.microsoft.com/office/drawing/2014/main" id="{070111FB-6C2D-B285-7982-7544388F451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37645" y="1353879"/>
            <a:ext cx="1083615" cy="1083615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DC93980-FD63-3685-BA93-DA4037E2A56F}"/>
              </a:ext>
            </a:extLst>
          </p:cNvPr>
          <p:cNvSpPr txBox="1"/>
          <p:nvPr/>
        </p:nvSpPr>
        <p:spPr>
          <a:xfrm>
            <a:off x="335272" y="1032062"/>
            <a:ext cx="1295806" cy="307777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1218621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Customer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957B6AB-C7CA-2A1B-233F-9F9C7D532060}"/>
              </a:ext>
            </a:extLst>
          </p:cNvPr>
          <p:cNvCxnSpPr>
            <a:cxnSpLocks/>
          </p:cNvCxnSpPr>
          <p:nvPr/>
        </p:nvCxnSpPr>
        <p:spPr>
          <a:xfrm flipV="1">
            <a:off x="1455662" y="1629270"/>
            <a:ext cx="4169229" cy="1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 descr="Icon&#10;&#10;Description automatically generated">
            <a:extLst>
              <a:ext uri="{FF2B5EF4-FFF2-40B4-BE49-F238E27FC236}">
                <a16:creationId xmlns:a16="http://schemas.microsoft.com/office/drawing/2014/main" id="{4B0383D5-7DD1-02CF-EEBC-88D4D498629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 flipH="1">
            <a:off x="5590487" y="1235015"/>
            <a:ext cx="1655753" cy="2289552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13" name="Oval 12">
            <a:extLst>
              <a:ext uri="{FF2B5EF4-FFF2-40B4-BE49-F238E27FC236}">
                <a16:creationId xmlns:a16="http://schemas.microsoft.com/office/drawing/2014/main" id="{82548D8D-B1BC-D516-A585-B01B1881E525}"/>
              </a:ext>
            </a:extLst>
          </p:cNvPr>
          <p:cNvSpPr/>
          <p:nvPr/>
        </p:nvSpPr>
        <p:spPr>
          <a:xfrm>
            <a:off x="2710918" y="1407464"/>
            <a:ext cx="431935" cy="427970"/>
          </a:xfrm>
          <a:prstGeom prst="ellips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8621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1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B39DA18-89FF-2842-5B78-64BDA3DF7C96}"/>
              </a:ext>
            </a:extLst>
          </p:cNvPr>
          <p:cNvCxnSpPr/>
          <p:nvPr/>
        </p:nvCxnSpPr>
        <p:spPr>
          <a:xfrm flipH="1">
            <a:off x="1455660" y="1773247"/>
            <a:ext cx="4134827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14" descr="A picture containing text, parking, machine, meter&#10;&#10;Description automatically generated">
            <a:extLst>
              <a:ext uri="{FF2B5EF4-FFF2-40B4-BE49-F238E27FC236}">
                <a16:creationId xmlns:a16="http://schemas.microsoft.com/office/drawing/2014/main" id="{BBC0DADA-D9A2-DA21-95E2-18E03C3AFF15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33824" y="3730119"/>
            <a:ext cx="1711332" cy="1231691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D38F7EAB-F03E-4A39-6E1E-14A442C77DC0}"/>
              </a:ext>
            </a:extLst>
          </p:cNvPr>
          <p:cNvSpPr txBox="1"/>
          <p:nvPr/>
        </p:nvSpPr>
        <p:spPr>
          <a:xfrm>
            <a:off x="1331345" y="6857107"/>
            <a:ext cx="9526138" cy="215444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1218621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/>
                <a:ea typeface="+mn-ea"/>
                <a:cs typeface="+mn-cs"/>
                <a:hlinkClick r:id="rId7" tooltip="https://www.flickr.com/photos/jeepersmedia/14765960308/"/>
              </a:rPr>
              <a:t>This Photo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 by Unknown Author is licensed under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/>
                <a:ea typeface="+mn-ea"/>
                <a:cs typeface="+mn-cs"/>
                <a:hlinkClick r:id="rId8" tooltip="https://creativecommons.org/licenses/by/3.0/"/>
              </a:rPr>
              <a:t>CC BY</a:t>
            </a:r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5A2B9F5-841F-1EDB-859C-2C5C4A5C5C4D}"/>
              </a:ext>
            </a:extLst>
          </p:cNvPr>
          <p:cNvCxnSpPr>
            <a:stCxn id="9" idx="2"/>
            <a:endCxn id="15" idx="0"/>
          </p:cNvCxnSpPr>
          <p:nvPr/>
        </p:nvCxnSpPr>
        <p:spPr>
          <a:xfrm>
            <a:off x="879453" y="2437494"/>
            <a:ext cx="10038" cy="1292626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F985EF3C-623F-4F13-28C8-8E3CB3B1508E}"/>
              </a:ext>
            </a:extLst>
          </p:cNvPr>
          <p:cNvSpPr/>
          <p:nvPr/>
        </p:nvSpPr>
        <p:spPr>
          <a:xfrm>
            <a:off x="33824" y="5714346"/>
            <a:ext cx="1711332" cy="403741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8621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*******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07E0C267-9B09-10B0-9791-36B97BFC1EBE}"/>
              </a:ext>
            </a:extLst>
          </p:cNvPr>
          <p:cNvCxnSpPr>
            <a:stCxn id="15" idx="2"/>
            <a:endCxn id="18" idx="0"/>
          </p:cNvCxnSpPr>
          <p:nvPr/>
        </p:nvCxnSpPr>
        <p:spPr>
          <a:xfrm>
            <a:off x="889490" y="4961810"/>
            <a:ext cx="0" cy="752536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21E8ADA-FBDB-0223-EDFA-0297C75D10B6}"/>
              </a:ext>
            </a:extLst>
          </p:cNvPr>
          <p:cNvCxnSpPr/>
          <p:nvPr/>
        </p:nvCxnSpPr>
        <p:spPr>
          <a:xfrm flipV="1">
            <a:off x="695218" y="4961811"/>
            <a:ext cx="0" cy="692439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6AC01570-9A95-69A1-4B28-816A639DDD18}"/>
              </a:ext>
            </a:extLst>
          </p:cNvPr>
          <p:cNvCxnSpPr/>
          <p:nvPr/>
        </p:nvCxnSpPr>
        <p:spPr>
          <a:xfrm flipV="1">
            <a:off x="695218" y="2379793"/>
            <a:ext cx="0" cy="1350327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C261E608-4361-CED8-02D4-02A054BCDE60}"/>
              </a:ext>
            </a:extLst>
          </p:cNvPr>
          <p:cNvSpPr/>
          <p:nvPr/>
        </p:nvSpPr>
        <p:spPr>
          <a:xfrm>
            <a:off x="767208" y="2822672"/>
            <a:ext cx="431935" cy="427970"/>
          </a:xfrm>
          <a:prstGeom prst="ellips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8621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2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B82C6420-EF79-3831-013D-B5E561219E1F}"/>
              </a:ext>
            </a:extLst>
          </p:cNvPr>
          <p:cNvSpPr/>
          <p:nvPr/>
        </p:nvSpPr>
        <p:spPr>
          <a:xfrm>
            <a:off x="767208" y="5069624"/>
            <a:ext cx="431935" cy="427970"/>
          </a:xfrm>
          <a:prstGeom prst="ellips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8621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3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6FC0A25E-C437-DE46-D027-B5EEDF3E96D1}"/>
              </a:ext>
            </a:extLst>
          </p:cNvPr>
          <p:cNvSpPr/>
          <p:nvPr/>
        </p:nvSpPr>
        <p:spPr>
          <a:xfrm>
            <a:off x="353831" y="2497591"/>
            <a:ext cx="431935" cy="427970"/>
          </a:xfrm>
          <a:prstGeom prst="ellips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8621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4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09305B0-C4D4-BBB5-2BA2-513DB9C20447}"/>
              </a:ext>
            </a:extLst>
          </p:cNvPr>
          <p:cNvCxnSpPr>
            <a:cxnSpLocks/>
          </p:cNvCxnSpPr>
          <p:nvPr/>
        </p:nvCxnSpPr>
        <p:spPr>
          <a:xfrm flipV="1">
            <a:off x="1455662" y="2157385"/>
            <a:ext cx="4169229" cy="1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9FEABC96-1E27-2553-2C0E-81F675867AD1}"/>
              </a:ext>
            </a:extLst>
          </p:cNvPr>
          <p:cNvSpPr/>
          <p:nvPr/>
        </p:nvSpPr>
        <p:spPr>
          <a:xfrm>
            <a:off x="2710918" y="1935578"/>
            <a:ext cx="431935" cy="427970"/>
          </a:xfrm>
          <a:prstGeom prst="ellips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8621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5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8E5881B-F0FD-D913-199F-D4A478F6245D}"/>
              </a:ext>
            </a:extLst>
          </p:cNvPr>
          <p:cNvCxnSpPr/>
          <p:nvPr/>
        </p:nvCxnSpPr>
        <p:spPr>
          <a:xfrm flipH="1">
            <a:off x="1455660" y="2301362"/>
            <a:ext cx="4134827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Diamond 27">
            <a:extLst>
              <a:ext uri="{FF2B5EF4-FFF2-40B4-BE49-F238E27FC236}">
                <a16:creationId xmlns:a16="http://schemas.microsoft.com/office/drawing/2014/main" id="{FA6C84D5-C8B3-EF20-9779-10988BAB0E5E}"/>
              </a:ext>
            </a:extLst>
          </p:cNvPr>
          <p:cNvSpPr/>
          <p:nvPr/>
        </p:nvSpPr>
        <p:spPr>
          <a:xfrm>
            <a:off x="3565018" y="4106792"/>
            <a:ext cx="503925" cy="441663"/>
          </a:xfrm>
          <a:prstGeom prst="diamond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8621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D03073B4-532F-029D-E7D7-E8DC1BE72DA2}"/>
              </a:ext>
            </a:extLst>
          </p:cNvPr>
          <p:cNvCxnSpPr>
            <a:cxnSpLocks/>
          </p:cNvCxnSpPr>
          <p:nvPr/>
        </p:nvCxnSpPr>
        <p:spPr>
          <a:xfrm rot="5400000">
            <a:off x="3636952" y="1572099"/>
            <a:ext cx="821397" cy="4673208"/>
          </a:xfrm>
          <a:prstGeom prst="bentConnector2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0" name="Picture 29" descr="A picture containing text&#10;&#10;Description automatically generated">
            <a:extLst>
              <a:ext uri="{FF2B5EF4-FFF2-40B4-BE49-F238E27FC236}">
                <a16:creationId xmlns:a16="http://schemas.microsoft.com/office/drawing/2014/main" id="{610ED705-5F91-9684-7A85-131C1315877B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10"/>
              </a:ext>
            </a:extLst>
          </a:blip>
          <a:stretch>
            <a:fillRect/>
          </a:stretch>
        </p:blipFill>
        <p:spPr>
          <a:xfrm>
            <a:off x="3257768" y="1999585"/>
            <a:ext cx="431936" cy="559744"/>
          </a:xfrm>
          <a:prstGeom prst="rect">
            <a:avLst/>
          </a:prstGeom>
          <a:ln>
            <a:solidFill>
              <a:schemeClr val="bg1"/>
            </a:solidFill>
          </a:ln>
        </p:spPr>
      </p:pic>
      <p:pic>
        <p:nvPicPr>
          <p:cNvPr id="31" name="Picture 30" descr="A picture containing text&#10;&#10;Description automatically generated">
            <a:extLst>
              <a:ext uri="{FF2B5EF4-FFF2-40B4-BE49-F238E27FC236}">
                <a16:creationId xmlns:a16="http://schemas.microsoft.com/office/drawing/2014/main" id="{9D09D388-92C2-4B3D-2938-BA9ADE40A1D3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10"/>
              </a:ext>
            </a:extLst>
          </a:blip>
          <a:stretch>
            <a:fillRect/>
          </a:stretch>
        </p:blipFill>
        <p:spPr>
          <a:xfrm>
            <a:off x="93550" y="2799284"/>
            <a:ext cx="431936" cy="559744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6D4978EF-301C-D1F9-60A5-32128B305C89}"/>
              </a:ext>
            </a:extLst>
          </p:cNvPr>
          <p:cNvSpPr txBox="1"/>
          <p:nvPr/>
        </p:nvSpPr>
        <p:spPr>
          <a:xfrm>
            <a:off x="4210611" y="4038269"/>
            <a:ext cx="2604637" cy="27699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0" marR="0" lvl="0" indent="0" algn="l" defTabSz="1218621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Validate, trust</a:t>
            </a:r>
          </a:p>
        </p:txBody>
      </p: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6BCB7C48-AB34-D89B-8A58-C1CFCFF03C7A}"/>
              </a:ext>
            </a:extLst>
          </p:cNvPr>
          <p:cNvCxnSpPr>
            <a:cxnSpLocks/>
            <a:endCxn id="8" idx="1"/>
          </p:cNvCxnSpPr>
          <p:nvPr/>
        </p:nvCxnSpPr>
        <p:spPr>
          <a:xfrm>
            <a:off x="1415111" y="2541519"/>
            <a:ext cx="8638710" cy="3767051"/>
          </a:xfrm>
          <a:prstGeom prst="bentConnector3">
            <a:avLst>
              <a:gd name="adj1" fmla="val 20302"/>
            </a:avLst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Oval 33">
            <a:extLst>
              <a:ext uri="{FF2B5EF4-FFF2-40B4-BE49-F238E27FC236}">
                <a16:creationId xmlns:a16="http://schemas.microsoft.com/office/drawing/2014/main" id="{F9ADEEA6-DAB4-08D6-6030-E0AC8755794A}"/>
              </a:ext>
            </a:extLst>
          </p:cNvPr>
          <p:cNvSpPr/>
          <p:nvPr/>
        </p:nvSpPr>
        <p:spPr>
          <a:xfrm>
            <a:off x="5698471" y="4035271"/>
            <a:ext cx="431935" cy="427970"/>
          </a:xfrm>
          <a:prstGeom prst="ellips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8621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6</a:t>
            </a: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C5E616A7-4B52-402C-9497-6CF8B4621C2A}"/>
              </a:ext>
            </a:extLst>
          </p:cNvPr>
          <p:cNvSpPr/>
          <p:nvPr/>
        </p:nvSpPr>
        <p:spPr>
          <a:xfrm>
            <a:off x="6168285" y="6017074"/>
            <a:ext cx="431935" cy="427970"/>
          </a:xfrm>
          <a:prstGeom prst="ellips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8621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7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87" name="Ink 86">
                <a:extLst>
                  <a:ext uri="{FF2B5EF4-FFF2-40B4-BE49-F238E27FC236}">
                    <a16:creationId xmlns:a16="http://schemas.microsoft.com/office/drawing/2014/main" id="{8EBD12E5-9E62-431B-3017-422731D97512}"/>
                  </a:ext>
                </a:extLst>
              </p14:cNvPr>
              <p14:cNvContentPartPr/>
              <p14:nvPr/>
            </p14:nvContentPartPr>
            <p14:xfrm>
              <a:off x="5551848" y="1753881"/>
              <a:ext cx="43909" cy="33111"/>
            </p14:xfrm>
          </p:contentPart>
        </mc:Choice>
        <mc:Fallback xmlns="">
          <p:pic>
            <p:nvPicPr>
              <p:cNvPr id="87" name="Ink 86">
                <a:extLst>
                  <a:ext uri="{FF2B5EF4-FFF2-40B4-BE49-F238E27FC236}">
                    <a16:creationId xmlns:a16="http://schemas.microsoft.com/office/drawing/2014/main" id="{8EBD12E5-9E62-431B-3017-422731D97512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5542923" y="1744883"/>
                <a:ext cx="61401" cy="5074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660AEC41-1589-8451-C5B8-8D010BB4ABCB}"/>
                  </a:ext>
                </a:extLst>
              </p14:cNvPr>
              <p14:cNvContentPartPr/>
              <p14:nvPr/>
            </p14:nvContentPartPr>
            <p14:xfrm>
              <a:off x="0" y="542880"/>
              <a:ext cx="10974960" cy="6179760"/>
            </p14:xfrm>
          </p:contentPart>
        </mc:Choice>
        <mc:Fallback xmlns=""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660AEC41-1589-8451-C5B8-8D010BB4ABCB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-9360" y="533520"/>
                <a:ext cx="10993680" cy="61984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8656826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06D0D1-C360-929C-6634-B73035BFFD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Challenges in Current Approach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C796D8E-6200-6FFF-317A-54B3F37144BC}"/>
              </a:ext>
            </a:extLst>
          </p:cNvPr>
          <p:cNvSpPr txBox="1"/>
          <p:nvPr/>
        </p:nvSpPr>
        <p:spPr>
          <a:xfrm>
            <a:off x="191294" y="837387"/>
            <a:ext cx="11806237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797" marR="0" lvl="0" indent="-342797" algn="l" defTabSz="121898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Did you notice, that we need to first pass lots of technical details from service key</a:t>
            </a:r>
          </a:p>
          <a:p>
            <a:pPr marL="342797" marR="0" lvl="0" indent="-342797" algn="l" defTabSz="121898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IN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Pass all the info in correct manner to postman to obtain token</a:t>
            </a:r>
          </a:p>
          <a:p>
            <a:pPr marL="342797" marR="0" lvl="0" indent="-342797" algn="l" defTabSz="121898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IN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Once the token expired, we need to reobtain again and again</a:t>
            </a:r>
          </a:p>
          <a:p>
            <a:pPr marL="342797" marR="0" lvl="0" indent="-342797" algn="l" defTabSz="121898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IN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Our </a:t>
            </a:r>
            <a:r>
              <a:rPr kumimoji="0" lang="en-IN" sz="18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end user </a:t>
            </a:r>
            <a:r>
              <a:rPr kumimoji="0" lang="en-IN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do not know all this. Automate the XSUAA JWT token processing.</a:t>
            </a:r>
          </a:p>
          <a:p>
            <a:pPr marL="342797" marR="0" lvl="0" indent="-342797" algn="l" defTabSz="121898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IN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In our app, we will have multiple microservices, like java, sap ui5, node app, </a:t>
            </a:r>
            <a:r>
              <a:rPr kumimoji="0" lang="en-IN" sz="1800" b="0" i="0" u="none" strike="noStrike" kern="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xsuaa</a:t>
            </a:r>
            <a:r>
              <a:rPr kumimoji="0" lang="en-IN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…</a:t>
            </a:r>
          </a:p>
          <a:p>
            <a:pPr marL="342797" marR="0" lvl="0" indent="-342797" algn="l" defTabSz="121898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IN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Each service produce one end point e.g. /vendors, /index.html, /customers, they all logically belongs to same app. Will you give 3 </a:t>
            </a:r>
            <a:r>
              <a:rPr kumimoji="0" lang="en-IN" sz="1800" b="0" i="0" u="none" strike="noStrike" kern="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url</a:t>
            </a:r>
            <a:r>
              <a:rPr kumimoji="0" lang="en-IN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 to our user to access these apps?</a:t>
            </a:r>
          </a:p>
          <a:p>
            <a:pPr marL="342797" marR="0" lvl="0" indent="-342797" algn="l" defTabSz="121898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IN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These microservices also needs to communicate with each other. Provided we give a single end point to access our entire app to end user.</a:t>
            </a:r>
          </a:p>
          <a:p>
            <a:pPr marL="342797" marR="0" lvl="0" indent="-342797" algn="l" defTabSz="121898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IN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We want to complete redirect mechanism to let user go to login screen, authenticate on IDP and exchange of all the tokens should be seamless behind the scenes.</a:t>
            </a:r>
          </a:p>
          <a:p>
            <a:pPr marL="342797" marR="0" lvl="0" indent="-342797" algn="l" defTabSz="121898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IN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We need a </a:t>
            </a:r>
            <a:r>
              <a:rPr kumimoji="0" lang="en-IN" sz="18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single entry </a:t>
            </a:r>
            <a:r>
              <a:rPr kumimoji="0" lang="en-IN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point for entire app, </a:t>
            </a:r>
            <a:r>
              <a:rPr kumimoji="0" lang="en-IN" sz="1800" b="0" i="0" u="none" strike="noStrike" kern="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forwardAuth</a:t>
            </a:r>
            <a:r>
              <a:rPr kumimoji="0" lang="en-IN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 tokens should be done automatic.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50E049D-A442-373C-AC02-8012B77C7E77}"/>
              </a:ext>
            </a:extLst>
          </p:cNvPr>
          <p:cNvSpPr/>
          <p:nvPr/>
        </p:nvSpPr>
        <p:spPr>
          <a:xfrm>
            <a:off x="3070864" y="4569660"/>
            <a:ext cx="5327204" cy="863871"/>
          </a:xfrm>
          <a:prstGeom prst="rect">
            <a:avLst/>
          </a:prstGeom>
          <a:solidFill>
            <a:srgbClr val="202B50"/>
          </a:solidFill>
          <a:ln w="25400" cap="flat" cmpd="sng" algn="ctr">
            <a:solidFill>
              <a:srgbClr val="202B50">
                <a:shade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121898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Application router</a:t>
            </a:r>
          </a:p>
          <a:p>
            <a:pPr marL="0" marR="0" lvl="0" indent="0" algn="ctr" defTabSz="121898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(Provide single entry point, exchange auth token,</a:t>
            </a:r>
          </a:p>
          <a:p>
            <a:pPr marL="0" marR="0" lvl="0" indent="0" algn="ctr" defTabSz="121898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Communicate between microservices, like a facade)</a:t>
            </a:r>
          </a:p>
        </p:txBody>
      </p:sp>
      <p:sp>
        <p:nvSpPr>
          <p:cNvPr id="5" name="Smiley Face 4">
            <a:extLst>
              <a:ext uri="{FF2B5EF4-FFF2-40B4-BE49-F238E27FC236}">
                <a16:creationId xmlns:a16="http://schemas.microsoft.com/office/drawing/2014/main" id="{ED52A723-E120-C2D3-AF27-A7F5275D1592}"/>
              </a:ext>
            </a:extLst>
          </p:cNvPr>
          <p:cNvSpPr/>
          <p:nvPr/>
        </p:nvSpPr>
        <p:spPr>
          <a:xfrm>
            <a:off x="551240" y="4569660"/>
            <a:ext cx="575914" cy="503925"/>
          </a:xfrm>
          <a:prstGeom prst="smileyFace">
            <a:avLst/>
          </a:prstGeom>
          <a:solidFill>
            <a:srgbClr val="38C6C6"/>
          </a:solidFill>
          <a:ln w="38100" cap="flat" cmpd="sng" algn="ctr">
            <a:solidFill>
              <a:sysClr val="window" lastClr="FFFFFF"/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121898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399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4D211C58-732F-B6F2-EA91-BBD27364F9F8}"/>
              </a:ext>
            </a:extLst>
          </p:cNvPr>
          <p:cNvCxnSpPr>
            <a:stCxn id="5" idx="6"/>
            <a:endCxn id="4" idx="1"/>
          </p:cNvCxnSpPr>
          <p:nvPr/>
        </p:nvCxnSpPr>
        <p:spPr>
          <a:xfrm>
            <a:off x="1127154" y="4821622"/>
            <a:ext cx="1943710" cy="179973"/>
          </a:xfrm>
          <a:prstGeom prst="bentConnector3">
            <a:avLst/>
          </a:prstGeom>
          <a:noFill/>
          <a:ln w="9525" cap="flat" cmpd="sng" algn="ctr">
            <a:solidFill>
              <a:schemeClr val="bg1"/>
            </a:solidFill>
            <a:prstDash val="solid"/>
            <a:tailEnd type="triangle"/>
          </a:ln>
          <a:effectLst/>
        </p:spPr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B508CAFA-0D77-5FB6-FFEA-74B15D948AC0}"/>
              </a:ext>
            </a:extLst>
          </p:cNvPr>
          <p:cNvSpPr txBox="1"/>
          <p:nvPr/>
        </p:nvSpPr>
        <p:spPr>
          <a:xfrm>
            <a:off x="1551735" y="4506861"/>
            <a:ext cx="1176870" cy="4614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121898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399" b="1" i="0" u="none" strike="noStrike" kern="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url</a:t>
            </a:r>
            <a:endParaRPr kumimoji="0" lang="en-US" sz="2399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A027F3B-16BC-4EBD-1929-1FB9B9D8263A}"/>
              </a:ext>
            </a:extLst>
          </p:cNvPr>
          <p:cNvSpPr/>
          <p:nvPr/>
        </p:nvSpPr>
        <p:spPr>
          <a:xfrm>
            <a:off x="3070863" y="5865466"/>
            <a:ext cx="1655753" cy="647903"/>
          </a:xfrm>
          <a:prstGeom prst="rect">
            <a:avLst/>
          </a:prstGeom>
          <a:solidFill>
            <a:srgbClr val="202B50"/>
          </a:solidFill>
          <a:ln w="25400" cap="flat" cmpd="sng" algn="ctr">
            <a:solidFill>
              <a:srgbClr val="202B50">
                <a:shade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121898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Java</a:t>
            </a:r>
          </a:p>
          <a:p>
            <a:pPr marL="0" marR="0" lvl="0" indent="0" algn="ctr" defTabSz="121898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/</a:t>
            </a:r>
            <a:r>
              <a:rPr kumimoji="0" lang="en-US" sz="1800" b="0" i="0" u="none" strike="noStrike" kern="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Anubhav.svc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E7A687B-65C1-D483-3BDB-F2A80C69C337}"/>
              </a:ext>
            </a:extLst>
          </p:cNvPr>
          <p:cNvSpPr/>
          <p:nvPr/>
        </p:nvSpPr>
        <p:spPr>
          <a:xfrm>
            <a:off x="4918521" y="5877301"/>
            <a:ext cx="1655753" cy="647903"/>
          </a:xfrm>
          <a:prstGeom prst="rect">
            <a:avLst/>
          </a:prstGeom>
          <a:solidFill>
            <a:srgbClr val="202B50"/>
          </a:solidFill>
          <a:ln w="25400" cap="flat" cmpd="sng" algn="ctr">
            <a:solidFill>
              <a:srgbClr val="202B50">
                <a:shade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121898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UI5 App</a:t>
            </a:r>
          </a:p>
          <a:p>
            <a:pPr marL="0" marR="0" lvl="0" indent="0" algn="ctr" defTabSz="121898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/index.html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735C6B4-D300-0754-D47C-612609044B7E}"/>
              </a:ext>
            </a:extLst>
          </p:cNvPr>
          <p:cNvSpPr/>
          <p:nvPr/>
        </p:nvSpPr>
        <p:spPr>
          <a:xfrm>
            <a:off x="6766179" y="5882708"/>
            <a:ext cx="1655753" cy="647903"/>
          </a:xfrm>
          <a:prstGeom prst="rect">
            <a:avLst/>
          </a:prstGeom>
          <a:solidFill>
            <a:srgbClr val="202B50"/>
          </a:solidFill>
          <a:ln w="25400" cap="flat" cmpd="sng" algn="ctr">
            <a:solidFill>
              <a:srgbClr val="202B50">
                <a:shade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121898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Node</a:t>
            </a:r>
          </a:p>
          <a:p>
            <a:pPr marL="0" marR="0" lvl="0" indent="0" algn="ctr" defTabSz="121898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/customer</a:t>
            </a:r>
          </a:p>
        </p:txBody>
      </p:sp>
      <p:sp>
        <p:nvSpPr>
          <p:cNvPr id="11" name="Arrow: U-Turn 10">
            <a:extLst>
              <a:ext uri="{FF2B5EF4-FFF2-40B4-BE49-F238E27FC236}">
                <a16:creationId xmlns:a16="http://schemas.microsoft.com/office/drawing/2014/main" id="{E4B8BD5C-48FD-A35A-0B18-BD7062293ABD}"/>
              </a:ext>
            </a:extLst>
          </p:cNvPr>
          <p:cNvSpPr/>
          <p:nvPr/>
        </p:nvSpPr>
        <p:spPr>
          <a:xfrm>
            <a:off x="4357055" y="5454742"/>
            <a:ext cx="1403790" cy="431935"/>
          </a:xfrm>
          <a:prstGeom prst="uturnArrow">
            <a:avLst/>
          </a:prstGeom>
          <a:solidFill>
            <a:srgbClr val="E1E7F2">
              <a:lumMod val="90000"/>
            </a:srgbClr>
          </a:solidFill>
          <a:ln w="25400" cap="flat" cmpd="sng" algn="ctr">
            <a:solidFill>
              <a:srgbClr val="202B50">
                <a:shade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121898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12" name="Arrow: U-Turn 11">
            <a:extLst>
              <a:ext uri="{FF2B5EF4-FFF2-40B4-BE49-F238E27FC236}">
                <a16:creationId xmlns:a16="http://schemas.microsoft.com/office/drawing/2014/main" id="{EF56615D-E0AA-8001-F926-EFE113DA1DC8}"/>
              </a:ext>
            </a:extLst>
          </p:cNvPr>
          <p:cNvSpPr/>
          <p:nvPr/>
        </p:nvSpPr>
        <p:spPr>
          <a:xfrm>
            <a:off x="6394452" y="5458737"/>
            <a:ext cx="1403790" cy="431935"/>
          </a:xfrm>
          <a:prstGeom prst="uturnArrow">
            <a:avLst/>
          </a:prstGeom>
          <a:solidFill>
            <a:srgbClr val="E1E7F2">
              <a:lumMod val="90000"/>
            </a:srgbClr>
          </a:solidFill>
          <a:ln w="25400" cap="flat" cmpd="sng" algn="ctr">
            <a:solidFill>
              <a:srgbClr val="202B50">
                <a:shade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121898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13" name="Arrow: U-Turn 12">
            <a:extLst>
              <a:ext uri="{FF2B5EF4-FFF2-40B4-BE49-F238E27FC236}">
                <a16:creationId xmlns:a16="http://schemas.microsoft.com/office/drawing/2014/main" id="{1BB3AC61-254F-0D4F-D268-3CE08494DF47}"/>
              </a:ext>
            </a:extLst>
          </p:cNvPr>
          <p:cNvSpPr/>
          <p:nvPr/>
        </p:nvSpPr>
        <p:spPr>
          <a:xfrm flipH="1">
            <a:off x="3403197" y="5470725"/>
            <a:ext cx="1655753" cy="431935"/>
          </a:xfrm>
          <a:prstGeom prst="uturnArrow">
            <a:avLst/>
          </a:prstGeom>
          <a:solidFill>
            <a:srgbClr val="E1E7F2">
              <a:lumMod val="90000"/>
            </a:srgbClr>
          </a:solidFill>
          <a:ln w="25400" cap="flat" cmpd="sng" algn="ctr">
            <a:solidFill>
              <a:srgbClr val="202B50">
                <a:shade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121898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14" name="Arrow: U-Turn 13">
            <a:extLst>
              <a:ext uri="{FF2B5EF4-FFF2-40B4-BE49-F238E27FC236}">
                <a16:creationId xmlns:a16="http://schemas.microsoft.com/office/drawing/2014/main" id="{0A3C6A81-904C-67EA-C3E0-196F54E4957F}"/>
              </a:ext>
            </a:extLst>
          </p:cNvPr>
          <p:cNvSpPr/>
          <p:nvPr/>
        </p:nvSpPr>
        <p:spPr>
          <a:xfrm flipH="1">
            <a:off x="5205592" y="5495173"/>
            <a:ext cx="2132065" cy="431935"/>
          </a:xfrm>
          <a:prstGeom prst="uturnArrow">
            <a:avLst/>
          </a:prstGeom>
          <a:solidFill>
            <a:srgbClr val="E1E7F2">
              <a:lumMod val="90000"/>
            </a:srgbClr>
          </a:solidFill>
          <a:ln w="25400" cap="flat" cmpd="sng" algn="ctr">
            <a:solidFill>
              <a:srgbClr val="202B50">
                <a:shade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121898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4F8EA13-DC47-5B7A-30A8-1765E352D908}"/>
              </a:ext>
            </a:extLst>
          </p:cNvPr>
          <p:cNvSpPr/>
          <p:nvPr/>
        </p:nvSpPr>
        <p:spPr>
          <a:xfrm>
            <a:off x="9909842" y="4876096"/>
            <a:ext cx="1727742" cy="594629"/>
          </a:xfrm>
          <a:prstGeom prst="rect">
            <a:avLst/>
          </a:prstGeom>
          <a:solidFill>
            <a:srgbClr val="202B50"/>
          </a:solidFill>
          <a:ln w="25400" cap="flat" cmpd="sng" algn="ctr">
            <a:solidFill>
              <a:srgbClr val="202B50">
                <a:shade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121898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399" b="0" i="0" u="none" strike="noStrike" kern="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xsuaa</a:t>
            </a:r>
            <a:endParaRPr kumimoji="0" lang="en-US" sz="2399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60134498-0A01-D1F1-3812-5EB05D8E51B8}"/>
              </a:ext>
            </a:extLst>
          </p:cNvPr>
          <p:cNvCxnSpPr>
            <a:stCxn id="4" idx="3"/>
          </p:cNvCxnSpPr>
          <p:nvPr/>
        </p:nvCxnSpPr>
        <p:spPr>
          <a:xfrm>
            <a:off x="8398068" y="5001595"/>
            <a:ext cx="1511774" cy="0"/>
          </a:xfrm>
          <a:prstGeom prst="straightConnector1">
            <a:avLst/>
          </a:prstGeom>
          <a:noFill/>
          <a:ln w="9525" cap="flat" cmpd="sng" algn="ctr">
            <a:solidFill>
              <a:schemeClr val="bg1"/>
            </a:solidFill>
            <a:prstDash val="solid"/>
            <a:tailEnd type="triangle"/>
          </a:ln>
          <a:effectLst/>
        </p:spPr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68F7DE8-70C0-0093-4FE0-0EB19E88027A}"/>
              </a:ext>
            </a:extLst>
          </p:cNvPr>
          <p:cNvCxnSpPr>
            <a:cxnSpLocks/>
            <a:stCxn id="15" idx="1"/>
          </p:cNvCxnSpPr>
          <p:nvPr/>
        </p:nvCxnSpPr>
        <p:spPr>
          <a:xfrm flipH="1">
            <a:off x="8421932" y="5173411"/>
            <a:ext cx="1487910" cy="0"/>
          </a:xfrm>
          <a:prstGeom prst="straightConnector1">
            <a:avLst/>
          </a:prstGeom>
          <a:noFill/>
          <a:ln w="9525" cap="flat" cmpd="sng" algn="ctr">
            <a:solidFill>
              <a:schemeClr val="bg1"/>
            </a:solidFill>
            <a:prstDash val="soli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32272904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10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10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10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0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3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6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9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82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85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88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91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94" dur="2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97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00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03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06" dur="2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09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06D0D1-C360-929C-6634-B73035BFFD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to App Router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A9125C8-EE73-BED6-16B3-BB424E7483AB}"/>
              </a:ext>
            </a:extLst>
          </p:cNvPr>
          <p:cNvSpPr txBox="1"/>
          <p:nvPr/>
        </p:nvSpPr>
        <p:spPr>
          <a:xfrm>
            <a:off x="161034" y="909378"/>
            <a:ext cx="11806237" cy="45215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797" marR="0" lvl="0" indent="-342797" algn="l" defTabSz="1218621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399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It is a Node JS Application </a:t>
            </a:r>
          </a:p>
          <a:p>
            <a:pPr marL="342797" marR="0" lvl="0" indent="-342797" algn="l" defTabSz="1218621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399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It is used to automate the process of authentication, authorization with XSUAA to do token exchange</a:t>
            </a:r>
          </a:p>
          <a:p>
            <a:pPr marL="342797" marR="0" lvl="0" indent="-342797" algn="l" defTabSz="1218621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399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It sits in the middle of IDP and XSUAA, it will redirect the request to our microservice to </a:t>
            </a:r>
            <a:r>
              <a:rPr kumimoji="0" lang="en-US" sz="2399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xsuaa</a:t>
            </a:r>
            <a:r>
              <a:rPr kumimoji="0" lang="en-US" sz="2399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, and eventually to </a:t>
            </a:r>
            <a:r>
              <a:rPr kumimoji="0" lang="en-US" sz="2399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idp</a:t>
            </a:r>
            <a:endParaRPr kumimoji="0" lang="en-US" sz="2399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  <a:p>
            <a:pPr marL="342797" marR="0" lvl="0" indent="-342797" algn="l" defTabSz="1218621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399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IDP sends the login screen to the user, user authenticates, which is taken to XSUAA, XSUAA issues JWT Token, this JWT token is presented to </a:t>
            </a:r>
            <a:r>
              <a:rPr kumimoji="0" lang="en-US" sz="2399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api</a:t>
            </a:r>
            <a:r>
              <a:rPr kumimoji="0" lang="en-US" sz="2399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 end points</a:t>
            </a:r>
          </a:p>
          <a:p>
            <a:pPr marL="342797" marR="0" lvl="0" indent="-342797" algn="l" defTabSz="1218621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399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App Router takes the JWT token from XSUAA and gives it to our microservices and even exchange this token to multiple microservices inside</a:t>
            </a:r>
          </a:p>
          <a:p>
            <a:pPr marL="342797" marR="0" lvl="0" indent="-342797" algn="l" defTabSz="1218621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399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It Serves as a single entry point for the entire app.</a:t>
            </a:r>
          </a:p>
          <a:p>
            <a:pPr marL="342797" marR="0" lvl="0" indent="-342797" algn="l" defTabSz="1218621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IN" sz="2399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To tell app router about our multiple microservices so that it can re-direct, we need to create a configuration file named as </a:t>
            </a:r>
            <a:r>
              <a:rPr kumimoji="0" lang="en-IN" sz="2399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xs-app.json</a:t>
            </a:r>
            <a:r>
              <a:rPr kumimoji="0" lang="en-IN" sz="2399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 which contains the details.</a:t>
            </a:r>
          </a:p>
        </p:txBody>
      </p:sp>
    </p:spTree>
    <p:extLst>
      <p:ext uri="{BB962C8B-B14F-4D97-AF65-F5344CB8AC3E}">
        <p14:creationId xmlns:p14="http://schemas.microsoft.com/office/powerpoint/2010/main" val="30705618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06D0D1-C360-929C-6634-B73035BFFD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/>
              <a:t>Real World Example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2EA533E-B375-495B-C297-1E34514386FD}"/>
              </a:ext>
            </a:extLst>
          </p:cNvPr>
          <p:cNvSpPr/>
          <p:nvPr/>
        </p:nvSpPr>
        <p:spPr>
          <a:xfrm>
            <a:off x="10028249" y="2829492"/>
            <a:ext cx="1943710" cy="575914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8621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Loan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936DB1B-5BB2-1C6B-1C9A-FD527662AD3B}"/>
              </a:ext>
            </a:extLst>
          </p:cNvPr>
          <p:cNvSpPr/>
          <p:nvPr/>
        </p:nvSpPr>
        <p:spPr>
          <a:xfrm>
            <a:off x="10028249" y="3464823"/>
            <a:ext cx="1943710" cy="575914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8621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Credit Card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79C15EF-FC9E-DC26-ADB2-5A8A7913CF1E}"/>
              </a:ext>
            </a:extLst>
          </p:cNvPr>
          <p:cNvSpPr/>
          <p:nvPr/>
        </p:nvSpPr>
        <p:spPr>
          <a:xfrm>
            <a:off x="10028249" y="4100153"/>
            <a:ext cx="1943710" cy="575914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8621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Deposit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2356AC6-451F-9EFC-F182-E64D4AF591B1}"/>
              </a:ext>
            </a:extLst>
          </p:cNvPr>
          <p:cNvSpPr/>
          <p:nvPr/>
        </p:nvSpPr>
        <p:spPr>
          <a:xfrm>
            <a:off x="10053820" y="4735484"/>
            <a:ext cx="1943710" cy="575914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8621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Draft/Cheque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D111B6E-46C2-C252-ED42-B0E715054D58}"/>
              </a:ext>
            </a:extLst>
          </p:cNvPr>
          <p:cNvSpPr/>
          <p:nvPr/>
        </p:nvSpPr>
        <p:spPr>
          <a:xfrm>
            <a:off x="10053964" y="5366291"/>
            <a:ext cx="1943710" cy="575914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8621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FD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F713BAD-A756-CE90-30A2-C455D59C0ACA}"/>
              </a:ext>
            </a:extLst>
          </p:cNvPr>
          <p:cNvSpPr/>
          <p:nvPr/>
        </p:nvSpPr>
        <p:spPr>
          <a:xfrm>
            <a:off x="10053820" y="6020613"/>
            <a:ext cx="1943710" cy="575914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8621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Locker</a:t>
            </a:r>
          </a:p>
        </p:txBody>
      </p:sp>
      <p:pic>
        <p:nvPicPr>
          <p:cNvPr id="9" name="Picture 8" descr="Icon&#10;&#10;Description automatically generated">
            <a:extLst>
              <a:ext uri="{FF2B5EF4-FFF2-40B4-BE49-F238E27FC236}">
                <a16:creationId xmlns:a16="http://schemas.microsoft.com/office/drawing/2014/main" id="{070111FB-6C2D-B285-7982-7544388F451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37645" y="1353879"/>
            <a:ext cx="1083615" cy="1083615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DC93980-FD63-3685-BA93-DA4037E2A56F}"/>
              </a:ext>
            </a:extLst>
          </p:cNvPr>
          <p:cNvSpPr txBox="1"/>
          <p:nvPr/>
        </p:nvSpPr>
        <p:spPr>
          <a:xfrm>
            <a:off x="335272" y="1032062"/>
            <a:ext cx="1295806" cy="307777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1218621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Customer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957B6AB-C7CA-2A1B-233F-9F9C7D532060}"/>
              </a:ext>
            </a:extLst>
          </p:cNvPr>
          <p:cNvCxnSpPr>
            <a:cxnSpLocks/>
          </p:cNvCxnSpPr>
          <p:nvPr/>
        </p:nvCxnSpPr>
        <p:spPr>
          <a:xfrm flipV="1">
            <a:off x="1455662" y="1629270"/>
            <a:ext cx="4169229" cy="1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 descr="Icon&#10;&#10;Description automatically generated">
            <a:extLst>
              <a:ext uri="{FF2B5EF4-FFF2-40B4-BE49-F238E27FC236}">
                <a16:creationId xmlns:a16="http://schemas.microsoft.com/office/drawing/2014/main" id="{4B0383D5-7DD1-02CF-EEBC-88D4D498629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 flipH="1">
            <a:off x="5590487" y="1235015"/>
            <a:ext cx="1655753" cy="2289552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13" name="Oval 12">
            <a:extLst>
              <a:ext uri="{FF2B5EF4-FFF2-40B4-BE49-F238E27FC236}">
                <a16:creationId xmlns:a16="http://schemas.microsoft.com/office/drawing/2014/main" id="{82548D8D-B1BC-D516-A585-B01B1881E525}"/>
              </a:ext>
            </a:extLst>
          </p:cNvPr>
          <p:cNvSpPr/>
          <p:nvPr/>
        </p:nvSpPr>
        <p:spPr>
          <a:xfrm>
            <a:off x="2710918" y="1407464"/>
            <a:ext cx="431935" cy="427970"/>
          </a:xfrm>
          <a:prstGeom prst="ellips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8621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1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B39DA18-89FF-2842-5B78-64BDA3DF7C96}"/>
              </a:ext>
            </a:extLst>
          </p:cNvPr>
          <p:cNvCxnSpPr/>
          <p:nvPr/>
        </p:nvCxnSpPr>
        <p:spPr>
          <a:xfrm flipH="1">
            <a:off x="1455660" y="1773247"/>
            <a:ext cx="4134827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14" descr="A picture containing text, parking, machine, meter&#10;&#10;Description automatically generated">
            <a:extLst>
              <a:ext uri="{FF2B5EF4-FFF2-40B4-BE49-F238E27FC236}">
                <a16:creationId xmlns:a16="http://schemas.microsoft.com/office/drawing/2014/main" id="{BBC0DADA-D9A2-DA21-95E2-18E03C3AFF15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33824" y="3730119"/>
            <a:ext cx="1711332" cy="1231691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D38F7EAB-F03E-4A39-6E1E-14A442C77DC0}"/>
              </a:ext>
            </a:extLst>
          </p:cNvPr>
          <p:cNvSpPr txBox="1"/>
          <p:nvPr/>
        </p:nvSpPr>
        <p:spPr>
          <a:xfrm>
            <a:off x="1331345" y="6857107"/>
            <a:ext cx="9526138" cy="215444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1218621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/>
                <a:ea typeface="+mn-ea"/>
                <a:cs typeface="+mn-cs"/>
                <a:hlinkClick r:id="rId7" tooltip="https://www.flickr.com/photos/jeepersmedia/14765960308/"/>
              </a:rPr>
              <a:t>This Photo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 by Unknown Author is licensed under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/>
                <a:ea typeface="+mn-ea"/>
                <a:cs typeface="+mn-cs"/>
                <a:hlinkClick r:id="rId8" tooltip="https://creativecommons.org/licenses/by/3.0/"/>
              </a:rPr>
              <a:t>CC BY</a:t>
            </a:r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5A2B9F5-841F-1EDB-859C-2C5C4A5C5C4D}"/>
              </a:ext>
            </a:extLst>
          </p:cNvPr>
          <p:cNvCxnSpPr>
            <a:stCxn id="9" idx="2"/>
            <a:endCxn id="15" idx="0"/>
          </p:cNvCxnSpPr>
          <p:nvPr/>
        </p:nvCxnSpPr>
        <p:spPr>
          <a:xfrm>
            <a:off x="879453" y="2437494"/>
            <a:ext cx="10038" cy="1292626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F985EF3C-623F-4F13-28C8-8E3CB3B1508E}"/>
              </a:ext>
            </a:extLst>
          </p:cNvPr>
          <p:cNvSpPr/>
          <p:nvPr/>
        </p:nvSpPr>
        <p:spPr>
          <a:xfrm>
            <a:off x="33824" y="5714346"/>
            <a:ext cx="1711332" cy="403741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8621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*******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07E0C267-9B09-10B0-9791-36B97BFC1EBE}"/>
              </a:ext>
            </a:extLst>
          </p:cNvPr>
          <p:cNvCxnSpPr>
            <a:stCxn id="15" idx="2"/>
            <a:endCxn id="18" idx="0"/>
          </p:cNvCxnSpPr>
          <p:nvPr/>
        </p:nvCxnSpPr>
        <p:spPr>
          <a:xfrm>
            <a:off x="889490" y="4961810"/>
            <a:ext cx="0" cy="752536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21E8ADA-FBDB-0223-EDFA-0297C75D10B6}"/>
              </a:ext>
            </a:extLst>
          </p:cNvPr>
          <p:cNvCxnSpPr/>
          <p:nvPr/>
        </p:nvCxnSpPr>
        <p:spPr>
          <a:xfrm flipV="1">
            <a:off x="695218" y="4961811"/>
            <a:ext cx="0" cy="692439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6AC01570-9A95-69A1-4B28-816A639DDD18}"/>
              </a:ext>
            </a:extLst>
          </p:cNvPr>
          <p:cNvCxnSpPr/>
          <p:nvPr/>
        </p:nvCxnSpPr>
        <p:spPr>
          <a:xfrm flipV="1">
            <a:off x="695218" y="2379793"/>
            <a:ext cx="0" cy="1350327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C261E608-4361-CED8-02D4-02A054BCDE60}"/>
              </a:ext>
            </a:extLst>
          </p:cNvPr>
          <p:cNvSpPr/>
          <p:nvPr/>
        </p:nvSpPr>
        <p:spPr>
          <a:xfrm>
            <a:off x="767208" y="2822672"/>
            <a:ext cx="431935" cy="427970"/>
          </a:xfrm>
          <a:prstGeom prst="ellips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8621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2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B82C6420-EF79-3831-013D-B5E561219E1F}"/>
              </a:ext>
            </a:extLst>
          </p:cNvPr>
          <p:cNvSpPr/>
          <p:nvPr/>
        </p:nvSpPr>
        <p:spPr>
          <a:xfrm>
            <a:off x="767208" y="5069624"/>
            <a:ext cx="431935" cy="427970"/>
          </a:xfrm>
          <a:prstGeom prst="ellips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8621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3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6FC0A25E-C437-DE46-D027-B5EEDF3E96D1}"/>
              </a:ext>
            </a:extLst>
          </p:cNvPr>
          <p:cNvSpPr/>
          <p:nvPr/>
        </p:nvSpPr>
        <p:spPr>
          <a:xfrm>
            <a:off x="353831" y="2497591"/>
            <a:ext cx="431935" cy="427970"/>
          </a:xfrm>
          <a:prstGeom prst="ellips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8621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4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09305B0-C4D4-BBB5-2BA2-513DB9C20447}"/>
              </a:ext>
            </a:extLst>
          </p:cNvPr>
          <p:cNvCxnSpPr>
            <a:cxnSpLocks/>
          </p:cNvCxnSpPr>
          <p:nvPr/>
        </p:nvCxnSpPr>
        <p:spPr>
          <a:xfrm flipV="1">
            <a:off x="1455662" y="2157385"/>
            <a:ext cx="4169229" cy="1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9FEABC96-1E27-2553-2C0E-81F675867AD1}"/>
              </a:ext>
            </a:extLst>
          </p:cNvPr>
          <p:cNvSpPr/>
          <p:nvPr/>
        </p:nvSpPr>
        <p:spPr>
          <a:xfrm>
            <a:off x="2710918" y="1935578"/>
            <a:ext cx="431935" cy="427970"/>
          </a:xfrm>
          <a:prstGeom prst="ellips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8621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5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8E5881B-F0FD-D913-199F-D4A478F6245D}"/>
              </a:ext>
            </a:extLst>
          </p:cNvPr>
          <p:cNvCxnSpPr/>
          <p:nvPr/>
        </p:nvCxnSpPr>
        <p:spPr>
          <a:xfrm flipH="1">
            <a:off x="1455660" y="2301362"/>
            <a:ext cx="4134827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Diamond 27">
            <a:extLst>
              <a:ext uri="{FF2B5EF4-FFF2-40B4-BE49-F238E27FC236}">
                <a16:creationId xmlns:a16="http://schemas.microsoft.com/office/drawing/2014/main" id="{FA6C84D5-C8B3-EF20-9779-10988BAB0E5E}"/>
              </a:ext>
            </a:extLst>
          </p:cNvPr>
          <p:cNvSpPr/>
          <p:nvPr/>
        </p:nvSpPr>
        <p:spPr>
          <a:xfrm>
            <a:off x="3565018" y="4106792"/>
            <a:ext cx="503925" cy="441663"/>
          </a:xfrm>
          <a:prstGeom prst="diamond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8621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D03073B4-532F-029D-E7D7-E8DC1BE72DA2}"/>
              </a:ext>
            </a:extLst>
          </p:cNvPr>
          <p:cNvCxnSpPr>
            <a:cxnSpLocks/>
          </p:cNvCxnSpPr>
          <p:nvPr/>
        </p:nvCxnSpPr>
        <p:spPr>
          <a:xfrm rot="5400000">
            <a:off x="3636952" y="1572099"/>
            <a:ext cx="821397" cy="4673208"/>
          </a:xfrm>
          <a:prstGeom prst="bentConnector2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0" name="Picture 29" descr="A picture containing text&#10;&#10;Description automatically generated">
            <a:extLst>
              <a:ext uri="{FF2B5EF4-FFF2-40B4-BE49-F238E27FC236}">
                <a16:creationId xmlns:a16="http://schemas.microsoft.com/office/drawing/2014/main" id="{610ED705-5F91-9684-7A85-131C1315877B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10"/>
              </a:ext>
            </a:extLst>
          </a:blip>
          <a:stretch>
            <a:fillRect/>
          </a:stretch>
        </p:blipFill>
        <p:spPr>
          <a:xfrm>
            <a:off x="3257768" y="1999585"/>
            <a:ext cx="431936" cy="559744"/>
          </a:xfrm>
          <a:prstGeom prst="rect">
            <a:avLst/>
          </a:prstGeom>
          <a:ln>
            <a:solidFill>
              <a:schemeClr val="bg1"/>
            </a:solidFill>
          </a:ln>
        </p:spPr>
      </p:pic>
      <p:pic>
        <p:nvPicPr>
          <p:cNvPr id="31" name="Picture 30" descr="A picture containing text&#10;&#10;Description automatically generated">
            <a:extLst>
              <a:ext uri="{FF2B5EF4-FFF2-40B4-BE49-F238E27FC236}">
                <a16:creationId xmlns:a16="http://schemas.microsoft.com/office/drawing/2014/main" id="{9D09D388-92C2-4B3D-2938-BA9ADE40A1D3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10"/>
              </a:ext>
            </a:extLst>
          </a:blip>
          <a:stretch>
            <a:fillRect/>
          </a:stretch>
        </p:blipFill>
        <p:spPr>
          <a:xfrm>
            <a:off x="93550" y="2799284"/>
            <a:ext cx="431936" cy="559744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6D4978EF-301C-D1F9-60A5-32128B305C89}"/>
              </a:ext>
            </a:extLst>
          </p:cNvPr>
          <p:cNvSpPr txBox="1"/>
          <p:nvPr/>
        </p:nvSpPr>
        <p:spPr>
          <a:xfrm>
            <a:off x="4210611" y="4038269"/>
            <a:ext cx="2604637" cy="27699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0" marR="0" lvl="0" indent="0" algn="l" defTabSz="1218621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Validate, trust</a:t>
            </a:r>
          </a:p>
        </p:txBody>
      </p: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6BCB7C48-AB34-D89B-8A58-C1CFCFF03C7A}"/>
              </a:ext>
            </a:extLst>
          </p:cNvPr>
          <p:cNvCxnSpPr>
            <a:cxnSpLocks/>
            <a:endCxn id="8" idx="1"/>
          </p:cNvCxnSpPr>
          <p:nvPr/>
        </p:nvCxnSpPr>
        <p:spPr>
          <a:xfrm>
            <a:off x="1415111" y="2541519"/>
            <a:ext cx="8638710" cy="3767051"/>
          </a:xfrm>
          <a:prstGeom prst="bentConnector3">
            <a:avLst>
              <a:gd name="adj1" fmla="val 20302"/>
            </a:avLst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Oval 33">
            <a:extLst>
              <a:ext uri="{FF2B5EF4-FFF2-40B4-BE49-F238E27FC236}">
                <a16:creationId xmlns:a16="http://schemas.microsoft.com/office/drawing/2014/main" id="{F9ADEEA6-DAB4-08D6-6030-E0AC8755794A}"/>
              </a:ext>
            </a:extLst>
          </p:cNvPr>
          <p:cNvSpPr/>
          <p:nvPr/>
        </p:nvSpPr>
        <p:spPr>
          <a:xfrm>
            <a:off x="5698471" y="4035271"/>
            <a:ext cx="431935" cy="427970"/>
          </a:xfrm>
          <a:prstGeom prst="ellips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8621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6</a:t>
            </a: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C5E616A7-4B52-402C-9497-6CF8B4621C2A}"/>
              </a:ext>
            </a:extLst>
          </p:cNvPr>
          <p:cNvSpPr/>
          <p:nvPr/>
        </p:nvSpPr>
        <p:spPr>
          <a:xfrm>
            <a:off x="6168285" y="6017074"/>
            <a:ext cx="431935" cy="427970"/>
          </a:xfrm>
          <a:prstGeom prst="ellips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8621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7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87" name="Ink 86">
                <a:extLst>
                  <a:ext uri="{FF2B5EF4-FFF2-40B4-BE49-F238E27FC236}">
                    <a16:creationId xmlns:a16="http://schemas.microsoft.com/office/drawing/2014/main" id="{8EBD12E5-9E62-431B-3017-422731D97512}"/>
                  </a:ext>
                </a:extLst>
              </p14:cNvPr>
              <p14:cNvContentPartPr/>
              <p14:nvPr/>
            </p14:nvContentPartPr>
            <p14:xfrm>
              <a:off x="5551848" y="1753881"/>
              <a:ext cx="43909" cy="33111"/>
            </p14:xfrm>
          </p:contentPart>
        </mc:Choice>
        <mc:Fallback xmlns="">
          <p:pic>
            <p:nvPicPr>
              <p:cNvPr id="87" name="Ink 86">
                <a:extLst>
                  <a:ext uri="{FF2B5EF4-FFF2-40B4-BE49-F238E27FC236}">
                    <a16:creationId xmlns:a16="http://schemas.microsoft.com/office/drawing/2014/main" id="{8EBD12E5-9E62-431B-3017-422731D97512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5542923" y="1744883"/>
                <a:ext cx="61401" cy="50746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0111348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A4F904-4406-686B-3203-C9A6C5989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Hands on: App Router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8BB9971-F9C7-F277-4BC3-F454E1F97CC9}"/>
              </a:ext>
            </a:extLst>
          </p:cNvPr>
          <p:cNvSpPr txBox="1"/>
          <p:nvPr/>
        </p:nvSpPr>
        <p:spPr>
          <a:xfrm>
            <a:off x="191294" y="1053357"/>
            <a:ext cx="11590269" cy="12000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1218621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399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Solution</a:t>
            </a:r>
          </a:p>
          <a:p>
            <a:pPr marL="0" marR="0" lvl="0" indent="0" algn="l" defTabSz="1218621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399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/>
                <a:ea typeface="+mn-ea"/>
                <a:cs typeface="+mn-cs"/>
                <a:hlinkClick r:id="rId2"/>
              </a:rPr>
              <a:t>https://github.com/soyuztechnologies/BTP_Architect_Training/blob/master/Day%203/04approuter.zip</a:t>
            </a:r>
            <a:r>
              <a:rPr kumimoji="0" lang="en-US" sz="2399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 </a:t>
            </a:r>
          </a:p>
        </p:txBody>
      </p:sp>
      <p:pic>
        <p:nvPicPr>
          <p:cNvPr id="3074" name="Picture 2" descr="SAP Cloud Platform Backend service: Tutorial [26]: App Router (3): route to  Backend service | SAP Blogs">
            <a:extLst>
              <a:ext uri="{FF2B5EF4-FFF2-40B4-BE49-F238E27FC236}">
                <a16:creationId xmlns:a16="http://schemas.microsoft.com/office/drawing/2014/main" id="{4B83CEFD-EBF6-A6F3-77E8-E6278356DA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8822" y="2506215"/>
            <a:ext cx="4942188" cy="38090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299938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Placeholder 11">
            <a:extLst>
              <a:ext uri="{FF2B5EF4-FFF2-40B4-BE49-F238E27FC236}">
                <a16:creationId xmlns:a16="http://schemas.microsoft.com/office/drawing/2014/main" id="{420F5850-2D59-4C25-ADFF-E9013C5A6AAE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2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185" r="10185"/>
          <a:stretch>
            <a:fillRect/>
          </a:stretch>
        </p:blipFill>
        <p:spPr/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DCA9A03-C201-42B6-AF8D-AB31333C8852}"/>
              </a:ext>
            </a:extLst>
          </p:cNvPr>
          <p:cNvSpPr/>
          <p:nvPr/>
        </p:nvSpPr>
        <p:spPr>
          <a:xfrm>
            <a:off x="6065406" y="980728"/>
            <a:ext cx="5298342" cy="2776268"/>
          </a:xfrm>
          <a:prstGeom prst="roundRect">
            <a:avLst>
              <a:gd name="adj" fmla="val 8835"/>
            </a:avLst>
          </a:prstGeom>
          <a:solidFill>
            <a:schemeClr val="bg1"/>
          </a:solidFill>
          <a:ln>
            <a:noFill/>
          </a:ln>
          <a:effectLst>
            <a:outerShdw blurRad="635000" dist="825500" dir="9600000" algn="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B09D3EC-7881-4341-8189-469046CA259E}"/>
              </a:ext>
            </a:extLst>
          </p:cNvPr>
          <p:cNvSpPr txBox="1"/>
          <p:nvPr/>
        </p:nvSpPr>
        <p:spPr>
          <a:xfrm>
            <a:off x="6641014" y="1389517"/>
            <a:ext cx="4239950" cy="61555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IN" sz="4000" b="1" i="0" dirty="0">
                <a:solidFill>
                  <a:schemeClr val="accent3"/>
                </a:solidFill>
                <a:effectLst/>
              </a:rPr>
              <a:t>What We</a:t>
            </a:r>
            <a:r>
              <a:rPr lang="en-IN" sz="4000" b="1" i="0" dirty="0">
                <a:solidFill>
                  <a:schemeClr val="accent1"/>
                </a:solidFill>
                <a:effectLst/>
              </a:rPr>
              <a:t> </a:t>
            </a:r>
            <a:r>
              <a:rPr lang="en-IN" sz="4000" b="1" i="0" dirty="0">
                <a:solidFill>
                  <a:schemeClr val="accent2"/>
                </a:solidFill>
                <a:effectLst/>
                <a:latin typeface="Segoe UI Light" panose="020B0502040204020203" pitchFamily="34" charset="0"/>
                <a:cs typeface="Segoe UI Light" panose="020B0502040204020203" pitchFamily="34" charset="0"/>
              </a:rPr>
              <a:t>Did</a:t>
            </a:r>
            <a:endParaRPr lang="en-IN" sz="4000" b="1" dirty="0">
              <a:solidFill>
                <a:schemeClr val="accent2"/>
              </a:solidFill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0CBE2D0-9475-4BE8-AC62-B9A03DC275C3}"/>
              </a:ext>
            </a:extLst>
          </p:cNvPr>
          <p:cNvSpPr txBox="1"/>
          <p:nvPr/>
        </p:nvSpPr>
        <p:spPr>
          <a:xfrm>
            <a:off x="6641014" y="2147518"/>
            <a:ext cx="4239950" cy="615553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r>
              <a:rPr lang="en-US" sz="40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Calibri Light" charset="0"/>
                <a:cs typeface="Segoe UI" panose="020B0502040204020203" pitchFamily="34" charset="0"/>
              </a:rPr>
              <a:t>Let’s Summarize</a:t>
            </a:r>
            <a:endParaRPr lang="en-US" sz="4000" dirty="0">
              <a:solidFill>
                <a:schemeClr val="tx1">
                  <a:lumMod val="75000"/>
                  <a:lumOff val="25000"/>
                </a:schemeClr>
              </a:solidFill>
              <a:latin typeface="Segoe UI" panose="020B0502040204020203" pitchFamily="34" charset="0"/>
              <a:ea typeface="Calibri Light" charset="0"/>
              <a:cs typeface="Segoe UI" panose="020B0502040204020203" pitchFamily="34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CBADDFA3-0336-41F5-81AE-B9456B828C2C}"/>
              </a:ext>
            </a:extLst>
          </p:cNvPr>
          <p:cNvGrpSpPr/>
          <p:nvPr/>
        </p:nvGrpSpPr>
        <p:grpSpPr>
          <a:xfrm>
            <a:off x="6664269" y="3161139"/>
            <a:ext cx="617354" cy="109990"/>
            <a:chOff x="6006451" y="5603130"/>
            <a:chExt cx="617354" cy="109990"/>
          </a:xfrm>
        </p:grpSpPr>
        <p:sp>
          <p:nvSpPr>
            <p:cNvPr id="8" name="Rectangle 5">
              <a:extLst>
                <a:ext uri="{FF2B5EF4-FFF2-40B4-BE49-F238E27FC236}">
                  <a16:creationId xmlns:a16="http://schemas.microsoft.com/office/drawing/2014/main" id="{EF42471A-33F9-4E04-8306-66A59FCEE04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06451" y="5603130"/>
              <a:ext cx="109992" cy="109990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9" name="Rectangle 5">
              <a:extLst>
                <a:ext uri="{FF2B5EF4-FFF2-40B4-BE49-F238E27FC236}">
                  <a16:creationId xmlns:a16="http://schemas.microsoft.com/office/drawing/2014/main" id="{C99CB4F6-0149-49F4-8A24-BEB708A29F1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60132" y="5603130"/>
              <a:ext cx="109992" cy="10999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0" name="Rectangle 5">
              <a:extLst>
                <a:ext uri="{FF2B5EF4-FFF2-40B4-BE49-F238E27FC236}">
                  <a16:creationId xmlns:a16="http://schemas.microsoft.com/office/drawing/2014/main" id="{8BED369E-8B8A-45FD-8B5A-703CE09C29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13813" y="5603130"/>
              <a:ext cx="109992" cy="109990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</p:spTree>
    <p:extLst>
      <p:ext uri="{BB962C8B-B14F-4D97-AF65-F5344CB8AC3E}">
        <p14:creationId xmlns:p14="http://schemas.microsoft.com/office/powerpoint/2010/main" val="7715616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BBB0BAE-F023-4B67-BE79-3E1A8ACA9361}"/>
              </a:ext>
            </a:extLst>
          </p:cNvPr>
          <p:cNvSpPr txBox="1"/>
          <p:nvPr/>
        </p:nvSpPr>
        <p:spPr>
          <a:xfrm>
            <a:off x="1260763" y="3440863"/>
            <a:ext cx="5583381" cy="92333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IN" sz="6000" b="1" i="0" dirty="0">
                <a:solidFill>
                  <a:schemeClr val="bg1"/>
                </a:solidFill>
                <a:effectLst/>
              </a:rPr>
              <a:t>Thank</a:t>
            </a:r>
            <a:r>
              <a:rPr lang="en-IN" sz="6000" b="1" i="0" dirty="0">
                <a:solidFill>
                  <a:schemeClr val="accent1"/>
                </a:solidFill>
                <a:effectLst/>
              </a:rPr>
              <a:t> </a:t>
            </a:r>
            <a:r>
              <a:rPr lang="en-IN" sz="6000" b="1" dirty="0">
                <a:solidFill>
                  <a:schemeClr val="accent2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You</a:t>
            </a:r>
            <a:endParaRPr lang="en-IN" sz="6000" dirty="0">
              <a:solidFill>
                <a:schemeClr val="accent2"/>
              </a:solidFill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D57203-1FF5-432E-8E3E-4DFC442AA54C}"/>
              </a:ext>
            </a:extLst>
          </p:cNvPr>
          <p:cNvSpPr txBox="1"/>
          <p:nvPr/>
        </p:nvSpPr>
        <p:spPr>
          <a:xfrm>
            <a:off x="1260763" y="4581128"/>
            <a:ext cx="5583381" cy="830997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r>
              <a:rPr lang="en-US" sz="5400" b="1" kern="0" dirty="0">
                <a:solidFill>
                  <a:schemeClr val="accent2"/>
                </a:solidFill>
                <a:latin typeface="Segoe UI" panose="020B0502040204020203" pitchFamily="34" charset="0"/>
                <a:ea typeface="Calibri Light" charset="0"/>
                <a:cs typeface="Segoe UI" panose="020B0502040204020203" pitchFamily="34" charset="0"/>
              </a:rPr>
              <a:t>End of Day 6</a:t>
            </a:r>
            <a:endParaRPr lang="en-US" sz="5400" b="1" dirty="0">
              <a:solidFill>
                <a:schemeClr val="accent2"/>
              </a:solidFill>
              <a:latin typeface="Segoe UI" panose="020B0502040204020203" pitchFamily="34" charset="0"/>
              <a:ea typeface="Calibri Light" charset="0"/>
              <a:cs typeface="Segoe UI" panose="020B0502040204020203" pitchFamily="34" charset="0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CB110C8-9FFD-4804-BDCA-1C9EB581BD4D}"/>
              </a:ext>
            </a:extLst>
          </p:cNvPr>
          <p:cNvCxnSpPr>
            <a:cxnSpLocks/>
          </p:cNvCxnSpPr>
          <p:nvPr/>
        </p:nvCxnSpPr>
        <p:spPr>
          <a:xfrm flipV="1">
            <a:off x="1300694" y="-21772"/>
            <a:ext cx="0" cy="3284984"/>
          </a:xfrm>
          <a:prstGeom prst="line">
            <a:avLst/>
          </a:prstGeom>
          <a:ln w="63500" cap="rnd">
            <a:gradFill flip="none" rotWithShape="1"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162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E98CF33A-90E6-4EA2-B3D7-0B26F42FF079}"/>
              </a:ext>
            </a:extLst>
          </p:cNvPr>
          <p:cNvGrpSpPr/>
          <p:nvPr/>
        </p:nvGrpSpPr>
        <p:grpSpPr>
          <a:xfrm>
            <a:off x="1260763" y="5662865"/>
            <a:ext cx="1311594" cy="371301"/>
            <a:chOff x="1162522" y="5662865"/>
            <a:chExt cx="1311594" cy="371301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C21818D1-4413-4BFC-80DF-9BAF80F237AF}"/>
                </a:ext>
              </a:extLst>
            </p:cNvPr>
            <p:cNvSpPr/>
            <p:nvPr/>
          </p:nvSpPr>
          <p:spPr>
            <a:xfrm>
              <a:off x="1162522" y="5662865"/>
              <a:ext cx="371301" cy="371301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Shape">
              <a:hlinkClick r:id="rId2"/>
              <a:extLst>
                <a:ext uri="{FF2B5EF4-FFF2-40B4-BE49-F238E27FC236}">
                  <a16:creationId xmlns:a16="http://schemas.microsoft.com/office/drawing/2014/main" id="{EDFC2025-1ECF-4924-AE38-C781400903DF}"/>
                </a:ext>
              </a:extLst>
            </p:cNvPr>
            <p:cNvSpPr/>
            <p:nvPr/>
          </p:nvSpPr>
          <p:spPr>
            <a:xfrm>
              <a:off x="1296648" y="5763560"/>
              <a:ext cx="85868" cy="18425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4372" y="7078"/>
                  </a:moveTo>
                  <a:lnTo>
                    <a:pt x="14372" y="5216"/>
                  </a:lnTo>
                  <a:cubicBezTo>
                    <a:pt x="14372" y="4937"/>
                    <a:pt x="14400" y="4721"/>
                    <a:pt x="14456" y="4568"/>
                  </a:cubicBezTo>
                  <a:cubicBezTo>
                    <a:pt x="14512" y="4415"/>
                    <a:pt x="14639" y="4264"/>
                    <a:pt x="14836" y="4115"/>
                  </a:cubicBezTo>
                  <a:cubicBezTo>
                    <a:pt x="15033" y="3967"/>
                    <a:pt x="15352" y="3864"/>
                    <a:pt x="15793" y="3808"/>
                  </a:cubicBezTo>
                  <a:cubicBezTo>
                    <a:pt x="16233" y="3751"/>
                    <a:pt x="16819" y="3722"/>
                    <a:pt x="17551" y="3722"/>
                  </a:cubicBezTo>
                  <a:lnTo>
                    <a:pt x="21544" y="3722"/>
                  </a:lnTo>
                  <a:lnTo>
                    <a:pt x="21544" y="0"/>
                  </a:lnTo>
                  <a:lnTo>
                    <a:pt x="15160" y="0"/>
                  </a:lnTo>
                  <a:cubicBezTo>
                    <a:pt x="11466" y="0"/>
                    <a:pt x="8813" y="409"/>
                    <a:pt x="7200" y="1225"/>
                  </a:cubicBezTo>
                  <a:cubicBezTo>
                    <a:pt x="5588" y="2042"/>
                    <a:pt x="4782" y="3246"/>
                    <a:pt x="4782" y="4836"/>
                  </a:cubicBezTo>
                  <a:lnTo>
                    <a:pt x="4782" y="7077"/>
                  </a:lnTo>
                  <a:lnTo>
                    <a:pt x="0" y="7077"/>
                  </a:lnTo>
                  <a:lnTo>
                    <a:pt x="0" y="10800"/>
                  </a:lnTo>
                  <a:lnTo>
                    <a:pt x="4781" y="10800"/>
                  </a:lnTo>
                  <a:lnTo>
                    <a:pt x="4781" y="21600"/>
                  </a:lnTo>
                  <a:lnTo>
                    <a:pt x="14372" y="21600"/>
                  </a:lnTo>
                  <a:lnTo>
                    <a:pt x="14372" y="10800"/>
                  </a:lnTo>
                  <a:lnTo>
                    <a:pt x="20756" y="10800"/>
                  </a:lnTo>
                  <a:lnTo>
                    <a:pt x="21600" y="7078"/>
                  </a:lnTo>
                  <a:cubicBezTo>
                    <a:pt x="21600" y="7078"/>
                    <a:pt x="14372" y="7078"/>
                    <a:pt x="14372" y="7078"/>
                  </a:cubicBezTo>
                  <a:close/>
                </a:path>
              </a:pathLst>
            </a:custGeom>
            <a:solidFill>
              <a:schemeClr val="bg1"/>
            </a:solidFill>
            <a:ln w="12700">
              <a:miter lim="400000"/>
            </a:ln>
          </p:spPr>
          <p:txBody>
            <a:bodyPr lIns="38100" tIns="38100" rIns="38100" bIns="38100" anchor="ctr"/>
            <a:lstStyle/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5C594A17-950B-4231-AA93-6E8DB90F8098}"/>
                </a:ext>
              </a:extLst>
            </p:cNvPr>
            <p:cNvSpPr/>
            <p:nvPr/>
          </p:nvSpPr>
          <p:spPr>
            <a:xfrm>
              <a:off x="1632668" y="5662865"/>
              <a:ext cx="371301" cy="371301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Shape">
              <a:hlinkClick r:id="rId3"/>
              <a:extLst>
                <a:ext uri="{FF2B5EF4-FFF2-40B4-BE49-F238E27FC236}">
                  <a16:creationId xmlns:a16="http://schemas.microsoft.com/office/drawing/2014/main" id="{C70A3C55-CE25-4C0F-9537-824AEA080D1D}"/>
                </a:ext>
              </a:extLst>
            </p:cNvPr>
            <p:cNvSpPr/>
            <p:nvPr/>
          </p:nvSpPr>
          <p:spPr>
            <a:xfrm>
              <a:off x="1716213" y="5774232"/>
              <a:ext cx="200503" cy="16290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2557"/>
                  </a:moveTo>
                  <a:cubicBezTo>
                    <a:pt x="20797" y="2991"/>
                    <a:pt x="19941" y="3278"/>
                    <a:pt x="19048" y="3418"/>
                  </a:cubicBezTo>
                  <a:cubicBezTo>
                    <a:pt x="19966" y="2743"/>
                    <a:pt x="20667" y="1683"/>
                    <a:pt x="20997" y="405"/>
                  </a:cubicBezTo>
                  <a:cubicBezTo>
                    <a:pt x="20141" y="1034"/>
                    <a:pt x="19196" y="1477"/>
                    <a:pt x="18188" y="1725"/>
                  </a:cubicBezTo>
                  <a:cubicBezTo>
                    <a:pt x="17376" y="660"/>
                    <a:pt x="16217" y="0"/>
                    <a:pt x="14954" y="0"/>
                  </a:cubicBezTo>
                  <a:cubicBezTo>
                    <a:pt x="12502" y="0"/>
                    <a:pt x="10529" y="2449"/>
                    <a:pt x="10529" y="5451"/>
                  </a:cubicBezTo>
                  <a:cubicBezTo>
                    <a:pt x="10529" y="5883"/>
                    <a:pt x="10558" y="6299"/>
                    <a:pt x="10631" y="6694"/>
                  </a:cubicBezTo>
                  <a:cubicBezTo>
                    <a:pt x="6950" y="6473"/>
                    <a:pt x="3692" y="4302"/>
                    <a:pt x="1504" y="994"/>
                  </a:cubicBezTo>
                  <a:cubicBezTo>
                    <a:pt x="1122" y="1809"/>
                    <a:pt x="898" y="2743"/>
                    <a:pt x="898" y="3748"/>
                  </a:cubicBezTo>
                  <a:cubicBezTo>
                    <a:pt x="898" y="5636"/>
                    <a:pt x="1687" y="7309"/>
                    <a:pt x="2865" y="8278"/>
                  </a:cubicBezTo>
                  <a:cubicBezTo>
                    <a:pt x="2153" y="8261"/>
                    <a:pt x="1455" y="8007"/>
                    <a:pt x="864" y="7606"/>
                  </a:cubicBezTo>
                  <a:cubicBezTo>
                    <a:pt x="864" y="7623"/>
                    <a:pt x="864" y="7645"/>
                    <a:pt x="864" y="7666"/>
                  </a:cubicBezTo>
                  <a:cubicBezTo>
                    <a:pt x="864" y="10315"/>
                    <a:pt x="2399" y="12515"/>
                    <a:pt x="4412" y="13022"/>
                  </a:cubicBezTo>
                  <a:cubicBezTo>
                    <a:pt x="4051" y="13143"/>
                    <a:pt x="3658" y="13201"/>
                    <a:pt x="3251" y="13201"/>
                  </a:cubicBezTo>
                  <a:cubicBezTo>
                    <a:pt x="2967" y="13201"/>
                    <a:pt x="2681" y="13181"/>
                    <a:pt x="2412" y="13108"/>
                  </a:cubicBezTo>
                  <a:cubicBezTo>
                    <a:pt x="2986" y="15266"/>
                    <a:pt x="4614" y="16853"/>
                    <a:pt x="6550" y="16905"/>
                  </a:cubicBezTo>
                  <a:cubicBezTo>
                    <a:pt x="5044" y="18355"/>
                    <a:pt x="3131" y="19229"/>
                    <a:pt x="1060" y="19229"/>
                  </a:cubicBezTo>
                  <a:cubicBezTo>
                    <a:pt x="697" y="19229"/>
                    <a:pt x="348" y="19209"/>
                    <a:pt x="0" y="19154"/>
                  </a:cubicBezTo>
                  <a:cubicBezTo>
                    <a:pt x="1962" y="20711"/>
                    <a:pt x="4286" y="21600"/>
                    <a:pt x="6793" y="21600"/>
                  </a:cubicBezTo>
                  <a:cubicBezTo>
                    <a:pt x="14942" y="21600"/>
                    <a:pt x="19397" y="13292"/>
                    <a:pt x="19397" y="6091"/>
                  </a:cubicBezTo>
                  <a:cubicBezTo>
                    <a:pt x="19397" y="5850"/>
                    <a:pt x="19390" y="5618"/>
                    <a:pt x="19380" y="5387"/>
                  </a:cubicBezTo>
                  <a:cubicBezTo>
                    <a:pt x="20259" y="4619"/>
                    <a:pt x="20998" y="3660"/>
                    <a:pt x="21600" y="2557"/>
                  </a:cubicBezTo>
                  <a:cubicBezTo>
                    <a:pt x="21600" y="2557"/>
                    <a:pt x="21600" y="2557"/>
                    <a:pt x="21600" y="2557"/>
                  </a:cubicBezTo>
                  <a:close/>
                </a:path>
              </a:pathLst>
            </a:custGeom>
            <a:solidFill>
              <a:schemeClr val="bg1"/>
            </a:solidFill>
            <a:ln w="12700">
              <a:miter lim="400000"/>
            </a:ln>
          </p:spPr>
          <p:txBody>
            <a:bodyPr lIns="38100" tIns="38100" rIns="38100" bIns="38100" anchor="ctr"/>
            <a:lstStyle/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AF389CA4-9215-4DA8-BFFA-FA4329B49979}"/>
                </a:ext>
              </a:extLst>
            </p:cNvPr>
            <p:cNvSpPr/>
            <p:nvPr/>
          </p:nvSpPr>
          <p:spPr>
            <a:xfrm>
              <a:off x="2102815" y="5662865"/>
              <a:ext cx="371301" cy="371301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Shape">
              <a:hlinkClick r:id="rId4"/>
              <a:extLst>
                <a:ext uri="{FF2B5EF4-FFF2-40B4-BE49-F238E27FC236}">
                  <a16:creationId xmlns:a16="http://schemas.microsoft.com/office/drawing/2014/main" id="{F0CB12D6-F0DA-4BB6-B2C7-4BE43A29C51F}"/>
                </a:ext>
              </a:extLst>
            </p:cNvPr>
            <p:cNvSpPr/>
            <p:nvPr/>
          </p:nvSpPr>
          <p:spPr>
            <a:xfrm>
              <a:off x="2189003" y="5751342"/>
              <a:ext cx="202748" cy="20274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9427" y="11280"/>
                  </a:moveTo>
                  <a:cubicBezTo>
                    <a:pt x="17712" y="10975"/>
                    <a:pt x="15821" y="11022"/>
                    <a:pt x="13768" y="11419"/>
                  </a:cubicBezTo>
                  <a:cubicBezTo>
                    <a:pt x="13571" y="10725"/>
                    <a:pt x="13362" y="10071"/>
                    <a:pt x="13146" y="9456"/>
                  </a:cubicBezTo>
                  <a:cubicBezTo>
                    <a:pt x="15173" y="8681"/>
                    <a:pt x="16814" y="7539"/>
                    <a:pt x="18018" y="6057"/>
                  </a:cubicBezTo>
                  <a:cubicBezTo>
                    <a:pt x="18916" y="7419"/>
                    <a:pt x="19440" y="9050"/>
                    <a:pt x="19440" y="10800"/>
                  </a:cubicBezTo>
                  <a:cubicBezTo>
                    <a:pt x="19440" y="10961"/>
                    <a:pt x="19435" y="11121"/>
                    <a:pt x="19427" y="11280"/>
                  </a:cubicBezTo>
                  <a:cubicBezTo>
                    <a:pt x="19427" y="11280"/>
                    <a:pt x="19427" y="11280"/>
                    <a:pt x="19427" y="11280"/>
                  </a:cubicBezTo>
                  <a:close/>
                  <a:moveTo>
                    <a:pt x="15025" y="18334"/>
                  </a:moveTo>
                  <a:cubicBezTo>
                    <a:pt x="14873" y="16593"/>
                    <a:pt x="14617" y="14987"/>
                    <a:pt x="14296" y="13522"/>
                  </a:cubicBezTo>
                  <a:cubicBezTo>
                    <a:pt x="15886" y="13225"/>
                    <a:pt x="17507" y="13137"/>
                    <a:pt x="19038" y="13406"/>
                  </a:cubicBezTo>
                  <a:cubicBezTo>
                    <a:pt x="18371" y="15511"/>
                    <a:pt x="16918" y="17268"/>
                    <a:pt x="15025" y="18334"/>
                  </a:cubicBezTo>
                  <a:cubicBezTo>
                    <a:pt x="15025" y="18334"/>
                    <a:pt x="15025" y="18334"/>
                    <a:pt x="15025" y="18334"/>
                  </a:cubicBezTo>
                  <a:close/>
                  <a:moveTo>
                    <a:pt x="10800" y="19440"/>
                  </a:moveTo>
                  <a:cubicBezTo>
                    <a:pt x="8577" y="19440"/>
                    <a:pt x="6548" y="18596"/>
                    <a:pt x="5015" y="17212"/>
                  </a:cubicBezTo>
                  <a:cubicBezTo>
                    <a:pt x="6456" y="16365"/>
                    <a:pt x="9162" y="14922"/>
                    <a:pt x="12199" y="14029"/>
                  </a:cubicBezTo>
                  <a:cubicBezTo>
                    <a:pt x="12538" y="15587"/>
                    <a:pt x="12795" y="17303"/>
                    <a:pt x="12924" y="19176"/>
                  </a:cubicBezTo>
                  <a:cubicBezTo>
                    <a:pt x="12244" y="19348"/>
                    <a:pt x="11533" y="19440"/>
                    <a:pt x="10800" y="19440"/>
                  </a:cubicBezTo>
                  <a:cubicBezTo>
                    <a:pt x="10800" y="19440"/>
                    <a:pt x="10800" y="19440"/>
                    <a:pt x="10800" y="19440"/>
                  </a:cubicBezTo>
                  <a:close/>
                  <a:moveTo>
                    <a:pt x="2160" y="10800"/>
                  </a:moveTo>
                  <a:cubicBezTo>
                    <a:pt x="2160" y="10677"/>
                    <a:pt x="2163" y="10555"/>
                    <a:pt x="2168" y="10434"/>
                  </a:cubicBezTo>
                  <a:cubicBezTo>
                    <a:pt x="3029" y="10541"/>
                    <a:pt x="4305" y="10658"/>
                    <a:pt x="5793" y="10658"/>
                  </a:cubicBezTo>
                  <a:cubicBezTo>
                    <a:pt x="6514" y="10658"/>
                    <a:pt x="7284" y="10631"/>
                    <a:pt x="8081" y="10562"/>
                  </a:cubicBezTo>
                  <a:cubicBezTo>
                    <a:pt x="9142" y="10470"/>
                    <a:pt x="10142" y="10310"/>
                    <a:pt x="11081" y="10088"/>
                  </a:cubicBezTo>
                  <a:cubicBezTo>
                    <a:pt x="11287" y="10669"/>
                    <a:pt x="11485" y="11281"/>
                    <a:pt x="11671" y="11928"/>
                  </a:cubicBezTo>
                  <a:cubicBezTo>
                    <a:pt x="10698" y="12211"/>
                    <a:pt x="9693" y="12565"/>
                    <a:pt x="8656" y="12990"/>
                  </a:cubicBezTo>
                  <a:cubicBezTo>
                    <a:pt x="6423" y="13906"/>
                    <a:pt x="4601" y="14931"/>
                    <a:pt x="3585" y="15547"/>
                  </a:cubicBezTo>
                  <a:cubicBezTo>
                    <a:pt x="2685" y="14184"/>
                    <a:pt x="2160" y="12552"/>
                    <a:pt x="2160" y="10800"/>
                  </a:cubicBezTo>
                  <a:cubicBezTo>
                    <a:pt x="2160" y="10800"/>
                    <a:pt x="2160" y="10800"/>
                    <a:pt x="2160" y="10800"/>
                  </a:cubicBezTo>
                  <a:close/>
                  <a:moveTo>
                    <a:pt x="7253" y="2922"/>
                  </a:moveTo>
                  <a:cubicBezTo>
                    <a:pt x="7897" y="3727"/>
                    <a:pt x="9119" y="5437"/>
                    <a:pt x="10273" y="8054"/>
                  </a:cubicBezTo>
                  <a:cubicBezTo>
                    <a:pt x="7243" y="8704"/>
                    <a:pt x="4136" y="8489"/>
                    <a:pt x="2530" y="8298"/>
                  </a:cubicBezTo>
                  <a:cubicBezTo>
                    <a:pt x="3257" y="5901"/>
                    <a:pt x="4998" y="3941"/>
                    <a:pt x="7253" y="2922"/>
                  </a:cubicBezTo>
                  <a:cubicBezTo>
                    <a:pt x="7253" y="2922"/>
                    <a:pt x="7253" y="2922"/>
                    <a:pt x="7253" y="2922"/>
                  </a:cubicBezTo>
                  <a:close/>
                  <a:moveTo>
                    <a:pt x="10800" y="2160"/>
                  </a:moveTo>
                  <a:cubicBezTo>
                    <a:pt x="13021" y="2160"/>
                    <a:pt x="15049" y="3003"/>
                    <a:pt x="16581" y="4385"/>
                  </a:cubicBezTo>
                  <a:cubicBezTo>
                    <a:pt x="15509" y="5855"/>
                    <a:pt x="14008" y="6822"/>
                    <a:pt x="12365" y="7445"/>
                  </a:cubicBezTo>
                  <a:cubicBezTo>
                    <a:pt x="12091" y="6806"/>
                    <a:pt x="11817" y="6226"/>
                    <a:pt x="11555" y="5709"/>
                  </a:cubicBezTo>
                  <a:cubicBezTo>
                    <a:pt x="10795" y="4211"/>
                    <a:pt x="10048" y="3064"/>
                    <a:pt x="9466" y="2263"/>
                  </a:cubicBezTo>
                  <a:cubicBezTo>
                    <a:pt x="9901" y="2195"/>
                    <a:pt x="10346" y="2160"/>
                    <a:pt x="10800" y="2160"/>
                  </a:cubicBezTo>
                  <a:cubicBezTo>
                    <a:pt x="10800" y="2160"/>
                    <a:pt x="10800" y="2160"/>
                    <a:pt x="10800" y="2160"/>
                  </a:cubicBezTo>
                  <a:close/>
                  <a:moveTo>
                    <a:pt x="18834" y="3590"/>
                  </a:moveTo>
                  <a:lnTo>
                    <a:pt x="18682" y="3425"/>
                  </a:lnTo>
                  <a:cubicBezTo>
                    <a:pt x="16710" y="1318"/>
                    <a:pt x="13906" y="0"/>
                    <a:pt x="10800" y="0"/>
                  </a:cubicBezTo>
                  <a:cubicBezTo>
                    <a:pt x="9564" y="0"/>
                    <a:pt x="8376" y="209"/>
                    <a:pt x="7269" y="593"/>
                  </a:cubicBezTo>
                  <a:lnTo>
                    <a:pt x="7157" y="633"/>
                  </a:lnTo>
                  <a:cubicBezTo>
                    <a:pt x="3542" y="1932"/>
                    <a:pt x="814" y="5108"/>
                    <a:pt x="154" y="8980"/>
                  </a:cubicBezTo>
                  <a:cubicBezTo>
                    <a:pt x="153" y="8984"/>
                    <a:pt x="152" y="8988"/>
                    <a:pt x="152" y="8991"/>
                  </a:cubicBezTo>
                  <a:cubicBezTo>
                    <a:pt x="149" y="9004"/>
                    <a:pt x="148" y="9016"/>
                    <a:pt x="146" y="9028"/>
                  </a:cubicBezTo>
                  <a:cubicBezTo>
                    <a:pt x="51" y="9605"/>
                    <a:pt x="0" y="10197"/>
                    <a:pt x="0" y="10800"/>
                  </a:cubicBezTo>
                  <a:cubicBezTo>
                    <a:pt x="0" y="13375"/>
                    <a:pt x="906" y="15741"/>
                    <a:pt x="2416" y="17599"/>
                  </a:cubicBezTo>
                  <a:cubicBezTo>
                    <a:pt x="2417" y="17600"/>
                    <a:pt x="2541" y="17751"/>
                    <a:pt x="2541" y="17751"/>
                  </a:cubicBezTo>
                  <a:cubicBezTo>
                    <a:pt x="4524" y="20103"/>
                    <a:pt x="7490" y="21600"/>
                    <a:pt x="10800" y="21600"/>
                  </a:cubicBezTo>
                  <a:cubicBezTo>
                    <a:pt x="12051" y="21600"/>
                    <a:pt x="13252" y="21385"/>
                    <a:pt x="14370" y="20993"/>
                  </a:cubicBezTo>
                  <a:cubicBezTo>
                    <a:pt x="14400" y="20983"/>
                    <a:pt x="14429" y="20974"/>
                    <a:pt x="14457" y="20962"/>
                  </a:cubicBezTo>
                  <a:cubicBezTo>
                    <a:pt x="18004" y="19681"/>
                    <a:pt x="20694" y="16594"/>
                    <a:pt x="21411" y="12816"/>
                  </a:cubicBezTo>
                  <a:cubicBezTo>
                    <a:pt x="21412" y="12806"/>
                    <a:pt x="21414" y="12797"/>
                    <a:pt x="21416" y="12788"/>
                  </a:cubicBezTo>
                  <a:cubicBezTo>
                    <a:pt x="21536" y="12143"/>
                    <a:pt x="21600" y="11479"/>
                    <a:pt x="21600" y="10800"/>
                  </a:cubicBezTo>
                  <a:cubicBezTo>
                    <a:pt x="21600" y="8032"/>
                    <a:pt x="20553" y="5503"/>
                    <a:pt x="18834" y="3590"/>
                  </a:cubicBezTo>
                  <a:cubicBezTo>
                    <a:pt x="18834" y="3590"/>
                    <a:pt x="18834" y="3590"/>
                    <a:pt x="18834" y="3590"/>
                  </a:cubicBezTo>
                  <a:close/>
                </a:path>
              </a:pathLst>
            </a:custGeom>
            <a:solidFill>
              <a:schemeClr val="bg1"/>
            </a:solidFill>
            <a:ln w="12700">
              <a:miter lim="400000"/>
            </a:ln>
          </p:spPr>
          <p:txBody>
            <a:bodyPr lIns="38100" tIns="38100" rIns="38100" bIns="38100" anchor="ctr"/>
            <a:lstStyle/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/>
            </a:p>
          </p:txBody>
        </p:sp>
      </p:grpSp>
      <p:pic>
        <p:nvPicPr>
          <p:cNvPr id="16" name="Picture 2" descr="E:\cloud\drive\websites\slidemodel\logo\sebastian\slidemodel-logo-trans.png">
            <a:extLst>
              <a:ext uri="{FF2B5EF4-FFF2-40B4-BE49-F238E27FC236}">
                <a16:creationId xmlns:a16="http://schemas.microsoft.com/office/drawing/2014/main" id="{59E8070B-51C3-4A5F-B241-A7744B4F61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38418" y="6398156"/>
            <a:ext cx="1432658" cy="2712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DE739AA3-A794-9F54-6A5A-CA2C7ED598BB}"/>
              </a:ext>
            </a:extLst>
          </p:cNvPr>
          <p:cNvSpPr/>
          <p:nvPr/>
        </p:nvSpPr>
        <p:spPr>
          <a:xfrm>
            <a:off x="1300694" y="2272374"/>
            <a:ext cx="5297771" cy="986340"/>
          </a:xfrm>
          <a:prstGeom prst="rect">
            <a:avLst/>
          </a:prstGeom>
          <a:ln>
            <a:solidFill>
              <a:schemeClr val="accent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/>
              <a:t>www.anubhavtrainings.com</a:t>
            </a:r>
          </a:p>
        </p:txBody>
      </p:sp>
    </p:spTree>
    <p:extLst>
      <p:ext uri="{BB962C8B-B14F-4D97-AF65-F5344CB8AC3E}">
        <p14:creationId xmlns:p14="http://schemas.microsoft.com/office/powerpoint/2010/main" val="18420444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ight Triangle 6">
            <a:extLst>
              <a:ext uri="{FF2B5EF4-FFF2-40B4-BE49-F238E27FC236}">
                <a16:creationId xmlns:a16="http://schemas.microsoft.com/office/drawing/2014/main" id="{EAF14BF4-9A45-8B4E-AA65-A815CC72E5A3}"/>
              </a:ext>
            </a:extLst>
          </p:cNvPr>
          <p:cNvSpPr/>
          <p:nvPr/>
        </p:nvSpPr>
        <p:spPr>
          <a:xfrm flipH="1">
            <a:off x="3029488" y="2339447"/>
            <a:ext cx="9159332" cy="4517660"/>
          </a:xfrm>
          <a:prstGeom prst="rtTriangle">
            <a:avLst/>
          </a:prstGeom>
          <a:solidFill>
            <a:srgbClr val="18A7C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126">
              <a:defRPr/>
            </a:pPr>
            <a:endParaRPr lang="en-US" sz="1799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5901FB9E-D5D8-0E42-9064-309ADD0ECF5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-1" y="892"/>
            <a:ext cx="12188825" cy="4876667"/>
          </a:xfrm>
        </p:spPr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20F6EAF-BDD9-FA40-9881-470C78C023CA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586" y="892"/>
            <a:ext cx="12185652" cy="4876667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7D8E97E7-E23C-4E4A-A0AF-1C43E32D5148}"/>
              </a:ext>
            </a:extLst>
          </p:cNvPr>
          <p:cNvSpPr/>
          <p:nvPr/>
        </p:nvSpPr>
        <p:spPr>
          <a:xfrm>
            <a:off x="3175" y="-9395"/>
            <a:ext cx="12184064" cy="4886954"/>
          </a:xfrm>
          <a:prstGeom prst="rect">
            <a:avLst/>
          </a:prstGeom>
          <a:gradFill>
            <a:gsLst>
              <a:gs pos="89000">
                <a:schemeClr val="accent4">
                  <a:lumMod val="75000"/>
                  <a:alpha val="96000"/>
                </a:schemeClr>
              </a:gs>
              <a:gs pos="29000">
                <a:schemeClr val="tx2">
                  <a:alpha val="84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3943">
              <a:defRPr/>
            </a:pPr>
            <a:endParaRPr lang="en-US" sz="1799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F6FFC3F4-1A5C-6446-9CE3-98CE002CFF5F}"/>
              </a:ext>
            </a:extLst>
          </p:cNvPr>
          <p:cNvSpPr/>
          <p:nvPr/>
        </p:nvSpPr>
        <p:spPr>
          <a:xfrm>
            <a:off x="350568" y="5992010"/>
            <a:ext cx="3553364" cy="6461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913943">
              <a:defRPr/>
            </a:pPr>
            <a:r>
              <a:rPr lang="en-US" sz="1799" b="1" dirty="0">
                <a:solidFill>
                  <a:srgbClr val="44546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Contact us today!</a:t>
            </a:r>
          </a:p>
          <a:p>
            <a:pPr defTabSz="913943">
              <a:defRPr/>
            </a:pPr>
            <a:r>
              <a:rPr lang="en-US" sz="1799" dirty="0">
                <a:solidFill>
                  <a:srgbClr val="44546A"/>
                </a:solidFill>
                <a:latin typeface="Arial" panose="020B0604020202020204"/>
              </a:rPr>
              <a:t>https://anubhavtrainings.com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A91E6F4-0EB3-3446-B962-79A0A253F3F7}"/>
              </a:ext>
            </a:extLst>
          </p:cNvPr>
          <p:cNvSpPr/>
          <p:nvPr/>
        </p:nvSpPr>
        <p:spPr>
          <a:xfrm>
            <a:off x="8178219" y="2926031"/>
            <a:ext cx="3229442" cy="27692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914126">
              <a:defRPr/>
            </a:pPr>
            <a:r>
              <a:rPr lang="en-IN" sz="1200" spc="50" dirty="0">
                <a:solidFill>
                  <a:srgbClr val="FFFFFF">
                    <a:lumMod val="95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 build the workforce of the future.</a:t>
            </a:r>
            <a:endParaRPr lang="en-US" sz="1200" spc="50" dirty="0">
              <a:solidFill>
                <a:srgbClr val="FFFFFF">
                  <a:lumMod val="95000"/>
                </a:srgb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9EED0AA-D6A0-854A-9888-8400B6D1FE48}"/>
              </a:ext>
            </a:extLst>
          </p:cNvPr>
          <p:cNvSpPr/>
          <p:nvPr/>
        </p:nvSpPr>
        <p:spPr>
          <a:xfrm>
            <a:off x="1221676" y="3113856"/>
            <a:ext cx="1801447" cy="6461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914126">
              <a:defRPr/>
            </a:pPr>
            <a:r>
              <a:rPr lang="en-US" sz="2399" dirty="0">
                <a:solidFill>
                  <a:srgbClr val="FFFFFF"/>
                </a:solidFill>
                <a:latin typeface="Arial" panose="020B0604020202020204"/>
              </a:rPr>
              <a:t>260+ </a:t>
            </a:r>
          </a:p>
          <a:p>
            <a:pPr algn="ctr" defTabSz="914126">
              <a:defRPr/>
            </a:pPr>
            <a:r>
              <a:rPr lang="en-US" sz="1200" dirty="0">
                <a:solidFill>
                  <a:srgbClr val="FFFFFF"/>
                </a:solidFill>
                <a:latin typeface="Arial" panose="020B0604020202020204"/>
              </a:rPr>
              <a:t>Corporate Clients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DFBD6F02-53D0-BF4D-BF2A-4BD3E0AC1D30}"/>
              </a:ext>
            </a:extLst>
          </p:cNvPr>
          <p:cNvSpPr/>
          <p:nvPr/>
        </p:nvSpPr>
        <p:spPr>
          <a:xfrm>
            <a:off x="2825143" y="3113856"/>
            <a:ext cx="1801447" cy="6461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914126">
              <a:defRPr/>
            </a:pPr>
            <a:r>
              <a:rPr lang="en-US" sz="2399" dirty="0">
                <a:solidFill>
                  <a:srgbClr val="FFFFFF"/>
                </a:solidFill>
                <a:latin typeface="Arial" panose="020B0604020202020204"/>
              </a:rPr>
              <a:t>60,000+</a:t>
            </a:r>
          </a:p>
          <a:p>
            <a:pPr algn="ctr" defTabSz="914126">
              <a:defRPr/>
            </a:pPr>
            <a:r>
              <a:rPr lang="en-US" sz="1200" dirty="0">
                <a:solidFill>
                  <a:srgbClr val="FFFFFF"/>
                </a:solidFill>
                <a:latin typeface="Arial" panose="020B0604020202020204"/>
              </a:rPr>
              <a:t>Learners Trained</a:t>
            </a: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B3EFFD71-D9A6-F843-8D97-4553654A0BAE}"/>
              </a:ext>
            </a:extLst>
          </p:cNvPr>
          <p:cNvSpPr/>
          <p:nvPr/>
        </p:nvSpPr>
        <p:spPr>
          <a:xfrm>
            <a:off x="4495429" y="3111497"/>
            <a:ext cx="1801447" cy="6461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914126">
              <a:defRPr/>
            </a:pPr>
            <a:r>
              <a:rPr lang="en-US" sz="2399" dirty="0">
                <a:solidFill>
                  <a:srgbClr val="FFFFFF"/>
                </a:solidFill>
                <a:latin typeface="Arial" panose="020B0604020202020204"/>
              </a:rPr>
              <a:t>26000+ </a:t>
            </a:r>
          </a:p>
          <a:p>
            <a:pPr algn="ctr" defTabSz="914126">
              <a:defRPr/>
            </a:pPr>
            <a:r>
              <a:rPr lang="en-US" sz="1200" dirty="0">
                <a:solidFill>
                  <a:srgbClr val="FFFFFF"/>
                </a:solidFill>
                <a:latin typeface="Arial" panose="020B0604020202020204"/>
              </a:rPr>
              <a:t>Learners Placed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BBB1580-5754-8F41-9AD0-21D8AE6FD293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lum bright="70000" contrast="-7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783127" y="2279841"/>
            <a:ext cx="640059" cy="64005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65C330F-D3B3-C54E-A760-411AF08F9062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lum bright="70000" contrast="-7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405530" y="2272765"/>
            <a:ext cx="671928" cy="671928"/>
          </a:xfrm>
          <a:prstGeom prst="rect">
            <a:avLst/>
          </a:prstGeom>
        </p:spPr>
      </p:pic>
      <p:sp>
        <p:nvSpPr>
          <p:cNvPr id="48" name="Rectangle 47"/>
          <p:cNvSpPr/>
          <p:nvPr/>
        </p:nvSpPr>
        <p:spPr>
          <a:xfrm>
            <a:off x="632520" y="692233"/>
            <a:ext cx="6570959" cy="113847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914126">
              <a:defRPr/>
            </a:pPr>
            <a:r>
              <a:rPr lang="en-US" sz="1999" b="1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We’re committed to empower you to be</a:t>
            </a:r>
          </a:p>
          <a:p>
            <a:pPr algn="ctr" defTabSz="914126">
              <a:defRPr/>
            </a:pPr>
            <a:r>
              <a:rPr lang="en-US" sz="1999" b="1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r>
              <a:rPr lang="en-US" sz="2799" b="1" dirty="0">
                <a:solidFill>
                  <a:srgbClr val="2AC6D1">
                    <a:lumMod val="40000"/>
                    <a:lumOff val="6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#</a:t>
            </a:r>
            <a:r>
              <a:rPr lang="en-US" sz="2799" b="1" dirty="0" err="1">
                <a:solidFill>
                  <a:srgbClr val="2AC6D1">
                    <a:lumMod val="40000"/>
                    <a:lumOff val="6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FutureReady</a:t>
            </a:r>
            <a:r>
              <a:rPr lang="en-US" sz="2799" b="1" dirty="0">
                <a:solidFill>
                  <a:srgbClr val="2AC6D1">
                    <a:lumMod val="40000"/>
                    <a:lumOff val="6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algn="ctr" defTabSz="914126">
              <a:defRPr/>
            </a:pPr>
            <a:r>
              <a:rPr lang="en-US" sz="1999" b="1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through powerful training solutions.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29B88429-5E3E-E649-B2EC-6D73DF20380B}"/>
              </a:ext>
            </a:extLst>
          </p:cNvPr>
          <p:cNvSpPr/>
          <p:nvPr/>
        </p:nvSpPr>
        <p:spPr>
          <a:xfrm>
            <a:off x="350569" y="4998498"/>
            <a:ext cx="3900557" cy="892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914126">
              <a:defRPr/>
            </a:pPr>
            <a:r>
              <a:rPr lang="en-US" sz="1999" b="1" spc="100" dirty="0">
                <a:solidFill>
                  <a:srgbClr val="F97700"/>
                </a:solidFill>
                <a:latin typeface="Arial" panose="020B0604020202020204"/>
              </a:rPr>
              <a:t>FREE WEBINARS </a:t>
            </a:r>
          </a:p>
          <a:p>
            <a:pPr defTabSz="914126">
              <a:defRPr/>
            </a:pPr>
            <a:r>
              <a:rPr lang="en-US" sz="1600" i="1" dirty="0">
                <a:solidFill>
                  <a:srgbClr val="F97700"/>
                </a:solidFill>
                <a:latin typeface="Arial" panose="020B0604020202020204"/>
              </a:rPr>
              <a:t>Sign up for free webinars with industry experts every fortnight!</a:t>
            </a:r>
          </a:p>
        </p:txBody>
      </p:sp>
      <p:pic>
        <p:nvPicPr>
          <p:cNvPr id="56" name="Picture 55">
            <a:extLst>
              <a:ext uri="{FF2B5EF4-FFF2-40B4-BE49-F238E27FC236}">
                <a16:creationId xmlns:a16="http://schemas.microsoft.com/office/drawing/2014/main" id="{A2992D5F-5E6B-654B-9458-11A35BA426B5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lum bright="70000" contrast="-7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51451" y="2194693"/>
            <a:ext cx="851865" cy="851865"/>
          </a:xfrm>
          <a:prstGeom prst="rect">
            <a:avLst/>
          </a:prstGeom>
        </p:spPr>
      </p:pic>
      <p:grpSp>
        <p:nvGrpSpPr>
          <p:cNvPr id="8" name="Group 13">
            <a:extLst>
              <a:ext uri="{FF2B5EF4-FFF2-40B4-BE49-F238E27FC236}">
                <a16:creationId xmlns:a16="http://schemas.microsoft.com/office/drawing/2014/main" id="{C4CE162D-F9BF-9140-A233-D39001B36CFD}"/>
              </a:ext>
            </a:extLst>
          </p:cNvPr>
          <p:cNvGrpSpPr/>
          <p:nvPr/>
        </p:nvGrpSpPr>
        <p:grpSpPr>
          <a:xfrm>
            <a:off x="6517598" y="3369121"/>
            <a:ext cx="5611184" cy="3380860"/>
            <a:chOff x="4482563" y="4980191"/>
            <a:chExt cx="3128574" cy="1841396"/>
          </a:xfrm>
        </p:grpSpPr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62C3C8DA-341B-5A4B-82D2-EE674B9C2DA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4482563" y="4980191"/>
              <a:ext cx="3128574" cy="1841396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3F68CD41-8EF3-B443-924E-319DE8B1689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4906220" y="5127342"/>
              <a:ext cx="2275190" cy="1498325"/>
            </a:xfrm>
            <a:prstGeom prst="rect">
              <a:avLst/>
            </a:prstGeom>
          </p:spPr>
        </p:pic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34C82462-A6A9-9F40-B874-C2786492A285}"/>
              </a:ext>
            </a:extLst>
          </p:cNvPr>
          <p:cNvSpPr/>
          <p:nvPr/>
        </p:nvSpPr>
        <p:spPr>
          <a:xfrm>
            <a:off x="4492569" y="5574754"/>
            <a:ext cx="2196235" cy="54735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126">
              <a:defRPr/>
            </a:pPr>
            <a:endParaRPr lang="en-US" sz="1799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7D41E04-1B35-BD4F-8B37-C6CC88C6B995}"/>
              </a:ext>
            </a:extLst>
          </p:cNvPr>
          <p:cNvSpPr/>
          <p:nvPr/>
        </p:nvSpPr>
        <p:spPr>
          <a:xfrm>
            <a:off x="4399734" y="5490332"/>
            <a:ext cx="2196235" cy="547351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126">
              <a:defRPr/>
            </a:pPr>
            <a:endParaRPr lang="en-US" sz="1799" dirty="0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AA9D7C5-0368-6645-B73F-D51BF9C01567}"/>
              </a:ext>
            </a:extLst>
          </p:cNvPr>
          <p:cNvSpPr/>
          <p:nvPr/>
        </p:nvSpPr>
        <p:spPr>
          <a:xfrm>
            <a:off x="4802969" y="5590298"/>
            <a:ext cx="1466686" cy="36923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126">
              <a:defRPr/>
            </a:pPr>
            <a:r>
              <a:rPr lang="en-US" sz="1799" b="1" dirty="0">
                <a:solidFill>
                  <a:srgbClr val="44546A"/>
                </a:solidFill>
                <a:latin typeface="Arial" panose="020B0604020202020204"/>
              </a:rPr>
              <a:t>Enroll Now!</a:t>
            </a:r>
            <a:endParaRPr lang="en-US" sz="1799" b="1" dirty="0">
              <a:solidFill>
                <a:srgbClr val="000000"/>
              </a:solidFill>
              <a:latin typeface="Arial" panose="020B0604020202020204"/>
            </a:endParaRPr>
          </a:p>
        </p:txBody>
      </p:sp>
      <p:pic>
        <p:nvPicPr>
          <p:cNvPr id="24" name="Picture 4">
            <a:extLst>
              <a:ext uri="{FF2B5EF4-FFF2-40B4-BE49-F238E27FC236}">
                <a16:creationId xmlns:a16="http://schemas.microsoft.com/office/drawing/2014/main" id="{42A5B84E-0F13-E020-C1B3-A338EB4168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82236" y="444130"/>
            <a:ext cx="2323495" cy="22949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265723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Custom 618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151C2B"/>
      </a:accent1>
      <a:accent2>
        <a:srgbClr val="CAC4F7"/>
      </a:accent2>
      <a:accent3>
        <a:srgbClr val="1C21E4"/>
      </a:accent3>
      <a:accent4>
        <a:srgbClr val="5FB7A2"/>
      </a:accent4>
      <a:accent5>
        <a:srgbClr val="3081AC"/>
      </a:accent5>
      <a:accent6>
        <a:srgbClr val="A5A5A5"/>
      </a:accent6>
      <a:hlink>
        <a:srgbClr val="0000FF"/>
      </a:hlink>
      <a:folHlink>
        <a:srgbClr val="800080"/>
      </a:folHlink>
    </a:clrScheme>
    <a:fontScheme name="Custom 2">
      <a:majorFont>
        <a:latin typeface="Calibr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7803</TotalTime>
  <Words>1199</Words>
  <Application>Microsoft Office PowerPoint</Application>
  <PresentationFormat>Custom</PresentationFormat>
  <Paragraphs>156</Paragraphs>
  <Slides>14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2" baseType="lpstr">
      <vt:lpstr>Amasis MT Pro Black</vt:lpstr>
      <vt:lpstr>Arial</vt:lpstr>
      <vt:lpstr>Arial Black</vt:lpstr>
      <vt:lpstr>Calibri</vt:lpstr>
      <vt:lpstr>Cooper Black</vt:lpstr>
      <vt:lpstr>Segoe UI</vt:lpstr>
      <vt:lpstr>Segoe UI Light</vt:lpstr>
      <vt:lpstr>Office Theme</vt:lpstr>
      <vt:lpstr>SAP BTP Extension Suite Training</vt:lpstr>
      <vt:lpstr>PowerPoint Presentation</vt:lpstr>
      <vt:lpstr>Agenda – Day 13</vt:lpstr>
      <vt:lpstr>Testing the Microservice from postman</vt:lpstr>
      <vt:lpstr>Challenges in Current Approach</vt:lpstr>
      <vt:lpstr>Introduction to App Router</vt:lpstr>
      <vt:lpstr>Real World Example</vt:lpstr>
      <vt:lpstr>Challenges in Current Approach</vt:lpstr>
      <vt:lpstr>Introduction to App Router</vt:lpstr>
      <vt:lpstr>Real World Example</vt:lpstr>
      <vt:lpstr>Hands on: App Router</vt:lpstr>
      <vt:lpstr>PowerPoint Presentation</vt:lpstr>
      <vt:lpstr>PowerPoint Presentation</vt:lpstr>
      <vt:lpstr>PowerPoint Presentation</vt:lpstr>
    </vt:vector>
  </TitlesOfParts>
  <Company>Microsoft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</dc:title>
  <dc:creator>Julian</dc:creator>
  <cp:lastModifiedBy>Anubhav Oberoy</cp:lastModifiedBy>
  <cp:revision>290</cp:revision>
  <dcterms:created xsi:type="dcterms:W3CDTF">2013-09-12T13:05:01Z</dcterms:created>
  <dcterms:modified xsi:type="dcterms:W3CDTF">2026-07-27T02:52:10Z</dcterms:modified>
</cp:coreProperties>
</file>
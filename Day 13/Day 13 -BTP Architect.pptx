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6" r:id="rId2"/>
    <p:sldId id="4122" r:id="rId3"/>
    <p:sldId id="277" r:id="rId4"/>
    <p:sldId id="4815" r:id="rId5"/>
    <p:sldId id="4826" r:id="rId6"/>
    <p:sldId id="4749" r:id="rId7"/>
    <p:sldId id="4817" r:id="rId8"/>
    <p:sldId id="4818" r:id="rId9"/>
    <p:sldId id="4825" r:id="rId10"/>
    <p:sldId id="4746" r:id="rId11"/>
    <p:sldId id="4750" r:id="rId12"/>
    <p:sldId id="4751" r:id="rId13"/>
    <p:sldId id="4758" r:id="rId14"/>
    <p:sldId id="282" r:id="rId15"/>
    <p:sldId id="280" r:id="rId16"/>
    <p:sldId id="4711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40" autoAdjust="0"/>
    <p:restoredTop sz="95033" autoAdjust="0"/>
  </p:normalViewPr>
  <p:slideViewPr>
    <p:cSldViewPr>
      <p:cViewPr varScale="1">
        <p:scale>
          <a:sx n="110" d="100"/>
          <a:sy n="110" d="100"/>
        </p:scale>
        <p:origin x="320" y="7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9T04:58:18.3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24575,'6'0'0,"14"0"0,20 0 0,35 0 0,26 6 0,22 2 0,24-1 0,20-1 0,5-2 0,-9-1 0,-20-2 0,-32 0 0,-34-1-8191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3T10:37:08.6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56.5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 24575,'2'0'0,"7"0"0,5 0 0,5 0 0,7 0 0,8 0 0,6 0 0,8 0 0,3 0 0,1 0 0,-2 0 0,-2 0 0,-3-3 0,-7-1 0,-7 1 0,-6 0 0,-8-2 0,-6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56.8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34 24575,'2'-3'0,"8"-1"0,3 1 0,6 0 0,5-2 0,3 0 0,4 1 0,3 1 0,3 1 0,0 1 0,-1 1 0,-4 0 0,-5 0 0,-3 0 0,-7 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56.1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17 24575,'-32'0'0,"26"0"0,23 0 0,227-8 0,-20 0 0,-58 8-1365,-158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57.8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41 24575,'0'-31'0,"0"21"0,0 23 0,21 745 0,-9-432-1365,-12-305-5461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58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24575,'0'2'0,"3"5"0,1 3 0,2-1 0,3 2 0,0 2 0,1 1 0,2 0 0,1 2 0,2-3 0,0 0 0,1-3 0,1 0 0,-4-2-8191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58.3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209 25 24575,'0'-2'0,"1"-1"0,-1 1 0,1 0 0,-1 0 0,1 0 0,0 0 0,0 0 0,2-3 0,-1 3 0,-8 14 0,1-5 30,0 0 0,0 0 0,0 0 0,-1 0 0,0-1 0,-1 0 0,1 0 0,-1 0 0,0-1 0,-9 5 0,-9 3-494,-48 19 0,48-22-303,11-4-6059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59.2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1 243 24575,'0'-12'0,"0"1"0,1-1 0,0 1 0,1-1 0,0 1 0,5-17 0,-5 25 0,-1-1 0,1 0 0,0 1 0,0-1 0,1 1 0,-1 0 0,1 0 0,-1 0 0,1 0 0,0 0 0,0 0 0,0 1 0,1 0 0,-1-1 0,1 1 0,-1 0 0,1 1 0,0-1 0,-1 1 0,1-1 0,8 0 0,-9 1 0,0 0 0,1 1 0,-1 0 0,0 0 0,0 0 0,1 0 0,-1 0 0,0 1 0,0-1 0,0 1 0,0 0 0,1 0 0,-1 0 0,0 0 0,-1 1 0,5 1 0,-3 0 0,1 1 0,-1-1 0,0 1 0,0 0 0,-1 0 0,1 0 0,-1 0 0,6 10 0,-2-1 0,-1 1 0,0 1 0,-1-1 0,0 0 0,5 31 0,-6-19 0,1 40 0,-5-57 0,0 0 0,-1-1 0,0 1 0,0 0 0,-1-1 0,0 1 0,0-1 0,-6 13 0,7-19 0,1-1 0,-1 1 0,0-1 0,0 1 0,0-1 0,0 1 0,-1-1 0,1 1 0,0-1 0,0 0 0,-1 0 0,1 0 0,-3 2 0,3-3 0,0 1 0,0-1 0,1 0 0,-1 0 0,0 0 0,0 0 0,0 0 0,0 0 0,1 0 0,-1 0 0,0 0 0,0 0 0,0 0 0,1 0 0,-1 0 0,0-1 0,0 1 0,1 0 0,-1-1 0,0 1 0,-1-1 0,0-1 0,0 0 0,0-1 0,0 1 0,0 0 0,0-1 0,0 1 0,0-1 0,1 0 0,0 0 0,-1 1 0,1-1 0,0 0 0,0 0 0,0-3 0,-1-9 0,0 0 0,1 0 0,1 1 0,0-1 0,1 0 0,1 0 0,0 1 0,1-1 0,1 1 0,0 0 0,10-24 0,-6 21 0,0-1 0,2 1 0,-1 1 0,2 0 0,0 0 0,1 1 0,1 1 0,22-21 0,-28 29 0,0 1 0,1-1 0,0 1 0,0 1 0,0 0 0,1 0 0,-1 0 0,1 1 0,0 0 0,0 1 0,0 0 0,17-1 0,-21 2 0,-1 1 0,0 1 0,1-1 0,-1 1 0,0 0 0,1 0 0,-1 0 0,0 0 0,0 1 0,0-1 0,0 1 0,0 0 0,-1 0 0,1 1 0,0-1 0,-1 1 0,0 0 0,0 0 0,1 0 0,-2 0 0,1 1 0,0-1 0,-1 1 0,1-1 0,-1 1 0,0 0 0,-1 0 0,1 0 0,1 6 0,2 5 0,-2 1 0,0-1 0,-1 1 0,0 0 0,-1 0 0,-1 0 0,-1 0 0,-4 27 0,1-20 0,-1 0 0,-1-1 0,-1 1 0,-1-1 0,-14 27 0,8-31 0,7-15 0,5-14 0,4-2 0,1 0 0,1 1 0,0-1 0,9-18 0,0 0 0,5-16 0,33-59 0,-42 90 0,0 0 0,1 1 0,1 0 0,0 1 0,1 1 0,1-1 0,17-13 0,-29 26 0,1-1 0,0 1 0,0 0 0,-1-1 0,1 1 0,0 0 0,0 0 0,0 0 0,0 0 0,0 1 0,0-1 0,1 0 0,-1 1 0,0 0 0,0-1 0,0 1 0,1 0 0,-1 0 0,0 0 0,0 0 0,0 1 0,1-1 0,-1 1 0,4 1 0,-3 0 0,0 0 0,-1 0 0,1 0 0,-1 0 0,0 1 0,1 0 0,-1-1 0,0 1 0,0 0 0,-1 0 0,1 0 0,-1 0 0,1 0 0,-1 0 0,2 6 0,3 19 0,0 0 0,-2 0 0,1 48 0,-1-15 0,-2-43-455,-1 1 0,-2 27 0,-2-26-6371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59.6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1 144 24575,'3'33'0,"3"0"0,0-1 0,16 44 0,-15-52 0,-5-14 0,1 0 0,1 0 0,0 0 0,1-1 0,0 1 0,11 15 0,-15-23 0,0-1 0,0 1 0,1 0 0,-1-1 0,1 1 0,0-1 0,-1 0 0,1 0 0,0 1 0,0-1 0,0 0 0,0 0 0,0-1 0,0 1 0,0 0 0,0-1 0,0 1 0,0-1 0,0 0 0,0 1 0,1-1 0,-1 0 0,0 0 0,0-1 0,0 1 0,0 0 0,0-1 0,1 1 0,-1-1 0,0 0 0,0 1 0,0-1 0,-1 0 0,1 0 0,0-1 0,0 1 0,0 0 0,-1-1 0,4-2 0,6-6 0,-1-1 0,1 0 0,-2-1 0,0 0 0,0 0 0,-1-1 0,0 0 0,-1-1 0,-1 0 0,9-28 0,-8 17 0,0-1 0,-2 0 0,-1 0 0,-1 0 0,-1-39 0,-2 59 49,0-1 0,-1 1 0,0 0-1,0-1 1,-1 1 0,-2-7 0,4 12-96,-1-1 1,1 1 0,-1 0 0,1 0 0,-1 0 0,1 0 0,-1 0 0,0 0-1,0 0 1,0 0 0,1 0 0,-1 0 0,0 0 0,0 0 0,0 0 0,0 1-1,0-1 1,-1 0 0,1 1 0,0-1 0,0 1 0,0-1 0,0 1 0,-1 0-1,1 0 1,0-1 0,0 1 0,-1 0 0,1 0 0,0 0 0,-1 0 0,1 0-1,0 1 1,0-1 0,-1 0 0,-1 1 0,-11 5-6780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59.8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34 24575,'0'-31'0,"0"29"0,0 4 0,0 17 0,9 150 0,-3-76 0,11 167-1365,-16-238-5461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00.1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 24575,'0'-3'0,"0"2"0,0 4 0,0 4 0,0 7 0,0 8 0,0 10 0,0 6 0,0 6 0,0 4 0,3 1 0,1 1 0,-1 0 0,0-3 0,2-4 0,0-4 0,-1-6 0,-1-8-8191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00.4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85 24575,'0'0'0,"1"-1"0,-1 0 0,0 0 0,1 1 0,-1-1 0,0 0 0,1 1 0,-1-1 0,1 1 0,-1-1 0,1 1 0,-1-1 0,1 0 0,0 1 0,-1 0 0,1-1 0,0 1 0,-1-1 0,1 1 0,0 0 0,-1 0 0,1-1 0,0 1 0,0 0 0,-1 0 0,1 0 0,0 0 0,1 0 0,28-3 0,-21 2 0,378-42 0,-378 43 0,-7 0 0,1 0 0,-1 0 0,1-1 0,-1 1 0,1 0 0,-1-1 0,1 0 0,-1 1 0,0-1 0,1 0 0,-1 0 0,0 0 0,0-1 0,3-1 0,-4 3 0,-1-1 0,0 1 0,0 0 0,0-1 0,0 1 0,0 0 0,0-1 0,0 1 0,0 0 0,0-1 0,0 1 0,0-1 0,0 1 0,0 0 0,0-1 0,0 1 0,0 0 0,0-1 0,0 1 0,0 0 0,0-1 0,-1 1 0,1 0 0,0 0 0,0-1 0,0 1 0,-1 0 0,1-1 0,0 1 0,0 0 0,-1 0 0,1 0 0,0-1 0,-1 1 0,1 0 0,0 0 0,-1 0 0,1 0 0,0-1 0,-1 1 0,1 0 0,0 0 0,-1 0 0,1 0 0,-1 0 0,0 0 0,0-1 0,0 1 0,0 0 0,0 0 0,0-1 0,0 1 0,0 0 0,0 0 0,0 0 0,-1 0 0,1 1 0,0-1 0,0 0 0,-2 1 0,2 0 0,-1 1 0,1 0 0,-1-1 0,1 1 0,0 0 0,0 0 0,0 0 0,0-1 0,0 1 0,0 1 0,0-1 0,0 0 0,1 0 0,-1 0 0,1 0 0,0 0 0,0 4 0,-1 39 0,1-41 0,17 166-1365,-16-152-5461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00.6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7 24575,'0'-3'0,"-3"-1"0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01.1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82 24575,'13'405'0,"-11"-378"0,0-14 0,-1-1 0,-1 0 0,1 0 0,-2 1 0,0-1 0,0 0 0,-4 13 0,5-25 0,0 0 0,0-1 0,0 1 0,0 0 0,0 0 0,0 0 0,0 0 0,0 0 0,0 0 0,0 0 0,-1 0 0,1 0 0,0 0 0,0 0 0,0 0 0,0 0 0,0 0 0,0-1 0,0 1 0,0 0 0,0 0 0,0 0 0,0 0 0,0 0 0,0 0 0,0 0 0,0 0 0,-1 0 0,1 0 0,0 0 0,0 0 0,0 0 0,0 0 0,0 0 0,0 0 0,0 0 0,0 0 0,0 0 0,0 0 0,0 0 0,0 0 0,-1 0 0,1 0 0,0 0 0,0 0 0,0 0 0,0 0 0,0 0 0,0 1 0,0-1 0,0 0 0,0 0 0,0 0 0,0 0 0,0 0 0,0 0 0,0 0 0,0 0 0,0 0 0,-1 0 0,1 0 0,0 0 0,0 1 0,-3-13 0,-3-17 0,-21-184 0,23 160 0,3 1 0,5-58 0,-2 94 0,0 1 0,1 0 0,0-1 0,2 1 0,5-14 0,-8 25 0,-1 0 0,1 1 0,0-1 0,0 1 0,1 0 0,-1-1 0,1 1 0,0 0 0,0 0 0,5-4 0,-6 6 0,0 0 0,1 0 0,-1 0 0,0 0 0,0 0 0,0 1 0,1-1 0,-1 1 0,0-1 0,1 1 0,-1 0 0,1 0 0,-1 0 0,0 0 0,1 0 0,-1 1 0,0-1 0,1 1 0,3 1 0,0 1 0,0 0 0,0 0 0,0 1 0,0-1 0,-1 2 0,0-1 0,0 0 0,0 1 0,0 0 0,-1 0 0,1 1 0,-1-1 0,-1 1 0,7 11 0,-4-4 0,0 1 0,0 0 0,-1 0 0,-1 0 0,4 26 0,-6-30 31,-1-1 0,-1 0 0,0 0 0,0 1 0,-1-1 0,0 0 0,0 0 0,-1 1 1,-1-1-1,-3 10 0,4-14-126,-1 0 0,1 0 0,-1 0 0,-1 0 1,1 0-1,-1-1 0,1 1 0,-1-1 0,0 0 0,-1 0 1,1 0-1,-1-1 0,0 0 0,0 0 0,0 0 1,0 0-1,-7 2 0,-9 2-6731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01.4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 24575,'3'0'0,"0"-3"0,1-3 0,-1 1 0,1 5 0,1 5 0,-1 7 0,-1 10 0,2 9 0,0 8 0,-1 8 0,2 4 0,-1 2 0,2 0 0,0-4 0,1-1 0,0-7 0,-2-10-8191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04.2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1 123 24575,'0'-1'0,"0"0"0,0 0 0,0 0 0,0 0 0,0 0 0,0 0 0,0 0 0,1 0 0,-1 0 0,0 0 0,1 0 0,-1 0 0,0 0 0,1 0 0,-1 0 0,1 0 0,0 1 0,-1-1 0,2-1 0,-2 2 0,1 0 0,0-1 0,-1 1 0,1 0 0,0 0 0,-1-1 0,1 1 0,0 0 0,0 0 0,0 0 0,-1 0 0,1 0 0,0 0 0,0 0 0,-1 0 0,1 0 0,0 1 0,0-1 0,1 1 0,5 2 0,-1 0 0,1 1 0,-1 0 0,9 7 0,1 0 0,-9-8 0,1 0 0,0 0 0,1-1 0,-1 0 0,0 0 0,1-1 0,-1 0 0,1 0 0,-1-1 0,1 0 0,-1-1 0,16-2 0,-18 2 0,-1-1 0,1 1 0,-1-1 0,0 0 0,1 0 0,-1-1 0,0 0 0,9-6 0,-11 7 0,-1-1 0,1 1 0,-1-1 0,0 1 0,0-1 0,0 0 0,0 0 0,0 1 0,-1-1 0,1-1 0,-1 1 0,0 0 0,0 0 0,0 0 0,1-7 0,-2 7 0,0 1 0,0-1 0,0 0 0,0 0 0,0 1 0,-1-1 0,0 0 0,1 1 0,-1-1 0,0 0 0,0 1 0,0-1 0,-1 1 0,1-1 0,-1 1 0,1 0 0,-1 0 0,0 0 0,0 0 0,0 0 0,0 0 0,0 0 0,0 0 0,0 1 0,-1-1 0,1 1 0,-1 0 0,1 0 0,-1 0 0,1 0 0,-1 0 0,-3-1 0,0 1 0,0-1 0,1 1 0,-1 0 0,0 0 0,0 1 0,0 0 0,0 0 0,0 0 0,1 1 0,-1 0 0,0 0 0,0 0 0,0 1 0,-7 3 0,8-2 0,0 0 0,0 0 0,1 0 0,-1 1 0,1 0 0,0 0 0,0 0 0,0 1 0,1-1 0,-1 1 0,1 0 0,0 0 0,1 0 0,-1 0 0,1 1 0,0-1 0,0 1 0,1-1 0,-1 1 0,1-1 0,1 1 0,-1 9 0,1-6 0,0 0 0,0-1 0,1 1 0,1-1 0,-1 1 0,2-1 0,-1 1 0,1-1 0,0 0 0,1 0 0,-1-1 0,2 1 0,-1-1 0,9 11 0,-4-9-52,-1-1-1,1 0 1,0 0-1,1-1 1,0 0-1,0-1 1,1 0-1,-1-1 1,1 0-1,0-1 1,1 0-1,-1 0 1,1-1-1,-1-1 1,1 0-1,0-1 1,0 0-1,0-1 1,0 0-1,0-1 0,0 0 1,0-1-1,-1 0 1,1-1-1,17-6 1,-1-2-6774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05.5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352 26 24575,'0'-2'0,"1"1"0,-1 0 0,1-1 0,-1 1 0,1 0 0,0-1 0,0 1 0,0 0 0,-1 0 0,1 0 0,0 0 0,0 0 0,0 0 0,1 0 0,-1 0 0,0 0 0,0 0 0,0 0 0,1 1 0,-1-1 0,0 1 0,1-1 0,-1 1 0,3-1 0,-4 1 0,0 1 0,1-1 0,-1 0 0,0 1 0,0-1 0,0 0 0,0 1 0,0-1 0,0 1 0,0-1 0,0 0 0,0 1 0,0-1 0,0 0 0,0 1 0,0-1 0,0 1 0,-1-1 0,1 0 0,0 1 0,0-1 0,0 0 0,0 1 0,-1-1 0,1 0 0,0 0 0,0 1 0,-1-1 0,1 0 0,0 1 0,-1-1 0,1 0 0,-1 1 0,-10 11 0,6-8 0,-159 156 0,119-112 0,-58 79 0,57-49-1365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06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0 24575,'0'23'0,"0"0"0,0 0 0,-1 0 0,-8 37 0,1-19-341,1 0 0,3 0-1,0 71 1,4-98-6485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06.9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1 237 24575,'5'-3'0,"0"0"0,0 0 0,1 0 0,-1 1 0,1 0 0,0 0 0,-1 0 0,1 0 0,0 1 0,6 0 0,5-3 0,186-39 0,-198 42 0,1 0 0,-1-1 0,0 0 0,1 0 0,-1 0 0,0-1 0,0 1 0,5-5 0,-9 6 0,1 0 0,-1-1 0,0 1 0,1-1 0,-1 1 0,0-1 0,0 1 0,0-1 0,0 0 0,0 1 0,-1-1 0,1 0 0,0 0 0,-1 0 0,1 0 0,-1 1 0,0-1 0,1 0 0,-1 0 0,0 0 0,0 0 0,-1 0 0,1 0 0,0 0 0,0 0 0,-1 1 0,0-3 0,-2-6 0,0 1 0,-1-1 0,0 1 0,-1 1 0,0-1 0,0 0 0,-1 1 0,-9-12 0,14 20 0,1 0 0,0 0 0,0 0 0,0 0 0,-1 0 0,1-1 0,0 1 0,0 0 0,-1 0 0,1 0 0,0 0 0,-1 0 0,1 0 0,0 0 0,0 0 0,-1 0 0,1 0 0,0 0 0,0 0 0,-1 0 0,1 0 0,0 0 0,-1 0 0,1 0 0,0 0 0,0 1 0,-1-1 0,1 0 0,0 0 0,0 0 0,0 0 0,-1 1 0,1-1 0,0 0 0,0 0 0,0 0 0,-1 1 0,1-1 0,0 0 0,0 0 0,0 0 0,0 1 0,0-1 0,0 0 0,-1 0 0,1 1 0,0-1 0,0 0 0,0 1 0,0-1 0,-3 16 0,3-15 0,-2 121 0,3-87 0,-2 1 0,-6 51 0,2-54-1365,4-20-5461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08.6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24575,'4'19'0,"21"108"0,-8-29 341,0-3-2047,-16-82-5120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09.1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4 24575,'0'-3'0,"0"2"0,0 4 0,0 4 0,0 6 0,0 4 0,0 5 0,-2 3 0,-2 4 0,-2-1 0,-1 0 0,2-1 0,1-1 0,-2-1 0,1-5-8191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09.6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1 134 24575,'0'-1'0,"0"1"0,0 0 0,0-1 0,0 1 0,0 0 0,0-1 0,0 1 0,0-1 0,0 1 0,0 0 0,0-1 0,0 1 0,0 0 0,0-1 0,0 1 0,1 0 0,-1-1 0,0 1 0,0 0 0,0-1 0,0 1 0,1 0 0,-1 0 0,0-1 0,0 1 0,1 0 0,-1 0 0,0-1 0,1 1 0,-1 0 0,0 0 0,0 0 0,1-1 0,-1 1 0,0 0 0,1 0 0,0 0 0,14 7 0,16 25 0,-28-28 0,15 14 0,-1-1 0,2-1 0,0 0 0,35 21 0,-44-31 0,1 0 0,0-1 0,0 0 0,0-1 0,0 0 0,1 0 0,0-2 0,-1 1 0,1-1 0,0-1 0,20 0 0,-29-2 0,0 1 0,-1-1 0,1 0 0,0 0 0,0 0 0,-1 0 0,1 0 0,-1 0 0,1-1 0,-1 0 0,0 1 0,1-1 0,-1 0 0,0 0 0,0 0 0,0 0 0,-1 0 0,1-1 0,0 1 0,-1 0 0,1-1 0,-1 0 0,0 1 0,0-1 0,0 0 0,0 1 0,-1-1 0,2-4 0,1-9 0,-1-1 0,0 1 0,-1-28 0,-1 34 0,-2-141 0,2 180-1365,0-14-5461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10.9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55 24575,'0'-2'0,"0"0"0,0 0 0,0 0 0,0-1 0,1 1 0,-1 0 0,1 0 0,0 0 0,-1 0 0,1 0 0,0 0 0,0 0 0,0 0 0,1 0 0,-1 0 0,0 0 0,1 1 0,-1-1 0,1 1 0,-1-1 0,1 1 0,0-1 0,0 1 0,0 0 0,0 0 0,0 0 0,3-1 0,-1 1 0,-1 0 0,1 0 0,0 0 0,-1 1 0,1 0 0,0-1 0,-1 1 0,1 1 0,0-1 0,-1 0 0,1 1 0,-1 0 0,1 0 0,0 0 0,5 3 0,33 20 0,-2 2 0,65 53 0,-55-40 0,-34-27-341,0 1 0,0 1-1,26 30 1,-35-34-6485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11.3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 24575,'0'2'0,"0"5"0,0 3 0,0 5 0,0 6 0,0 2 0,0 2 0,0 3 0,0 2 0,0 1 0,-2 1 0,-2 1 0,0-3 0,2-1 0,0-3 0,0-3 0,2-5-8191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11.5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49 24575,'0'-3'0,"0"-4"0,3 0 0,3 1 0,4 1 0,5 2 0,4 1 0,3-1 0,3-1 0,4 0 0,-1 2 0,0 0 0,-4 1-8191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11.7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24575,'3'0'0,"3"0"0,4 0 0,3 0 0,1 0 0,5 0 0,4 0 0,3 0 0,1 0 0,1 0 0,-2-3 0,-2-1 0,-3 1 0,-2 0 0,-4 1-8191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14.2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17 24575,'-3'0'0,"2"0"0,4 0 0,4 0 0,4 0 0,5 0 0,3 0 0,3 0 0,4 0 0,3-3 0,2-1 0,-2 1 0,0 0 0,-2 1 0,-4 1 0,-5 0-8191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14.7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 24575,'573'0'0,"-532"-3"-1365,-29 0-5461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15.0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 24575,'2'0'0,"7"0"0,5 0 0,5 0 0,5 0 0,3 0 0,4 0 0,1-2 0,3-2 0,2 1 0,-3 0 0,-2 1 0,-3 1 0,-7 0-8191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33.9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 24575,'14'-1'0,"-1"0"0,22-6 0,-27 5 0,0 0 0,0 0 0,1 1 0,-1 0 0,0 1 0,1 0 0,-1 0 0,1 0 0,14 4 0,-21-3 0,0 0 0,0 1 0,1-1 0,-1 0 0,0 1 0,0 0 0,0 0 0,-1-1 0,1 1 0,0 0 0,-1 1 0,1-1 0,-1 0 0,0 0 0,0 0 0,1 1 0,-2-1 0,1 1 0,1 3 0,2 8 0,-1 0 0,1 20 0,-2-18 0,8 71 0,-7-48 0,2 0 0,17 68 0,-22-105-76,1 1 1,0-1-1,0 1 0,0-1 0,0 1 0,0-1 0,1 0 0,-1 0 1,1 1-1,-1-1 0,1 0 0,0 0 0,0-1 0,0 1 1,0 0-1,0-1 0,4 3 0,5 0-6750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34.1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1 24575,'-3'0'0,"-3"0"0,-4 0 0,-3 0 0,1 3 0,3 0-8191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34.8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114 395 24575,'1'1'0,"0"-1"0,-1 0 0,1 0 0,0 0 0,0 0 0,0 0 0,0-1 0,0 1 0,0 0 0,0 0 0,0-1 0,0 1 0,0 0 0,0-1 0,0 1 0,-1-1 0,1 1 0,0-1 0,0 0 0,-1 1 0,1-1 0,0 0 0,-1 1 0,1-1 0,0 0 0,-1 0 0,1 0 0,-1 1 0,1-1 0,-1 0 0,0 0 0,1 0 0,-1 0 0,0 0 0,0 0 0,0-1 0,0 1 0,0-1 0,0 1 0,0 0 0,-1 0 0,1 0 0,0-1 0,-1 1 0,1 0 0,-1 0 0,0 0 0,1 0 0,-1 0 0,0 0 0,0 0 0,1 0 0,-1 0 0,0 0 0,0 1 0,0-1 0,0 0 0,0 1 0,0-1 0,0 0 0,0 1 0,-1-1 0,1 1 0,0 0 0,0-1 0,-2 1 0,1-1 0,-1 1 0,0-1 0,1 1 0,-1 0 0,0 0 0,0 0 0,1 0 0,-1 1 0,0-1 0,1 1 0,-1-1 0,1 1 0,-1 0 0,1 0 0,-1 0 0,1 0 0,-3 2 0,1 0 0,0 0 0,1 1 0,-1-1 0,1 0 0,0 1 0,0 0 0,0 0 0,1 0 0,-3 5 0,-1 3 0,1 1 0,0 0 0,1 0 0,1 1 0,-4 26 0,6-36 0,1 1 0,0-1 0,0 1 0,0 0 0,0-1 0,1 1 0,-1-1 0,1 1 0,1-1 0,-1 1 0,0-1 0,1 0 0,0 0 0,0 0 0,4 7 0,-4-9 0,1 0 0,-1 1 0,1-1 0,-1 0 0,1 0 0,-1-1 0,1 1 0,0 0 0,0-1 0,0 0 0,0 0 0,0 0 0,0 0 0,0 0 0,0 0 0,1-1 0,-1 1 0,0-1 0,0 0 0,1 0 0,-1 0 0,6-2 0,2 0 0,-1 0 0,0 0 0,0-1 0,-1 0 0,1-1 0,-1 0 0,1-1 0,-1 0 0,-1 0 0,1-1 0,-1 0 0,10-9 0,-8 5 0,0 0 0,-1-2 0,0 1 0,-1-1 0,-1 0 0,1-1 0,-2 1 0,6-15 0,-3 0 0,-1 0 0,-1 0 0,-1-1 0,-1 0 0,-2 0 0,-1 0 0,-1 0 0,-4-40 0,2 53 0,0 1 0,-1 0 0,-1 0 0,0 0 0,-1 0 0,-10-23 0,14 37 0,0-1 0,0 0 0,0 1 0,-1-1 0,1 1 0,0-1 0,-1 1 0,1-1 0,0 0 0,-1 1 0,1 0 0,-1-1 0,1 1 0,0-1 0,-1 1 0,1-1 0,-1 1 0,1 0 0,-1-1 0,0 1 0,1 0 0,-1 0 0,1-1 0,-1 1 0,0 0 0,0 0 0,1 0 0,-1 1 0,0-1 0,1 1 0,-1-1 0,1 1 0,0-1 0,-1 1 0,1 0 0,-1-1 0,1 1 0,0-1 0,-1 1 0,1 0 0,0-1 0,0 1 0,0 0 0,-1 0 0,1 0 0,-4 39 0,4-39 0,-1 78 0,3 0 0,3 0 0,4 0 0,25 102 0,-33-180 0,1 8 69,0 1-1,1-1 0,1 0 0,7 14 1,-11-21-123,1 0 1,0-1 0,0 1-1,0-1 1,0 0 0,1 1-1,-1-1 1,0 0 0,1 1-1,-1-1 1,0 0 0,1 0-1,-1 0 1,1 0 0,0-1-1,-1 1 1,1 0 0,0-1-1,-1 1 1,1-1 0,0 1-1,0-1 1,-1 0 0,1 0-1,0 0 1,0 0 0,0 0-1,-1 0 1,1 0 0,0-1-1,3 0 1,5-3-6773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35.6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41 24575,'-1'0'0,"0"0"0,1 0 0,-1 0 0,0 0 0,0 0 0,1 0 0,-1 0 0,0 0 0,1-1 0,-1 1 0,0 0 0,1-1 0,-1 1 0,0 0 0,1-1 0,-1 1 0,1-1 0,-1 1 0,1-1 0,-1 1 0,1-1 0,-1 1 0,1-1 0,-1 1 0,1-1 0,0 0 0,-1 1 0,1-1 0,0 0 0,0 1 0,-1-1 0,1 0 0,0 1 0,0-1 0,0 0 0,0 1 0,0-1 0,0 0 0,0 0 0,0 1 0,0-1 0,0 0 0,1 1 0,-1-1 0,0 0 0,0 0 0,1 1 0,-1-1 0,0 1 0,1-1 0,-1 0 0,0 1 0,1-1 0,-1 1 0,1-1 0,0 0 0,-1 0 0,1 0 0,-1 1 0,1-1 0,-1 0 0,1 0 0,-1 1 0,1-1 0,-1 1 0,1-1 0,0 1 0,-1-1 0,1 1 0,0-1 0,0 1 0,0-1 0,-1 1 0,1 0 0,0-1 0,0 1 0,0 0 0,-1 0 0,1 0 0,0 0 0,0 0 0,0 0 0,0 0 0,0 0 0,-1 0 0,1 0 0,0 0 0,0 0 0,0 1 0,0-1 0,-1 0 0,1 1 0,0-1 0,0 0 0,-1 1 0,1-1 0,0 1 0,0-1 0,-1 1 0,1 0 0,-1-1 0,1 1 0,0 0 0,-1-1 0,0 1 0,1 1 0,2 2 0,-1 0 0,-1 1 0,1-1 0,-1 1 0,1-1 0,-1 1 0,-1 0 0,1-1 0,-1 1 0,1 0 0,-1-1 0,-1 1 0,1 0 0,-3 9 0,1-3 0,-1 1 0,0 0 0,-1-1 0,-10 20 0,3-13-1365,0-2-5461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38.0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8 24575,'0'-3'0,"-2"0"0,-2 2 0,1 7 0,0 6 0,1 5 0,1 1-8191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36.5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1 110 24575,'0'0'0,"0"-1"0,0 0 0,0 0 0,0 0 0,0 1 0,0-1 0,0 0 0,0 0 0,0 0 0,0 0 0,0 1 0,1-1 0,-1 0 0,0 0 0,1 1 0,-1-1 0,0 0 0,1 1 0,-1-1 0,1 0 0,-1 1 0,1-1 0,0-1 0,0 2 0,0 0 0,0 0 0,-1 0 0,1 1 0,0-1 0,0 0 0,-1 0 0,1 0 0,0 0 0,-1 1 0,1-1 0,0 0 0,-1 1 0,1-1 0,-1 0 0,1 1 0,0-1 0,-1 1 0,1-1 0,0 1 0,4 5 0,0-1 0,0 0 0,7 12 0,78 139 0,13 21 0,-102-176 0,0 1 0,0 0 0,0 0 0,0-1 0,0 1 0,1-1 0,-1 1 0,1-1 0,-1 0 0,1 1 0,0-1 0,-1 0 0,1 0 0,0 0 0,0 0 0,3 1 0,-4-2 0,0 0 0,1-1 0,-1 1 0,0 0 0,0-1 0,0 1 0,0 0 0,0-1 0,0 1 0,0-1 0,0 1 0,0-1 0,0 0 0,0 0 0,0 1 0,0-1 0,0 0 0,0 0 0,-1 0 0,1 0 0,0 0 0,-1 0 0,1 0 0,-1 0 0,1 0 0,-1 0 0,1 0 0,-1 0 0,1-2 0,56-183 0,-40 122 0,2-15 305,13-39-1975,-26 102-5156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36.9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18 209 24575,'-1'1'0,"1"-1"0,-1 1 0,0 0 0,0 0 0,0 0 0,1 0 0,-1 0 0,0 0 0,1 0 0,-1 0 0,1 0 0,-1 0 0,1 0 0,-1 0 0,1 0 0,0 0 0,0 0 0,0 1 0,-1-1 0,1 0 0,0 0 0,0 0 0,1 0 0,-1 1 0,0-1 0,0 0 0,0 0 0,1 0 0,-1 0 0,1 0 0,-1 0 0,1 0 0,-1 0 0,1 0 0,-1 0 0,1 0 0,0 0 0,0 0 0,0 0 0,-1 0 0,1-1 0,0 1 0,0 0 0,0-1 0,0 1 0,2 0 0,-1 1 0,1-1 0,0 1 0,0-1 0,0 0 0,-1 0 0,1 0 0,0 0 0,0-1 0,1 1 0,-1-1 0,0 0 0,0 0 0,0 0 0,0 0 0,0 0 0,0-1 0,3 0 0,-1-2 0,0 1 0,-1-1 0,0 0 0,0-1 0,0 1 0,0-1 0,0 0 0,-1 0 0,1 0 0,-1 0 0,0-1 0,0 1 0,-1-1 0,1 0 0,-1 1 0,0-1 0,1-6 0,2-5 0,-1 1 0,0-1 0,-1 0 0,1-23 0,-4 33 0,0 1 0,0 0 0,-1-1 0,0 1 0,0 0 0,0 0 0,0-1 0,-1 1 0,0 0 0,-2-5 0,3 9 0,1-1 0,-1 1 0,0 0 0,0-1 0,0 1 0,-1 0 0,1-1 0,0 1 0,0 0 0,-1 0 0,1 0 0,0 0 0,-1 0 0,1 0 0,-1 1 0,0-1 0,1 0 0,-1 1 0,1 0 0,-1-1 0,0 1 0,1 0 0,-1-1 0,0 1 0,1 0 0,-1 0 0,0 1 0,0-1 0,1 0 0,-1 0 0,0 1 0,1-1 0,-1 1 0,1-1 0,-3 2 0,-1 1 0,0 0 0,-1 0 0,1 1 0,0 0 0,1 0 0,-1 0 0,1 0 0,-1 1 0,1 0 0,1 0 0,-1 0 0,1 0 0,0 0 0,0 1 0,0-1 0,1 1 0,-3 11 0,-1 1 0,2 1 0,0 0 0,1 0 0,0 30 0,2-38 0,2 0 0,-1 1 0,2-1 0,-1 0 0,2 0 0,-1 0 0,1 0 0,1 0 0,8 17 0,-9-22 0,1-1 0,-1 1 0,1-1 0,0 0 0,0 0 0,1 0 0,0 0 0,-1-1 0,2 0 0,-1 0 0,0 0 0,1-1 0,0 0 0,-1 0 0,1 0 0,0 0 0,1-1 0,7 2 0,24 0-1365,-2-4-5461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37.2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66 24575,'-1'0'0,"0"-1"0,0 1 0,0 0 0,0 0 0,0 0 0,0 0 0,0 1 0,0-1 0,0 0 0,0 0 0,0 0 0,0 1 0,0-1 0,1 1 0,-1-1 0,0 1 0,0-1 0,0 1 0,0-1 0,1 1 0,-1 0 0,0-1 0,0 1 0,1 0 0,-1 0 0,1-1 0,-1 1 0,0 0 0,1 0 0,0 0 0,-1 0 0,1 0 0,0 0 0,-1 0 0,1 0 0,0 0 0,0 0 0,0 0 0,0 0 0,0 0 0,0 0 0,0 0 0,0 0 0,0 0 0,0 0 0,0 0 0,1 0 0,-1 0 0,1 1 0,1 5 0,1 0 0,0-1 0,0 1 0,0-1 0,7 9 0,-2-3 0,66 105 0,-65-101 0,-1 0 0,-1 1 0,-1 1 0,0-1 0,5 28 0,-10-43 0,-1 1 0,0-1 0,0 1 0,0-1 0,0 1 0,0-1 0,-1 1 0,1-1 0,-1 0 0,1 1 0,-1-1 0,0 1 0,-1 1 0,2-3 0,-1-1 0,1 1 0,0-1 0,-1 0 0,1 1 0,0-1 0,-1 0 0,1 1 0,-1-1 0,1 0 0,0 1 0,-1-1 0,1 0 0,-1 1 0,1-1 0,-1 0 0,1 0 0,-1 0 0,1 0 0,-1 0 0,1 1 0,-1-1 0,1 0 0,-2 0 0,1-1 0,0 1 0,0-1 0,-1 1 0,1-1 0,0 1 0,0-1 0,0 0 0,0 0 0,0 1 0,0-1 0,0 0 0,0 0 0,0 0 0,-1-2 0,-2-2 0,1-1 0,0 0 0,0 1 0,0-1 0,1 0 0,0-1 0,0 1 0,0 0 0,1 0 0,0-1 0,0-6 0,-1-9 0,4-42 0,-1 44 43,2-1 0,0 0-1,2 1 1,0 0 0,1 0-1,1 1 1,11-22 0,-14 34-78,0 0 1,0 0 0,0 1 0,1-1 0,0 1 0,1 0 0,-1 1 0,1 0-1,11-8 1,-13 10-51,1 1 0,0-1-1,0 1 1,-1 0 0,1 1-1,1-1 1,-1 1 0,0 0-1,0 0 1,0 1 0,1-1-1,-1 1 1,0 0 0,1 1-1,8 1 1,11 4-6741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37.6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304 132 24575,'2'-2'0,"-1"0"0,1 0 0,-1 0 0,0 0 0,0 0 0,0 0 0,0-1 0,0 1 0,0 0 0,0-1 0,-1 1 0,1-1 0,-1 1 0,0 0 0,0-1 0,0 1 0,0-1 0,0 1 0,0-1 0,0 1 0,-1-1 0,0 1 0,0-3 0,0 1 0,-1 0 0,1 1 0,-1-1 0,0 1 0,0-1 0,0 1 0,0 0 0,0 0 0,-1 0 0,0 0 0,1 0 0,-1 0 0,-6-4 0,2 4 0,-1-1 0,0 1 0,0 0 0,0 0 0,0 1 0,0 0 0,0 1 0,0 0 0,-1 0 0,1 1 0,-1 0 0,1 0 0,0 1 0,-1 0 0,1 0 0,0 1 0,-15 6 0,16-6 0,0 0 0,0 1 0,0 1 0,1-1 0,-1 1 0,1 0 0,0 1 0,0-1 0,0 1 0,1 0 0,0 1 0,0-1 0,0 1 0,0 0 0,1 0 0,0 0 0,1 1 0,-1 0 0,1-1 0,-3 10 0,5-12 0,1 0 0,-1 0 0,0 0 0,1 0 0,0 0 0,0 0 0,0 0 0,1 0 0,-1 0 0,1 0 0,0 0 0,0 0 0,0 0 0,4 6 0,-2-4 0,1 0 0,-1 0 0,1-1 0,1 0 0,-1 0 0,1 0 0,0 0 0,6 4 0,8 5 0,1-2 0,1 0 0,41 17 0,-30-16 0,29 13 0,-57-25 0,0 2 0,-1-1 0,1 0 0,0 1 0,-1 0 0,0 0 0,0 0 0,0 0 0,0 0 0,0 1 0,4 7 0,-7-10 0,1 1 0,-1 0 0,1-1 0,-1 1 0,0 0 0,0-1 0,0 1 0,0 0 0,0 0 0,0-1 0,0 1 0,0 0 0,-1-1 0,1 1 0,-1 0 0,1-1 0,-1 1 0,0-1 0,0 1 0,0-1 0,0 1 0,0-1 0,0 0 0,0 1 0,0-1 0,0 0 0,0 0 0,-1 0 0,1 0 0,-3 2 0,-3 2 0,0 0 0,-1-1 0,0 1 0,-13 4 0,6-4-227,0-1-1,-1 0 1,0-1-1,0 0 1,-25 0-1,19-3-6598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37.8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24575,'3'0'0,"3"0"0,1 3 0,2 3 0,0 4 0,-3 5 0,2 4 0,-2 3 0,2 1 0,-1 2 0,1 2 0,-1 2 0,-1-1 0,1-3 0,-1-3 0,-2-2 0,0-4-8191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38.7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74 24575,'-8'99'0,"5"-73"0,0 0 0,2 0 0,3 35 0,-1-54 0,0 0 0,1 0 0,-1 0 0,1 0 0,1 0 0,-1-1 0,1 1 0,1-1 0,-1 1 0,7 8 0,-7-12 0,-1 0 0,1 0 0,0-1 0,-1 1 0,1-1 0,1 0 0,-1 0 0,0 0 0,0 0 0,1 0 0,-1-1 0,1 1 0,0-1 0,-1 0 0,1 0 0,0 0 0,-1-1 0,1 1 0,0-1 0,0 0 0,5-1 0,1 0 0,0-1 0,0-1 0,0 1 0,0-2 0,-1 1 0,1-2 0,-1 1 0,0-1 0,0 0 0,-1-1 0,0 0 0,0 0 0,0-1 0,0 0 0,-1-1 0,-1 1 0,1-1 0,-1 0 0,0-1 0,7-15 0,-8 15 0,-1 1 0,0-1 0,-1 1 0,0-1 0,0 0 0,-1 0 0,0 0 0,-1 0 0,0-1 0,0 1 0,-1 0 0,0-1 0,-1 1 0,0 0 0,0 0 0,-1-1 0,0 1 0,-1 0 0,0 1 0,0-1 0,-1 0 0,-9-15 0,9 19 0,-1 0 0,1 0 0,-1 1 0,0 0 0,0 0 0,-1 0 0,1 0 0,-1 1 0,0 0 0,0 0 0,0 1 0,0 0 0,0 0 0,0 0 0,-11-1 0,12 2 0,1 0 0,0 0 0,-1 1 0,1 0 0,0 0 0,-1 0 0,1 1 0,0-1 0,-1 1 0,1 0 0,0 0 0,0 1 0,0-1 0,0 1 0,0 0 0,0 0 0,0 0 0,0 0 0,1 1 0,-1 0 0,1-1 0,0 1 0,0 1 0,-4 4 0,6-7 0,0 0 0,0 0 0,1 0 0,-1 1 0,0-1 0,0 0 0,1 1 0,-1-1 0,1 0 0,-1 1 0,1-1 0,0 1 0,0-1 0,-1 1 0,1-1 0,0 1 0,0-1 0,0 1 0,1-1 0,-1 3 0,1-3 0,0 0 0,-1 0 0,1 0 0,0 0 0,0 0 0,0-1 0,-1 1 0,1 0 0,0 0 0,0-1 0,0 1 0,0 0 0,1-1 0,-1 1 0,0-1 0,0 1 0,0-1 0,0 0 0,2 1 0,3 0 0,0-1 0,1 1 0,-1-1 0,0 0 0,0-1 0,1 1 0,-1-1 0,8-2 0,24-10 0,36-19 0,-46 19 0,2 1 0,50-14 0,-75 25 0,0 0 0,-1 0 0,1 1 0,0 0 0,0 0 0,0 0 0,-1 0 0,1 0 0,0 1 0,0 0 0,-1 0 0,1 1 0,-1-1 0,1 1 0,-1 0 0,1 0 0,-1 0 0,0 1 0,0-1 0,4 4 0,-3 0 0,1-1 0,-1 1 0,-1 0 0,1 1 0,-1-1 0,0 1 0,0 0 0,-1 0 0,0 0 0,0 0 0,3 13 0,2 17 0,-1 0 0,-1 1 0,-3-1 0,0 41 0,-2-89 0,1 0 0,0 0 0,1 0 0,0 1 0,8-17 0,30-58 0,-33 72 0,0 0 0,1 0 0,11-12 0,-17 21 0,1 1 0,-1-1 0,1 1 0,0-1 0,0 1 0,0 0 0,1 1 0,-1-1 0,1 1 0,-1 0 0,1 0 0,0 0 0,5-1 0,-8 3 0,0 0 0,0 0 0,-1 0 0,1 0 0,0 1 0,0-1 0,0 0 0,0 1 0,0 0 0,0-1 0,-1 1 0,1 0 0,0 0 0,-1 0 0,1 0 0,0 0 0,-1 0 0,1 0 0,-1 1 0,0-1 0,1 1 0,-1-1 0,0 1 0,0-1 0,0 1 0,0 0 0,0-1 0,1 5 0,2 2 0,-1 1 0,0 0 0,0 0 0,2 15 0,4 79 220,-6-50-1805,0-19-5241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38.9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1 24575,'0'3'0,"0"3"0,0 4 0,0 2 0,-3 3 0,-1 1 0,-2 0 0,0 1 0,-3 0 0,-1 0 0,0-4-8191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39.5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375 562 24575,'-1'0'0,"0"-1"0,0 1 0,0-1 0,0 1 0,-1-1 0,1 1 0,0-1 0,0 0 0,1 1 0,-1-1 0,0 0 0,0 0 0,0 0 0,0 0 0,1 0 0,-1 0 0,0 0 0,1 0 0,-1 0 0,1 0 0,-1 0 0,1 0 0,-1 0 0,1-2 0,-8-28 0,6 18 0,-1 0 0,0 0 0,-1 0 0,-1 0 0,-8-16 0,12 26 0,-1 0 0,1 0 0,-1 0 0,0 1 0,0-1 0,0 1 0,0-1 0,-1 1 0,1 0 0,-1-1 0,1 1 0,-1 1 0,0-1 0,0 0 0,0 1 0,0-1 0,0 1 0,0 0 0,0 0 0,0 0 0,0 0 0,-1 1 0,1-1 0,0 1 0,0 0 0,-1 0 0,-4 0 0,-2 2 0,1 1 0,0 0 0,0 0 0,0 1 0,0 0 0,1 0 0,-1 1 0,1 0 0,0 1 0,1-1 0,-10 10 0,1 0 0,0 2 0,2 0 0,-23 31 0,31-38 0,0 0 0,1 0 0,-1 1 0,2-1 0,0 1 0,-3 12 0,6-20 0,0 0 0,0 0 0,1 0 0,-1 0 0,1 0 0,0 0 0,0 0 0,0 0 0,0 0 0,1 0 0,-1 0 0,1 0 0,0 0 0,-1 0 0,2 0 0,-1 0 0,0 0 0,0-1 0,1 1 0,0 0 0,-1-1 0,1 1 0,0-1 0,0 0 0,0 0 0,1 0 0,3 3 0,2 0 0,1-1 0,0 0 0,0 0 0,0-1 0,1 0 0,-1-1 0,1 0 0,0 0 0,-1-1 0,1 0 0,0-1 0,0 0 0,0-1 0,-1 0 0,1 0 0,0-1 0,-1 0 0,1-1 0,14-6 0,-9 3 0,-1 0 0,0-1 0,0-1 0,-1 0 0,0-1 0,0 0 0,-1-1 0,0 0 0,-1-1 0,0-1 0,15-20 0,-12 8 0,-1 0 0,-1 0 0,-1-1 0,-1-1 0,-2 0 0,8-33 0,19-163 0,-34 211 0,4-28 0,4-55 0,-9 216 116,6 134 65,-3-219-513,2 0-1,2-1 1,1 0-1,24 66 1,-18-70-6494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39.9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6 220 24575,'-3'11'0,"3"-11"0,-1 1 0,1-1 0,0 0 0,0 1 0,0-1 0,-1 1 0,1-1 0,0 1 0,0-1 0,0 0 0,0 1 0,0-1 0,0 1 0,-1-1 0,1 1 0,0-1 0,0 1 0,1-1 0,-1 0 0,0 1 0,0-1 0,0 1 0,0-1 0,0 1 0,0-1 0,1 0 0,-1 1 0,0-1 0,0 1 0,0-1 0,1 0 0,-1 1 0,0-1 0,1 0 0,-1 1 0,0-1 0,1 0 0,-1 0 0,0 1 0,1-1 0,-1 0 0,1 0 0,-1 1 0,0-1 0,1 0 0,-1 0 0,1 0 0,-1 0 0,1 0 0,-1 0 0,1 0 0,12 3 0,-1-2 0,1 1 0,0-1 0,0-1 0,0-1 0,0 0 0,-1 0 0,14-4 0,5 1 0,-2 1 0,0-2 0,-1 0 0,29-11 0,-51 15 0,1-2 0,-1 1 0,0-1 0,1 0 0,-1 0 0,0 0 0,-1-1 0,1 0 0,-1 0 0,1-1 0,-1 0 0,-1 1 0,1-2 0,-1 1 0,1 0 0,-2-1 0,1 0 0,5-11 0,-8 14 0,0-1 0,0 1 0,0-1 0,-1 1 0,1 0 0,-1-1 0,0 0 0,0 1 0,0-1 0,0 1 0,-1-1 0,1 1 0,-1 0 0,0-1 0,0 1 0,0-1 0,-1 1 0,1 0 0,-1 0 0,1 0 0,-1 0 0,0 0 0,-1 0 0,1 1 0,0-1 0,-1 0 0,1 1 0,-1 0 0,0 0 0,0 0 0,0 0 0,-4-2 0,0 0 0,1 1 0,-1 0 0,0 0 0,0 1 0,-1 0 0,1 0 0,0 1 0,-1 0 0,1 0 0,-1 1 0,1 0 0,-1 0 0,1 1 0,-11 1 0,6 2 0,0 0 0,0 1 0,0 0 0,1 1 0,0 0 0,0 1 0,1 0 0,0 0 0,0 1 0,0 1 0,1 0 0,1 0 0,-13 16 0,15-17 0,1-1 0,0 1 0,0 0 0,1 1 0,0-1 0,1 1 0,-1 0 0,2 0 0,-1 0 0,1 0 0,1 0 0,0 0 0,0 1 0,0-1 0,1 0 0,1 1 0,0-1 0,4 19 0,-4-23 17,1 0-1,0 0 0,1-1 0,-1 1 1,1 0-1,0-1 0,0 1 0,1-1 1,-1 0-1,1 0 0,0 0 0,0-1 1,0 1-1,0-1 0,1 0 0,-1 0 1,1-1-1,0 1 0,0-1 0,7 2 1,1 1-261,1-2 0,1 0 0,-1 0 0,0-2 1,1 0-1,18 0 0,13-4-6582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40.2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184 132 24575,'30'-25'0,"7"-5"0,-35 28 0,0-1 0,0 1 0,0 0 0,0-1 0,0 1 0,-1-1 0,1 0 0,-1 0 0,0 1 0,0-1 0,0 0 0,1-3 0,-2 5 0,0 0 0,0 0 0,0 0 0,0 0 0,0 0 0,0 0 0,0 0 0,0 0 0,0 0 0,-1 0 0,1 0 0,0 0 0,-1 0 0,1 0 0,0 0 0,-1 0 0,1 0 0,-1 1 0,0-1 0,1 0 0,-1 0 0,-1 0 0,0-1 0,0 1 0,0-1 0,0 1 0,-1 0 0,1 0 0,0 0 0,-1 0 0,-4-1 0,-4 0 0,0 0 0,0 1 0,-12 0 0,19 1 0,-3 0 0,-1 0 0,0 1 0,0 0 0,0 0 0,1 1 0,-1-1 0,0 2 0,-9 3 0,15-5 0,0 0 0,1 0 0,-1 0 0,0 0 0,0 0 0,1 0 0,-1 1 0,1-1 0,-1 1 0,1-1 0,0 1 0,0-1 0,-1 1 0,1 0 0,0 0 0,1-1 0,-1 1 0,0 0 0,0 0 0,1 0 0,-1 0 0,1 0 0,0 0 0,-1 0 0,1 0 0,0 0 0,0 0 0,0 0 0,0 0 0,1 0 0,-1 0 0,1 0 0,-1 0 0,1 0 0,0 0 0,-1 0 0,3 2 0,9 20 0,1-1 0,2 0 0,0-1 0,31 33 0,-26-30 0,-8-12 0,-6-6 0,1 0 0,-1 1 0,0 0 0,7 14 0,-12-21 0,0 0 0,-1 0 0,1 0 0,-1 1 0,1-1 0,-1 0 0,0 0 0,1 1 0,-1-1 0,0 0 0,0 1 0,0-1 0,0 1 0,0-1 0,0 0 0,0 1 0,0-1 0,-1 0 0,1 0 0,-1 1 0,1-1 0,-1 0 0,1 0 0,-1 1 0,1-1 0,-1 0 0,0 0 0,0 0 0,0 0 0,0 0 0,0 0 0,0 0 0,0 0 0,0-1 0,0 1 0,0 0 0,0 0 0,0-1 0,-1 1 0,-1 0 0,-5 2 31,0-1 0,0 0 0,-1 0 0,1 0 0,0-1 0,-1-1 0,1 1 0,-1-1 1,1-1-1,-14-2 0,6 1-373,0-2 1,1 0 0,0-1-1,-25-11 1,15 3-6485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40.4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24575,'3'2'0,"4"2"0,0 2 0,2 1 0,2-2 0,-1-4 0,1-4 0,-2-6 0,-2-3 0,-2 1-8191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45.1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1 260 24575,'1'-4'0,"0"1"0,0 0 0,0 0 0,1 0 0,0 0 0,-1 0 0,1 0 0,0 0 0,3-3 0,6-10 0,-5 5 0,-1 1 0,0 0 0,0 0 0,1 1 0,14-17 0,-19 25 0,0 0 0,0 0 0,1-1 0,-1 1 0,0 0 0,1 0 0,-1 0 0,1 0 0,-1 0 0,1 1 0,-1-1 0,1 0 0,0 1 0,-1-1 0,1 1 0,0-1 0,-1 1 0,1 0 0,0 0 0,0 0 0,-1 0 0,1 0 0,0 0 0,-1 0 0,1 1 0,0-1 0,0 1 0,-1-1 0,1 1 0,-1-1 0,1 1 0,-1 0 0,1 0 0,-1 0 0,1 0 0,-1 0 0,1 0 0,1 3 0,8 8 0,-1 0 0,0 1 0,-1 1 0,0-1 0,-1 2 0,-1-1 0,0 1 0,-1 0 0,0 0 0,-2 1 0,1 0 0,-2 0 0,3 32 0,-6-40 0,0-1 0,-1 1 0,1 0 0,-2 0 0,1-1 0,-5 12 0,6-16 0,-2 0 0,1 0 0,0 0 0,-1 0 0,1 0 0,-1 0 0,0 0 0,0-1 0,0 1 0,0-1 0,0 1 0,-1-1 0,1 0 0,-1 0 0,1 0 0,-1 0 0,-6 2 0,9-3 0,-1-1 0,0 0 0,1 0 0,-1 1 0,0-1 0,1 0 0,-1 0 0,0 0 0,1 0 0,-1 0 0,0 0 0,0 0 0,1 0 0,-1 0 0,0 0 0,1 0 0,-1-1 0,0 1 0,1 0 0,-1 0 0,0-1 0,1 1 0,-1 0 0,1-1 0,-1 1 0,0-1 0,0 0 0,0 0 0,0-1 0,0 1 0,0-1 0,0 0 0,1 1 0,-1-1 0,0 0 0,1 0 0,-1 1 0,0-4 0,0-5 0,0 0 0,1-20 0,1 28 0,2-31 0,2 1 0,1-1 0,2 1 0,1 0 0,2 0 0,27-56 0,-32 76 0,0 1 0,1 0 0,0 0 0,0 0 0,1 1 0,1 0 0,12-11 0,-18 18 0,0 1 0,-1 0 0,1-1 0,0 1 0,0 1 0,0-1 0,1 0 0,-1 1 0,0-1 0,1 1 0,-1 0 0,1 0 0,-1 1 0,1-1 0,-1 1 0,1 0 0,-1 0 0,1 0 0,0 0 0,-1 0 0,1 1 0,-1-1 0,1 1 0,-1 0 0,1 1 0,-1-1 0,0 0 0,0 1 0,0 0 0,6 3 0,3 5 0,1 0 0,-2 1 0,1 1 0,-2 0 0,0 0 0,0 1 0,-1 0 0,0 1 0,-1 0 0,-1 0 0,0 1 0,-1 0 0,-1 0 0,0 1 0,-1-1 0,-1 1 0,0 0 0,0 24 0,-3-33 0,-1 0 0,1 0 0,-1 0 0,-1 0 0,-3 11 0,5-17 0,-1 1 0,1 0 0,0-1 0,-1 1 0,0-1 0,1 0 0,-1 1 0,0-1 0,0 1 0,0-1 0,0 0 0,0 0 0,0 1 0,0-1 0,-1 0 0,1 0 0,0 0 0,0 0 0,-1-1 0,1 1 0,-1 0 0,1 0 0,-1-1 0,1 1 0,-1-1 0,1 1 0,-1-1 0,0 0 0,1 0 0,-3 0 0,3 0 0,0 0 0,0-1 0,0 1 0,0-1 0,0 1 0,0-1 0,0 1 0,0-1 0,0 0 0,1 0 0,-1 1 0,0-1 0,0 0 0,1 0 0,-1 0 0,0 0 0,1 0 0,-1 0 0,1 0 0,-1 0 0,1 0 0,0 0 0,-1 0 0,1 0 0,0 0 0,0 0 0,-1-3 0,1-32 0,3 8 0,2 0 0,1 1 0,1-1 0,13-31 0,-16 48 0,0 0 0,1 1 0,1-1 0,0 1 0,0 1 0,1-1 0,0 1 0,1 0 0,0 1 0,0 0 0,1 0 0,0 0 0,10-5 0,-16 11 0,-1 1 0,1-1 0,-1 1 0,1 0 0,0 0 0,-1 0 0,1 0 0,0 1 0,0-1 0,0 1 0,0 0 0,-1-1 0,1 1 0,0 1 0,0-1 0,0 0 0,0 1 0,0-1 0,3 2 0,-2 0 0,-1 0 0,1 0 0,0 0 0,-1 1 0,0-1 0,0 1 0,0 0 0,0 0 0,0 0 0,0 0 0,-1 1 0,3 3 0,3 7 0,-1 1 0,0 0 0,-1 0 0,-1 1 0,6 25 0,3 47 294,-6-31-1953,-6-42-5167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45.5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37 24575,'0'0'0,"0"-1"0,0 1 0,0-1 0,0 1 0,0 0 0,0-1 0,0 1 0,-1 0 0,1 0 0,0-1 0,0 1 0,0 0 0,-1-1 0,1 1 0,0 0 0,0 0 0,0-1 0,-1 1 0,1 0 0,0 0 0,-1 0 0,1-1 0,0 1 0,-1 0 0,1 0 0,0 0 0,0 0 0,-1 0 0,1-1 0,-1 1 0,1 0 0,0 0 0,-1 0 0,1 0 0,0 0 0,-1 0 0,1 0 0,0 0 0,-1 1 0,1-1 0,0 0 0,-1 0 0,1 0 0,0 0 0,-1 0 0,1 0 0,0 1 0,0-1 0,-1 0 0,1 0 0,-1 1 0,-17 9 0,13-6 0,0 1 0,0-1 0,0 1 0,0 1 0,1-1 0,0 0 0,0 1 0,0 0 0,1 0 0,0 0 0,0 1 0,1-1 0,-4 14 0,3-7 0,0 1 0,1 0 0,1 0 0,0 0 0,3 28 0,-2-40 0,0 1 0,0-1 0,0 1 0,1-1 0,-1 1 0,1-1 0,0 1 0,0-1 0,-1 0 0,1 1 0,1-1 0,-1 0 0,0 0 0,1 0 0,-1 0 0,1 0 0,-1 0 0,1 0 0,0 0 0,0 0 0,0-1 0,0 1 0,0-1 0,0 0 0,0 1 0,1-1 0,-1 0 0,0 0 0,1-1 0,-1 1 0,1 0 0,-1-1 0,4 1 0,1-1 0,0 0 0,0-1 0,0 0 0,0 0 0,-1 0 0,1-1 0,0 0 0,-1-1 0,1 1 0,-1-1 0,7-4 0,-3 1 0,-1-1 0,0 0 0,0-1 0,0 0 0,-1 0 0,0-1 0,-1 0 0,0 0 0,0-1 0,-1 1 0,9-20 0,-13 24 0,0 0 0,0 0 0,-1-1 0,0 1 0,0 0 0,0-1 0,0 1 0,-1 0 0,0-1 0,0 1 0,-2-11 0,1 12 0,0 0 0,0 0 0,-1 0 0,0 1 0,0-1 0,0 0 0,0 1 0,0 0 0,-1-1 0,1 1 0,-1 0 0,0 0 0,0 1 0,0-1 0,0 1 0,-1-1 0,-5-2 0,0 0-68,0 1 0,0 1-1,-1-1 1,1 1 0,-1 1 0,0 0-1,0 1 1,0-1 0,0 2 0,0-1-1,0 2 1,0-1 0,0 1 0,1 1-1,-1 0 1,0 0 0,0 1-1,1 0 1,-16 8 0,10-1-6758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46.3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195 356 24575,'0'-3'0,"0"0"0,0 0 0,0 0 0,-1 0 0,1 0 0,-1 0 0,0 0 0,1 0 0,-1 0 0,-1 1 0,1-1 0,0 0 0,-1 0 0,1 1 0,-1-1 0,0 1 0,0 0 0,0-1 0,0 1 0,0 0 0,0 0 0,-1 0 0,1 0 0,-1 1 0,1-1 0,-1 1 0,0-1 0,0 1 0,0 0 0,1 0 0,-1 0 0,0 1 0,0-1 0,0 1 0,0-1 0,0 1 0,0 0 0,0 0 0,-1 1 0,1-1 0,0 0 0,0 1 0,1 0 0,-1 0 0,0 0 0,0 0 0,0 0 0,0 0 0,1 1 0,-5 3 0,0 0 0,0 1 0,1 0 0,-1 0 0,2 0 0,-1 1 0,1 0 0,-1 0 0,2 0 0,-1 1 0,1 0 0,1 0 0,-1 0 0,1 0 0,1 0 0,-1 1 0,0 9 0,2-13 0,0 0 0,1 0 0,0 1 0,0-1 0,0 0 0,1 0 0,-1 1 0,1-1 0,0 0 0,1 0 0,0 0 0,2 6 0,-2-7 0,0-1 0,0 0 0,1 1 0,-1-1 0,1 0 0,0 0 0,0-1 0,0 1 0,0-1 0,0 1 0,1-1 0,-1 0 0,1 0 0,-1 0 0,1-1 0,0 0 0,7 3 0,-4-3 0,0 0 0,0-1 0,0 1 0,1-1 0,-1-1 0,0 1 0,0-1 0,0 0 0,0-1 0,0 0 0,0 0 0,0 0 0,0-1 0,-1 0 0,0 0 0,1-1 0,6-5 0,-1 1 0,-1-1 0,0 0 0,0-1 0,-1 0 0,0-1 0,-1 0 0,14-20 0,-12 12 0,-1-1 0,-1 0 0,-1 0 0,-1-1 0,0 0 0,6-37 0,-9 24 0,0 0 0,-2-1 0,-5-53 0,3 86 0,-4-25 0,4 26 0,0 0 0,0 0 0,0 0 0,-1 0 0,1 0 0,0 0 0,-1 0 0,1 0 0,-1 0 0,1 1 0,-1-1 0,1 0 0,-1 0 0,0 0 0,1 1 0,-1-1 0,0 0 0,0 1 0,1-1 0,-1 1 0,0-1 0,-2 0 0,3 1 0,-1 0 0,1 0 0,-1 0 0,1 0 0,-1 1 0,1-1 0,-1 0 0,1 0 0,-1 1 0,1-1 0,-1 0 0,1 1 0,-1-1 0,1 0 0,0 1 0,-1-1 0,1 0 0,0 1 0,-1-1 0,1 1 0,0-1 0,-1 1 0,1-1 0,0 1 0,0-1 0,0 1 0,-1 0 0,-5 19 0,5-17 0,-5 25 0,1-1 0,1 1 0,2 1 0,1 43 0,3-25 0,3-1 0,10 46 0,-9-64-682,13 36-1,-11-44-6143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46.7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84 24575,'0'12'0,"2"0"0,0 1 0,0-1 0,1 0 0,1-1 0,5 14 0,-1-6 0,0-1 0,2 0 0,15 22 0,-23-37 0,0 0 0,0 0 0,0-1 0,1 1 0,-1-1 0,1 1 0,0-1 0,0 0 0,0 0 0,0-1 0,0 1 0,0 0 0,0-1 0,0 0 0,1 0 0,-1 0 0,4 1 0,-2-2 0,0 0 0,0 0 0,0 0 0,-1 0 0,1-1 0,0 0 0,0 0 0,-1 0 0,1 0 0,-1-1 0,6-3 0,0 0 0,-1 0 0,0-1 0,0 0 0,0-1 0,-1 0 0,0 0 0,-1-1 0,1 0 0,-1 0 0,8-14 0,-9 13 0,-1-1 0,-1 0 0,1 0 0,-2-1 0,1 1 0,-2-1 0,1 1 0,-1-1 0,-1 0 0,0 0 0,-1 0 0,0 0 0,0 0 0,-3-11 0,3 20-39,0 0 0,-1-1 0,0 1 0,0 0 0,1 0 0,-1 0 0,0 1 0,0-1 0,-1 0 0,1 0 0,0 0 0,-1 1 0,1-1 0,-1 1 0,1-1 0,-1 1 0,0 0 0,0-1 0,1 1 0,-1 0 0,0 0 0,0 0 0,0 1 0,0-1 0,0 0 0,-1 1 0,1-1 0,0 1 0,0 0 0,0 0 0,0 0 0,0 0 0,-1 0 0,-2 1 0,-6 2-6787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46.9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37 24575,'-1'-18'0,"1"-1"0,4 34 0,6 42 86,5 25-811,6 124-1,-21-177-6100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47.4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39 159 24575,'-21'0'0,"17"0"0,14 0 0,42 6 0,-41-4 0,-1 0 0,1-1 0,0 0 0,0 0 0,-1-1 0,12-2 0,-19 2 0,0-1 0,-1 0 0,1 0 0,0 0 0,-1 0 0,1 0 0,-1-1 0,1 1 0,-1-1 0,0 1 0,0-1 0,0 0 0,0 0 0,0 0 0,0 0 0,0 0 0,0-1 0,-1 1 0,1 0 0,-1-1 0,0 1 0,0-1 0,0 0 0,0 1 0,0-1 0,0 0 0,-1 1 0,1-4 0,0 2 0,-1 0 0,0 0 0,1 0 0,-1 0 0,-1 0 0,1 0 0,0 0 0,-1 0 0,0 1 0,0-1 0,0 0 0,0 0 0,-1 1 0,0-1 0,1 1 0,-1-1 0,0 1 0,-1 0 0,1 0 0,-1 0 0,1 0 0,-1 0 0,0 0 0,0 1 0,0-1 0,0 1 0,0 0 0,-1 0 0,1 0 0,-1 1 0,0-1 0,1 1 0,-6-2 0,5 2 0,0 0 0,-1 0 0,1 0 0,-1 0 0,0 1 0,1 0 0,-1 0 0,1 0 0,-1 0 0,0 1 0,1 0 0,-1 0 0,1 0 0,-1 0 0,1 1 0,0 0 0,0 0 0,0 0 0,0 0 0,0 1 0,0-1 0,0 1 0,1 0 0,-1 0 0,1 0 0,0 1 0,0-1 0,-3 6 0,2-1 0,0 0 0,1 0 0,0 1 0,0-1 0,1 0 0,0 1 0,1 0 0,0-1 0,0 1 0,1 0 0,0 0 0,0 0 0,4 17 0,-3-19 0,1 0 0,-1 1 0,1-1 0,1 0 0,0 0 0,0 0 0,0-1 0,1 1 0,-1-1 0,2 0 0,-1 0 0,1 0 0,0 0 0,0-1 0,0 0 0,11 8 0,-10-10-151,1 1-1,0-2 0,-1 1 0,1-1 1,0 0-1,0 0 0,0-1 1,13 1-1,2-1-6674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47.9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275 81 24575,'2'-21'0,"-2"20"0,1 0 0,-1-1 0,1 1 0,-1 0 0,0-1 0,0 1 0,0-1 0,0 1 0,0 0 0,0-1 0,0 1 0,0-1 0,-1 1 0,1 0 0,0-1 0,-1 1 0,1 0 0,-1-1 0,1 1 0,-1 0 0,0 0 0,0-1 0,1 1 0,-1 0 0,0 0 0,0 0 0,0 0 0,0 0 0,0 0 0,-1 1 0,1-1 0,0 0 0,0 0 0,-3 0 0,-3-2 0,0 0 0,0 0 0,-1 1 0,1 0 0,-1 1 0,1 0 0,-1 0 0,1 0 0,-1 1 0,0 0 0,1 1 0,-1-1 0,-9 3 0,6 0 0,-1-1 0,1 2 0,0-1 0,0 2 0,0-1 0,0 2 0,-19 11 0,28-15 0,-1 0 0,0 1 0,1-1 0,-1 0 0,1 1 0,-1-1 0,1 1 0,0 0 0,0 0 0,1 0 0,-1 0 0,0 0 0,1 0 0,0 0 0,0 1 0,0-1 0,-1 6 0,2-7 0,0 1 0,0 0 0,0 0 0,1 0 0,-1-1 0,1 1 0,0 0 0,0-1 0,0 1 0,0-1 0,0 1 0,0-1 0,1 1 0,-1-1 0,1 0 0,0 1 0,0-1 0,-1 0 0,1 0 0,1-1 0,3 4 0,10 5 0,0-1 0,1-1 0,0 0 0,0-1 0,20 5 0,1 1 0,-10-4 0,-9-3 0,30 14 0,-45-18 0,0 0 0,0 0 0,0 0 0,0 1 0,-1 0 0,1 0 0,-1 0 0,1 0 0,-1 0 0,0 1 0,-1-1 0,5 8 0,-6-10 0,0 1 0,-1-1 0,1 1 0,-1-1 0,1 1 0,-1 0 0,0-1 0,1 1 0,-1-1 0,0 1 0,0 0 0,0-1 0,0 1 0,-1 0 0,1-1 0,0 1 0,-1 0 0,1-1 0,-1 1 0,0 1 0,-1 0 0,0-1 0,1 1 0,-1-1 0,-1 1 0,1-1 0,0 0 0,0 1 0,-1-1 0,-4 3 0,-2 0 0,1-1 0,-1 0 0,0 0 0,-1 0 0,-17 3 0,15-5 43,-1 0 0,0-1-1,0 0 1,1-1 0,-1-1-1,0 0 1,-18-4 0,27 4-112,0 1 1,-1-1 0,1-1 0,0 1-1,0-1 1,0 1 0,0-1-1,0 0 1,0-1 0,0 1 0,1-1-1,-1 0 1,1 1 0,0-1 0,0-1-1,0 1 1,0 0 0,1-1 0,-1 0-1,1 1 1,0-1 0,0 0-1,0 0 1,-2-8 0,2-2-6758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48.1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8 24575,'-2'0'0,"-2"-3"0,3-1 0,2 4 0,1 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5:48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24575,'0'3'0,"3"1"0,1-3 0,-1-5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30.7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46 216 24575,'-1'0'0,"-1"-1"0,0 1 0,0-1 0,1 1 0,-1-1 0,1 0 0,-1 0 0,1 0 0,-1 0 0,1 0 0,-1 0 0,1 0 0,0-1 0,0 1 0,-1 0 0,1-1 0,0 1 0,0-1 0,0 1 0,-1-3 0,0-1 0,0 1 0,-1-1 0,1 0 0,1 0 0,-3-9 0,4 12 0,-1 0 0,1-1 0,0 1 0,-1 0 0,1-1 0,0 1 0,1 0 0,-1-1 0,0 1 0,1 0 0,-1-1 0,1 1 0,0 0 0,0 0 0,0 0 0,0 0 0,0 0 0,0 0 0,0 0 0,1 0 0,-1 0 0,1 0 0,2-2 0,-1 3 0,-1-1 0,1 1 0,-1 0 0,1 0 0,0 0 0,-1 0 0,1 1 0,0-1 0,0 1 0,-1-1 0,1 1 0,0 0 0,0 0 0,0 1 0,0-1 0,-1 0 0,1 1 0,0 0 0,3 0 0,6 4 0,1 0 0,-1 1 0,-1 0 0,1 1 0,-1 0 0,0 1 0,-1 0 0,18 17 0,-9-6 0,-1 1 0,-1 1 0,19 32 0,-21-29 0,-1 1 0,-1 0 0,-1 1 0,-1 0 0,-2 1 0,8 33 0,-16-52 0,0-1 0,-1 1 0,1 0 0,-2 0 0,0 9 0,1-15 0,0 0 0,0 0 0,-1 0 0,1 0 0,-1 0 0,1 0 0,-1 0 0,1-1 0,-1 1 0,0 0 0,0 0 0,0-1 0,0 1 0,0 0 0,-1-1 0,1 1 0,0-1 0,-1 0 0,1 1 0,-1-1 0,1 0 0,-1 0 0,0 0 0,1 0 0,-4 1 0,4-2 0,-1 0 0,0 0 0,1 0 0,-1 0 0,0 0 0,1 0 0,-1-1 0,0 1 0,1-1 0,-1 1 0,1-1 0,-1 0 0,1 1 0,-1-1 0,1 0 0,0 0 0,-1 0 0,1 0 0,0 0 0,0 0 0,0-1 0,-1 1 0,0-3 0,-2-1 0,0-1 0,1 1 0,0-1 0,0 0 0,-2-6 0,-1-7 0,2 1 0,0-1 0,1 0 0,1 0 0,0 0 0,2 0 0,0 0 0,4-27 0,2 7 0,1 1 0,2 0 0,16-42 0,-24 79 0,28-73 0,-26 68 0,1-1 0,-1 1 0,1 0 0,1 1 0,-1-1 0,1 1 0,0-1 0,9-7 0,-13 12-40,0 1 0,0-1 0,0 0 0,0 0-1,0 0 1,1 1 0,-1-1 0,0 0 0,0 1 0,1-1 0,-1 1-1,0 0 1,1-1 0,-1 1 0,0 0 0,1 0 0,-1 0-1,0 0 1,1 0 0,-1 0 0,1 0 0,-1 1 0,0-1 0,1 0-1,-1 1 1,0-1 0,0 1 0,1-1 0,-1 1 0,0 0-1,0-1 1,0 1 0,2 1 0,7 10-6786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31.1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1 207 24575,'3'1'0,"0"0"0,0 0 0,0 0 0,0 1 0,0-1 0,0 1 0,0 0 0,0 0 0,-1 0 0,4 4 0,6 4 0,-5-6 0,13 9 0,34 18 0,-49-29 0,1 1 0,-1-1 0,1 0 0,-1 0 0,1-1 0,0 0 0,0 0 0,-1 0 0,1-1 0,0 0 0,0 0 0,7-1 0,-10 0 0,0 0 0,1 0 0,-1 0 0,0-1 0,0 1 0,-1-1 0,1 0 0,0 0 0,0 0 0,-1 0 0,1 0 0,-1-1 0,0 1 0,0-1 0,0 1 0,0-1 0,0 0 0,-1 0 0,1 0 0,-1 0 0,1 0 0,-1 0 0,0 0 0,-1-1 0,2-3 0,0-4 0,-1-1 0,1 1 0,-2 0 0,0-1 0,0 1 0,-2-12 0,0 12 0,0 1 0,-1 0 0,0 0 0,-1 0 0,1 0 0,-2 0 0,0 1 0,0 0 0,-8-11 0,11 17 0,0 0 0,1 1 0,-2-1 0,1 1 0,0 0 0,0 0 0,-1 0 0,1 0 0,-1 0 0,0 0 0,1 1 0,-1-1 0,0 1 0,0 0 0,0-1 0,0 1 0,0 1 0,0-1 0,0 0 0,-1 1 0,1 0 0,0 0 0,0 0 0,0 0 0,0 0 0,-1 0 0,1 1 0,0 0 0,0-1 0,0 1 0,0 0 0,0 1 0,0-1 0,-4 3 0,2 0 0,-1 0 0,0 1 0,1 0 0,0 0 0,0 0 0,1 1 0,-1-1 0,1 1 0,0 0 0,1 0 0,-1 1 0,1-1 0,1 1 0,-4 8 0,0 6 0,1 0 0,0 1 0,-1 28 0,5-37 34,0 0 1,1-1-1,0 1 0,1 0 0,1-1 0,0 1 0,1-1 0,0 0 0,6 16 1,-5-19-167,1 0 1,-1-1 0,1 1-1,1-1 1,0 0 0,0-1 0,0 0-1,1 0 1,0 0 0,0-1 0,1 0-1,13 9 1,10 2-6695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31.4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182 181 24575,'2'-5'0,"1"1"0,-1 0 0,0-1 0,0 1 0,-1-1 0,1 0 0,-1 1 0,0-1 0,1-7 0,1-4 0,-2 12 0,0 0 0,-1 0 0,1 0 0,-1-1 0,1 1 0,-1 0 0,-1 0 0,1 0 0,-1-1 0,1 1 0,-1 0 0,0 0 0,-1 0 0,1 0 0,-1 0 0,1 1 0,-5-7 0,4 7 0,0 1 0,0-1 0,-1 1 0,0-1 0,1 1 0,-1 0 0,0 0 0,0 0 0,0 0 0,0 1 0,0-1 0,0 1 0,-1 0 0,1 0 0,0 0 0,-1 0 0,1 0 0,-1 1 0,1 0 0,-1 0 0,-5 0 0,5 0 0,0 1 0,0-1 0,-1 1 0,1 0 0,1 0 0,-1 0 0,0 1 0,0 0 0,0-1 0,1 1 0,-1 0 0,1 1 0,-1-1 0,1 1 0,0-1 0,0 1 0,0 0 0,0 0 0,1 1 0,-1-1 0,1 0 0,0 1 0,0-1 0,0 1 0,1 0 0,-1 0 0,1 0 0,0 0 0,0 0 0,0 0 0,0 0 0,1 0 0,-1 0 0,1 0 0,0 0 0,1 0 0,-1 0 0,1 0 0,-1 0 0,1 0 0,1 0 0,-1 0 0,3 6 0,7 8 0,1-1 0,1 0 0,0-1 0,1 0 0,1-1 0,24 19 0,-21-18 0,0 0 0,-1 1 0,-1 0 0,21 32 0,-36-48 0,1 1 0,-1-1 0,-1 1 0,1-1 0,0 1 0,0 0 0,-1 0 0,1-1 0,-1 1 0,1 0 0,-1 0 0,0 0 0,0 0 0,0-1 0,0 1 0,0 0 0,0 0 0,0 0 0,0 0 0,-1-1 0,1 1 0,-1 0 0,-1 2 0,1-2 0,-1 1 0,0-1 0,0 0 0,0 0 0,0 0 0,0 0 0,0 0 0,-1-1 0,1 1 0,-1-1 0,1 1 0,-1-1 0,1 0 0,-6 2 0,-7 1-124,0-1 0,-1 0 0,1-1 0,0 0 0,-1-1 0,1-1-1,-1-1 1,0 0 0,1-1 0,-24-6 0,4-2-6702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32.2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68 159 24575,'0'-2'0,"0"1"0,0-1 0,0 0 0,-1 0 0,1 0 0,0 0 0,-1 0 0,1 1 0,-1-1 0,1 0 0,-1 0 0,0 1 0,0-1 0,0 0 0,0 1 0,0-1 0,-1-1 0,1 3 0,1-1 0,-1 1 0,1 0 0,-1 0 0,1-1 0,-1 1 0,1 0 0,-1 0 0,1 0 0,-1 0 0,1 0 0,-1 0 0,1 0 0,-1 0 0,1 0 0,-1 0 0,1 0 0,-1 0 0,1 0 0,-1 0 0,1 0 0,-1 0 0,0 1 0,0 0 0,-1 0 0,0 0 0,1 0 0,-1 0 0,1 1 0,0-1 0,-1 0 0,1 1 0,-2 2 0,-1 3 0,0 0 0,1 0 0,0 0 0,0 0 0,1 1 0,-1-1 0,2 1 0,-1-1 0,1 1 0,0 12 0,0-6 0,1-1 0,1 1 0,0-1 0,1 1 0,5 16 0,-5-23 0,0-1 0,1 0 0,-1 0 0,1 0 0,1 0 0,-1 0 0,1-1 0,0 1 0,0-1 0,1 0 0,-1 0 0,1-1 0,0 1 0,1-1 0,6 4 0,-8-6 0,-1 0 0,1 0 0,0-1 0,0 1 0,0-1 0,0 0 0,0 0 0,0-1 0,0 1 0,1-1 0,-1 0 0,0 0 0,0 0 0,0 0 0,0-1 0,0 0 0,0 0 0,0 0 0,0 0 0,0-1 0,0 1 0,0-1 0,0 0 0,-1 0 0,6-4 0,-4 1 0,1 0 0,-1 0 0,0-1 0,0 1 0,-1-1 0,0-1 0,0 1 0,0 0 0,0-1 0,-1 0 0,-1 0 0,1 0 0,-1 0 0,0 0 0,0 0 0,-1-1 0,0 1 0,-1 0 0,1-1 0,-1 1 0,-2-12 0,1 8 0,0 0 0,-1 1 0,0 0 0,-1-1 0,0 1 0,0 0 0,-1 0 0,-1 1 0,0-1 0,0 1 0,0 0 0,-1 0 0,-1 1 0,-11-13 0,13 17 0,-1 0 0,1 0 0,-1 0 0,0 0 0,0 1 0,0 0 0,-11-4 0,13 6 0,1 0 0,-1 0 0,0 1 0,1-1 0,-1 1 0,0 0 0,1-1 0,-1 2 0,0-1 0,0 0 0,1 1 0,-1 0 0,0 0 0,1 0 0,-6 2 0,8-3 0,0 1 0,0-1 0,0 1 0,0 0 0,0-1 0,0 1 0,0 0 0,0 0 0,0 0 0,0 0 0,0-1 0,0 1 0,1 0 0,-1 1 0,0-1 0,1 0 0,-1 0 0,1 0 0,-1 0 0,1 0 0,0 1 0,-1-1 0,1 0 0,0 0 0,0 0 0,0 1 0,0-1 0,0 0 0,0 0 0,0 1 0,0-1 0,0 0 0,1 0 0,-1 1 0,0-1 0,1 0 0,0 1 0,1 1 0,-1 0 0,1 0 0,0 0 0,0 0 0,0 0 0,0 0 0,1-1 0,-1 1 0,1-1 0,0 0 0,0 0 0,4 3 0,4 0 0,1 0 0,-1-1 0,2 0 0,-1-1 0,0 0 0,25 1 0,78-1 0,-113-3 0,38-1 0,-1-2 0,53-10 0,-75 9 0,1 0 0,-1-1 0,1-1 0,-1-1 0,-1 0 0,0-1 0,22-15 0,-35 21 0,-1 0 0,1 0 0,-1 0 0,0 0 0,0 0 0,0 0 0,0-1 0,0 1 0,0-1 0,-1 0 0,1 1 0,-1-1 0,0 0 0,0 0 0,0 0 0,0 0 0,0 0 0,-1 0 0,1-3 0,-1 4 0,0 0 0,-1 0 0,1 0 0,0 0 0,-1 1 0,0-1 0,1 0 0,-1 0 0,0 1 0,0-1 0,0 0 0,0 1 0,0-1 0,0 1 0,0-1 0,-1 1 0,1 0 0,-1-1 0,1 1 0,-1 0 0,1 0 0,-1 0 0,0 0 0,1 0 0,-1 0 0,0 1 0,0-1 0,1 1 0,-1-1 0,0 1 0,-3-1 0,3 1 0,0 0 0,0-1 0,-1 1 0,1 0 0,0 1 0,0-1 0,0 0 0,-1 0 0,1 1 0,0 0 0,0-1 0,0 1 0,0 0 0,0 0 0,0 0 0,0 0 0,0 0 0,1 1 0,-1-1 0,0 0 0,1 1 0,-1-1 0,1 1 0,-1 0 0,1-1 0,0 1 0,-1 0 0,1 0 0,0 0 0,0 0 0,1 0 0,-1 0 0,-1 4 0,0 3 0,-1 0 0,1 0 0,1-1 0,0 1 0,0 0 0,1 0 0,0 11 0,3 2 0,0 1 0,2-2 0,0 1 0,1 0 0,11 23 0,-11-32 0,-1-1 0,2 0 0,0 0 0,0-1 0,1 1 0,0-2 0,1 1 0,0-1 0,19 15 0,-24-22 0,-1 0 0,1-1 0,0 0 0,-1 0 0,1 0 0,0 0 0,0-1 0,0 1 0,0-1 0,0 0 0,1 0 0,-1-1 0,0 1 0,0-1 0,1 0 0,-1 0 0,0 0 0,6-2 0,-5 1 0,0-1 0,0 0 0,-1 0 0,1 0 0,0-1 0,-1 1 0,0-1 0,1 0 0,-1-1 0,-1 1 0,1-1 0,0 1 0,-1-1 0,6-8 0,4-9 0,0 0 0,-2-1 0,0 0 0,13-45 0,19-99 0,-30 113 0,-23 117-1365,9-42-5461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32.6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57 160 24575,'-23'-36'0,"19"31"0,0 0 0,1 0 0,-1-1 0,1 0 0,0 0 0,1 0 0,-1 0 0,1 0 0,0 0 0,-1-10 0,3 15 0,0 0 0,-1 0 0,1 0 0,0 0 0,0 0 0,1 0 0,-1 0 0,0 0 0,0 0 0,0 0 0,1 0 0,-1 0 0,0 0 0,1 0 0,-1 1 0,1-1 0,-1 0 0,1 0 0,-1 0 0,1 0 0,1 0 0,-1 0 0,-1 1 0,1-1 0,0 1 0,0 0 0,0 0 0,0-1 0,0 1 0,0 0 0,0 0 0,-1 0 0,1 0 0,0 0 0,0 0 0,0 1 0,0-1 0,0 0 0,0 0 0,1 1 0,3 1 0,-1 0 0,1 1 0,0-1 0,-1 1 0,0 0 0,0 0 0,4 4 0,7 9 0,-1 0 0,-1 1 0,-1 0 0,0 1 0,-1 0 0,13 32 0,-13-23 0,-1 0 0,-1 1 0,-1 0 0,5 37 0,-12-55 0,4 37 0,-5-45 0,0 0 0,0 1 0,0-1 0,0 0 0,0 0 0,-1 0 0,1 0 0,-1 0 0,1 0 0,-1 0 0,0 0 0,0 0 0,0 0 0,0 0 0,0 0 0,0 0 0,-2 1 0,3-2 0,-1-1 0,1 0 0,-1 0 0,1 1 0,0-1 0,-1 0 0,0 0 0,1 0 0,-1 0 0,1 1 0,-1-1 0,1 0 0,-1 0 0,1 0 0,-1 0 0,1 0 0,-1 0 0,1 0 0,-1-1 0,1 1 0,-1 0 0,1 0 0,-1 0 0,1 0 0,-1-1 0,1 1 0,-1 0 0,1 0 0,-1-1 0,1 1 0,0 0 0,-1-1 0,1 1 0,-1-1 0,1 1 0,0 0 0,-1-1 0,1 1 0,0-2 0,-11-20 0,7 7 0,1 0 0,0 0 0,1-1 0,1 1 0,1-1 0,0 1 0,1-1 0,0 1 0,2 0 0,3-17 0,1 5 0,2 1 0,0-1 0,1 2 0,25-44 0,-28 56 86,1 1-1,0 0 0,13-13 1,-19 23-158,0-1 1,0 1 0,0 0 0,0 0 0,0 0 0,1 0 0,-1 1 0,0-1 0,1 1-1,-1-1 1,1 1 0,0 0 0,0 0 0,-1 0 0,1 0 0,0 1 0,0-1 0,0 1 0,0-1-1,0 1 1,0 0 0,-1 0 0,5 1 0,5 5-6755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32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160 170 24575,'2'-2'0,"-1"0"0,0 0 0,0 0 0,1 0 0,-1-1 0,-1 1 0,1 0 0,0-1 0,0 1 0,-1-1 0,0 1 0,1-1 0,-1 1 0,0-1 0,0 1 0,0-1 0,-1 1 0,1-1 0,-1-3 0,-2-7 0,-1-1 0,-6-15 0,7 20 0,1 4 0,0 0 0,0 0 0,0 1 0,0-1 0,-1 0 0,0 1 0,0 0 0,-4-5 0,7 8 0,-1 1 0,0-1 0,0 0 0,0 1 0,0-1 0,0 1 0,0-1 0,1 1 0,-1-1 0,0 1 0,-1 0 0,1 0 0,0-1 0,0 1 0,0 0 0,0 0 0,0 0 0,-1 0 0,0 0 0,0 1 0,1-1 0,-1 1 0,0 0 0,0-1 0,1 1 0,-1 0 0,1 0 0,-1 0 0,1 0 0,-1 1 0,1-1 0,0 0 0,-2 2 0,-5 7 0,1 0 0,0 0 0,1 0 0,0 1 0,0 0 0,1 0 0,0 1 0,-3 15 0,2-3 0,0-1 0,2 1 0,-1 32 0,4-47 43,1 1 0,0-1-1,1 1 1,0-1 0,1 0-1,0 1 1,5 14 0,-5-19-133,0-1 0,0 0 0,0 0 0,0-1 0,1 1 1,-1 0-1,1-1 0,0 1 0,0-1 0,0 0 1,1 0-1,-1 0 0,1-1 0,0 1 0,-1-1 0,1 0 1,0 0-1,5 2 0,16 3-6736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33.2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34 269 24575,'0'-2'0,"0"1"0,-1 0 0,1 0 0,-1 0 0,1-1 0,-1 1 0,1 0 0,-1 0 0,0 0 0,1 0 0,-1 0 0,0 0 0,0 0 0,0 0 0,0 0 0,0 1 0,0-1 0,0 0 0,0 1 0,0-1 0,-2 0 0,2 0 0,-1 0 0,1 0 0,0 0 0,-1 0 0,1 0 0,0 0 0,0 0 0,0 0 0,0-1 0,0 1 0,-1-2 0,2 3 0,0-1 0,0 1 0,0 0 0,0-1 0,0 1 0,0-1 0,0 1 0,0 0 0,0-1 0,0 1 0,0-1 0,0 1 0,0 0 0,1-1 0,-1 1 0,0 0 0,0-1 0,0 1 0,1 0 0,-1-1 0,0 1 0,1 0 0,-1 0 0,0-1 0,0 1 0,1 0 0,-1 0 0,0 0 0,1-1 0,-1 1 0,1 0 0,-1 0 0,0 0 0,1 0 0,-1 0 0,0 0 0,1 0 0,-1 0 0,1 0 0,-1 0 0,1 0 0,20-2 0,-20 2 0,17-1 0,-1-1 0,0 0 0,0-1 0,0 0 0,-1-2 0,31-12 0,-42 15 0,0-1 0,0 1 0,-1-1 0,0 0 0,1-1 0,-1 1 0,0-1 0,0 0 0,-1 0 0,1 0 0,3-6 0,-5 6 0,0 0 0,-1 1 0,1-1 0,-1 0 0,0 0 0,0-1 0,0 1 0,-1 0 0,1 0 0,-1 0 0,0-1 0,0 1 0,-1 0 0,1 0 0,-1 0 0,-1-6 0,1 6 0,0 1 0,-1 0 0,1-1 0,0 1 0,-1 0 0,0-1 0,0 1 0,0 0 0,0 0 0,0 0 0,0 1 0,-1-1 0,0 1 0,1-1 0,-1 1 0,0 0 0,0 0 0,0 0 0,0 0 0,-1 1 0,1-1 0,0 1 0,-1 0 0,1 0 0,-7-1 0,5 1 0,1 1 0,-1 0 0,1 0 0,-1 0 0,1 0 0,-1 1 0,1 0 0,-1 0 0,1 0 0,0 0 0,-1 1 0,1 0 0,0 0 0,0 0 0,0 0 0,1 1 0,-1-1 0,0 1 0,1 0 0,-5 4 0,3 0 0,-1 0 0,1 0 0,0 1 0,1-1 0,0 1 0,0 0 0,0 1 0,1-1 0,1 0 0,-1 1 0,1 0 0,1-1 0,-1 1 0,2 0 0,-1 0 0,1 0 0,0 0 0,1 0 0,0-1 0,1 1 0,4 15 0,-3-13 0,1 0 0,0-1 0,1 1 0,0-1 0,1 1 0,0-2 0,0 1 0,1-1 0,1 0 0,-1 0 0,1-1 0,1 0 0,0 0 0,0-1 0,0 0 0,13 6 0,19 5-1365,-2-5-5461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33.5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231 97 24575,'0'-5'0,"-1"0"0,1 0 0,-1 0 0,0 0 0,-1 0 0,1 0 0,-1 0 0,0 1 0,0-1 0,0 1 0,-1-1 0,0 1 0,1 0 0,-2 0 0,-5-6 0,8 8 0,-1 1 0,0-1 0,0 1 0,1 0 0,-1-1 0,0 1 0,0 0 0,0 0 0,0 0 0,0 1 0,0-1 0,-1 0 0,1 1 0,0 0 0,0-1 0,0 1 0,0 0 0,-1 0 0,1 0 0,0 0 0,0 0 0,-1 1 0,1-1 0,0 1 0,0 0 0,0-1 0,0 1 0,0 0 0,0 0 0,0 0 0,0 0 0,0 1 0,1-1 0,-1 0 0,0 1 0,1 0 0,-2 1 0,-2 2 0,0 0 0,1 0 0,0 0 0,0 1 0,1-1 0,-1 1 0,1 0 0,0 0 0,1 0 0,0 0 0,0 1 0,0-1 0,0 1 0,1-1 0,0 1 0,1 0 0,0 10 0,0-9 0,1 0 0,1-1 0,-1 1 0,1 0 0,1-1 0,0 1 0,0-1 0,0 1 0,1-1 0,0 0 0,0-1 0,0 1 0,1-1 0,8 9 0,7 4 0,30 22 0,-31-27 0,-1 2 0,26 27 0,-43-42 0,0 0 0,0 0 0,0 0 0,0 1 0,0-1 0,0 1 0,0-1 0,0 1 0,0-1 0,-1 1 0,1-1 0,-1 1 0,1 0 0,-1-1 0,1 1 0,-1 0 0,0-1 0,0 1 0,0 0 0,0 2 0,-1-3 0,0 1 0,0-1 0,0 1 0,0-1 0,0 0 0,0 0 0,0 1 0,0-1 0,0 0 0,-1 0 0,1 0 0,0 0 0,-1-1 0,1 1 0,-1 0 0,1-1 0,-1 1 0,1 0 0,-1-1 0,0 0 0,-2 1 0,-8 1 49,-1 0 0,0 0 0,1-2-1,-1 1 1,0-2 0,-24-3 0,6-2-903,-48-14 1,44 8-5973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33.8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30 24575,'-3'0'0,"-3"-3"0,-1-3 0,0-4 0,5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34.0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24575,'0'3'0,"3"1"0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35.6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34 24575,'-3'0'0,"-3"0"0,1 0 0,5 0 0,8 0 0,11 0 0,7-2 0,8-2 0,6-2 0,1-1 0,0 2 0,-1 1 0,-3 1 0,-5 2 0,-10 0 0,-12 4 0,-10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39.8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4 173 24575,'-2'-45'0,"1"28"0,1 0 0,0 0 0,1 1 0,4-28 0,-5 43 0,1 0 0,-1 0 0,0 0 0,1 0 0,-1 0 0,0 0 0,1 0 0,-1 0 0,1 0 0,-1 0 0,1 0 0,0 0 0,-1 0 0,1 0 0,1 0 0,-1 0 0,-1 1 0,0 0 0,1 0 0,-1 0 0,0 0 0,1 0 0,-1 0 0,0 0 0,1 0 0,-1 0 0,0 0 0,1 0 0,-1 0 0,0 1 0,1-1 0,-1 0 0,1 0 0,-1 0 0,0 0 0,0 1 0,1-1 0,-1 0 0,0 0 0,1 0 0,-1 1 0,0-1 0,0 0 0,1 1 0,-1-1 0,2 3 0,0 1 0,0-1 0,0 1 0,0-1 0,0 1 0,1 6 0,11 53 0,-3 0 0,5 125 0,-16-179 0,4 103 0,-4-112 0,0 0 0,0 0 0,0 0 0,0-1 0,0 1 0,1 0 0,-1 0 0,0 0 0,0 0 0,0 0 0,0 0 0,1 0 0,-1-1 0,0 1 0,0 0 0,0 0 0,0 0 0,1 0 0,-1 0 0,0 0 0,0 0 0,0 0 0,1 0 0,-1 0 0,0 0 0,0 0 0,0 0 0,1 0 0,-1 0 0,0 0 0,0 0 0,0 0 0,0 0 0,1 1 0,-1-1 0,0 0 0,0 0 0,0 0 0,0 0 0,1 0 0,-1 0 0,0 1 0,0-1 0,0 0 0,0 0 0,0 0 0,0 0 0,1 0 0,-1 1 0,0-1 0,0 0 0,0 0 0,0 0 0,0 1 0,0-1 0,0 0 0,0 0 0,0 0 0,0 1 0,0-1 0,0 0 0,0 0 0,0 0 0,0 0 0,0 1 0,10-16 0,-10 14 0,37-75 0,7-12 0,-38 78 0,1-1 0,0 1 0,1 0 0,0 0 0,15-13 0,-22 22 0,1 0 0,0-1 0,-1 1 0,1 0 0,0 0 0,-1 0 0,1 0 0,0 0 0,0 0 0,0 0 0,0 1 0,0-1 0,0 1 0,0-1 0,0 1 0,0 0 0,0 0 0,0 0 0,0 0 0,0 0 0,2 1 0,-1 0 0,0 0 0,0 0 0,-1 1 0,1-1 0,0 1 0,-1-1 0,0 1 0,1 0 0,-1 0 0,0 0 0,0 0 0,3 6 0,4 5 0,-1 1 0,0 0 0,-2 0 0,8 20 0,-12-28 0,13 39 177,-8-23-485,1-1-1,1 1 1,0-2-1,15 24 1,-12-29-6518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40.5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240 289 24575,'2'-1'0,"-1"-1"0,0 1 0,0 0 0,1-1 0,-1 1 0,0-1 0,0 1 0,-1-1 0,1 1 0,0-1 0,0 0 0,-1 0 0,1 1 0,-1-1 0,1 0 0,-1 0 0,0 1 0,0-1 0,0 0 0,0 0 0,0 0 0,0 0 0,0 1 0,-1-1 0,1 0 0,-1 0 0,1 1 0,-1-1 0,0 0 0,0 1 0,1-1 0,-1 0 0,0 1 0,-2-2 0,0 0 0,1-1 0,-1 1 0,-1 1 0,1-1 0,0 0 0,-1 1 0,1-1 0,-1 1 0,1 0 0,-1 1 0,0-1 0,0 0 0,-7-1 0,3 2 0,0 0 0,-1 1 0,1 0 0,0 0 0,0 0 0,0 1 0,0 1 0,-1-1 0,1 1 0,1 0 0,-1 1 0,0 0 0,1 0 0,-1 1 0,1 0 0,-12 8 0,16-9 0,-1 0 0,1 0 0,0 0 0,0 0 0,0 0 0,0 1 0,0-1 0,1 1 0,0 0 0,0-1 0,0 1 0,0 0 0,0 0 0,1 1 0,-1-1 0,1 0 0,0 0 0,1 1 0,-1-1 0,1 1 0,0-1 0,0 0 0,0 1 0,1-1 0,-1 0 0,1 1 0,0-1 0,0 0 0,1 1 0,-1-1 0,1 0 0,3 5 0,-1-2 0,0 0 0,0-1 0,1 1 0,0-1 0,0 0 0,1-1 0,0 1 0,0-1 0,0 0 0,0-1 0,1 1 0,0-1 0,0 0 0,14 5 0,-11-6 0,1 1 0,0-2 0,0 0 0,0 0 0,0 0 0,0-2 0,0 1 0,0-2 0,0 1 0,14-3 0,-16 1 0,1 0 0,-1-1 0,0 0 0,1 0 0,-1-1 0,-1 0 0,1 0 0,-1-1 0,0-1 0,0 1 0,12-12 0,-15 12 0,0 0 0,0 0 0,-1-1 0,0 0 0,0 0 0,-1 0 0,0 0 0,0-1 0,0 1 0,-1-1 0,1 0 0,-2 0 0,1 0 0,-1 0 0,0 0 0,-1 0 0,1-7 0,-2-4 0,-1 0 0,-1 0 0,-1 0 0,0 1 0,-11-28 0,-1 3 0,-25-41 0,26 61 0,8 20 0,3 14 0,5 5 0,0-1 0,1 1 0,1-1 0,1 1 0,0-1 0,7 18 0,43 92 0,-48-114 23,4 9 81,0 0 0,14 18 0,-21-34-217,0-1-1,0 1 1,1-1 0,0 0-1,-1 0 1,1-1 0,1 1-1,-1-1 1,0 0 0,1 0-1,0 0 1,0-1 0,-1 0-1,8 3 1,5-2-6713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40.7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 24575,'0'-3'0,"0"-3"0,0-4 0,0 3 0,0 5 0,0 6 0,3 7 0,1 8 0,-1 6 0,3 1 0,-1 2 0,0-1 0,1-3 0,0-5-8191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40.8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59 24575,'-3'-6'0,"-3"-4"0,-1-3 0,-2-3 0,1 3-8191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56.5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18 121 24575,'-2'-3'0,"0"1"0,0-1 0,0 1 0,1-1 0,0 0 0,-1 0 0,1 0 0,0 0 0,0 0 0,1 0 0,-1 0 0,1 0 0,-1 0 0,1 0 0,0 0 0,1-6 0,-1 4 0,0 1 0,1 0 0,0-1 0,0 1 0,0 0 0,1-1 0,-1 1 0,1 0 0,0 0 0,0 0 0,3-4 0,-4 7 0,-1 1 0,0-1 0,1 0 0,-1 1 0,1-1 0,-1 0 0,1 1 0,0-1 0,-1 1 0,1-1 0,-1 1 0,1-1 0,0 1 0,0-1 0,-1 1 0,1 0 0,0-1 0,0 1 0,-1 0 0,1 0 0,0 0 0,0-1 0,0 1 0,-1 0 0,1 0 0,0 0 0,0 0 0,0 0 0,0 1 0,-1-1 0,1 0 0,0 0 0,0 0 0,-1 1 0,1-1 0,0 0 0,0 1 0,-1-1 0,1 1 0,0-1 0,-1 1 0,1-1 0,0 1 0,-1-1 0,1 1 0,-1 0 0,1-1 0,-1 1 0,1 0 0,-1-1 0,0 1 0,1 1 0,3 5 0,-1 0 0,1 0 0,-1 0 0,2 9 0,-5-14 0,22 78 0,-4 2 0,8 85 0,-21-122 0,-3 74 0,2-133 0,0 1 0,0 0 0,2 0 0,6-13 0,3-8 0,2-6 0,29-65 0,-40 93 0,1 0 0,1 0 0,0 0 0,1 1 0,18-19 0,-25 28 0,-1 1 0,0 0 0,1-1 0,-1 1 0,1 0 0,0 0 0,-1 0 0,1 0 0,0 0 0,0 0 0,-1 0 0,1 1 0,0-1 0,0 1 0,0-1 0,0 1 0,0 0 0,0-1 0,0 1 0,0 0 0,0 1 0,4-1 0,-4 1 0,0 1 0,0-1 0,-1 0 0,1 0 0,0 1 0,0-1 0,-1 1 0,1 0 0,-1 0 0,1-1 0,-1 1 0,0 0 0,1 0 0,-1 0 0,0 0 0,0 0 0,-1 1 0,1-1 0,0 4 0,31 140 0,-18-70 0,-12-66 24,2 10-371,1 0-1,0 0 1,12 27 0,-11-36-6479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57.1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147 354 24575,'-1'-10'0,"-1"0"0,0 1 0,0-1 0,-1 1 0,0-1 0,-1 1 0,-10-17 0,-3-10 0,16 33 0,0-1 0,-1 1 0,1 0 0,-1-1 0,0 1 0,0 0 0,-4-4 0,5 6 0,1 1 0,-1-1 0,0 1 0,1-1 0,-1 1 0,0 0 0,0 0 0,1-1 0,-1 1 0,0 0 0,0 0 0,0 0 0,0 0 0,1 0 0,-1 0 0,0 0 0,0 0 0,0 0 0,1 0 0,-1 0 0,0 0 0,0 0 0,0 1 0,1-1 0,-1 0 0,0 1 0,0-1 0,1 1 0,-1-1 0,0 1 0,1-1 0,-1 1 0,1-1 0,-1 1 0,1-1 0,-1 1 0,1 0 0,-1 0 0,0 0 0,-5 6 0,1 1 0,0-1 0,1 1 0,-1-1 0,1 1 0,1 1 0,-1-1 0,1 0 0,-2 11 0,2-4 0,1 0 0,0 0 0,1 0 0,1 24 0,0-36 0,0 0 0,0 0 0,1-1 0,-1 1 0,1 0 0,0-1 0,-1 1 0,1-1 0,1 1 0,-1-1 0,0 1 0,0-1 0,1 0 0,0 1 0,-1-1 0,1 0 0,0 0 0,0 0 0,2 1 0,-1-1 0,1 0 0,-1 0 0,1-1 0,-1 1 0,1-1 0,-1 0 0,1 0 0,0 0 0,0 0 0,-1-1 0,1 1 0,5-1 0,-1-1 0,1 1 0,-1-1 0,0-1 0,0 0 0,0 0 0,0 0 0,0-1 0,-1 0 0,1 0 0,-1-1 0,0 0 0,8-6 0,-7 3 0,-1 0 0,-1 0 0,1-1 0,-1 0 0,0 0 0,-1-1 0,0 1 0,-1-1 0,1 0 0,-2-1 0,1 1 0,-1 0 0,-1-1 0,1 0 0,-2 0 0,1 0 0,-2 0 0,1-12 0,-2-3 0,-1 0 0,-1 0 0,0 0 0,-2 1 0,-2-1 0,-9-26 0,14 46 0,0 0 0,0 0 0,0 1 0,-1-1 0,-3-4 0,6 9 0,0-1 0,-1 1 0,1 0 0,0 0 0,0 0 0,0-1 0,0 1 0,-1 0 0,1 0 0,0 0 0,0-1 0,-1 1 0,1 0 0,0 0 0,0 0 0,-1 0 0,1 0 0,0-1 0,0 1 0,-1 0 0,1 0 0,0 0 0,0 0 0,-1 0 0,1 0 0,0 0 0,-1 0 0,1 0 0,0 0 0,0 0 0,-1 0 0,1 0 0,0 1 0,0-1 0,-1 0 0,0 1 0,0 0 0,1 0 0,-1 1 0,1-1 0,-1 0 0,1 0 0,-1 1 0,1-1 0,0 0 0,0 1 0,-1-1 0,1 0 0,0 2 0,0 30 0,1 0 0,2 0 0,1 0 0,14 54 0,-2-11 0,-12-51 91,-1-5-382,0 0-1,2 0 1,0 0 0,10 23 0,-7-29-6535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57.6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24575,'31'144'0,"-21"-59"0,-8-57 0,1 0 0,10 35 0,-13-63 0,0 0 0,0 0 0,0 0 0,0 0 0,0 0 0,0 0 0,0 0 0,0 0 0,0 1 0,0-1 0,0 0 0,0 0 0,0 0 0,0 0 0,0 0 0,0 0 0,0 0 0,0 0 0,1 0 0,-1 1 0,0-1 0,0 0 0,0 0 0,0 0 0,0 0 0,0 0 0,0 0 0,0 0 0,0 0 0,1 0 0,-1 0 0,0 0 0,0 0 0,0 0 0,0 0 0,0 0 0,0 0 0,0 0 0,1 0 0,-1 0 0,0 0 0,0 0 0,0 0 0,0 0 0,0 0 0,0 0 0,0 0 0,0 0 0,1 0 0,-1 0 0,0 0 0,0 0 0,0-1 0,0 1 0,7-8 0,6-15 0,-12 20 0,9-17 0,1-3 0,1 0 0,26-35 0,-35 53 0,1 0 0,0 0 0,0 1 0,0 0 0,0 0 0,1 0 0,-1 1 0,1-1 0,0 1 0,0 0 0,1 0 0,-1 1 0,1 0 0,-1 0 0,1 0 0,0 1 0,8-2 0,-9 3 0,0 0 0,1 1 0,-1-1 0,0 1 0,0 1 0,0-1 0,0 1 0,0 0 0,0 0 0,0 0 0,-1 0 0,1 1 0,-1 0 0,0 0 0,1 0 0,-1 1 0,-1-1 0,1 1 0,0 0 0,-1 0 0,4 6 0,0-1 0,-1 1 0,0 1 0,-1-1 0,0 1 0,0 0 0,-1 0 0,0 1 0,2 14 0,-5-19 0,0 0 0,0 0 0,0 1 0,-1-1 0,0 0 0,-1 0 0,0 0 0,0 0 0,-2 8 0,2-12 0,-1 0 0,1 0 0,-1 0 0,1 0 0,-1 0 0,0 0 0,0 0 0,0-1 0,0 1 0,-1-1 0,1 0 0,-1 0 0,0 0 0,1 0 0,-1 0 0,0 0 0,0-1 0,0 1 0,0-1 0,0 0 0,-5 1 0,2 0 29,0-1-1,0 0 0,0 0 0,0-1 1,-1 0-1,1 0 0,0 0 0,0-1 1,0 0-1,0 0 0,-10-4 0,-3-2-479,1-1 0,-22-12 0,33 16 100,-9-5-6475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00.2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15 228 24575,'-14'-48'0,"13"46"0,2-1 0,-1 0 0,0 0 0,0 1 0,1-1 0,0 1 0,-1-1 0,1 0 0,0 1 0,0-1 0,0 1 0,1 0 0,-1-1 0,1 1 0,-1 0 0,4-4 0,-1 3 0,-1 0 0,1 0 0,0 1 0,-1-1 0,1 1 0,0 0 0,1 0 0,-1 0 0,6-1 0,3 0 0,0 1 0,1 0 0,-1 0 0,1 1 0,23 2 0,-22 0 0,0 2 0,0 0 0,0 0 0,-1 1 0,1 1 0,-1 0 0,0 2 0,0-1 0,-1 1 0,16 12 0,-23-15 0,0 1 0,0 0 0,-1 0 0,1 1 0,-1 0 0,-1 0 0,1 0 0,-1 0 0,7 13 0,-9-14 0,0 0 0,-1 0 0,1 1 0,-1-1 0,0 1 0,0-1 0,-1 1 0,0-1 0,0 1 0,0-1 0,0 1 0,-1-1 0,0 1 0,-3 9 0,2-12 0,1 0 0,-1 0 0,0 0 0,-1 0 0,1 0 0,0 0 0,-1-1 0,1 1 0,-1-1 0,0 1 0,0-1 0,0 0 0,0 0 0,0-1 0,-1 1 0,1-1 0,0 1 0,-1-1 0,1 0 0,-6 1 0,6-2 0,0 1 0,0-1 0,0 0 0,0 1 0,0-1 0,-1-1 0,1 1 0,0 0 0,0-1 0,-6-1 0,8 1 0,-1 0 0,0 1 0,1-1 0,-1 0 0,1 0 0,-1 0 0,1 0 0,0 0 0,-1-1 0,1 1 0,0 0 0,0-1 0,0 1 0,0-1 0,0 1 0,0-1 0,0 1 0,1-1 0,-2-3 0,1-2 0,-1-1 0,2 1 0,-1-1 0,1 1 0,0-1 0,1 0 0,0 1 0,0-1 0,0 1 0,1 0 0,0-1 0,1 1 0,5-12 0,3-4 0,2-1 0,23-33 0,-34 55 1,11-16 113,0 0-1,22-21 0,-32 35-219,1 0-1,0 0 0,0 1 1,0 0-1,1 0 0,-1 0 1,1 0-1,0 1 0,0 0 1,0 0-1,0 0 1,0 0-1,0 1 0,0 0 1,10-1-1,2 3-6719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00.6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0 146 24575,'6'0'0,"-1"1"0,0 1 0,0-1 0,0 1 0,0-1 0,7 5 0,8 2 0,-13-6 0,0-1 0,1 1 0,-1-1 0,1-1 0,-1 1 0,1-1 0,-1 0 0,1-1 0,-1 0 0,1 0 0,-1-1 0,9-2 0,-10 2 0,-1 0 0,1-1 0,-1 1 0,0-1 0,1 0 0,-1 0 0,-1-1 0,1 0 0,0 0 0,-1 0 0,0 0 0,0 0 0,0-1 0,0 0 0,5-10 0,-8 13 0,0 0 0,0 0 0,0 0 0,0 0 0,-1 0 0,1 0 0,0-1 0,-1 1 0,0 0 0,0-1 0,0 1 0,0 0 0,0 0 0,0-1 0,0 1 0,-1 0 0,1 0 0,-1-1 0,1 1 0,-2-3 0,0 2 0,0 0 0,0 0 0,0 1 0,0-1 0,-1 1 0,1 0 0,-1-1 0,1 1 0,-1 0 0,0 1 0,0-1 0,-5-2 0,1 1 0,0 0 0,-1 0 0,1 1 0,-1 0 0,1 1 0,-1 0 0,0 0 0,1 0 0,-1 1 0,0 0 0,-12 2 0,16-1 0,0 0 0,0 0 0,0 1 0,0-1 0,1 1 0,-1 0 0,0 0 0,1 0 0,-1 0 0,1 1 0,0-1 0,0 1 0,0 0 0,0 0 0,0 0 0,0 0 0,-2 5 0,2-3 0,1 0 0,0 1 0,0-1 0,0 0 0,1 1 0,0-1 0,0 1 0,0-1 0,1 1 0,0 0 0,0 8 0,1-3 0,1 0 0,0-1 0,0 0 0,1 0 0,1 1 0,-1-2 0,2 1 0,-1 0 0,1-1 0,1 0 0,-1 0 0,2 0 0,7 8 0,-7-11-114,0 0 1,0 0-1,1-1 0,0 0 0,0-1 1,0 1-1,0-2 0,0 1 0,1-1 1,0 0-1,11 1 0,9 1-6712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01.1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226 128 24575,'5'-15'0,"0"-4"0,-6 14 0,0 1 0,0-1 0,0 1 0,-1 0 0,0-1 0,1 1 0,-2 0 0,1 0 0,0 0 0,-1 1 0,0-1 0,0 0 0,0 1 0,0 0 0,0 0 0,-1 0 0,1 0 0,-1 0 0,0 1 0,-7-4 0,8 4 0,0 0 0,-1 1 0,1-1 0,-1 1 0,0 0 0,1 0 0,-1 0 0,0 0 0,0 0 0,0 1 0,0 0 0,0 0 0,1 0 0,-1 0 0,0 1 0,0-1 0,0 1 0,0 0 0,1 0 0,-1 0 0,1 1 0,-1-1 0,1 1 0,-7 4 0,4 0 0,-1 1 0,1-1 0,0 1 0,1 1 0,0-1 0,0 1 0,1 0 0,-1 0 0,-4 14 0,5-10 0,0 0 0,1 0 0,0 0 0,1 1 0,1-1 0,-1 19 0,2-29 0,-1 0 0,1 0 0,0 0 0,0 0 0,1 0 0,-1-1 0,0 1 0,1 0 0,-1 0 0,1 0 0,-1 0 0,1 0 0,0-1 0,0 1 0,0 0 0,0-1 0,0 1 0,0-1 0,1 1 0,-1-1 0,0 1 0,1-1 0,-1 0 0,1 0 0,-1 0 0,1 0 0,0 0 0,-1 0 0,1 0 0,0 0 0,0 0 0,0-1 0,-1 1 0,1-1 0,0 0 0,0 1 0,0-1 0,0 0 0,0 0 0,0 0 0,2-1 0,3 0 0,-1 0 0,0 0 0,0-1 0,1 0 0,-1 0 0,0-1 0,0 1 0,-1-1 0,1 0 0,-1-1 0,7-5 0,-5 2 0,0-1 0,0 0 0,-1 0 0,0 0 0,0-1 0,-1 0 0,0 0 0,-1-1 0,0 1 0,3-11 0,-2 86 0,-4-51 0,2 23 0,11 54 0,-12-82 0,1 0 0,0 0 0,1 0 0,0 0 0,0 0 0,1-1 0,0 0 0,1 0 0,0 0 0,8 9 0,2-4-1365,-2-6-5461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01.4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72 24575,'-9'-22'0,"9"22"0,0-1 0,0 0 0,0 1 0,-1-1 0,1 1 0,0-1 0,0 1 0,-1-1 0,1 1 0,0-1 0,0 1 0,-1 0 0,1-1 0,-1 1 0,1-1 0,0 1 0,-1 0 0,1-1 0,-1 1 0,1 0 0,-1-1 0,1 1 0,-1 0 0,1 0 0,-1 0 0,1 0 0,-1-1 0,0 1 0,1 0 0,-1 0 0,1 0 0,-1 0 0,1 0 0,-2 0 0,2 2 0,-1 1 0,1-1 0,-1 0 0,1 0 0,0 0 0,0 0 0,0 0 0,0 1 0,0-1 0,1 0 0,-1 0 0,2 4 0,-1-1 0,2 10 0,2 1 0,-1 0 0,2-1 0,0 0 0,1 0 0,1-1 0,0 0 0,1 0 0,0-1 0,1 0 0,1-1 0,21 20 0,-29-29 0,-1-1 0,1 0 0,0 0 0,0 0 0,-1-1 0,1 1 0,0-1 0,1 0 0,-1 1 0,0-1 0,0-1 0,1 1 0,-1 0 0,0-1 0,1 0 0,-1 1 0,0-1 0,1-1 0,-1 1 0,0 0 0,1-1 0,-1 0 0,0 1 0,0-2 0,0 1 0,1 0 0,-1 0 0,0-1 0,0 0 0,-1 1 0,1-1 0,0 0 0,-1-1 0,1 1 0,-1 0 0,0-1 0,1 1 0,1-5 0,4-3 0,-1-1 0,-1 0 0,0 0 0,0 0 0,-1-1 0,-1 0 0,0 0 0,5-25 0,-6 23 0,-1 0 0,0-1 0,-1 1 0,-1-1 0,0 0 0,-5-27 0,0 32 171,1 18 0,1 17-1878,6-10-5119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01.6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 24575,'0'-2'0,"3"-5"0,1 3 0,-1 4 0,3 5 0,-1 7 0,0 7 0,-2 3 0,2 4 0,0 2 0,2 2 0,0 1 0,-2-1 0,1-4 0,0-6-8191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01.8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41 24575,'0'-2'0,"0"-7"0,-3-5 0,-3 3 0,-2 7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02.1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66 24575,'5'0'0,"0"1"0,-1-1 0,1 1 0,-1 0 0,1 0 0,0 0 0,-1 1 0,0-1 0,1 1 0,-1 0 0,0 0 0,0 1 0,0 0 0,4 2 0,-2 1 0,0 0 0,0 0 0,-1 0 0,0 1 0,0-1 0,-1 1 0,6 11 0,-1 3 0,0 1 0,-1 1 0,-2-1 0,7 38 0,-14-72 0,0 0 0,1-1 0,1 1 0,0 0 0,0-1 0,1 1 0,7-21 0,-4 16 0,1 0 0,0 1 0,2-1 0,0 1 0,11-16 0,-14 24 69,1 0-1,0 1 0,1 0 0,9-9 1,-13 14-176,-1 0 0,1 0 1,0 0-1,0 0 0,0 0 1,0 1-1,1-1 0,-1 1 1,0 0-1,0 0 0,1 0 1,-1 0-1,1 1 0,-1 0 1,5-1-1,7 3-6719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02.5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6 191 24575,'14'0'0,"-2"0"0,0 0 0,0 0 0,0-1 0,0-1 0,20-5 0,-29 6 0,0 0 0,0 0 0,1-1 0,-1 0 0,0 0 0,0 1 0,0-2 0,-1 1 0,1 0 0,-1 0 0,1-1 0,-1 0 0,0 1 0,1-1 0,-1 0 0,-1 0 0,1 0 0,0 0 0,-1-1 0,0 1 0,1 0 0,-1-1 0,-1 1 0,1 0 0,0-7 0,0 5 0,-1 1 0,0-1 0,-1 0 0,1 1 0,-1-1 0,1 1 0,-2-1 0,1 0 0,0 1 0,-1 0 0,0-1 0,0 1 0,0 0 0,0 0 0,-1 0 0,0 0 0,0 1 0,0-1 0,-5-5 0,6 7 0,-1 1 0,1-1 0,0 0 0,0 1 0,-1 0 0,1-1 0,-1 1 0,1 0 0,-1 0 0,0 0 0,1 1 0,-1-1 0,0 1 0,0-1 0,1 1 0,-1 0 0,0 0 0,0 0 0,0 0 0,1 1 0,-1-1 0,0 1 0,1 0 0,-1 0 0,0 0 0,1 0 0,-1 0 0,1 0 0,-1 1 0,1-1 0,0 1 0,0-1 0,-4 5 0,1-1 0,1 0 0,0 0 0,1 0 0,-1 0 0,1 1 0,0 0 0,1 0 0,-1-1 0,1 1 0,0 1 0,0-1 0,1 0 0,0 0 0,0 9 0,-1 3 0,2 0 0,0 0 0,5 35 0,-3-45 27,-1 0-1,1 1 0,1-1 0,-1 0 1,1 0-1,1 0 0,0-1 0,0 1 1,0-1-1,1 0 0,0 0 0,7 7 1,-9-10-109,1-1 1,0 0 0,0 0 0,1 0-1,-1 0 1,1 0 0,-1-1-1,1 0 1,0 0 0,0 0 0,0-1-1,0 1 1,0-1 0,0-1 0,0 1-1,0-1 1,0 1 0,0-1 0,1-1-1,8-1 1,13-4-6745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02.8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 24575,'-3'0'0,"2"0"0,4 2 0,4 2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03.0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24575,'0'3'0,"3"1"0,3-1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05.2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1 155 24575,'0'-15'0,"1"-1"0,0 0 0,6-20 0,-6 32 0,0-1 0,0 0 0,0 1 0,1-1 0,0 1 0,0 0 0,0 0 0,1 0 0,-1 0 0,1 0 0,0 0 0,0 0 0,0 1 0,1 0 0,4-4 0,-8 6 0,1 1 0,0-1 0,0 1 0,-1 0 0,1-1 0,0 1 0,0 0 0,0 0 0,-1 0 0,1 0 0,0-1 0,0 1 0,0 0 0,0 0 0,-1 1 0,1-1 0,0 0 0,0 0 0,0 0 0,-1 0 0,1 1 0,0-1 0,0 0 0,0 1 0,-1-1 0,1 1 0,0-1 0,-1 1 0,1-1 0,0 1 0,-1-1 0,1 1 0,-1 0 0,1-1 0,-1 1 0,1 0 0,-1-1 0,1 2 0,2 3 0,-1 0 0,1 0 0,-1 0 0,2 9 0,6 22 0,-3 1 0,7 72 0,-9 77 0,-3-47 0,-2-137 0,0 0 0,0 0 0,0 0 0,0-1 0,1 1 0,-1 0 0,0 0 0,1-1 0,0 1 0,-1 0 0,1-1 0,0 1 0,2 2 0,-3-4 0,1 1 0,-1-1 0,1 0 0,0 1 0,-1-1 0,1 0 0,0 0 0,-1 0 0,1 0 0,0 0 0,-1 0 0,1 0 0,0 0 0,-1 0 0,1 0 0,0 0 0,-1 0 0,1 0 0,0 0 0,-1 0 0,1-1 0,0 1 0,-1 0 0,1-1 0,-1 1 0,1 0 0,-1-1 0,1 1 0,-1-1 0,1 1 0,-1-1 0,1 1 0,-1-1 0,1 1 0,-1-1 0,0 1 0,1-2 0,15-17 0,-1-1 0,22-38 0,11-15 0,-42 65 0,0 0 0,0 1 0,1 0 0,0 1 0,0-1 0,15-9 0,-20 15 0,0 0 0,0 0 0,-1 0 0,2 0 0,-1 0 0,0 0 0,0 1 0,0-1 0,0 1 0,0 0 0,0 0 0,1 0 0,-1 0 0,0 0 0,0 0 0,0 0 0,0 1 0,0-1 0,1 1 0,-1-1 0,0 1 0,0 0 0,0 0 0,0 0 0,0 0 0,-1 0 0,1 0 0,0 1 0,0-1 0,-1 1 0,1-1 0,-1 1 0,0-1 0,1 1 0,1 3 0,4 7 52,0-1-1,-1 1 1,-1 1-1,0-1 1,6 22-1,-6-17-888,15 33 0,-11-33-5989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05.7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140 448 24575,'4'-3'0,"-1"1"0,0-1 0,1 0 0,-1 0 0,0 0 0,0 0 0,-1 0 0,1-1 0,-1 1 0,0-1 0,0 0 0,0 1 0,0-1 0,0 0 0,-1 0 0,2-7 0,-1 4 0,-1-1 0,1 1 0,-2 0 0,1-1 0,-1 1 0,0 0 0,0-1 0,-3-14 0,3 20 0,-1 0 0,1 0 0,-1 0 0,0 0 0,1 0 0,-1 0 0,0 0 0,0 0 0,0 0 0,0 1 0,-1-1 0,1 0 0,0 1 0,-1-1 0,1 1 0,-1-1 0,0 1 0,1 0 0,-1-1 0,0 1 0,0 0 0,0 0 0,0 0 0,0 1 0,0-1 0,0 0 0,0 1 0,0-1 0,0 1 0,0 0 0,0 0 0,-1 0 0,1 0 0,0 0 0,-3 1 0,0 0 0,0 0 0,0 0 0,0 1 0,1 0 0,-1 0 0,0 0 0,1 1 0,-1-1 0,1 1 0,0 0 0,0 0 0,0 1 0,-6 7 0,3-2 0,0 0 0,1 1 0,0 0 0,0 0 0,1 1 0,1 0 0,0 0 0,0 0 0,1 0 0,0 0 0,0 15 0,2-21 0,1 0 0,0 0 0,0 0 0,0 0 0,1 0 0,0 0 0,0 0 0,0 0 0,1 0 0,0 0 0,0 0 0,2 4 0,-1-5 0,-1-1 0,1 0 0,0 0 0,-1 0 0,1 0 0,1 0 0,-1 0 0,0-1 0,1 0 0,-1 1 0,1-1 0,0-1 0,-1 1 0,1 0 0,0-1 0,7 2 0,-5-2 0,-1 0 0,1 0 0,-1-1 0,1 1 0,0-1 0,-1 0 0,1-1 0,-1 1 0,1-1 0,0 0 0,-1 0 0,0-1 0,1 0 0,-1 0 0,0 0 0,0-1 0,0 1 0,0-1 0,0 0 0,-1-1 0,1 1 0,-1-1 0,0 0 0,0 0 0,5-7 0,-1-1 0,0 1 0,-1-1 0,-1-1 0,0 1 0,-1-1 0,0 0 0,-1 0 0,0-1 0,2-18 0,2-31 0,-3 0 0,-7-114 0,2 166 0,-1-1 0,-5-19 0,6 31 0,0 1 0,0-1 0,0 0 0,0 0 0,0 0 0,0 0 0,0 0 0,-1 0 0,1 0 0,0 0 0,0 0 0,0 0 0,0 0 0,0 0 0,0 0 0,0 0 0,0 0 0,-1 0 0,1 0 0,0 0 0,0 0 0,0 0 0,0 0 0,0 0 0,0 0 0,0 0 0,-1 0 0,1 0 0,0 0 0,0 0 0,0 0 0,0 0 0,0 0 0,0 0 0,0 0 0,0-1 0,0 1 0,-1 0 0,1 0 0,0 0 0,0 0 0,0 0 0,0 0 0,0 0 0,0 0 0,0 0 0,0-1 0,0 1 0,0 0 0,0 0 0,0 0 0,0 0 0,0 0 0,0 0 0,0 0 0,0-1 0,0 1 0,0 0 0,0 0 0,0 0 0,0 0 0,0 0 0,0 0 0,0 0 0,0 0 0,0-1 0,0 1 0,-3 13 0,0 20 0,2 4 0,2 0 0,2 1 0,2-1 0,13 57 0,-13-75 0,0-1 0,2 0 0,0 0 0,1-1 0,0 0 0,2-1 0,0 1 0,0-2 0,2 0 0,25 27 0,-33-38-273,1-1 0,-1 1 0,1-1 0,9 5 0,0-2-6553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05.8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93 24575,'3'-4'0,"0"0"0,-1-1 0,1 1 0,-1 0 0,0-1 0,0 0 0,-1 1 0,1-1 0,-1 0 0,1-8 0,7-18 0,-9 31 0,0 0 0,0 0 0,0 0 0,0-1 0,0 1 0,0 0 0,0 0 0,0 0 0,0 0 0,0 0 0,0-1 0,0 1 0,0 0 0,0 0 0,0 0 0,0 0 0,1 0 0,-1 0 0,0-1 0,0 1 0,0 0 0,0 0 0,0 0 0,0 0 0,1 0 0,-1 0 0,0 0 0,0 0 0,0 0 0,0 0 0,0 0 0,1 0 0,-1 0 0,0 0 0,0 0 0,0 0 0,0 0 0,0 0 0,1 0 0,-1 0 0,0 0 0,0 0 0,5 7 0,2 11 0,-7-17 0,10 30 169,-6-13-553,2 0 1,0-1-1,12 25 1,-10-30-6443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06.0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25 24575,'-3'-2'0,"0"-5"0,-3 0 0,-4 1 0,1 4 0,2 5 0,1 5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10.9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81 24575,'0'-2'0,"1"1"0,-1-1 0,1 1 0,-1-1 0,1 1 0,0 0 0,0-1 0,-1 1 0,1 0 0,0 0 0,0-1 0,0 1 0,0 0 0,1 0 0,-1 0 0,0 0 0,0 1 0,1-1 0,-1 0 0,0 0 0,1 1 0,-1-1 0,1 1 0,1-1 0,40-11 0,-41 12 0,240-28 0,-100 15 0,-194 17 254,-78 10-1873,114-10-5207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11.8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46 24575,'-3'-14'0,"3"14"0,-1-1 0,1 0 0,0 1 0,-1-1 0,1 0 0,0 1 0,0-1 0,0 0 0,0 0 0,-1 1 0,1-1 0,0 0 0,0 0 0,1 1 0,-1-1 0,0 0 0,0 0 0,0 1 0,0-1 0,1 0 0,-1 1 0,0-1 0,1 0 0,-1 1 0,0-1 0,1 0 0,-1 1 0,1-1 0,-1 1 0,1-1 0,-1 1 0,1-1 0,-1 1 0,1-1 0,0 1 0,-1-1 0,2 1 0,0-1 0,1-1 0,0 1 0,-1 1 0,1-1 0,0 0 0,0 1 0,-1-1 0,1 1 0,0 0 0,0 0 0,0 0 0,-1 0 0,1 1 0,0-1 0,0 1 0,0-1 0,-1 1 0,1 0 0,0 0 0,-1 1 0,1-1 0,3 3 0,8 4 0,0 1 0,20 18 0,-29-22 0,22 19-195,-1 2 0,-2 1 0,-1 1 0,-1 1 0,-1 1 0,22 43 0,-28-47-6631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12.1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322 1 24575,'0'2'0,"-3"5"0,-3 3 0,-4 2 0,-3 3 0,-4 3 0,-3 5 0,-2 4 0,-7 2 0,-3 5 0,-2 2 0,-1 1 0,3-4 0,5-5 0,3-4 0,7-6-8191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12.5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177 99 24575,'5'-3'0,"1"-1"0,-1 0 0,0 1 0,0-1 0,0-1 0,0 1 0,-1-1 0,0 0 0,0 0 0,0 0 0,0-1 0,-1 1 0,5-13 0,-7 18 0,-1-1 0,0 1 0,0-1 0,0 0 0,0 1 0,0-1 0,0 0 0,0 1 0,0-1 0,0 0 0,0 0 0,0 1 0,0-1 0,0 1 0,-1-1 0,1 0 0,0 1 0,0-1 0,-1 0 0,1 1 0,0-1 0,-1 1 0,1-1 0,-1 1 0,1-1 0,-2 0 0,1 0 0,0 0 0,-1 1 0,1-1 0,-1 1 0,1-1 0,-1 1 0,1-1 0,-1 1 0,1 0 0,-1 0 0,-1 0 0,-5 0 0,1 0 0,-1 1 0,-12 3 0,-2 2 0,0 1 0,-28 12 0,44-16 0,-1 0 0,1 1 0,-1-1 0,1 1 0,0 0 0,0 1 0,1 0 0,0 0 0,0 0 0,0 0 0,-7 10 0,11-14 0,0 1 0,1 0 0,-1-1 0,0 1 0,0 0 0,1 0 0,-1 0 0,1 0 0,0 0 0,0-1 0,-1 1 0,1 0 0,0 0 0,0 0 0,1 0 0,-1 0 0,0 0 0,1 0 0,-1 0 0,1 0 0,0-1 0,-1 1 0,1 0 0,0 0 0,0-1 0,0 1 0,0-1 0,0 1 0,1-1 0,-1 1 0,0-1 0,1 0 0,-1 1 0,1-1 0,-1 0 0,4 2 0,7 3 0,0 1 0,0-2 0,0 0 0,18 5 0,-12-4 0,-5-1 0,-1-1 0,0 0 0,0 1 0,20 11 0,-30-15 0,-1 0 0,1 0 0,-1-1 0,0 1 0,1 0 0,-1 0 0,0 0 0,1 1 0,-1-1 0,0 0 0,0 0 0,0 1 0,0-1 0,0 0 0,-1 1 0,1-1 0,0 1 0,-1-1 0,1 1 0,-1 0 0,1-1 0,-1 1 0,0-1 0,1 1 0,-1 0 0,0-1 0,0 1 0,0 0 0,-1-1 0,1 1 0,0 0 0,-1-1 0,1 1 0,-1-1 0,1 1 0,-1-1 0,-1 3 0,-1 0 0,0 0 0,-1 0 0,1 0 0,-1 0 0,0-1 0,0 0 0,-1 0 0,1 0 0,-1 0 0,1 0 0,-10 3 0,3-2 0,0 0 0,0-1 0,0 0 0,-16 1 0,5-3-1365,4-3-5461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12.8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66 24575,'1'0'0,"-1"0"0,1 0 0,0 0 0,-1-1 0,1 1 0,0 0 0,-1-1 0,1 1 0,-1-1 0,1 1 0,-1 0 0,1-1 0,-1 1 0,1-1 0,-1 0 0,1 1 0,-1-1 0,0 1 0,1-1 0,-1 0 0,0 0 0,0 1 0,0-1 0,1 1 0,-1 0 0,0-1 0,0 1 0,0 0 0,0-1 0,1 1 0,-1-1 0,0 1 0,0 0 0,1-1 0,-1 1 0,0 0 0,1 0 0,-1-1 0,0 1 0,1 0 0,-1 0 0,0-1 0,1 1 0,-1 0 0,0 0 0,1 0 0,-1 0 0,1 0 0,-1-1 0,0 1 0,1 0 0,-1 0 0,1 0 0,-1 0 0,0 0 0,1 0 0,-1 0 0,1 1 0,-1-1 0,1 0 0,-1 0 0,0 0 0,1 0 0,-1 0 0,0 1 0,1-1 0,-1 0 0,0 0 0,1 0 0,-1 1 0,0-1 0,1 0 0,-1 1 0,6 7 0,0 1 0,-1-1 0,0 1 0,0 0 0,-1 0 0,0 1 0,2 11 0,-1-7 0,5 19 0,8 23 0,-17-53 0,1 1 0,0 0 0,-1-1 0,1 0 0,1 1 0,-1-1 0,0 0 0,1 0 0,0 0 0,0-1 0,4 4 0,-5-5 0,0 0 0,1 0 0,-1 0 0,0 0 0,1-1 0,-1 1 0,1-1 0,-1 0 0,1 0 0,-1 0 0,1 0 0,-1 0 0,1 0 0,-1-1 0,1 1 0,-1-1 0,0 0 0,1 1 0,-1-1 0,0 0 0,1-1 0,-1 1 0,0 0 0,0 0 0,0-1 0,0 0 0,2-1 0,5-5 0,-1 0 0,1-1 0,-1 0 0,9-12 0,-6 4 0,-1 1 0,16-34 0,-22 41 0,-1 1 0,0 0 0,0-1 0,-1 0 0,0 1 0,-1-1 0,0 0 0,0-14 0,-1 21-85,0 0 0,0 0-1,-1 0 1,1 0 0,0 1-1,-1-1 1,0 0 0,1 0-1,-1 1 1,0-1 0,0 0-1,0 1 1,0-1 0,0 1-1,-3-3 1,-6-3-6741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13.3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373 144 24575,'0'-6'0,"0"0"0,-1 0 0,1 0 0,-1 0 0,-1 0 0,1 1 0,-1-1 0,0 1 0,0-1 0,-1 1 0,0 0 0,0 0 0,0 0 0,0 0 0,-1 0 0,0 1 0,0-1 0,0 1 0,0 0 0,-1 0 0,0 1 0,0-1 0,0 1 0,0 0 0,0 1 0,0-1 0,-12-3 0,9 4 0,0 0 0,-1 0 0,1 0 0,-1 1 0,0 0 0,0 1 0,1 0 0,-1 0 0,0 1 0,1 0 0,-1 1 0,0 0 0,1 0 0,0 1 0,0 0 0,-1 0 0,2 1 0,-11 5 0,8-1 0,0 0 0,0 0 0,1 0 0,0 1 0,0 1 0,-11 15 0,17-20 0,0-1 0,0 1 0,0 0 0,0 0 0,1 1 0,0-1 0,0 0 0,1 1 0,-1 0 0,1-1 0,0 1 0,1 0 0,-1-1 0,1 1 0,0 0 0,2 9 0,-2-12 0,1-1 0,0 1 0,-1-1 0,1 1 0,0-1 0,1 1 0,-1-1 0,0 0 0,1 1 0,-1-1 0,1 0 0,0 0 0,0 0 0,0-1 0,0 1 0,0 0 0,0-1 0,0 1 0,3 0 0,-1 0 0,0 0 0,1-1 0,-1 0 0,0 0 0,1 0 0,-1 0 0,1-1 0,0 1 0,-1-1 0,7-1 0,1-1 0,1 0 0,0-1 0,-1 0 0,0-1 0,1 0 0,21-12 0,-22 8 0,0 1 0,-1-2 0,0 1 0,0-1 0,-1-1 0,0 0 0,-1 0 0,0-1 0,-1-1 0,0 1 0,-1-1 0,7-14 0,-6 14 0,-7 12 0,-1 0 0,0 0 0,0 0 0,0 0 0,0 0 0,1 0 0,-1 0 0,0 0 0,0 0 0,0 0 0,0 0 0,0 0 0,1 0 0,-1 0 0,0 0 0,0 0 0,0 1 0,0-1 0,0 0 0,0 0 0,1 0 0,-1 0 0,0 0 0,0 0 0,0 0 0,0 0 0,0 1 0,0-1 0,0 0 0,0 0 0,0 0 0,0 0 0,0 0 0,0 1 0,1-1 0,-1 0 0,0 0 0,0 0 0,0 0 0,0 0 0,0 1 0,0-1 0,-1 0 0,2 29 0,-1-21 0,0 9 86,0 1-1,1 0 0,7 32 1,-6-43-218,0 0 1,0 0 0,0 0-1,1 0 1,0-1 0,1 1 0,-1-1-1,1 0 1,1 0 0,-1 0 0,1-1-1,6 7 1,3-1-6695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13.8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190 210 24575,'44'-36'0,"4"-4"0,-45 36 0,1 0 0,-1 0 0,1 0 0,-1-1 0,-1 1 0,1-1 0,-1 0 0,1 0 0,1-7 0,-3 10 0,-1 0 0,0 0 0,1 0 0,-1 1 0,0-1 0,0 0 0,0 0 0,0 0 0,0 0 0,0 0 0,-1 0 0,1 1 0,-1-1 0,1 0 0,-1 0 0,0 1 0,0-1 0,-1-3 0,0 3 0,-1-1 0,1 1 0,0-1 0,-1 1 0,0 0 0,1 0 0,-1 0 0,0 0 0,-5-2 0,-1 0 0,0 1 0,0 0 0,0 0 0,0 1 0,0 0 0,-17 0 0,17 2 0,0 0 0,0 1 0,0 0 0,1 1 0,-1 0 0,0 1 0,1-1 0,-1 2 0,1-1 0,0 1 0,0 0 0,0 1 0,1 0 0,0 0 0,0 1 0,-7 6 0,9-8 0,0 1 0,1 0 0,0 1 0,0-1 0,0 1 0,0-1 0,1 1 0,0 0 0,0 1 0,1-1 0,-1 0 0,2 1 0,-1-1 0,1 1 0,0 0 0,0-1 0,0 1 0,1 0 0,0 0 0,1-1 0,1 14 0,0-15 0,0 1 0,-1-1 0,2 0 0,-1 1 0,1-1 0,0 0 0,0 0 0,0-1 0,0 1 0,1-1 0,0 1 0,0-1 0,0 0 0,1-1 0,-1 1 0,1-1 0,0 0 0,0 0 0,0 0 0,0-1 0,0 1 0,1-1 0,-1-1 0,1 1 0,-1-1 0,1 0 0,9 1 0,-6-2 0,0 1 0,-1-1 0,1 0 0,0-1 0,-1 0 0,1-1 0,-1 0 0,1 0 0,-1 0 0,0-1 0,0-1 0,0 1 0,0-1 0,0-1 0,-1 1 0,0-1 0,12-11 0,-12 9 0,0 0 0,-1 0 0,0-1 0,0 0 0,-1 0 0,0 0 0,0-1 0,-1 1 0,0-1 0,-1-1 0,0 1 0,0 0 0,-1-1 0,2-9 0,-5 31 0,1 0 0,0 0 0,1 0 0,0 1 0,6 19 0,-7-29 0,1 1 0,1-1 0,-1 1 0,0-1 0,1 0 0,0 0 0,-1 1 0,1-1 0,1-1 0,-1 1 0,0 0 0,1 0 0,-1-1 0,1 1 0,0-1 0,0 0 0,0 0 0,0 0 0,0 0 0,0-1 0,0 1 0,1-1 0,-1 0 0,1 0 0,-1 0 0,5 1 0,-1-1-114,0 0 1,-1-1-1,1 1 0,0-1 0,-1-1 1,1 1-1,0-1 0,-1 0 0,1-1 1,0 1-1,11-6 0,-7-1-6712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53.1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239 80 24575,'3'-4'0,"0"0"0,0 0 0,0 0 0,-1 0 0,0-1 0,2-4 0,-3 7 0,0 1 0,-1-1 0,1 1 0,0-1 0,-1 0 0,0 1 0,1-1 0,-1 0 0,0 1 0,0-1 0,0 0 0,0 0 0,0 1 0,0-1 0,0 0 0,-1 1 0,1-1 0,0 0 0,-1 1 0,0-3 0,-1 3 0,0 0 0,1 0 0,-1 0 0,1 0 0,-1 1 0,0-1 0,0 0 0,0 1 0,1 0 0,-1-1 0,0 1 0,0 0 0,0 0 0,0 0 0,0 0 0,1 0 0,-1 0 0,0 0 0,0 1 0,0-1 0,0 1 0,-2 0 0,-4 2 0,0 0 0,0 0 0,-11 7 0,3-1 0,1 2 0,1 0 0,-1 1 0,2 0 0,-17 19 0,21-22 0,1 2 0,0-1 0,1 1 0,0 0 0,1 1 0,0 0 0,1 0 0,-5 16 0,9-26 0,0 1 0,0 0 0,1 0 0,-1 0 0,1 0 0,0 0 0,-1 0 0,1 0 0,1 0 0,-1-1 0,0 1 0,1 0 0,-1 0 0,1 0 0,0 0 0,0 0 0,0-1 0,0 1 0,1 0 0,-1-1 0,1 1 0,-1-1 0,1 0 0,0 1 0,0-1 0,0 0 0,0 0 0,1 0 0,-1 0 0,0-1 0,1 1 0,-1-1 0,1 1 0,0-1 0,-1 0 0,1 0 0,0 0 0,5 1 0,9 1 0,-1 0 0,1-1 0,0 0 0,0-2 0,23-1 0,-23 0 0,0-1 0,-1-1 0,1 0 0,0-2 0,-1 1 0,0-2 0,0 0 0,-1-1 0,29-18 0,-35 20 0,-1-1 0,0 0 0,0-1 0,0 0 0,-1 0 0,0-1 0,-1 1 0,1-2 0,-2 1 0,1-1 0,-1 1 0,0-1 0,-1-1 0,0 1 0,-1-1 0,0 0 0,4-17 0,-7 23-34,0 0 0,0 0 0,0 1 0,0-1 0,0 0-1,-1 1 1,0-1 0,0 0 0,0 1 0,0-1 0,0 1 0,-1-1 0,1 1-1,-1 0 1,0 0 0,0 0 0,0 0 0,-1 0 0,1 0 0,-1 0-1,0 1 1,1-1 0,-1 1 0,0 0 0,0 0 0,-1 0 0,1 0 0,0 0-1,-1 1 1,1 0 0,-1-1 0,1 1 0,-1 0 0,1 1 0,-1-1 0,0 1-1,0 0 1,1-1 0,-7 2 0,-16 3-6792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53.6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82 102 24575,'-1'5'0,"-1"-1"0,1 0 0,-1 1 0,0-1 0,0 0 0,0 0 0,0-1 0,-1 1 0,-5 6 0,-3 6 0,4-5 0,1 0 0,0 0 0,1 0 0,0 1 0,1 0 0,0 0 0,-3 19 0,7-28 0,-1 1 0,1-1 0,0 1 0,0-1 0,0 1 0,0-1 0,1 1 0,-1-1 0,1 1 0,0-1 0,0 0 0,0 1 0,1-1 0,-1 0 0,1 0 0,0 0 0,0 0 0,0 0 0,0 0 0,0 0 0,0-1 0,1 1 0,0-1 0,-1 0 0,1 0 0,0 0 0,0 0 0,0 0 0,0-1 0,0 1 0,5 1 0,3 1 0,1 0 0,-1-1 0,1 0 0,0 0 0,0-2 0,0 1 0,1-1 0,-1-1 0,0-1 0,0 1 0,0-2 0,0 0 0,0 0 0,0-1 0,0 0 0,-1-1 0,1-1 0,-1 0 0,18-11 0,-25 13 0,0 0 0,-1 0 0,1-1 0,-1 1 0,1-1 0,-1 0 0,0 0 0,-1 0 0,1-1 0,-1 1 0,0-1 0,3-5 0,-3 1 0,0 1 0,0-1 0,0 1 0,-1-1 0,0 0 0,-1-14 0,-1 10 0,0-1 0,-1 1 0,-1-1 0,0 1 0,-1 0 0,0 1 0,-1-1 0,0 0 0,-8-11 0,10 19-59,-1 0 0,1-1-1,-1 1 1,0 1-1,-1-1 1,1 1 0,-1-1-1,0 1 1,0 1 0,0-1-1,-1 1 1,1 0 0,-1 0-1,0 0 1,0 1-1,0 0 1,0 0 0,0 1-1,0-1 1,0 1 0,-1 1-1,-6-1 1,-3 1-6767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54.0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212 101 24575,'1'-2'0,"1"1"0,-1-1 0,0 0 0,0 0 0,0 1 0,0-1 0,0 0 0,0 0 0,0 0 0,0 0 0,-1 0 0,1 0 0,-1 0 0,0 0 0,1-1 0,-1 1 0,0 0 0,0 0 0,0 0 0,-1 0 0,1 0 0,0 0 0,-1 0 0,0 0 0,1 0 0,-1 0 0,0 0 0,0 0 0,0 0 0,0 0 0,0 0 0,0 1 0,-1-1 0,1 0 0,-1 1 0,1-1 0,-1 1 0,0 0 0,1 0 0,-1-1 0,0 1 0,0 0 0,-3-1 0,-3 1 0,0 0 0,0 1 0,1 0 0,-1 0 0,0 0 0,0 1 0,1 1 0,-1-1 0,0 1 0,1 1 0,0-1 0,-1 1 0,1 0 0,-10 7 0,12-7 0,0 0 0,0 0 0,1 0 0,-1 1 0,1-1 0,0 1 0,0 0 0,0 1 0,1-1 0,-1 1 0,1 0 0,0-1 0,0 1 0,1 1 0,0-1 0,-1 0 0,2 0 0,-1 1 0,1-1 0,-2 9 0,4-10 0,-1-1 0,0 1 0,1 0 0,0-1 0,-1 1 0,1-1 0,1 1 0,-1-1 0,1 1 0,-1-1 0,1 0 0,0 0 0,0 1 0,0-2 0,0 1 0,1 0 0,0 0 0,-1-1 0,1 1 0,0-1 0,0 0 0,0 0 0,0 0 0,0 0 0,1 0 0,-1-1 0,5 2 0,3 1 0,0 0 0,0-1 0,1 0 0,-1-1 0,1 0 0,0-1 0,15 0 0,-22-1 0,0 0 0,0 0 0,0-1 0,1 0 0,-1 1 0,0-2 0,0 1 0,0-1 0,0 0 0,-1 0 0,1 0 0,0 0 0,-1-1 0,0 0 0,1 0 0,-1 0 0,0 0 0,-1-1 0,1 0 0,0 0 0,-1 0 0,0 0 0,0 0 0,0 0 0,-1-1 0,0 0 0,1 1 0,-1-1 0,-1 0 0,1 0 0,-1 0 0,0 0 0,0 0 0,0 0 0,-1-1 0,0 1 0,0 0 0,0 0 0,-1 0 0,1 0 0,-1-1 0,-3-8 0,1 7-136,1 0-1,-1 0 1,0 0-1,0 0 1,-1 1-1,0-1 1,0 1-1,0 0 0,-7-7 1,-7-3-6690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54.4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0 296 24575,'4'4'0,"-1"-1"0,1 0 0,0 0 0,0 0 0,0 0 0,1-1 0,-1 1 0,0-1 0,1-1 0,0 1 0,-1 0 0,1-1 0,0 0 0,6 1 0,-4-2 0,0 0 0,0 0 0,0-1 0,0 0 0,0 0 0,0-1 0,-1 1 0,1-1 0,8-4 0,-3 0 0,-1 0 0,1-1 0,-1 0 0,0 0 0,-1-2 0,0 1 0,0-1 0,-1-1 0,0 1 0,9-14 0,-10 11 0,0-1 0,-1 0 0,0 0 0,-1-1 0,4-15 0,-8 23 0,-1-1 0,1 1 0,-1 0 0,-1 0 0,1-1 0,-2-9 0,1 13 0,0 1 0,-1-1 0,0 0 0,1 0 0,-1 0 0,0 0 0,0 0 0,-1 1 0,1-1 0,-1 1 0,1-1 0,-1 1 0,0-1 0,-3-2 0,2 2 17,-1 0 0,0 1 0,0-1 1,0 1-1,-1 0 0,1 0 0,-1 1 0,1-1 0,-1 1 0,1 0 0,-1 0 0,1 0 0,-1 1 0,0 0 0,0 0 0,1 0 0,-1 0 0,0 1 1,-8 2-1,4-1-188,0 0 0,0 1 1,0 0-1,1 0 0,-1 1 1,1 0-1,0 1 0,0 0 1,-8 6-1,6-1-6655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55.0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1 24575,'-1'3'0,"0"1"0,-1-1 0,1 1 0,-1-1 0,0 1 0,0-1 0,0 0 0,-4 5 0,-3 5 0,-11 21 0,-23 55 0,38-77 0,1 1 0,0-1 0,1 1 0,0 0 0,1 0 0,0 0 0,1 0 0,1 21 0,0-32 16,1 1-1,-1 0 1,0-1-1,1 1 1,0-1-1,0 1 1,0 0-1,0-1 1,0 0-1,0 1 1,0-1-1,1 0 1,-1 1-1,1-1 1,0 0-1,-1 0 1,1 0 0,0 0-1,0-1 1,1 1-1,3 2 1,-1-2-206,0 0 0,1 0 1,-1 0-1,1 0 0,0-1 1,-1 0-1,1 0 1,11-1-1,4 1-6636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55.6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59 24575,'1'-5'0,"-1"1"0,0 0 0,-1-1 0,1 1 0,-1 0 0,0-1 0,0 1 0,-3-7 0,4 10 0,-1 1 0,1-1 0,-1 0 0,1 1 0,-1-1 0,1 1 0,-1-1 0,1 1 0,-1-1 0,1 1 0,-1-1 0,0 1 0,1 0 0,-1-1 0,0 1 0,1 0 0,-1-1 0,0 1 0,1 0 0,-1 0 0,-1 0 0,0 0 0,0 0 0,1 0 0,-1 0 0,0 1 0,0-1 0,0 1 0,1-1 0,-1 1 0,0 0 0,0 0 0,1 0 0,-3 1 0,-4 4 0,0 1 0,0-1 0,0 1 0,1 1 0,0-1 0,1 1 0,0 0 0,0 1 0,0-1 0,1 1 0,1 0 0,-1 1 0,2-1 0,-5 16 0,7-21 0,1-1 0,-1 0 0,1 1 0,0-1 0,0 1 0,1-1 0,-1 0 0,1 1 0,-1-1 0,1 0 0,0 1 0,0-1 0,1 0 0,-1 0 0,1 0 0,-1 0 0,1 0 0,0 0 0,0-1 0,0 1 0,1 0 0,-1-1 0,1 0 0,-1 0 0,1 1 0,0-1 0,0-1 0,0 1 0,0 0 0,0-1 0,0 0 0,6 2 0,-1 0 0,1 0 0,0-1 0,0-1 0,-1 1 0,1-2 0,0 1 0,1-1 0,-1 0 0,0-1 0,0 0 0,11-3 0,-10 1 0,0-1 0,-1 0 0,0 0 0,1-1 0,-2 0 0,1-1 0,-1 0 0,1 0 0,-2-1 0,15-15 0,-18 18 0,-1 0 0,0 0 0,0 0 0,0 0 0,0 0 0,-1-1 0,0 0 0,0 1 0,0-1 0,0 0 0,-1 0 0,1 0 0,-1 0 0,-1 0 0,1 0 0,-1 0 0,0 0 0,0 0 0,0-1 0,-1 1 0,0 0 0,0 0 0,-3-10 0,2 12-136,0-1-1,0 0 1,0 1-1,-1-1 1,1 1-1,-1 0 1,0-1-1,0 1 0,-4-2 1,-9-7-6690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56.1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102 4 24575,'0'0'0,"-1"-1"0,1 1 0,0 0 0,-1 0 0,1-1 0,0 1 0,-1 0 0,1 0 0,0-1 0,-1 1 0,1 0 0,0 0 0,-1 0 0,1 0 0,-1-1 0,1 1 0,0 0 0,-1 0 0,1 0 0,-1 0 0,1 0 0,0 0 0,-1 0 0,1 0 0,-1 0 0,1 0 0,0 0 0,-1 1 0,1-1 0,-1 0 0,-9 12 0,-1 21 0,11-31 0,-24 111 0,14-62 0,-16 51 0,26-100 0,-2 2 0,1 1 0,-1-1 0,1 1 0,0 0 0,1-1 0,-1 9 0,1-12 0,0 1 0,0-1 0,1 0 0,-1 1 0,1-1 0,-1 0 0,1 1 0,-1-1 0,1 0 0,0 0 0,0 0 0,-1 0 0,1 0 0,0 0 0,0 0 0,0 0 0,0 0 0,0 0 0,1 0 0,-1 0 0,0-1 0,0 1 0,0 0 0,1-1 0,-1 1 0,0-1 0,3 1 0,35 10 0,0-2 0,1-2 0,49 3 0,-85-9 0,0-1 0,0 0 0,0 0 0,0 0 0,0-1 0,0 1 0,0-1 0,-1 0 0,1 0 0,0 0 0,0-1 0,-1 1 0,1-1 0,5-4 0,-5 3 0,0 0 0,-1-1 0,0 1 0,0-1 0,0 0 0,0 0 0,-1 0 0,1-1 0,-1 1 0,0 0 0,2-10 0,1 1-105,-1-1 0,-1 0 0,0 0 0,-1 0 0,0 0 0,-1 0 0,-1-1 0,0 1 0,-1 0 0,-1 0 0,0 0 0,-5-16 0,-2 0-6721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56.6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281 125 24575,'-2'-5'0,"1"0"0,0 0 0,-1 0 0,0 0 0,-1 0 0,1 0 0,-1 1 0,1-1 0,-1 1 0,-1-1 0,-4-4 0,-4-7 0,9 12 0,1 1 0,-1-1 0,1 1 0,-1 0 0,0 0 0,0 0 0,-1 0 0,1 1 0,-1-1 0,1 1 0,-1 0 0,0 0 0,1 0 0,-1 1 0,0-1 0,0 1 0,-1 0 0,-3-1 0,3 2 0,1 0 0,-1 0 0,0 0 0,1 1 0,-1 0 0,1 0 0,-1 0 0,1 0 0,0 1 0,-1-1 0,1 1 0,0 1 0,0-1 0,0 0 0,1 1 0,-7 5 0,1 0 0,2 0 0,-1 1 0,1 0 0,0 0 0,1 0 0,0 1 0,0 0 0,1 1 0,0-1 0,1 1 0,1 0 0,-1 0 0,-2 21 0,4-23 0,1 0 0,0 0 0,1 0 0,0 1 0,0-1 0,1 0 0,0 1 0,1-1 0,0 0 0,0 0 0,1 0 0,0-1 0,0 1 0,1 0 0,0-1 0,1 0 0,8 11 0,-10-15 0,1 0 0,-1-1 0,1 1 0,0-1 0,0 0 0,0 0 0,0 0 0,1-1 0,-1 1 0,1-1 0,-1 0 0,1-1 0,0 1 0,0-1 0,0 0 0,0 0 0,0 0 0,0-1 0,0 1 0,0-1 0,0-1 0,0 1 0,0-1 0,0 0 0,0 0 0,0 0 0,4-2 0,1-1 0,0 0 0,-1-1 0,1 0 0,-1-1 0,0 0 0,-1 0 0,1-1 0,-1 0 0,0 0 0,-1-1 0,12-15 0,-9 9 0,-1-1 0,0-1 0,0 0 0,9-27 0,-14 33 0,-2 1 0,1 0 0,-1-1 0,-1 0 0,0 1 0,0-1 0,-1 0 0,0 1 0,0-1 0,-3-11 0,3 19-57,-1 0 0,1 0 1,-1 0-1,0 0 0,0 0 0,0 0 0,0 0 0,0 0 0,0 0 0,0 0 0,0 0 1,-1 0-1,1 1 0,-1-1 0,1 1 0,-1-1 0,0 1 0,0 0 0,1-1 1,-1 1-1,0 0 0,0 0 0,-4-1 0,-9-2-6769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57.1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19 24575,'-1'4'0,"-1"0"0,1-1 0,-1 0 0,0 1 0,1-1 0,-2 0 0,1 0 0,0 0 0,-1 0 0,1 0 0,-4 2 0,-1 2 0,-2 3 0,0 1 0,0 0 0,2 0 0,-1 0 0,1 1 0,1 0 0,0 1 0,-8 25 0,13-36 0,1 1 0,0-1 0,1 0 0,-1 0 0,0 1 0,1-1 0,-1 0 0,1 0 0,0 0 0,-1 1 0,1-1 0,0 0 0,0 0 0,0 0 0,1-1 0,-1 1 0,0 0 0,1 0 0,0-1 0,-1 1 0,1-1 0,0 1 0,-1-1 0,1 0 0,4 2 0,6 4 0,0 0 0,1-1 0,13 4 0,-10-4 0,6 4 0,1-2 0,46 11 0,-68-19 0,1 0 0,0 0 0,-1 0 0,1 0 0,0 0 0,0 0 0,-1 0 0,1 0 0,0-1 0,-1 1 0,1-1 0,0 1 0,-1-1 0,1 0 0,-1 1 0,1-1 0,-1 0 0,1 0 0,2-2 0,-2 0 0,0 1 0,0-1 0,0 0 0,0 0 0,0 0 0,-1 0 0,1 0 0,-1 0 0,2-5 0,0-6 0,0-1 0,-1 1 0,0-25 0,-2 36 0,1 0 0,0-16 0,-1 0 0,-1 0 0,0 0 0,-5-20 0,5 35 0,0-1 0,-1 0 0,1 0 0,-1 1 0,-1-1 0,1 1 0,0 0 0,-1-1 0,-3-3 0,4 6 0,-1 0 0,1 0 0,0 0 0,-1 0 0,1 0 0,-1 0 0,1 1 0,-1 0 0,0-1 0,0 1 0,1 0 0,-1 0 0,0 1 0,0-1 0,0 0 0,-4 1 0,-7 1-1365,3 2-5461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57.6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74 24575,'-2'-2'0,"0"-1"0,0 0 0,1 0 0,-1-1 0,1 1 0,-1 0 0,1 0 0,-1-5 0,1 4 0,0 0 0,0 1 0,-1-1 0,1 0 0,-1 1 0,0 0 0,-2-4 0,3 6 0,0 0 0,0 0 0,0 0 0,0 1 0,0-1 0,0 0 0,0 1 0,-1-1 0,1 1 0,0-1 0,0 1 0,0 0 0,0-1 0,-1 1 0,1 0 0,0 0 0,0 0 0,-1 0 0,1 0 0,0 0 0,0 0 0,-1 0 0,1 1 0,0-1 0,0 0 0,0 1 0,-2 0 0,-4 2 0,0 0 0,0 1 0,0 0 0,1 0 0,-1 0 0,1 1 0,0 0 0,1 0 0,-1 1 0,1-1 0,0 1 0,0 0 0,1 1 0,-1-1 0,-2 8 0,1-2 0,0-1 0,1 1 0,1 0 0,0 1 0,1-1 0,0 1 0,1-1 0,-1 18 0,3-23 0,0 0 0,0 0 0,1 0 0,0 0 0,0 0 0,1 0 0,0 0 0,0 0 0,0-1 0,1 1 0,0-1 0,0 1 0,1-1 0,0 0 0,0 0 0,9 9 0,-9-11 0,0-1 0,0 1 0,1-1 0,0 0 0,0 0 0,-1 0 0,2-1 0,-1 0 0,0 1 0,0-2 0,1 1 0,-1-1 0,1 0 0,-1 0 0,1 0 0,-1-1 0,1 0 0,0 0 0,-1 0 0,1-1 0,8-2 0,-3 0 0,-1 0 0,0-1 0,0 0 0,0-1 0,0 0 0,-1-1 0,0 0 0,0 0 0,0-1 0,-1 0 0,0-1 0,7-8 0,-7 6 0,1 0 0,-2-1 0,1 0 0,-1 0 0,-1-1 0,0 0 0,-1 0 0,0 0 0,5-21 0,-9 30-42,-1 0-1,1 0 0,-1 0 1,1 1-1,-1-1 0,0 0 1,0 0-1,0 0 0,0 0 1,-1 0-1,1 0 0,-1 1 1,0-1-1,1 0 0,-1 0 1,-1 1-1,1-1 0,0 0 1,-1 1-1,1-1 0,-1 1 1,0 0-1,1 0 0,-1-1 1,-1 1-1,1 0 0,0 1 1,0-1-1,-1 0 0,1 1 1,-4-3-1,-13-2-6783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58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1 24575,'-6'7'0,"0"1"0,0 0 0,1 1 0,-8 16 0,2-3 0,6-15 0,1 1 0,0 0 0,1 1 0,0-1 0,0 1 0,1-1 0,0 1 0,-1 15 0,2-21 0,1 1 0,1-1 0,-1 1 0,0-1 0,1 1 0,0-1 0,0 0 0,0 1 0,0-1 0,0 0 0,1 0 0,-1 0 0,1 0 0,0 0 0,0 0 0,0 0 0,1 0 0,-1-1 0,0 1 0,1-1 0,0 0 0,-1 0 0,1 0 0,0 0 0,4 2 0,5 1 0,0 0 0,1 0 0,-1-1 0,1-1 0,0 0 0,0-1 0,0 0 0,0-1 0,0 0 0,0-1 0,0-1 0,24-4 0,-33 4 0,-1 0 0,1 0 0,-1 0 0,1-1 0,-1 1 0,0-1 0,0 0 0,1 0 0,-1 0 0,-1-1 0,1 1 0,0-1 0,-1 1 0,1-1 0,-1 0 0,0 0 0,3-5 0,-2 2 0,-1 1 0,0 0 0,0-1 0,0 1 0,-1-1 0,0 0 0,0 1 0,-1-1 0,1 0 0,-2-10 0,1 9 0,-1 0 0,0 0 0,0 1 0,-1-1 0,0 0 0,0 1 0,0-1 0,-1 1 0,0-1 0,0 1 0,-1 0 0,1 0 0,-1 1 0,-1-1 0,1 1 0,-1 0 0,0 0 0,0 0 0,-8-5 0,7 7-85,1 1 0,0 0-1,-1 0 1,1 0 0,-1 1-1,1-1 1,-1 1 0,0 1-1,1-1 1,-1 1 0,0 0-1,0 0 1,1 1 0,-1-1-1,-6 3 1,-3 1-6741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58.7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1 24575,'-5'0'0,"0"1"0,0 0 0,0 0 0,0 1 0,0-1 0,0 1 0,0 0 0,1 1 0,-1-1 0,1 1 0,0 0 0,0 0 0,0 0 0,-5 6 0,1-2 0,0 1 0,1 0 0,1 1 0,-1 0 0,-9 17 0,14-21 0,-1 1 0,1 0 0,-1-1 0,2 1 0,-1 0 0,1 0 0,0 0 0,0 0 0,0 0 0,1 1 0,0-1 0,0 0 0,1 0 0,0 0 0,0 0 0,0 0 0,1 0 0,-1 0 0,2 0 0,3 7 0,-3-6 0,1-1 0,1-1 0,-1 1 0,1-1 0,0 1 0,0-1 0,0-1 0,1 1 0,0-1 0,0 0 0,0 0 0,0-1 0,1 1 0,-1-2 0,1 1 0,0-1 0,8 3 0,-6-3 0,0-1 0,1 1 0,-1-1 0,0-1 0,0 1 0,1-2 0,-1 1 0,0-1 0,0-1 0,1 0 0,15-5 0,-20 5 0,0 0 0,0-1 0,0 1 0,0-1 0,-1 0 0,1-1 0,-1 1 0,0-1 0,0 0 0,0 0 0,0 0 0,-1 0 0,0-1 0,0 1 0,0-1 0,0 0 0,-1 0 0,0 0 0,0 0 0,0 0 0,1-7 0,-2 7-54,-1 1-1,1 0 0,-1-1 1,0 1-1,0 0 1,0-1-1,-1 1 0,0 0 1,0-1-1,0 1 1,0 0-1,-1 0 0,1 0 1,-1 0-1,0 0 0,0 0 1,-1 1-1,1-1 1,-1 1-1,0-1 0,0 1 1,0 0-1,0 0 1,-6-4-1,-9-5-6771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59.2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1 24575,'-3'-1'0,"-3"7"0,-6 9 0,11-14 0,-2 3 0,-6 7 0,1 0 0,0 0 0,1 1 0,1 0 0,-6 13 0,11-23 0,0 0 0,0 0 0,1 0 0,-1 1 0,0-1 0,1 0 0,0 1 0,0-1 0,0 0 0,0 1 0,0-1 0,0 0 0,0 1 0,1-1 0,-1 0 0,1 0 0,-1 1 0,1-1 0,0 0 0,0 0 0,0 0 0,0 0 0,1 0 0,-1 0 0,1 0 0,-1 0 0,1-1 0,-1 1 0,1 0 0,0-1 0,0 1 0,0-1 0,0 0 0,0 0 0,0 0 0,0 0 0,3 1 0,12 5 0,1-2 0,0 0 0,0 0 0,1-2 0,-1 0 0,1-2 0,-1 0 0,1 0 0,0-2 0,-1 0 0,21-5 0,-34 5 0,-1 0 0,1-1 0,-1 1 0,1-1 0,-1 0 0,0-1 0,1 1 0,-1-1 0,0 1 0,0-1 0,-1 0 0,1-1 0,4-5 0,-6 7 0,0 0 0,-1-1 0,0 1 0,1-1 0,-1 1 0,0-1 0,0 0 0,0 1 0,-1-1 0,1 0 0,-1 0 0,1 1 0,-1-1 0,0 0 0,0 0 0,0 0 0,0 0 0,-1 1 0,1-1 0,-1 0 0,0 0 0,0 1 0,-2-6 0,1 4 27,-1-1-1,1 1 0,-1-1 0,0 1 1,0 0-1,0 0 0,-1 0 0,0 1 1,1-1-1,-1 1 0,-1 0 0,-8-6 1,5 5-271,-1 0 0,1 1 0,-1 0 0,0 0 1,0 1-1,-13-2 0,10 2-6582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59.7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111 32 24575,'2'-11'0,"-1"5"0,-14 11 0,3 2 0,0-1 0,0 2 0,1-1 0,0 1 0,-13 15 0,19-20 0,0 1 0,0 0 0,0-1 0,1 1 0,-1 0 0,1 0 0,0 0 0,0 1 0,1-1 0,-1 1 0,1-1 0,0 1 0,0-1 0,0 1 0,0-1 0,1 1 0,0 6 0,1-8 0,0 0 0,0-1 0,0 1 0,1 0 0,-1-1 0,1 1 0,-1 0 0,1-1 0,0 0 0,0 1 0,0-1 0,0 0 0,1 0 0,-1 0 0,0-1 0,1 1 0,0 0 0,-1-1 0,1 0 0,0 1 0,-1-1 0,5 0 0,3 3 0,1-1 0,0-1 0,0 0 0,19 2 0,-16-4 0,0-1 0,0 0 0,0 0 0,-1-1 0,1-1 0,-1 0 0,15-6 0,-23 7 0,1 0 0,-1 0 0,1-1 0,-1 0 0,0 0 0,0 0 0,0 0 0,0-1 0,0 0 0,-1 0 0,0 0 0,0 0 0,0-1 0,0 0 0,-1 1 0,1-1 0,-1-1 0,4-9 0,-6 12 17,0-1-1,-1 1 0,1 0 0,-1-1 1,0 1-1,0 0 0,0-1 0,0 1 1,0 0-1,-1-1 0,0 1 0,0 0 1,0-1-1,0 1 0,0 0 0,0 0 1,-1 0-1,1 0 0,-1 0 0,-4-4 1,2 2-173,0 1 1,0 0 0,-1 0 0,1 0 0,-1 0 0,0 1 0,0 0-1,0 0 1,-1 0 0,-9-3 0,-11-2-6671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00.1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146 24 24575,'0'-7'0,"-1"-7"0,0 13 0,1 1 0,-1 0 0,1 0 0,-1-1 0,1 1 0,-1 0 0,1 0 0,-1 0 0,1-1 0,-1 1 0,1 0 0,-1 0 0,0 0 0,1 0 0,-1 0 0,1 0 0,-1 0 0,1 0 0,-1 0 0,1 1 0,-1-1 0,1 0 0,-1 0 0,1 0 0,-1 1 0,1-1 0,-1 0 0,1 1 0,-1-1 0,0 1 0,-11 6 0,0 1 0,0 1 0,0 0 0,1 1 0,1 0 0,0 1 0,0 0 0,-16 24 0,25-33 0,-1 0 0,1 1 0,0-1 0,0 0 0,0 0 0,0 1 0,0-1 0,0 1 0,0-1 0,1 1 0,-1-1 0,1 1 0,0-1 0,0 1 0,0-1 0,0 1 0,0-1 0,0 1 0,2 3 0,-1-3 0,0 0 0,1-1 0,-1 1 0,1 0 0,0-1 0,0 1 0,0-1 0,0 1 0,0-1 0,1 0 0,-1 0 0,1 0 0,4 2 0,2 1 0,1 0 0,0-1 0,0 0 0,0 0 0,0-1 0,1-1 0,0 0 0,11 1 0,-8-2 0,0-1 0,0-1 0,0 0 0,0 0 0,-1-1 0,1-1 0,0-1 0,14-5 0,-24 7 0,1 0 0,0 0 0,-1-1 0,1 0 0,-1 0 0,0 0 0,0 0 0,0 0 0,-1-1 0,1 0 0,3-4 0,-5 4 0,0 1 0,-1 0 0,1-1 0,-1 1 0,1-1 0,-1 0 0,0 0 0,0 1 0,-1-1 0,1 0 0,-1 0 0,0 0 0,0 0 0,0 0 0,-1 1 0,0-7 0,0 7 16,0 0-1,0 1 1,0-1-1,-1 1 1,1-1-1,-1 1 0,1 0 1,-1-1-1,0 1 1,0 0-1,0 0 1,0 0-1,0 0 1,-1 1-1,1-1 1,0 1-1,-1-1 1,1 1-1,-1 0 0,0 0 1,-3-1-1,-8-3-496,0 1 0,-25-3 0,35 6 219,-16-2-6564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00.6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195 188 24575,'1'-12'0,"0"0"0,5-20 0,-4 21 0,0-1 0,0 0 0,-1-12 0,-1 19 0,0 0 0,-1 1 0,1-1 0,-1 1 0,0-1 0,-1 1 0,1 0 0,-1-1 0,0 1 0,-2-4 0,3 6 0,0 1 0,0 0 0,0-1 0,0 1 0,0 0 0,0 0 0,-1 0 0,1-1 0,0 1 0,-1 1 0,1-1 0,0 0 0,-1 0 0,1 0 0,-1 1 0,1-1 0,-1 1 0,0-1 0,1 1 0,-1 0 0,0-1 0,1 1 0,-1 0 0,0 0 0,1 0 0,-1 0 0,0 1 0,1-1 0,-1 0 0,-2 2 0,-4 1 0,0 1 0,0 0 0,0 0 0,1 1 0,0 0 0,0 0 0,0 1 0,1 0 0,-1 0 0,1 0 0,-8 13 0,6-8 0,1-1 0,0 2 0,1-1 0,0 1 0,1 0 0,0 0 0,-3 16 0,7-25 0,0-1 0,1 1 0,-1 0 0,1-1 0,-1 1 0,1-1 0,0 1 0,0 0 0,0-1 0,1 1 0,-1 0 0,1-1 0,-1 1 0,1-1 0,0 1 0,0-1 0,0 1 0,0-1 0,0 0 0,1 1 0,-1-1 0,1 0 0,0 0 0,-1 0 0,1 0 0,0 0 0,0 0 0,0-1 0,0 1 0,1-1 0,-1 1 0,0-1 0,0 0 0,1 0 0,-1 0 0,1 0 0,-1 0 0,1-1 0,0 1 0,-1-1 0,4 1 0,4 0 0,0 0 0,0-1 0,0 0 0,0-1 0,0 0 0,-1 0 0,1-1 0,0 0 0,17-7 0,-19 5 0,1 0 0,-1 0 0,1-1 0,-1 0 0,-1-1 0,1 0 0,-1 0 0,0-1 0,0 0 0,-1 0 0,7-10 0,-9 12 0,-2 0 0,1 0 0,0 1 0,-1-2 0,0 1 0,0 0 0,-1 0 0,1 0 0,-1-1 0,0 1 0,-1-1 0,1 1 0,-1-1 0,0 1 0,-1-1 0,1 1 0,-1-1 0,0 1 0,0-1 0,-4-9 0,4 12-105,-1 1 0,1-1 0,-1 0 0,1 1 0,-1 0 0,0-1 0,1 1 0,-1 0 0,-1 0 0,1 0 0,0 0 0,-4-2 0,-11-5-6721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01.0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53 24575,'0'2'0,"-1"1"0,-1-1 0,1 0 0,0 0 0,0 0 0,-1 0 0,1 0 0,-1 0 0,-3 3 0,-4 5 0,4-2 0,0 0 0,0 0 0,1 0 0,0 1 0,0-1 0,-3 13 0,7-19 0,-1 1 0,1-1 0,-1 0 0,1 1 0,0-1 0,0 0 0,0 1 0,0-1 0,0 1 0,1-1 0,-1 0 0,1 0 0,0 1 0,-1-1 0,1 0 0,0 0 0,0 0 0,1 0 0,-1 1 0,0-2 0,1 1 0,-1 0 0,1 0 0,-1 0 0,1-1 0,0 1 0,0-1 0,0 1 0,0-1 0,2 2 0,4 0 0,1 1 0,-1-1 0,1 0 0,-1-1 0,1 0 0,0 0 0,0-1 0,0 0 0,0-1 0,0 0 0,0 0 0,0-1 0,0 0 0,0 0 0,0-1 0,0 0 0,-1-1 0,11-4 0,-14 5 0,0 0 0,-1-1 0,1 1 0,0-1 0,-1 0 0,0 0 0,0 0 0,0-1 0,0 1 0,0-1 0,-1 0 0,1 0 0,-1-1 0,0 1 0,0-1 0,-1 1 0,1-1 0,-1 0 0,0 0 0,-1 0 0,1 0 0,-1 0 0,0 0 0,0-1 0,0 1 0,-1 0 0,0 0 0,0-1 0,0 1 0,-1 0 0,-2-9 0,3 10-42,-1 0-1,0-1 0,-1 1 1,1 1-1,-1-1 0,0 0 1,0 0-1,0 0 0,0 1 1,0 0-1,-1-1 0,0 1 1,0 0-1,0 0 0,0 0 1,0 0-1,0 1 0,-1 0 1,1-1-1,-1 1 0,0 0 1,0 1-1,1-1 0,-1 1 1,0-1-1,-1 1 0,1 0 1,0 1-1,0-1 0,0 1 1,-8 0-1,-6 0-6783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01.5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206 127 24575,'5'-7'0,"0"-1"0,0 0 0,0 0 0,-1 0 0,0-1 0,-1 0 0,0 1 0,0-1 0,1-12 0,-3 20 0,-1 0 0,0 0 0,1 0 0,-1 0 0,0 0 0,0 0 0,0 0 0,0 0 0,0 0 0,0 0 0,0-1 0,0 1 0,-1 0 0,1 0 0,0 0 0,-1 0 0,1 0 0,0 0 0,-1 0 0,1 0 0,-1 0 0,0 0 0,1 1 0,-1-1 0,0 0 0,0-1 0,-1 2 0,1-1 0,-1 1 0,0-1 0,1 1 0,-1-1 0,1 1 0,-1 0 0,0 0 0,1 0 0,-1 0 0,0 0 0,1 0 0,-1 0 0,1 1 0,-3 0 0,-7 2 0,1 1 0,-1 0 0,-16 10 0,1 0 0,-34 25 0,53-35 0,1 1 0,0 1 0,0-1 0,0 1 0,1 0 0,0 1 0,0-1 0,0 1 0,1 0 0,-5 9 0,8-14 0,1 0 0,-1 0 0,1-1 0,-1 1 0,1 0 0,-1 0 0,1 0 0,0-1 0,0 1 0,0 0 0,0 0 0,0 0 0,1 0 0,-1-1 0,0 1 0,1 0 0,-1 0 0,1 0 0,0-1 0,1 3 0,-1-2 0,1 1 0,0-1 0,0 0 0,0 0 0,1 0 0,-1 0 0,0 0 0,1-1 0,-1 1 0,1-1 0,4 3 0,1-1 0,0 0 0,1-1 0,-1 0 0,1 0 0,0-1 0,0 0 0,15 0 0,-8-2 0,1-2 0,0 1 0,-1-2 0,1 0 0,-1-1 0,0-1 0,17-9 0,-23 10 0,0 0 0,0-1 0,0 0 0,-1-1 0,0 0 0,0 0 0,-1-1 0,0 0 0,-1 0 0,1-1 0,9-15 0,-16 21 22,1 1-1,-1-1 0,0 1 1,0-1-1,0 1 0,0-1 1,-1 0-1,1 1 0,-1-1 1,1 0-1,-1 0 0,0 1 1,0-1-1,0 0 0,-1-2 1,0 3-104,1 0 1,-1 0 0,0 0 0,0 0-1,0 1 1,0-1 0,-1 0-1,1 0 1,0 1 0,-1-1 0,1 1-1,-1 0 1,1-1 0,-1 1 0,1 0-1,-1 0 1,0 0 0,0 0 0,0 0-1,-3-1 1,-10-3-6745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01.9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148 57 24575,'1'-3'0,"-1"1"0,-1-1 0,1 1 0,0-1 0,0 1 0,-1 0 0,0-1 0,1 1 0,-1-1 0,0 1 0,0 0 0,0 0 0,-1-1 0,1 1 0,0 0 0,-1 0 0,1 0 0,-1 0 0,0 1 0,0-1 0,-2-2 0,2 3 0,0 0 0,0 1 0,0-1 0,0 0 0,0 1 0,-1-1 0,1 1 0,0-1 0,0 1 0,0 0 0,-1 0 0,1 0 0,0 0 0,0 1 0,0-1 0,-1 1 0,1-1 0,0 1 0,0 0 0,0-1 0,0 1 0,0 0 0,0 0 0,-2 2 0,-2 2 0,1-1 0,-1 1 0,1-1 0,1 1 0,-1 1 0,1-1 0,-1 1 0,2-1 0,-1 1 0,1 0 0,-1 1 0,2-1 0,-1 1 0,1-1 0,0 1 0,0 0 0,1 0 0,-1 7 0,1-9 0,1-1 0,-1 1 0,1 0 0,0 0 0,1 0 0,-1 0 0,1 0 0,0 0 0,0 0 0,1 0 0,-1-1 0,1 1 0,0-1 0,0 1 0,1-1 0,-1 0 0,1 1 0,0-1 0,0-1 0,0 1 0,1 0 0,-1-1 0,1 0 0,0 1 0,7 3 0,-4-4 0,0 0 0,0 0 0,1-1 0,-1 0 0,0 0 0,1-1 0,-1 0 0,1 0 0,-1-1 0,1 0 0,-1-1 0,1 1 0,-1-1 0,1-1 0,-1 1 0,1-1 0,-1-1 0,12-4 0,-13 4 0,-1 0 0,0 1 0,1-2 0,-1 1 0,0-1 0,0 1 0,-1-1 0,1-1 0,-1 1 0,0 0 0,0-1 0,0 0 0,-1 0 0,0 0 0,0-1 0,0 1 0,-1-1 0,1 0 0,-1 1 0,-1-1 0,1 0 0,-1 0 0,1-10 0,-2 14-50,0 0-1,0 0 1,0 0-1,0 0 0,-1-1 1,1 1-1,-1 0 1,0 0-1,1 0 1,-1 0-1,0 1 0,0-1 1,0 0-1,0 0 1,-1 0-1,1 1 1,0-1-1,-1 1 0,1-1 1,-1 1-1,0-1 1,1 1-1,-1 0 1,0 0-1,0 0 1,-3-2-1,-8-1-6775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02.5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242 51 24575,'-3'-3'0,"0"0"0,0 0 0,0 1 0,-1 0 0,1-1 0,-1 1 0,0 0 0,1 1 0,-1-1 0,0 1 0,0 0 0,0-1 0,0 2 0,0-1 0,-5 0 0,2 1 0,1 0 0,0 1 0,0-1 0,0 2 0,0-1 0,0 0 0,0 1 0,0 0 0,-9 5 0,7-3 0,0 1 0,0-1 0,1 2 0,-1-1 0,1 1 0,0 0 0,1 1 0,0-1 0,0 1 0,0 1 0,1-1 0,0 1 0,-8 16 0,11-21 0,1-1 0,0 1 0,0 0 0,0 0 0,0 0 0,1 0 0,-1 0 0,1 0 0,0 0 0,0 0 0,0 0 0,0 0 0,0 1 0,1-1 0,-1 0 0,1 0 0,0 0 0,0 0 0,0-1 0,0 1 0,0 0 0,1 0 0,-1-1 0,1 1 0,0-1 0,0 1 0,0-1 0,0 0 0,0 1 0,0-1 0,1 0 0,-1-1 0,1 1 0,-1 0 0,1-1 0,0 1 0,0-1 0,3 1 0,4 2 0,1-1 0,-1 0 0,1 0 0,0-2 0,0 1 0,0-1 0,0-1 0,0 0 0,17-2 0,-17 0 0,0 0 0,0 0 0,0-1 0,0-1 0,-1 1 0,0-2 0,1 0 0,-2 0 0,1 0 0,-1-1 0,12-10 0,-16 12 0,-1 0 0,0-1 0,0 1 0,0-1 0,0 0 0,-1 0 0,0-1 0,0 1 0,0 0 0,-1-1 0,0 0 0,0 1 0,0-1 0,-1 0 0,0 0 0,0 0 0,0 0 0,-1 0 0,0-1 0,0 1 0,0 0 0,-2-8 0,0 8-227,1 0-1,-1 0 1,0 0-1,0 0 1,-7-11-1,-2 0-6598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02.9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257 81 24575,'0'-5'0,"0"0"0,0 0 0,-1 0 0,0 0 0,0 0 0,0 0 0,0 0 0,-1 0 0,0 1 0,-3-8 0,4 11 0,0-1 0,0 1 0,-1-1 0,1 1 0,0 0 0,-1-1 0,1 1 0,-1 0 0,1 0 0,-1 0 0,0 0 0,0 0 0,1 1 0,-1-1 0,0 0 0,0 1 0,0 0 0,0-1 0,1 1 0,-1 0 0,0 0 0,0 0 0,0 0 0,0 0 0,0 0 0,0 0 0,0 1 0,0-1 0,1 1 0,-4 1 0,-8 3 0,0 1 0,1 0 0,-1 1 0,2 0 0,-1 1 0,1 0 0,0 1 0,1 0 0,0 1 0,0 0 0,1 1 0,0-1 0,1 2 0,0-1 0,1 1 0,-6 14 0,12-23 0,-1 0 0,1 1 0,0-1 0,0 0 0,1 0 0,-1 1 0,1-1 0,-1 0 0,1 1 0,0-1 0,0 0 0,1 1 0,-1-1 0,1 1 0,-1-1 0,1 0 0,0 0 0,0 0 0,1 1 0,1 3 0,0-3 0,0-1 0,1 1 0,-1-1 0,0 0 0,1 0 0,0 0 0,0 0 0,0 0 0,0-1 0,0 0 0,1 0 0,-1 0 0,9 2 0,9 2 0,0-1 0,-1-1 0,2-1 0,-1-1 0,0-1 0,27-1 0,-30-2 0,-1 0 0,1-1 0,-1 0 0,1-2 0,-1 0 0,0-1 0,28-14 0,-42 18 0,0 0 0,-1 0 0,1-1 0,-1 1 0,0 0 0,0-1 0,0 0 0,0 0 0,0 0 0,0 0 0,-1-1 0,0 1 0,1-1 0,-1 1 0,-1-1 0,1 0 0,0 1 0,-1-1 0,0 0 0,0 0 0,0 0 0,0 0 0,-1 0 0,0-1 0,1 1 0,-1 0 0,-1 0 0,0-6 0,-1 4 0,1-1 0,-1 1 0,-1 0 0,1 0 0,-1 0 0,0 0 0,0 1 0,-1-1 0,0 1 0,0 0 0,0 0 0,0 0 0,-1 0 0,0 1 0,0 0 0,0 0 0,-9-5 0,6 5-341,-1 0 0,0 0-1,-17-5 1,3 4-6485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03.8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163 135 24575,'6'-20'0,"-6"19"0,1-1 0,0 1 0,0-1 0,-1 0 0,1 1 0,-1-1 0,1 0 0,-1 0 0,0 1 0,0-1 0,0 0 0,0 0 0,0-3 0,-1 2 0,0 1 0,0-1 0,0 1 0,0-1 0,-1 1 0,1 0 0,-1 0 0,1-1 0,-1 1 0,0 0 0,0 0 0,0 0 0,0 1 0,0-1 0,0 0 0,-1 1 0,1 0 0,-1-1 0,1 1 0,-1 0 0,1 0 0,-1 0 0,1 1 0,-1-1 0,0 1 0,-2-1 0,0 0 0,0 1 0,0 0 0,1-1 0,-1 2 0,0-1 0,0 0 0,1 1 0,-1 0 0,0 0 0,1 0 0,-1 1 0,1 0 0,-1 0 0,-4 2 0,6-1 0,0-1 0,-1 1 0,1 0 0,0 0 0,0 0 0,1 1 0,-1-1 0,1 1 0,-1-1 0,1 1 0,0 0 0,0 0 0,1 0 0,-1 0 0,1 0 0,0 0 0,0 0 0,0 0 0,1 1 0,0-1 0,-1 0 0,1 0 0,1 1 0,-1-1 0,1 0 0,-1 0 0,1 0 0,1 1 0,-1-1 0,0 0 0,1 0 0,3 5 0,-2-3 0,0-1 0,0 1 0,0-1 0,1 1 0,0-1 0,0-1 0,0 1 0,1 0 0,0-1 0,0 0 0,0 0 0,0-1 0,0 1 0,1-1 0,0 0 0,-1 0 0,1-1 0,0 0 0,0 0 0,1 0 0,8 1 0,-4-4 0,0 1 0,-1-2 0,1 1 0,0-1 0,-1-1 0,1 0 0,-1-1 0,0 0 0,0 0 0,0-1 0,-1 0 0,1-1 0,-1 0 0,0 0 0,11-12 0,-14 12 0,0 0 0,0 0 0,-1 0 0,0-1 0,0 0 0,-1 0 0,0-1 0,0 1 0,3-10 0,-5 11 0,0 1 0,-1-1 0,0 1 0,0-1 0,-1 0 0,1 1 0,-1-1 0,-1 0 0,1 1 0,-1-1 0,0 1 0,0-1 0,0 0 0,-4-6 0,-5-8-1365,-1 5-5461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04.2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226 58 24575,'-8'-7'0,"1"0"0,-1 0 0,-1 1 0,1 0 0,-1 0 0,0 1 0,-19-8 0,26 13 0,1-1 0,-1 1 0,0 0 0,0 0 0,0 0 0,0 0 0,0 0 0,0 1 0,1-1 0,-1 1 0,0-1 0,0 1 0,0-1 0,1 1 0,-1 0 0,0 0 0,1 0 0,-1 0 0,1 0 0,-1 0 0,1 0 0,-1 1 0,1-1 0,0 0 0,0 1 0,-1-1 0,1 1 0,-1 2 0,-4 6 0,0 1 0,1-1 0,-6 17 0,5-12 0,-32 87 0,33-86 0,0 0 0,2 1 0,0 0 0,-1 23 0,4-38 0,0 0 0,0 1 0,1-1 0,-1 0 0,0 1 0,1-1 0,-1 0 0,1 1 0,0-1 0,0 0 0,0 0 0,0 0 0,0 0 0,0 0 0,0 0 0,1 0 0,-1 0 0,1 0 0,1 1 0,0-1 0,0 0 0,0 0 0,1 0 0,-1 0 0,0-1 0,1 0 0,-1 1 0,1-1 0,-1-1 0,1 1 0,4 0 0,5 0 0,1-1 0,-1 0 0,0-1 0,1-1 0,20-5 0,-16 3 0,0-2 0,0 0 0,-1-1 0,0-1 0,22-13 0,-31 16 0,0-1 0,0 0 0,0 0 0,0-1 0,-1 0 0,0 0 0,-1-1 0,1 1 0,-2-2 0,1 1 0,7-15 0,-12 22 11,-1-1 0,1 0-1,0 0 1,0 0 0,-1 0-1,1 1 1,-1-1 0,1 0-1,-1 0 1,0 0 0,0 0-1,0 0 1,0 0 0,0 0-1,0 0 1,0 0 0,-1 0-1,1 0 1,-1 0 0,0 0-1,1 0 1,-1 0 0,0 1-1,0-1 1,0 0 0,0 1-1,0-1 1,-1 1 0,1-1-1,0 1 1,-3-2 0,2 1-89,0 1 0,-1 0 1,1 0-1,-1 0 1,0 0-1,1 0 1,-1 1-1,0-1 0,1 1 1,-1 0-1,0 0 1,0 0-1,1 0 1,-1 0-1,0 0 0,0 1 1,1-1-1,-1 1 1,0 0-1,1 0 1,-6 2-1,-6 4-6748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06.6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0 371 24575,'1'0'0,"0"-1"0,0 1 0,-1 0 0,1-1 0,0 1 0,-1 0 0,1-1 0,-1 1 0,1-1 0,0 1 0,-1-1 0,1 1 0,-1-1 0,1 0 0,-1 1 0,0-1 0,1 0 0,-1 1 0,0-1 0,1 0 0,-1 1 0,0-1 0,0 0 0,1 0 0,-1 1 0,0-1 0,0-1 0,3-25 0,-3 24 0,2-205 0,-4 109 0,2 97 36,-2-13-1437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41.1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348 127 24575,'-1'-6'0,"0"0"0,0 0 0,-1 0 0,0 0 0,-4-10 0,0 0 0,4 11 0,1 1 0,-1 0 0,1 0 0,-1 0 0,0 0 0,-1 1 0,1-1 0,-1 0 0,1 1 0,-1 0 0,0-1 0,-6-3 0,7 5 0,-1 1 0,0-1 0,0 1 0,0 0 0,0 0 0,0 0 0,0 0 0,0 1 0,0-1 0,0 1 0,0 0 0,0 0 0,0 0 0,-1 0 0,1 0 0,0 1 0,0-1 0,-4 2 0,-4 2 0,-1 0 0,2 1 0,-1 0 0,0 0 0,1 1 0,0 1 0,0 0 0,1 0 0,0 1 0,0 0 0,-14 18 0,10-11 0,2 1 0,0 0 0,0 1 0,2 0 0,0 1 0,-10 27 0,16-35 0,0 0 0,0 0 0,1 0 0,1 1 0,0-1 0,0 1 0,1-1 0,0 1 0,1-1 0,4 21 0,-3-24 0,0 0 0,0-1 0,1 1 0,0-1 0,0 1 0,0-1 0,1 0 0,0 0 0,0-1 0,1 1 0,0-1 0,0 0 0,0 0 0,0 0 0,1-1 0,0 0 0,6 4 0,2-1 0,-1-2 0,1 1 0,0-2 0,0 0 0,0-1 0,1 0 0,-1-1 0,1 0 0,-1-2 0,1 1 0,0-2 0,27-4 0,-25 2 0,0 0 0,0-1 0,0-2 0,0 1 0,-1-2 0,0 0 0,0-1 0,-1 0 0,0-2 0,20-15 0,-28 19 0,0 0 0,-1-1 0,0 0 0,0 0 0,0-1 0,-1 0 0,0 0 0,-1 0 0,1 0 0,-2-1 0,1 1 0,-1-1 0,-1 0 0,4-17 0,-6 19 0,1 0 0,-1 0 0,0 0 0,-1 0 0,1 0 0,-1 1 0,-1-1 0,1 0 0,-1 0 0,-1 1 0,1-1 0,-1 1 0,0 0 0,0 0 0,-1 0 0,0 0 0,0 0 0,0 1 0,-1 0 0,-7-8 0,3 6 34,-1 0 1,1 0-1,-1 1 0,0 0 0,-1 1 0,1 0 0,-1 1 0,0 0 0,-22-5 1,17 6-279,-1 0 0,0 2 0,0 0 0,0 1 1,0 0-1,-19 4 0,-16 5-6582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41.6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190 17 24575,'-1'1'0,"-1"-1"0,0 0 0,0 1 0,0 0 0,0-1 0,0 1 0,0 0 0,0 0 0,1 0 0,-1 0 0,0 1 0,1-1 0,-1 0 0,1 1 0,0-1 0,-1 1 0,1-1 0,0 1 0,0-1 0,0 1 0,-1 2 0,-19 43 0,18-39 0,-112 260 0,114-265 0,-2 1 0,1 1 0,0 0 0,0-1 0,0 1 0,-1 9 0,3-13 0,0 0 0,0 0 0,0 1 0,0-1 0,0 0 0,0 0 0,0 0 0,1 0 0,-1 0 0,0 0 0,1 0 0,-1 0 0,1 0 0,-1 0 0,1 0 0,-1 0 0,1 0 0,0 0 0,-1-1 0,1 1 0,0 0 0,0 0 0,-1-1 0,1 1 0,0 0 0,0-1 0,0 1 0,0-1 0,0 1 0,0-1 0,0 1 0,0-1 0,2 0 0,21 6 0,1-1 0,0-1 0,49 1 0,-15-1 0,-45-3 0,152 6 0,-163-6 0,0-2 0,-1 1 0,1 0 0,0 0 0,0-1 0,-1 0 0,1 1 0,-1-1 0,1 0 0,0 0 0,-1-1 0,0 1 0,1 0 0,-1-1 0,0 0 0,0 1 0,0-1 0,0 0 0,0 0 0,0 0 0,0 0 0,2-5 0,-1 1 0,-1 0 0,1 0 0,-1-1 0,-1 1 0,1-1 0,-1 1 0,-1-1 0,1-9 0,0-21 0,-1 0 0,-2 1 0,-1-1 0,-2 1 0,-2-1 0,-1 2 0,-13-36 0,20 67 34,-1 1 1,1-1-1,-1 1 0,0-1 0,0 1 0,-1 0 0,1 0 0,0 0 0,-6-4 1,7 6-52,1 1-1,-1-1 1,0 1 0,0-1 0,1 1 0,-1-1 0,0 1 0,0 0 0,0 0 0,1-1 0,-1 1 0,0 0 0,0 0 0,0 0 0,0 0 0,1 0-1,-1 0 1,0 0 0,-1 0 0,1 1-63,0-1 0,-1 1-1,1 0 1,0-1 0,0 1-1,0 0 1,0 0 0,0 0-1,0 0 1,0 0 0,1 0 0,-1 0-1,0 0 1,0 0 0,1 0-1,-2 2 1,-4 11-6746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42.0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144 98 24575,'1'0'0,"0"0"0,0-1 0,-1 1 0,1 0 0,0-1 0,-1 1 0,1 0 0,-1-1 0,1 1 0,-1-1 0,1 1 0,-1-1 0,1 1 0,-1-1 0,1 1 0,-1-1 0,1 1 0,-1-1 0,0 0 0,1 1 0,-1-1 0,0 0 0,0 1 0,1-1 0,-1 0 0,0 1 0,0-1 0,0 0 0,0 0 0,0 1 0,0-1 0,0 0 0,0 0 0,0 0 0,0 0 0,0 0 0,0 0 0,0 1 0,0-1 0,0 0 0,-1 0 0,1 1 0,0-1 0,0 0 0,-1 0 0,1 1 0,0-1 0,-1 0 0,1 1 0,0-1 0,-1 0 0,1 1 0,-1-1 0,0 1 0,1-1 0,-1 0 0,1 1 0,-1 0 0,0-1 0,1 1 0,-1-1 0,0 1 0,1 0 0,-1-1 0,0 1 0,0 0 0,0 0 0,-2 0 0,0 0 0,1 1 0,-1-1 0,0 1 0,1 0 0,-1 0 0,1 0 0,-1 0 0,1 1 0,0-1 0,-1 0 0,1 1 0,0 0 0,0 0 0,0-1 0,-2 4 0,-28 36 0,31-40 0,-8 12 0,0 1 0,1-1 0,1 1 0,0 1 0,1-1 0,1 1 0,-6 23 0,10-33 0,0 0 0,0 0 0,1 1 0,0-1 0,0 0 0,0 0 0,0 0 0,1 0 0,0 1 0,0-1 0,0 0 0,0 0 0,1 0 0,0-1 0,0 1 0,0 0 0,1-1 0,0 1 0,0-1 0,0 0 0,0 0 0,0 0 0,1 0 0,0 0 0,0-1 0,6 5 0,-1-3 0,0 0 0,1-1 0,0 0 0,-1-1 0,1 1 0,0-2 0,1 0 0,-1 0 0,0 0 0,1-2 0,-1 1 0,1-1 0,-1-1 0,0 0 0,1 0 0,17-5 0,-12 2 0,1-1 0,-1-1 0,0-1 0,-1 0 0,0 0 0,0-2 0,0 0 0,-1-1 0,19-16 0,-25 18 0,-1 0 0,1-1 0,-1 0 0,-1 0 0,0 0 0,0-1 0,-1 0 0,0 0 0,-1-1 0,0 1 0,0-1 0,-1 0 0,-1 0 0,3-18 0,-5 23 0,1 0 0,-1 0 0,-1 0 0,1 0 0,-1 0 0,0 0 0,0 1 0,-1-1 0,1 0 0,-1 0 0,-1 1 0,1-1 0,-1 1 0,0 0 0,0-1 0,0 2 0,-1-1 0,0 0 0,0 1 0,0-1 0,-1 1 0,1 0 0,-1 1 0,0-1 0,0 1 0,0 0 0,0 0 0,-10-3 0,7 3 31,0 0 0,-1 1 0,1 0 0,0 0 0,-1 1 0,1 1 0,-1-1 0,1 1 1,-1 1-1,-9 0 0,5 2-316,0 0 1,0 0-1,0 1 1,0 1-1,-19 9 1,2 3-6542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42.5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4 24575,'-1'5'0,"0"0"0,-1 0 0,1 0 0,-1 0 0,0 0 0,-1 0 0,1 0 0,-5 6 0,-3 7 0,-16 32 0,11-24 0,2 1 0,1 0 0,-10 33 0,22-58 0,-1 0 0,1 0 0,0 0 0,0 0 0,0 0 0,0-1 0,0 1 0,0 0 0,0 0 0,1 0 0,-1 0 0,0 0 0,1 0 0,0-1 0,0 1 0,-1 0 0,1 0 0,0-1 0,0 1 0,0-1 0,1 1 0,-1-1 0,0 1 0,1-1 0,-1 0 0,0 1 0,1-1 0,2 1 0,5 4 0,0-2 0,0 1 0,1-1 0,12 4 0,-2-1 0,22 9 0,0-1 0,1-2 0,73 12 0,-112-24 0,0-1 0,0 1 0,0-1 0,0 0 0,0-1 0,0 1 0,0 0 0,0-1 0,0 0 0,0 0 0,0 0 0,0-1 0,-1 1 0,1-1 0,0 0 0,-1 0 0,6-4 0,-5 1 0,0 1 0,0-1 0,0 0 0,-1 0 0,0 0 0,1 0 0,-2 0 0,1-1 0,-1 1 0,0-1 0,2-7 0,0-1 0,-1 0 0,0-1 0,-1 1 0,0-1 0,-2 0 0,1 1 0,-2-1 0,0 0 0,-1 1 0,0-1 0,-1 1 0,-6-17 0,7 24 0,-1-1 0,0 1 0,-1 0 0,1 0 0,-2 1 0,1-1 0,0 1 0,-1 0 0,-1 0 0,1 1 0,-1-1 0,1 1 0,-2 0 0,1 1 0,0-1 0,-1 1 0,0 1 0,0-1 0,0 1 0,0 0 0,-1 1 0,1 0 0,-1 0 0,-9-1 0,17 3-28,0 0-1,0 0 1,0 1-1,0-1 1,0 0 0,1 0-1,-1 0 1,0 0-1,0 1 1,0-1-1,0 0 1,0 0-1,0 0 1,0 0 0,0 1-1,0-1 1,0 0-1,0 0 1,0 0-1,0 0 1,0 1-1,0-1 1,0 0 0,0 0-1,0 0 1,-1 0-1,1 1 1,0-1-1,0 0 1,0 0-1,0 0 1,0 0 0,0 1-1,0-1 1,0 0-1,-1 0 1,1 0-1,0 0 1,0 0-1,0 0 1,0 0 0,-1 0-1,1 0 1,0 1-1,0-1 1,0 0-1,-1 0 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43.3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19 775 24575,'-1'0'0,"0"0"0,1 0 0,-1 0 0,0-1 0,0 1 0,1 1 0,-1-1 0,0 0 0,0 0 0,1 0 0,-1 0 0,0 0 0,0 1 0,1-1 0,-1 0 0,0 1 0,1-1 0,-1 1 0,1-1 0,-1 0 0,0 1 0,1-1 0,-1 1 0,0 0 0,1 0 0,0 0 0,0 0 0,0-1 0,0 1 0,0 0 0,0 0 0,0-1 0,0 1 0,1 0 0,-1-1 0,0 1 0,0 0 0,1 0 0,-1-1 0,0 1 0,1-1 0,-1 1 0,0 0 0,2 0 0,2 4 0,0 0 0,0-1 0,1 1 0,7 5 0,7 2 0,1-1 0,0 0 0,0-1 0,1-1 0,0-1 0,0-1 0,28 5 0,-22-7 0,0-1 0,0-1 0,0-1 0,0-2 0,46-4 0,-61 2 0,0 0 0,0 0 0,-1-2 0,0 1 0,1-1 0,-1-1 0,-1 0 0,1-1 0,-1 0 0,12-8 0,-16 8 0,1 1 0,-1-1 0,0-1 0,0 1 0,-1-1 0,1 0 0,-2-1 0,1 1 0,-1-1 0,0 0 0,-1 0 0,1 0 0,-2 0 0,4-13 0,-2-7 0,0 1 0,-2 0 0,-1-1 0,-4-40 0,-23-112 0,0-8 0,26 186 0,-1-1 0,1 0 0,0 0 0,0 1 0,1-1 0,-1 0 0,0 1 0,1-1 0,0 1 0,0-1 0,-1 1 0,2-1 0,-1 1 0,0-1 0,0 1 0,1 0 0,2-4 0,-1 3 0,1 0 0,-1 1 0,1 0 0,-1-1 0,1 1 0,0 1 0,0-1 0,0 0 0,0 1 0,7-2 0,277-58 0,-188 40 0,2 4 0,177-7 0,207 33 0,-168 10 0,99 5 0,-408-24-1365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44.0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24575,'29'150'0,"-22"-119"0,-3-11 0,2-1 0,0 1 0,1-1 0,0 0 0,2-1 0,0 0 0,1-1 0,17 23 0,-21-32 0,1 0 0,0 0 0,1-1 0,-1 0 0,2 0 0,-1 0 0,1-1 0,-1-1 0,2 1 0,-1-1 0,1-1 0,-1 0 0,1 0 0,0-1 0,1 0 0,-1-1 0,18 2 0,165-4 0,-92-3 0,359-14 0,-152 2 0,-263 14 11,754-14-1387,-790 15-5450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44.7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24575,'24'398'0,"28"-5"0,-26-209 0,-8-44 0,38 251 0,-56-386 0,1 0 0,0 0 0,0 0 0,0 0 0,1-1 0,0 1 0,0 0 0,0-1 0,1 1 0,-1-1 0,6 7 0,-4-8 0,-1 0 0,1 0 0,0 0 0,0-1 0,0 1 0,0-1 0,0 0 0,0 0 0,1-1 0,-1 1 0,1-1 0,8 1 0,66 9 0,154 1 0,-178-11 0,956 2-698,-591-4 514,-363 1 82,5 1-270,-1-2 0,71-12 0,-104 7-5719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45.3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81 24575,'-1'0'0,"1"-1"0,-1 1 0,0-1 0,0 0 0,0 0 0,1 0 0,-1 1 0,0-1 0,1 0 0,-1 0 0,1 0 0,-1 0 0,1 0 0,-1 0 0,1 0 0,0 0 0,0 0 0,-1 0 0,1 0 0,0 0 0,0 0 0,0 0 0,0 0 0,0-1 0,0 1 0,0 0 0,1 0 0,-1 0 0,0 0 0,0 0 0,1 0 0,-1 0 0,1 0 0,-1 0 0,1 0 0,-1 1 0,1-1 0,0 0 0,-1 0 0,1 0 0,0 0 0,0 1 0,0-1 0,1 0 0,2-2 0,1 0 0,0 0 0,0 1 0,0-1 0,1 1 0,-1 1 0,8-3 0,25-3 0,1 2 0,76-1 0,80 14 0,-188-8 0,1232 105-1041,-1108-94 1036,325 46-32,-451-56 69,-1 0 1,1 0-1,0 1 0,0-1 1,-1 1-1,1 0 0,-1 0 1,1 1-1,-1-1 1,7 6-1,-9-5 6,0-1 0,0 0 0,0 1-1,-1 0 1,1-1 0,-1 1 0,0 0 0,1 0 0,-1 0 0,-1 0 0,1 0 0,0 0-1,-1 0 1,1 0 0,-1 0 0,0 0 0,0 0 0,-1 4 0,0 15-35,0 197 1,36 128-4,0 1 0,-22-194 0,-12 233 0,-2-371 0,-1 0 0,0 0 0,-1 0 0,-1-1 0,-9 26 0,11-36 0,0 0 0,-1 0 0,0 0 0,0 0 0,0-1 0,-1 1 0,0-1 0,1 0 0,-1 0 0,-1 0 0,1-1 0,-1 1 0,1-1 0,-1 0 0,0-1 0,0 1 0,0-1 0,0 0 0,-9 3 0,2-3-136,0-1-1,0 0 1,-1 0-1,1-1 1,0-1-1,0 0 1,0-1-1,0 0 0,-19-6 1,-7-2-6690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45.7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 24575,'0'-2'0,"0"1"0,3 4 0,3 4 0,1 6 0,2 7 0,0 5 0,0 6 0,0 7 0,0 5 0,-1 3 0,-2 2 0,-2-2 0,-2 0 0,-1-3 0,-1-8-8191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46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1 162 24575,'1'-2'0,"1"-1"0,0 1 0,-1 0 0,1 1 0,0-1 0,0 0 0,0 0 0,1 1 0,-1 0 0,0-1 0,1 1 0,-1 0 0,0 0 0,1 0 0,-1 0 0,1 0 0,0 1 0,-1-1 0,1 1 0,-1 0 0,1 0 0,0 0 0,-1 0 0,1 0 0,3 1 0,12 2 0,-12-1 0,1-1 0,0 0 0,0-1 0,0 1 0,10-2 0,-16 1 0,0 0 0,1 0 0,-1-1 0,1 1 0,-1-1 0,1 1 0,-1-1 0,0 0 0,0 1 0,1-1 0,-1 0 0,0 0 0,0 0 0,0 0 0,0 0 0,0 0 0,0 0 0,0 0 0,0 0 0,0-1 0,0 1 0,-1 0 0,1-1 0,0 1 0,-1 0 0,1-1 0,-1 1 0,0-1 0,1 1 0,-1-3 0,0-45 0,-1 41 0,1 0 0,0 0 0,0 0 0,1 0 0,1-9 0,1 13 0,0 9 0,1 12 0,40 307-1365,-35-260-5461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46.8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39 24575,'0'-1'0,"0"1"0,0 0 0,0 0 0,-1 0 0,1-1 0,0 1 0,0 0 0,0 0 0,0-1 0,0 1 0,0 0 0,0 0 0,0 0 0,1-1 0,-1 1 0,0 0 0,0 0 0,0-1 0,0 1 0,0 0 0,0 0 0,0 0 0,0-1 0,1 1 0,-1 0 0,0 0 0,0 0 0,0 0 0,0 0 0,1-1 0,-1 1 0,0 0 0,0 0 0,0 0 0,0 0 0,1 0 0,-1 0 0,0 0 0,8 5 0,5 13 0,6 35 0,-17-43 0,1 0 0,1 0 0,-1 0 0,2-1 0,5 11 0,-10-20 0,0 1 0,0-1 0,0 0 0,0 0 0,0 0 0,0 0 0,0 0 0,1 0 0,-1 0 0,0 1 0,0-1 0,0 0 0,0 0 0,0 0 0,0 0 0,0 0 0,0 0 0,0 0 0,1 0 0,-1 0 0,0 0 0,0 0 0,0 0 0,0 0 0,0 0 0,0 0 0,1 0 0,-1 0 0,0 0 0,0 0 0,0 0 0,0 0 0,0 0 0,0 0 0,1 0 0,-1 0 0,0 0 0,0 0 0,0 0 0,0 0 0,0 0 0,0 0 0,0 0 0,0 0 0,1 0 0,-1 0 0,4-9 0,0-15 0,-3 18 0,2-11 0,12-46 0,-14 58 0,1 0 0,0 0 0,0 0 0,1 0 0,0 0 0,0 1 0,0-1 0,0 1 0,6-6 0,-8 9 0,-1 1 0,1-1 0,-1 1 0,1-1 0,-1 1 0,1-1 0,-1 1 0,1 0 0,0-1 0,-1 1 0,1 0 0,0-1 0,-1 1 0,1 0 0,0 0 0,0 0 0,-1-1 0,1 1 0,0 0 0,-1 0 0,1 0 0,0 0 0,0 0 0,-1 1 0,1-1 0,0 0 0,-1 0 0,1 0 0,0 1 0,0-1 0,0 1 0,1 0 0,-1 1 0,1-1 0,0 1 0,-1 0 0,0-1 0,1 1 0,-1 0 0,0 0 0,0 0 0,1 3 0,3 7 0,-1-1 0,4 22 0,-6-16 0,3 15 0,-5-30 0,0-1 0,0 1 0,1-1 0,-1 0 0,1 1 0,-1-1 0,1 0 0,-1 0 0,1 1 0,0-1 0,0 0 0,0 0 0,0 0 0,0 0 0,0 0 0,1 1 0,-1-2 0,0 1 0,1-1 0,-1 0 0,0 0 0,0 0 0,0-1 0,0 1 0,1 0 0,-1 0 0,0-1 0,0 1 0,0 0 0,0-1 0,0 1 0,0-1 0,0 0 0,0 1 0,0-1 0,0 0 0,0 0 0,0 1 0,-1-1 0,1 0 0,0 0 0,0 0 0,-1 0 0,1 0 0,0-1 0,19-30 0,-10 12 0,-5 10 0,0 0 0,1 0 0,0 1 0,0-1 0,15-15 0,-20 24 0,-1 1 0,1-1 0,-1 1 0,1-1 0,0 1 0,-1-1 0,1 1 0,0-1 0,-1 1 0,1 0 0,0 0 0,-1-1 0,1 1 0,0 0 0,0 0 0,-1 0 0,1 0 0,0 0 0,0 0 0,-1 0 0,1 0 0,0 0 0,0 0 0,-1 0 0,1 0 0,0 0 0,0 1 0,1 0 0,-1 0 0,0 0 0,1 0 0,-1 0 0,0 0 0,0 0 0,0 1 0,0-1 0,0 0 0,0 1 0,-1-1 0,2 2 0,1 5 0,0-1 0,-1 1 0,0 0 0,2 8 0,5 59-1365,-4-40-5461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47.3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24575,'0'-2'0,"0"-5"0,0 3 0,0 4 0,0 5 0,0 5 0,0 5 0,0 6 0,0 3 0,3 2 0,0-1 0,1 1 0,-2-1 0,3-4 0,0-7-8191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47.5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16 112 24575,'-3'-7'0,"0"0"0,1 0 0,0 1 0,0-1 0,1 0 0,0-1 0,0-11 0,1 16 0,0 1 0,0 0 0,0-1 0,1 1 0,-1 0 0,1-1 0,-1 1 0,1 0 0,0-1 0,0 1 0,2-3 0,-2 4 0,0 0 0,0 0 0,0 0 0,0 0 0,0 0 0,0 0 0,0 1 0,0-1 0,0 0 0,0 1 0,0-1 0,1 1 0,-1-1 0,0 1 0,0 0 0,1-1 0,-1 1 0,0 0 0,1 0 0,-1 0 0,0 0 0,3 0 0,4 2 0,1-1 0,0 1 0,-1 1 0,1-1 0,-1 2 0,12 5 0,0 2 0,25 17 0,-29-17 0,-1 1 0,0 1 0,14 16 0,-23-23 0,0 0 0,-1 1 0,0 0 0,0 0 0,-1 1 0,0-1 0,0 1 0,-1 0 0,4 12 0,-6-18 0,-1 1 0,1 0 0,-1-1 0,0 1 0,0 0 0,0-1 0,-1 1 0,1-1 0,0 1 0,-1 0 0,0-1 0,0 1 0,0-1 0,0 1 0,0-1 0,0 0 0,0 1 0,-1-1 0,1 0 0,-1 0 0,0 0 0,0 0 0,0 0 0,0-1 0,0 1 0,0 0 0,0-1 0,0 1 0,0-1 0,-1 0 0,1 0 0,-1 0 0,-2 1 0,-8 2 0,0 0 0,0 0 0,0-1 0,-28 2 0,-10-2-1365,2-2-5461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09.8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1470 1061 24575,'13'-34'0,"-10"11"0,-1 0 0,0 0 0,-3-33 0,-13-72 0,8 74 0,-26-288 0,25 281 0,3 27 0,-1-41 0,5 72 0,1-1 0,-1-1 0,0 0 0,-1 1 0,1-1 0,-1 1 0,0 0 0,-1-6 0,1 9 0,0-1 0,0 1 0,1 0 0,-1-1 0,-1 1 0,1 0 0,0 0 0,0 0 0,0 0 0,-1 0 0,1 0 0,0 0 0,-1 0 0,1 0 0,-1 1 0,1-1 0,-1 0 0,1 1 0,-1-1 0,0 1 0,1 0 0,-1 0 0,-2-1 0,-102-6 0,24 1 0,-377-52 0,39 3 0,366 48 0,39 3 0,-1 2 0,0 0 0,0 1 0,0 0 0,0 1 0,0 1 0,-19 3 0,32-3 6,-56 11 328,56-12-440,0 1-1,-1-1 0,1 0 1,0 0-1,0 0 1,-1 0-1,1-1 1,0 0-1,0 1 0,0-1 1,0 0-1,0 0 1,0-1-1,0 1 1,-4-3-1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10.2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320 5 24575,'0'0'0,"0"0"0,0 0 0,0-1 0,0 1 0,0 0 0,0 0 0,0 0 0,0 0 0,0 0 0,0 0 0,0-1 0,0 1 0,0 0 0,0 0 0,0 0 0,0 0 0,0 0 0,0-1 0,0 1 0,0 0 0,0 0 0,-1 0 0,1 0 0,0 0 0,0 0 0,0-1 0,0 1 0,0 0 0,0 0 0,0 0 0,0 0 0,0 0 0,-1 0 0,1 0 0,0 0 0,0 0 0,0 0 0,0-1 0,0 1 0,-1 0 0,1 0 0,0 0 0,0 0 0,0 0 0,0 0 0,0 0 0,0 0 0,-1 0 0,1 0 0,0 0 0,0 0 0,-10 8 0,-17 25 0,11-13 0,-6 4 0,-2-1 0,0-1 0,-1-1 0,-1-1 0,-1-1 0,-52 26 0,74-43 0,1 1 0,-1-1 0,1 1 0,0 0 0,-5 4 0,9-7 0,-1 0 0,1 1 0,-1-1 0,1 0 0,0 1 0,0-1 0,-1 1 0,1-1 0,0 0 0,0 1 0,-1-1 0,1 1 0,0-1 0,0 1 0,0-1 0,0 1 0,0-1 0,0 1 0,0-1 0,0 0 0,0 1 0,0-1 0,0 1 0,0 0 0,1 0 0,-1 0 0,1 0 0,0 0 0,-1-1 0,1 1 0,0 0 0,0-1 0,0 1 0,-1-1 0,1 1 0,0-1 0,0 1 0,0-1 0,0 1 0,0-1 0,0 0 0,1 1 0,57 14 186,-29-7-573,1 1-1,-1 1 0,39 19 0,-51-18-6438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10.8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225 100 24575,'14'-47'0,"-14"45"0,0 0 0,0 0 0,-1 0 0,1 0 0,0 0 0,-1 0 0,1 0 0,-1 0 0,1 1 0,-1-1 0,0 0 0,0 0 0,0 1 0,0-1 0,0 0 0,0 1 0,0-1 0,-1 1 0,1 0 0,-1-1 0,1 1 0,-1 0 0,1 0 0,-1 0 0,0 0 0,1 0 0,-1 0 0,0 0 0,0 1 0,1-1 0,-1 1 0,0-1 0,0 1 0,0 0 0,0-1 0,0 1 0,0 0 0,-3 1 0,-3-1 0,1 0 0,-1 1 0,0 0 0,0 1 0,1 0 0,-1 0 0,1 0 0,-11 6 0,9-3 0,-1 1 0,1 1 0,1 0 0,-1 0 0,1 0 0,0 1 0,1 0 0,0 1 0,-12 17 0,17-22 0,0 0 0,0 0 0,1 0 0,-1 0 0,1 0 0,-1 0 0,1 0 0,1 0 0,-1 1 0,1-1 0,-1 0 0,1 7 0,1-8 0,0 0 0,-1 0 0,1 0 0,0 0 0,1-1 0,-1 1 0,0 0 0,1 0 0,0-1 0,-1 1 0,1-1 0,0 0 0,0 1 0,0-1 0,1 0 0,-1 0 0,0 0 0,1-1 0,4 3 0,1 1 0,1-2 0,-1 1 0,1-1 0,0 0 0,0-1 0,0 0 0,1-1 0,-1 1 0,0-2 0,11 0 0,4 0 0,1-2 0,39-8 0,-48 7 0,1-1 0,-1-1 0,0-1 0,30-14 0,-42 18 0,1-1 0,-1 1 0,1-1 0,-1 0 0,0 0 0,0-1 0,0 1 0,-1-1 0,1 0 0,-1 0 0,0 0 0,0 0 0,0-1 0,-1 1 0,0-1 0,0 0 0,0 0 0,0 1 0,-1-1 0,2-8 0,-3 10 13,0-1 0,0 1-1,-1 0 1,1-1-1,-1 1 1,0-1 0,0 1-1,0 0 1,0-1 0,-1 1-1,1 0 1,-1 0 0,0 0-1,0 0 1,0 0 0,0 1-1,0-1 1,-1 1-1,1-1 1,-1 1 0,0 0-1,1 0 1,-1 0 0,0 0-1,0 0 1,-4-1 0,-4-2-298,-1 0 1,0 0-1,-1 1 1,1 0-1,-22-2 1,5 2-6542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11.5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 56 24575,'0'32'0,"-3"0"0,0 0 0,-2-1 0,-2 0 0,0 0 0,-14 34 0,12-42 0,4-11 0,0 1 0,1 0 0,1 1 0,0-1 0,-2 17 0,5-28 0,0-1 0,0 0 0,0 1 0,1-1 0,-1 1 0,0-1 0,1 0 0,-1 1 0,1-1 0,-1 0 0,1 1 0,0-1 0,0 0 0,-1 0 0,1 0 0,0 1 0,0-1 0,0 0 0,0 0 0,0 0 0,1-1 0,-1 1 0,0 0 0,0 0 0,0-1 0,1 1 0,-1 0 0,0-1 0,1 0 0,-1 1 0,1-1 0,-1 0 0,0 1 0,2-1 0,8 1 0,-1 0 0,1-1 0,18-2 0,-12 1 0,60 3 0,90 12 0,-51-2 0,-114-11 0,-1-1 0,1 0 0,0 0 0,-1 0 0,1 0 0,0 0 0,0 0 0,-1 0 0,1 0 0,0-1 0,-1 1 0,1-1 0,0 1 0,-1-1 0,1 0 0,-1 1 0,1-1 0,-1 0 0,1 0 0,-1 0 0,0 0 0,1 0 0,-1-1 0,2-1 0,-2-1 0,1 1 0,-1-1 0,0 0 0,0 1 0,0-1 0,-1 0 0,0 0 0,1 1 0,-1-1 0,-1-6 0,-3-342 0,4 347 0,-4-35 0,4 38 0,0 0 0,-1 0 0,1 0 0,-1 0 0,1 0 0,-1 0 0,0 0 0,0 0 0,0 0 0,0 0 0,0 1 0,0-1 0,-1 0 0,-1-2 0,2 4 0,1 0 0,-1 0 0,1 0 0,0 0 0,-1 0 0,1 0 0,-1 0 0,1 0 0,-1 0 0,1 0 0,0 0 0,-1 1 0,1-1 0,-1 0 0,1 0 0,0 0 0,-1 1 0,1-1 0,-1 0 0,1 0 0,0 1 0,0-1 0,-1 0 0,1 1 0,0-1 0,-1 0 0,1 1 0,0-1 0,0 0 0,0 1 0,-1-1 0,1 1 0,0-1 0,0 0 0,0 1 0,0-1 0,0 1 0,0 0 0,-7 17 0,-3 37 0,2-1 0,2 1 0,2 78 0,4-108-341,1 1 0,0-1-1,8 35 1,-6-47-6485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13.6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305 0 24575,'-1'3'0,"0"1"0,1-1 0,-1 0 0,0 0 0,0 0 0,-1 0 0,1-1 0,-1 1 0,-1 3 0,-4 6 0,-24 52 0,-82 177 0,22 8 0,77-199 0,2 1 0,3 1 0,-4 52 0,12-65 0,0 1 0,3-1 0,1 0 0,16 70 0,-10-73-2,2 0-1,2-1 0,1-1 1,2 0-1,1-1 0,1-1 1,35 45-1,-23-39-314,2-2 0,1-1 0,2-1 0,1-2 0,50 33 0,31 12-5951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14.2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 24575,'0'0'0,"0"-1"0,0 1 0,0 0 0,0 0 0,0 0 0,0-1 0,0 1 0,0 0 0,0 0 0,0 0 0,0-1 0,0 1 0,0 0 0,0 0 0,0 0 0,0-1 0,0 1 0,0 0 0,0 0 0,1 0 0,-1-1 0,0 1 0,0 0 0,0 0 0,0 0 0,0 0 0,0 0 0,1-1 0,-1 1 0,0 0 0,0 0 0,0 0 0,0 0 0,1 0 0,-1 0 0,0-1 0,7 6 0,6 12 0,15 36 0,-2 1 0,29 88 0,20 121 0,-54-173-19,-4 0 0,-3 1 0,-5 0 0,-4 156 0,-7-192-175,-4-1 0,-1 0 0,-3-1-1,-3 1 1,-1-2 0,-3 0 0,-3-1 0,-1-1 0,-33 56-1,-17 4-5959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20.6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273 14 24575,'0'-1'0,"0"0"0,-1 1 0,1-1 0,-1 0 0,1 0 0,0 1 0,-1-1 0,1 0 0,-1 1 0,1-1 0,-1 1 0,0-1 0,1 0 0,-1 1 0,0 0 0,1-1 0,-1 1 0,0-1 0,1 1 0,-1 0 0,0-1 0,0 1 0,0 0 0,1 0 0,-1 0 0,0 0 0,0-1 0,0 1 0,1 0 0,-3 1 0,-26-1 0,12 2 0,0 1 0,1 1 0,-1 1 0,1 0 0,-25 12 0,34-14 0,-1 1 0,1 0 0,0 0 0,1 1 0,-1-1 0,1 2 0,0-1 0,0 1 0,0 0 0,1 0 0,0 0 0,0 1 0,-7 12 0,11-16 0,0 0 0,0 0 0,0 0 0,1 0 0,-1 0 0,1 0 0,-1 1 0,1-1 0,0 0 0,0 0 0,0 0 0,1 0 0,-1 0 0,1 0 0,0 0 0,0 0 0,0 0 0,0 0 0,0 0 0,1 0 0,-1 0 0,1-1 0,0 1 0,0-1 0,0 1 0,0-1 0,0 0 0,0 1 0,1-1 0,3 2 0,1 1 0,0 0 0,1 0 0,0 0 0,0-1 0,1-1 0,-1 1 0,1-1 0,-1-1 0,14 3 0,44 0-1365,-34-5-5461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21.4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177 277 24575,'9'-9'0,"23"-25"0,-30 32 0,0 0 0,-1 0 0,1 0 0,-1 0 0,1 0 0,-1-1 0,0 1 0,0 0 0,0-1 0,0 1 0,-1-1 0,1 1 0,0-5 0,-1 6 0,-1-1 0,1 1 0,-1 0 0,1 0 0,0 1 0,-1-1 0,0 0 0,1 0 0,-1 0 0,1 0 0,-1 0 0,0 0 0,0 1 0,0-1 0,1 0 0,-1 1 0,0-1 0,0 1 0,0-1 0,0 1 0,0-1 0,0 1 0,0-1 0,0 1 0,0 0 0,0 0 0,0-1 0,0 1 0,0 0 0,-1 0 0,1 0 0,0 0 0,0 0 0,-2 1 0,-37 5 0,30-4 0,0 1 0,1 1 0,0-1 0,0 2 0,0-1 0,0 1 0,1 0 0,-1 1 0,1 0 0,-9 10 0,11-11 0,1 1 0,0 0 0,0 0 0,0 0 0,1 1 0,0-1 0,1 1 0,-1 0 0,1 0 0,0 1 0,1-1 0,0 0 0,-2 15 0,3-19 0,1-1 0,0 1 0,0 0 0,0-1 0,0 1 0,0-1 0,1 1 0,-1 0 0,1-1 0,0 1 0,0-1 0,0 1 0,0-1 0,0 0 0,0 1 0,1-1 0,-1 0 0,1 0 0,-1 0 0,1 0 0,0 0 0,0 0 0,0 0 0,0-1 0,0 1 0,0-1 0,0 1 0,1-1 0,-1 0 0,0 0 0,1 0 0,-1 0 0,1 0 0,-1-1 0,1 1 0,3-1 0,5 2 0,0-1 0,-1-1 0,1 0 0,-1 0 0,1-1 0,-1-1 0,21-5 0,-19 4 0,0-1 0,-1 0 0,1-1 0,-1-1 0,0 0 0,0 0 0,-1-1 0,11-9 0,-15 11 0,0-1 0,0 0 0,-1 0 0,0 0 0,-1-1 0,1 1 0,-1-1 0,0 0 0,-1-1 0,0 1 0,0-1 0,-1 1 0,4-15 0,-2-14 0,-1-1 0,-2 1 0,-5-62 0,3 94 0,0-1 0,0 1 0,0 0 0,0 0 0,-1 0 0,-2-6 0,4 10 0,0-1 0,-1 1 0,1-1 0,0 1 0,0 0 0,0-1 0,-1 1 0,1 0 0,0 0 0,0-1 0,-1 1 0,1 0 0,0-1 0,-1 1 0,1 0 0,0 0 0,-1 0 0,1-1 0,0 1 0,-1 0 0,1 0 0,-1 0 0,1 0 0,0 0 0,-1 0 0,1 0 0,-1 0 0,0 0 0,0 1 0,1-1 0,-1 1 0,0 0 0,1 0 0,-1-1 0,1 1 0,-1 0 0,1 0 0,-1 0 0,1 0 0,0 0 0,-1 0 0,1 0 0,0-1 0,0 1 0,-1 2 0,-5 36 0,1-1 0,-1 47 0,5-51 0,0-15-151,0-1-1,1 0 0,1 0 0,1 1 1,1-1-1,1 0 0,0 0 1,11 28-1,-7-28-6674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21.8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290 112 24575,'0'-4'0,"0"-1"0,-1 1 0,1 0 0,-1 0 0,0 0 0,0-1 0,0 1 0,-1 0 0,1 0 0,-1 0 0,0 1 0,0-1 0,0 0 0,-1 1 0,1-1 0,-1 1 0,-3-3 0,1 2 0,1 0 0,-1 0 0,0 1 0,-1 0 0,1 0 0,0 1 0,-1-1 0,0 1 0,1 0 0,-1 0 0,-7 0 0,4 0 0,0 1 0,0 0 0,-1 1 0,1 0 0,0 0 0,0 1 0,0 0 0,0 1 0,0 0 0,0 0 0,0 1 0,1 0 0,-1 1 0,1 0 0,0 0 0,-8 6 0,14-9 0,1 0 0,0 0 0,-1 0 0,1 0 0,0 0 0,-1 1 0,1-1 0,0 0 0,0 1 0,0-1 0,0 1 0,1-1 0,-1 1 0,0 0 0,1-1 0,-1 1 0,1 0 0,-1-1 0,1 1 0,0 0 0,-1-1 0,1 1 0,0 0 0,0 0 0,1-1 0,-1 1 0,0 0 0,0 0 0,1-1 0,-1 1 0,1 0 0,0-1 0,-1 1 0,1-1 0,0 1 0,0-1 0,0 1 0,0-1 0,0 1 0,0-1 0,1 0 0,1 3 0,7 5 0,1 0 0,0-1 0,0 0 0,17 9 0,-18-11 0,15 7 0,38 15 0,12 7 0,-74-34 0,1-1 0,-1 1 0,1 0 0,-1 0 0,0 0 0,1 1 0,-1-1 0,0 0 0,0 0 0,1 1 0,-1-1 0,0 1 0,0-1 0,-1 1 0,2 2 0,-2-4 0,0 1 0,0 0 0,1 0 0,-2 0 0,1 0 0,0 0 0,0 0 0,0 0 0,0 0 0,-1 0 0,1 0 0,0 0 0,-1-1 0,1 1 0,0 0 0,-1 0 0,0 0 0,1-1 0,-1 1 0,1 0 0,-1 0 0,0-1 0,1 1 0,-1-1 0,0 1 0,0-1 0,1 1 0,-1-1 0,0 1 0,-1 0 0,-7 3 0,1-1 0,-1 1 0,0-2 0,0 1 0,0-1 0,0 0 0,-13 0 0,-69 0 0,66-2 0,-31-1-1365,36 1-5461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22.7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225 353 24575,'0'-3'0,"0"-1"0,0 1 0,0 0 0,0 0 0,-1-1 0,1 1 0,-1 0 0,0 0 0,0 0 0,0 0 0,-1 0 0,1 0 0,-1 0 0,1 1 0,-1-1 0,0 0 0,0 1 0,0-1 0,-1 1 0,1 0 0,0 0 0,-1 0 0,0 0 0,-3-2 0,2 2 0,-1 0 0,0 1 0,0-1 0,0 1 0,0 0 0,0 0 0,0 1 0,0 0 0,0 0 0,-1 0 0,1 0 0,0 1 0,0 0 0,-8 2 0,6-1 0,1 1 0,0 0 0,0 0 0,0 0 0,0 1 0,0 0 0,1 0 0,0 0 0,0 1 0,0 0 0,0 0 0,1 0 0,0 0 0,0 1 0,0 0 0,1 0 0,-5 9 0,7-12 0,-1 0 0,1 0 0,0 0 0,0 0 0,0 0 0,1 0 0,-1 0 0,1 0 0,-1 1 0,1-1 0,0 0 0,0 0 0,1 0 0,-1 0 0,1 1 0,-1-1 0,1 0 0,0 0 0,0 0 0,1 0 0,-1 0 0,0-1 0,1 1 0,0 0 0,0-1 0,-1 1 0,2-1 0,-1 1 0,0-1 0,0 0 0,1 0 0,-1 0 0,1 0 0,0-1 0,-1 1 0,1-1 0,0 1 0,5 1 0,-2-1 0,1 0 0,0 0 0,0 0 0,-1-1 0,1 0 0,0-1 0,0 1 0,0-1 0,0 0 0,0-1 0,0 0 0,13-3 0,-15 2 0,0 1 0,0-1 0,-1 0 0,1 0 0,-1-1 0,1 0 0,-1 1 0,0-1 0,0-1 0,0 1 0,0 0 0,-1-1 0,0 0 0,1 0 0,-1 0 0,-1 0 0,1-1 0,3-6 0,2-10 0,-1-1 0,0-1 0,-2 1 0,4-25 0,4-96 0,-8 71 0,-5 68 0,4-40 0,-5 34 0,-3 27 0,-2 26 0,2 0 0,2 1 0,1-1 0,3 0 0,11 72 0,-10-97-195,1-1 0,0 1 0,2-1 0,0 0 0,1 0 0,13 22 0,-7-18-6631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23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0 173 24575,'0'0'0,"33"-1"0,35-5 0,-59 4 0,-1 0 0,1 0 0,0-1 0,-1 0 0,1-1 0,-1 0 0,14-8 0,-20 10 0,1 0 0,-1 0 0,0 0 0,0-1 0,0 1 0,0 0 0,0-1 0,0 1 0,-1-1 0,1 0 0,-1 1 0,1-1 0,-1 0 0,0 0 0,-1 0 0,1 0 0,0 0 0,-1 0 0,1 0 0,-1 0 0,0 0 0,0 0 0,0 0 0,-1 0 0,1 0 0,-2-6 0,1 6 0,0 0 0,0 0 0,0-1 0,-1 1 0,1 0 0,-1 0 0,0 0 0,0 1 0,0-1 0,0 0 0,0 1 0,0-1 0,-1 1 0,1 0 0,-1 0 0,-4-3 0,5 4 0,1 0 0,-1 0 0,0 1 0,0-1 0,0 1 0,0-1 0,0 1 0,1-1 0,-1 1 0,0 0 0,0 0 0,0 0 0,0 0 0,0 1 0,0-1 0,0 0 0,0 1 0,0-1 0,0 1 0,1 0 0,-1-1 0,0 1 0,0 0 0,1 0 0,-1 0 0,0 0 0,1 1 0,-1-1 0,-1 2 0,-2 3 0,-1 1 0,1-1 0,1 1 0,-1 0 0,1 1 0,0-1 0,1 0 0,0 1 0,0 0 0,1 0 0,-3 14 0,2-2 0,0 0 0,2 0 0,2 34 0,-1-49-47,0 0 0,0 0 0,1 0 0,0 0 0,0 0 0,0 0 0,1 0 0,-1 0 0,1 0-1,1 0 1,-1-1 0,0 0 0,1 1 0,0-1 0,0 0 0,1 0 0,-1 0 0,1-1 0,-1 1 0,1-1 0,0 0 0,1 0-1,-1 0 1,0 0 0,1-1 0,-1 0 0,1 0 0,6 2 0,12 1-6779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23.5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16 114 24575,'1'-10'0,"-1"8"0,0-1 0,1 1 0,-1-1 0,0 1 0,0-1 0,-1 1 0,1-1 0,-1 1 0,1-1 0,-1 1 0,0-1 0,1 1 0,-1 0 0,-2-3 0,3 5 0,0 0 0,-1 0 0,1 0 0,0 0 0,0 0 0,-1 0 0,1 0 0,0 0 0,0 0 0,-1 0 0,1 0 0,0 0 0,0 1 0,-1-1 0,1 0 0,0 0 0,0 0 0,0 0 0,0 1 0,-1-1 0,1 0 0,0 0 0,0 0 0,0 1 0,0-1 0,0 0 0,-1 0 0,1 1 0,0-1 0,0 0 0,0 0 0,0 1 0,0-1 0,0 0 0,0 0 0,0 1 0,0-1 0,0 0 0,0 0 0,0 1 0,0-1 0,0 0 0,-2 15 0,1 36 0,1 0 0,3-1 0,14 72 0,-6-43 0,-11-76 0,1 2 0,-1 0 0,1 0 0,0 0 0,1 0 0,-1 0 0,4 8 0,-4-16 0,1-1 0,-2 1 0,1 0 0,0-1 0,0 1 0,-1 0 0,0-7 0,-9-132 0,0 13 0,9 109 0,1-1 0,1 0 0,0 0 0,7-21 0,-8 38 0,0 1 0,0-1 0,0 1 0,0-1 0,1 1 0,-1 0 0,1 0 0,0 0 0,0 0 0,0 0 0,1 0 0,-1 1 0,1-1 0,4-3 0,-5 5 0,0 0 0,0 0 0,0 0 0,-1 1 0,1-1 0,0 1 0,0-1 0,0 1 0,0 0 0,0 0 0,0 0 0,0 0 0,0 0 0,0 0 0,0 0 0,0 1 0,0-1 0,0 1 0,-1-1 0,1 1 0,0 0 0,0 0 0,0 0 0,-1 0 0,1 0 0,-1 0 0,1 0 0,1 2 0,4 3 0,-1-1 0,-1 1 0,1 0 0,-1 1 0,0-1 0,0 1 0,-1 0 0,0 0 0,0 0 0,0 1 0,-1 0 0,0-1 0,-1 1 0,0 0 0,0 0 0,-1 0 0,1 9 0,-2-12 0,0 0 0,0 0 0,0 0 0,-1 0 0,0 0 0,0 0 0,0 0 0,0-1 0,-1 1 0,0 0 0,0-1 0,0 1 0,-1-1 0,1 0 0,-1 0 0,0 0 0,0 0 0,0 0 0,-1-1 0,0 1 0,1-1 0,-1 0 0,0 0 0,0-1 0,-1 1 0,1-1 0,0 0 0,-1 0 0,-6 2 0,-12 2-1365,3-2-5461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23.7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 24575,'3'0'0,"0"-2"0,1 1 0,1 4 0,1 7 0,1 4 0,0 5 0,-1 8 0,1 5 0,-1 5 0,-1 2 0,-2-1 0,-1-1 0,-1-1 0,0-7-8191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24.7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74 102 24575,'0'-1'0,"0"0"0,0 0 0,1 0 0,-1 0 0,0 0 0,0 0 0,-1 0 0,1 1 0,0-1 0,0 0 0,0 0 0,0 0 0,-1 0 0,1 0 0,0 0 0,-1 1 0,1-1 0,-1 0 0,1 0 0,-1 1 0,1-1 0,-1 0 0,0 1 0,1-1 0,-1 0 0,0 1 0,1-1 0,-1 1 0,0-1 0,0 1 0,0 0 0,1-1 0,-1 1 0,0 0 0,0-1 0,0 1 0,0 0 0,0 0 0,1 0 0,-1 0 0,0 0 0,0 0 0,-1 0 0,0 0 0,-1 1 0,1 0 0,0-1 0,0 1 0,0 0 0,0 0 0,1 0 0,-1 0 0,0 1 0,0-1 0,1 0 0,-1 1 0,0-1 0,1 1 0,0-1 0,-1 1 0,-1 3 0,1-1 0,-1 1 0,1-1 0,0 1 0,0 0 0,1 0 0,0-1 0,-1 1 0,2 0 0,-1 0 0,0 7 0,1-10 0,1 0 0,-1 0 0,0-1 0,1 1 0,-1 0 0,1-1 0,-1 1 0,1-1 0,0 1 0,0-1 0,0 1 0,0-1 0,0 1 0,0-1 0,0 0 0,0 1 0,0-1 0,1 0 0,-1 0 0,0 0 0,1 0 0,-1 0 0,1 0 0,0-1 0,-1 1 0,1 0 0,-1-1 0,1 1 0,0-1 0,-1 0 0,1 1 0,0-1 0,2 0 0,4 0 0,-1 0 0,0 0 0,1-1 0,-1 0 0,0 0 0,1-1 0,-1 1 0,0-2 0,0 1 0,-1-1 0,1 0 0,11-7 0,-15 8 0,0 1 0,-1-1 0,1 0 0,-1 0 0,1 0 0,-1 0 0,0-1 0,1 1 0,-1-1 0,-1 1 0,1-1 0,0 0 0,0 1 0,-1-1 0,0 0 0,0 0 0,0 0 0,0 0 0,0 0 0,0-1 0,-1 1 0,1 0 0,-1 0 0,0 0 0,0-1 0,0 1 0,-1 0 0,1 0 0,-1 0 0,-1-6 0,0 3 0,-1 1 0,0 0 0,1 0 0,-2 1 0,1-1 0,0 1 0,-1-1 0,0 1 0,0 0 0,0 0 0,-1 1 0,-8-6 0,10 6 0,-1 1 0,0 0 0,1 1 0,-1-1 0,0 1 0,0-1 0,0 1 0,0 0 0,0 1 0,0-1 0,0 1 0,0 0 0,-1 0 0,1 0 0,0 0 0,0 1 0,0-1 0,-6 3 0,9-3 0,0 0 0,0 1 0,0-1 0,0 0 0,0 1 0,0-1 0,0 1 0,0 0 0,0-1 0,0 1 0,0 0 0,0 0 0,0-1 0,0 1 0,1 0 0,-1 0 0,0 0 0,1 0 0,-1 0 0,1 0 0,-1 0 0,1 0 0,-1 0 0,1 0 0,0 1 0,-1-1 0,1 0 0,0 0 0,0 0 0,0 0 0,0 0 0,0 1 0,0-1 0,0 0 0,0 0 0,1 0 0,-1 0 0,0 1 0,1-1 0,-1 0 0,0 0 0,1 0 0,0 0 0,-1 0 0,1 0 0,1 1 0,0 2 0,1 0 0,0 0 0,0-1 0,1 1 0,-1-1 0,1 0 0,-1 0 0,1 0 0,0 0 0,6 3 0,0-3 0,0 1 0,1-1 0,0-1 0,-1 0 0,1 0 0,0-1 0,0-1 0,0 0 0,14-1 0,-12-1 0,1 0 0,-1 0 0,0-2 0,0 1 0,0-2 0,0 1 0,12-8 0,-21 10 0,0-1 0,0 0 0,-1 1 0,0-1 0,6-6 0,-2 2 0,-7 7 0,0 0 0,1 0 0,-1 0 0,0 0 0,0 1 0,1-1 0,-1 0 0,0 0 0,0 0 0,0 0 0,1 1 0,-1-1 0,0 0 0,0 0 0,0 1 0,0-1 0,1 0 0,-1 0 0,0 1 0,0-1 0,0 0 0,0 0 0,0 1 0,0-1 0,0 0 0,0 0 0,0 1 0,0-1 0,0 0 0,0 1 0,0-1 0,0 0 0,0 0 0,0 1 0,0-1 0,0 0 0,0 0 0,0 1 0,-1-1 0,1 23 0,0-16 0,0-5 0,0 0 0,0 0 0,0 0 0,0 0 0,1 1 0,-1-1 0,1 0 0,-1 0 0,1 0 0,0-1 0,0 1 0,-1 0 0,1 0 0,1 0 0,-1-1 0,0 1 0,0 0 0,1-1 0,-1 1 0,1-1 0,-1 1 0,1-1 0,-1 0 0,1 0 0,0 0 0,0 0 0,0 0 0,0 0 0,0 0 0,-1-1 0,1 1 0,1-1 0,-1 1 0,0-1 0,0 0 0,0 0 0,0 0 0,0 0 0,0 0 0,0 0 0,0 0 0,0-1 0,0 1 0,0-1 0,0 0 0,0 1 0,0-1 0,0 0 0,-1 0 0,1 0 0,0 0 0,0-1 0,-1 1 0,3-3 0,3-3 0,13-14 0,-20 21 0,0 0 0,1-1 0,-1 1 0,0 0 0,1 0 0,-1-1 0,0 1 0,1 0 0,-1 0 0,0 0 0,1 0 0,-1 0 0,1 0 0,-1 0 0,0-1 0,1 1 0,-1 0 0,1 0 0,-1 1 0,0-1 0,1 0 0,-1 0 0,1 0 0,-1 0 0,0 0 0,1 0 0,-1 0 0,1 1 0,-1-1 0,0 0 0,1 0 0,-1 0 0,0 1 0,1-1 0,-1 0 0,0 1 0,0-1 0,1 0 0,-1 0 0,0 1 0,0-1 0,0 1 0,1-1 0,-1 0 0,0 1 0,0-1 0,0 0 0,0 1 0,0-1 0,0 1 0,0-1 0,1 0 0,-1 1 0,-1-1 0,1 1 0,4 20 0,-2 0 0,0 41 0,0 3 0,31 217 0,-32-278 0,-1 1 0,0 0 0,0-1 0,0 1 0,-1 0 0,1 0 0,-1-1 0,0 1 0,-4 8 0,4-12 0,0 1 0,1-1 0,-1 0 0,0 1 0,0-1 0,0 0 0,0 0 0,-1 0 0,1 0 0,0 0 0,0 0 0,-1 0 0,1 0 0,-1-1 0,1 1 0,0 0 0,-1-1 0,1 1 0,-1-1 0,1 1 0,-1-1 0,0 0 0,1 0 0,-1 0 0,1 0 0,-1 0 0,1 0 0,-1 0 0,0-1 0,1 1 0,-1 0 0,1-1 0,-3 0 0,-2-2 0,-1 0 0,1 0 0,0 0 0,-1-1 0,1 0 0,1-1 0,-1 1 0,1-1 0,0 0 0,0 0 0,0-1 0,1 1 0,-1-1 0,-3-8 0,-3-4 0,1-1 0,1 0 0,-11-32 0,17 43 0,1 0 0,0 0 0,0-1 0,1 1 0,-1-12 0,2 18 0,0 0 0,0 0 0,0 0 0,0 0 0,0 0 0,1 0 0,-1 0 0,1 0 0,0 0 0,-1 0 0,1 0 0,0 1 0,0-1 0,0 0 0,0 1 0,1-1 0,-1 1 0,0-1 0,1 1 0,-1-1 0,1 1 0,-1 0 0,1 0 0,0 0 0,-1 0 0,1 0 0,0 0 0,2-1 0,15-3-273,-1 1 0,1 0 0,-1 2 0,21-1 0,-12 2-6553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25.3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23 24575,'-3'0'0,"2"0"0,4 0 0,4 0 0,4 0 0,2-3 0,3 0 0,0-1 0,1 2 0,0 0 0,-1 0 0,1-1 0,-3-1-8191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25.5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24575,'0'3'0,"2"0"0,5 1 0,3-2 0,5 0 0,3 0 0,4-2 0,1 1 0,2-1 0,0-1 0,-3-1 0,-4-2-8191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25.8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7 24575,'0'-2'0,"-3"-2"0,-1 3 0,1 8 0,3 4 0,2 9 0,3 7 0,0 7 0,3 8 0,0 6 0,-2 2 0,-1 4 0,-3 1 0,0-3 0,-2-3 0,1-4 0,-2-9-8191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26.3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60 24575,'92'1'0,"131"-5"0,-216 3 0,35-5 0,-40 6 0,1-1 0,-1 1 0,0-1 0,0 0 0,0 0 0,-1 0 0,1 0 0,0 0 0,0 0 0,0 0 0,-1-1 0,1 1 0,-1 0 0,1-1 0,-1 0 0,3-2 0,-4 3 0,1 1 0,-1-1 0,0 1 0,1-1 0,-1 0 0,0 1 0,0-1 0,0 0 0,1 1 0,-1-1 0,0 0 0,0 1 0,0-1 0,0 0 0,0 1 0,0-1 0,0 0 0,0 1 0,-1-1 0,1 0 0,0 1 0,0-1 0,0 1 0,-1-1 0,1 0 0,0 1 0,-1-1 0,1 1 0,-1-2 0,0 1 0,-1 1 0,1-1 0,0 0 0,-1 0 0,1 0 0,-1 1 0,1-1 0,-1 1 0,1-1 0,-1 1 0,-3-1 0,0 1 0,-1-1 0,0 1 0,0 0 0,0 1 0,0-1 0,-5 2 0,4 1 0,1-1 0,0 1 0,0 0 0,1 1 0,-1 0 0,1 0 0,0 0 0,0 0 0,0 1 0,0-1 0,1 1 0,-1 1 0,1-1 0,1 1 0,-1-1 0,1 1 0,0 0 0,0 0 0,1 0 0,0 1 0,0-1 0,-1 8 0,2-11 0,0 1 0,1 0 0,-1 0 0,1 0 0,0 0 0,0 1 0,0-1 0,1 0 0,-1 0 0,1-1 0,0 1 0,1 0 0,-1 0 0,0 0 0,1-1 0,0 1 0,0 0 0,0-1 0,0 0 0,1 0 0,-1 1 0,1-1 0,0-1 0,0 1 0,0 0 0,0-1 0,0 1 0,1-1 0,-1 0 0,1 0 0,-1 0 0,1-1 0,0 1 0,0-1 0,-1 0 0,9 1 0,-2 0 0,0-1 0,0 0 0,0-1 0,0 0 0,0 0 0,0-1 0,0 0 0,0-1 0,0 0 0,-1-1 0,16-6 0,-21 8 0,-1-1 0,1 0 0,-1 0 0,1 0 0,-1 0 0,0 0 0,0-1 0,0 1 0,0-1 0,0 0 0,-1 0 0,1 0 0,-1 0 0,0-1 0,0 1 0,0-1 0,0 1 0,0-1 0,-1 0 0,0 1 0,0-1 0,0 0 0,0 0 0,0 0 0,-1 0 0,0 0 0,0 0 0,0 0 0,0 0 0,0 0 0,-3-7 0,3 7 23,-1 0 0,0 0 0,-1 1-1,1-1 1,-1 0 0,1 1 0,-1-1-1,0 1 1,0 0 0,-1-1 0,1 1-1,-1 0 1,1 0 0,-7-4 0,7 5-113,-1 0 0,0 1 0,0 0 0,0-1 0,0 1 1,0 0-1,0 0 0,0 1 0,0-1 0,0 1 1,0-1-1,0 1 0,-1 0 0,1 0 0,0 1 0,0-1 1,0 1-1,-5 1 0,-6 2-6736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26.8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20 24575,'0'-1'0,"-1"0"0,1 0 0,0 0 0,-1 0 0,0-1 0,1 1 0,-1 0 0,0 0 0,1 0 0,-1 0 0,0 1 0,0-1 0,0 0 0,0 0 0,0 0 0,0 1 0,0-1 0,0 0 0,0 1 0,0-1 0,-2 1 0,3 0 0,0 0 0,-1 0 0,1 0 0,0 0 0,-1 0 0,1 1 0,0-1 0,-1 0 0,1 0 0,0 0 0,-1 1 0,1-1 0,0 0 0,0 0 0,-1 1 0,1-1 0,0 0 0,0 1 0,0-1 0,0 0 0,-1 1 0,1-1 0,0 0 0,0 1 0,-2 18 0,15 106 0,-3-52 0,12 210 0,-22-282 0,0 0 0,0 0 0,0 0 0,0 0 0,0 0 0,0 0 0,0 0 0,0 0 0,1 1 0,-1-1 0,0 0 0,1-1 0,-1 1 0,1 0 0,-1 0 0,2 1 0,-2-2 0,1 0 0,-1 0 0,0 0 0,1-1 0,-1 1 0,1 0 0,-1 0 0,0-1 0,1 1 0,-1 0 0,0-1 0,1 1 0,-1 0 0,0-1 0,1 1 0,-1 0 0,0-1 0,0 1 0,0-1 0,1 1 0,-1 0 0,0-1 0,0 1 0,0-1 0,12-36 0,-9 23 0,1 0 0,0 1 0,1 0 0,1 0 0,-1 0 0,2 0 0,0 1 0,1 0 0,0 1 0,14-17 0,-21 27 0,0 0 0,0 0 0,0 0 0,0 1 0,0-1 0,0 0 0,0 0 0,0 1 0,0-1 0,1 0 0,-1 1 0,0-1 0,0 1 0,1 0 0,-1-1 0,0 1 0,0 0 0,1 0 0,-1 0 0,0 0 0,1 0 0,-1 0 0,0 0 0,1 0 0,-1 0 0,0 1 0,0-1 0,1 0 0,-1 1 0,0-1 0,0 1 0,0 0 0,0-1 0,1 1 0,-1 0 0,0 0 0,0-1 0,0 1 0,-1 0 0,1 0 0,0 0 0,0 0 0,0 0 0,-1 1 0,2 1 0,3 5 0,-1 1 0,1 0 0,-2 0 0,6 17 0,5 25 236,-6-18-1037,19 46 1,-17-58-6026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27.2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165 144 24575,'0'-20'0,"1"7"0,-1 1 0,0-1 0,-5-25 0,5 35 0,-1 1 0,1 0 0,-1-1 0,0 1 0,0 0 0,0 0 0,0-1 0,0 1 0,0 0 0,0 0 0,-1 0 0,1 0 0,-1 1 0,0-1 0,1 0 0,-1 1 0,0-1 0,0 1 0,0-1 0,0 1 0,0 0 0,0 0 0,-1 0 0,1 0 0,0 0 0,-1 0 0,-1 0 0,1 1 0,1 1 0,0-1 0,-1 0 0,1 1 0,0-1 0,0 1 0,-1 0 0,1-1 0,0 1 0,0 0 0,0 1 0,0-1 0,0 0 0,0 0 0,0 1 0,1-1 0,-1 1 0,0 0 0,1-1 0,-1 1 0,1 0 0,-2 3 0,-5 6 0,1 1 0,-7 17 0,13-27 0,-7 14 0,1 0 0,1 1 0,1 0 0,-4 19 0,8-31 0,0 0 0,0 0 0,1 0 0,0 0 0,0 0 0,0 0 0,0 0 0,1 0 0,-1 0 0,1 0 0,1 0 0,-1 0 0,1-1 0,-1 1 0,2 0 0,-1-1 0,0 1 0,1-1 0,3 4 0,-4-5 0,0-1 0,0 0 0,0 0 0,0 0 0,1 0 0,-1-1 0,1 1 0,-1-1 0,1 1 0,0-1 0,-1 0 0,1 0 0,0 0 0,0-1 0,0 1 0,0 0 0,0-1 0,4 0 0,-2 0 0,-1-1 0,0 0 0,0 0 0,0 0 0,0 0 0,0-1 0,0 0 0,-1 1 0,1-2 0,0 1 0,5-5 0,1-2 0,1 0 0,-2-1 0,1-1 0,-2 0 0,1 0 0,11-21 0,10-25 0,-24 53 0,-3 12 0,-2 16 0,-1-22 0,-1 25 197,3 47-1759,1-52-5264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27.6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87 24575,'-5'-29'0,"4"26"0,0 0 0,0-1 0,0 1 0,1-1 0,-1 1 0,1-1 0,0-4 0,6 14 0,1 7 0,45 136 0,-40-112 0,-11-36 0,-1 0 0,0 0 0,0-1 0,0 1 0,1 0 0,-1 0 0,1-1 0,-1 1 0,0 0 0,1 0 0,-1-1 0,1 1 0,-1 0 0,1-1 0,0 1 0,-1-1 0,2 2 0,-2-2 0,1 0 0,-1 0 0,1 0 0,-1 0 0,0-1 0,1 1 0,-1 0 0,0 0 0,1 0 0,-1 0 0,1 0 0,-1 0 0,0-1 0,1 1 0,-1 0 0,0 0 0,0 0 0,1-1 0,-1 1 0,0 0 0,1-1 0,-1 1 0,0 0 0,0 0 0,0-1 0,1 0 0,14-32 0,-11 23 0,8-18 0,2 2 0,1 0 0,1 1 0,30-37 0,-44 59 0,1 1 0,-1-1 0,1 1 0,-1-1 0,1 1 0,0 0 0,0 0 0,0 0 0,0 0 0,0 1 0,5-2 0,-7 3 0,1-1 0,-1 1 0,0 0 0,1 0 0,-1 0 0,0 0 0,0 0 0,1 0 0,-1 1 0,0-1 0,1 0 0,-1 1 0,0-1 0,0 0 0,0 1 0,1 0 0,-1-1 0,0 1 0,0 0 0,0-1 0,0 1 0,0 0 0,0 0 0,0 0 0,-1 0 0,1 0 0,0 0 0,0 0 0,-1 0 0,1 1 0,-1-1 0,1 0 0,-1 0 0,1 2 0,3 10 0,0 0 0,-2 0 0,1 0 0,-2 1 0,0-1 0,0 17 0,0 13 0,1-19 183,6 40-1731,-4-45-5278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28.1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213 193 24575,'7'-33'0,"0"3"0,-6 22 0,0-1 0,-1 0 0,0 0 0,0 1 0,-1-1 0,0 0 0,-4-14 0,4 20 0,-1 1 0,1-1 0,0 0 0,-1 1 0,0-1 0,1 1 0,-1-1 0,0 1 0,0 0 0,0 0 0,-1 0 0,1 0 0,0 0 0,-1 0 0,1 1 0,-1-1 0,0 1 0,1 0 0,-1 0 0,0 0 0,0 0 0,0 0 0,0 1 0,0-1 0,0 1 0,-3-1 0,1 1 0,1 0 0,-1 0 0,1 0 0,-1 1 0,1 0 0,-1 0 0,1 0 0,0 0 0,-1 0 0,1 1 0,0 0 0,0 0 0,-5 3 0,3-1 0,0 1 0,1 0 0,-1 0 0,1 0 0,0 1 0,0-1 0,-6 11 0,5-7 0,1 1 0,0-1 0,0 1 0,1 0 0,1 0 0,-1 1 0,2-1 0,-1 1 0,2-1 0,-1 1 0,1 13 0,1-21 0,0 1 0,0-1 0,1 0 0,0 1 0,-1-1 0,1 1 0,0-1 0,1 0 0,-1 0 0,1 0 0,-1 0 0,1 0 0,0 0 0,0 0 0,0 0 0,0-1 0,1 1 0,-1-1 0,1 1 0,-1-1 0,1 0 0,0 0 0,0 0 0,0-1 0,0 1 0,0-1 0,1 1 0,-1-1 0,4 1 0,-1-1 0,0 0 0,0 0 0,-1-1 0,1 1 0,0-1 0,0-1 0,0 1 0,0-1 0,-1 0 0,1 0 0,0-1 0,-1 0 0,1 0 0,-1 0 0,0 0 0,9-6 0,-4 0 0,1-1 0,-1-1 0,-1 0 0,0 0 0,0-1 0,-1 0 0,-1 0 0,0-1 0,0 0 0,5-13 0,15-25 0,-18 41 0,-4 15 0,-2 23 0,-3-23 0,4 32-273,1 0 0,1 0 0,3-1 0,17 49 0,-20-69-6553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35.5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50 24575,'2'-3'0,"5"-1"0,3 1 0,2 0 0,3-2 0,3 0 0,3 1 0,2 1 0,5 1 0,4-2 0,2 0 0,1 1 0,-1 0 0,0 1 0,-4 1 0,-6 1-8191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35.9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1 24575,'0'0'0,"0"0"0,0 0 0,0 0 0,-1 0 0,1 0 0,0 0 0,0 0 0,0 0 0,0 0 0,0 0 0,0 0 0,0 0 0,0 0 0,0 0 0,0 0 0,0 0 0,-1 0 0,1 0 0,0 0 0,0 0 0,0 0 0,0 0 0,0 1 0,0-1 0,0 0 0,0 0 0,0 0 0,0 0 0,0 0 0,0 0 0,0 0 0,0 0 0,0 0 0,0 0 0,0 1 0,0-1 0,0 0 0,0 0 0,0 0 0,0 0 0,0 0 0,0 0 0,0 0 0,0 0 0,0 0 0,0 0 0,0 1 0,0-1 0,0 0 0,0 0 0,0 0 0,0 0 0,0 0 0,0 0 0,0 0 0,0 0 0,0 0 0,1 0 0,-1 0 0,0 0 0,0 1 0,7 7 0,11 7 0,4-4 0,30 9 0,-28-11 0,40 21 0,-58-27 0,0 1 0,0 0 0,-1 0 0,0 0 0,0 0 0,0 1 0,0 0 0,-1 0 0,1 1 0,-1-1 0,4 9 0,-7-12 0,0 0 0,0 0 0,0 0 0,0 0 0,-1 0 0,1 0 0,-1 0 0,0 0 0,0 0 0,1 0 0,-1 0 0,0 0 0,-1 0 0,1 0 0,0 0 0,-1 1 0,1-1 0,-1 0 0,0 2 0,-1-1 0,0 1 0,0-1 0,0 0 0,-1 0 0,1-1 0,-1 1 0,1 0 0,-1-1 0,0 0 0,-4 3 0,-7 3 0,0 0 0,-1-1 0,-29 10 0,40-16 0,-124 47-1365,110-42-5461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43.1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776 36 24575,'0'-1'0,"0"0"0,-1-1 0,1 1 0,-1 0 0,1-1 0,-1 1 0,1 0 0,-1 0 0,0 0 0,1-1 0,-1 1 0,0 0 0,0 0 0,0 0 0,0 0 0,0 0 0,0 1 0,0-1 0,-1 0 0,1 0 0,0 1 0,0-1 0,0 1 0,-1-1 0,1 1 0,0-1 0,-1 1 0,-2 0 0,-40-6 0,41 6 0,-29-1 0,0 1 0,0 2 0,1 1 0,-1 2 0,1 1 0,0 1 0,-60 23 0,69-20 0,0 0 0,1 1 0,1 1 0,-1 1 0,2 1 0,0 1 0,1 1 0,0 0 0,2 1 0,-1 1 0,-16 25 0,13-12 0,1 0 0,2 1 0,1 1 0,2 0 0,-13 43 0,20-48 0,0 0 0,2 1 0,1-1 0,1 1 0,1 0 0,2 0 0,3 31 0,-1-47 0,0 0 0,1 0 0,0-1 0,1 1 0,0-1 0,1 0 0,1 0 0,0-1 0,0 1 0,1-1 0,0-1 0,1 1 0,1-1 0,16 16 0,-12-15 0,0-1 0,1-1 0,0 0 0,0-1 0,1 0 0,0-1 0,0-1 0,1-1 0,-1 0 0,1 0 0,23 2 0,6-2 0,0-1 0,1-2 0,-1-3 0,1-1 0,-1-2 0,63-14 0,-76 10 0,0 0 0,-1-2 0,-1-2 0,0 0 0,0-2 0,-1-1 0,-1-2 0,-1-1 0,44-36 0,-55 39 0,-1 0 0,0-2 0,-1 0 0,-1 0 0,-1-1 0,0-1 0,-2 0 0,0-1 0,12-33 0,-17 39 0,-1 0 0,-1-1 0,0 0 0,-1 1 0,0-1 0,-2 0 0,1 0 0,-2 0 0,0 0 0,-1 1 0,0-1 0,-1 0 0,-1 1 0,0 0 0,-7-15 0,-3-1 0,-2 1 0,0 1 0,-2 0 0,-1 1 0,-2 1 0,0 0 0,-39-34 0,40 43 0,-2 2 0,0 0 0,0 1 0,-2 1 0,0 1 0,0 1 0,-51-15 0,64 23-136,1 0-1,-1 1 1,0 1-1,1 0 1,-1 0-1,0 1 1,0 1-1,0 0 0,-13 2 1,11 1-6690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7:44.7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24575,'3'2'0,"0"1"0,1-1 0,-1-1 0,1 1 0,0 0 0,0-1 0,-1 0 0,1 0 0,0 0 0,0 0 0,6 0 0,-2 0 0,335 29 0,-256-26 0,463 23-1335,801 48-3868,465 51 5407,-1770-122 892,-17-1-108,0-2-1,37-2 1,-56-2-243,-17 0 6,-16-1-1745,-5 2-5424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07.8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0 143 24575,'0'-2'0,"0"0"0,0 0 0,1 0 0,-1 0 0,0 0 0,1 1 0,-1-1 0,1 0 0,-1 0 0,1 1 0,0-1 0,0 0 0,0 1 0,0-1 0,0 0 0,0 1 0,0 0 0,0-1 0,1 1 0,-1 0 0,3-2 0,-1 1 0,0 1 0,0-1 0,0 1 0,0 0 0,1-1 0,-1 2 0,0-1 0,1 0 0,-1 1 0,8-1 0,-4 1 0,0 0 0,1 1 0,-1 0 0,0 0 0,0 1 0,0 0 0,0 0 0,0 0 0,0 1 0,10 5 0,-3 2 0,-1 1 0,-1 0 0,1 0 0,-2 1 0,0 1 0,0 0 0,13 21 0,-20-26 0,1 0 0,-1-1 0,0 1 0,-1 1 0,0-1 0,0 0 0,-1 1 0,0 0 0,0-1 0,-1 1 0,0 0 0,0 0 0,-1 0 0,-1 0 0,-2 16 0,1-20 0,0 1 0,0 0 0,-1-1 0,1 1 0,-1-1 0,-1 0 0,-5 8 0,7-11 0,0 0 0,1 0 0,-1 0 0,0 0 0,0-1 0,0 1 0,0 0 0,0-1 0,0 1 0,0-1 0,0 0 0,-1 0 0,1 0 0,-1 0 0,1 0 0,-1-1 0,1 1 0,-1 0 0,1-1 0,-3 0 0,4 0 0,0 0 0,0-1 0,0 1 0,0 0 0,0-1 0,0 1 0,0-1 0,0 1 0,0-1 0,1 1 0,-1-1 0,0 0 0,0 1 0,1-1 0,-1 0 0,0 0 0,1 1 0,-1-1 0,1 0 0,-1 0 0,1 0 0,0 0 0,-1 0 0,1 0 0,0 0 0,-1 0 0,1 0 0,0 0 0,0 0 0,0 0 0,0 0 0,0-1 0,0-3 0,0-1 0,1 1 0,-1-1 0,3-8 0,5-13 0,2 0 0,0 0 0,21-37 0,50-71 0,-70 116-273,1 1 0,1 1 0,0 0 0,18-17 0,-17 22-6553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08.3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4 24575,'-1'38'0,"2"0"0,1 1 0,2-1 0,2 0 0,13 47 0,-17-81 0,-1 1 0,1-1 0,-1 0 0,1 0 0,0 0 0,1 0 0,-1 0 0,1-1 0,-1 1 0,1-1 0,5 5 0,-7-7 0,1 0 0,0-1 0,-1 1 0,1 0 0,0 0 0,0-1 0,-1 1 0,1-1 0,0 0 0,0 0 0,0 1 0,0-1 0,0 0 0,0-1 0,-1 1 0,1 0 0,0 0 0,0-1 0,0 1 0,0-1 0,-1 0 0,1 1 0,0-1 0,-1 0 0,1 0 0,0 0 0,-1 0 0,3-2 0,5-4 0,-1 0 0,0-1 0,0 0 0,-1 0 0,0-1 0,0 1 0,-1-1 0,0-1 0,-1 1 0,0-1 0,-1 0 0,4-12 0,-2 5 0,-1 0 0,-1 0 0,0-1 0,-2 0 0,0 1 0,-1-32 0,-1 45-136,0 1-1,0 0 1,-1-1-1,1 1 1,-1-1-1,0 1 1,0 0-1,0 0 0,-3-5 1,-4-2-6690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08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59 24575,'-24'-30'0,"30"58"0,3 2 0,-1 0 0,-2 0 0,-1 1 0,-1 0 0,-2 0 0,-1 42 0,2-112 0,3 0 0,1 1 0,2-1 0,26-71 0,-33 106 0,0 0 0,0-1 0,0 1 0,0 0 0,1 0 0,0 0 0,0 1 0,0-1 0,3-3 0,-5 7 0,0-1 0,-1 1 0,1-1 0,0 1 0,-1 0 0,1-1 0,0 1 0,-1 0 0,1-1 0,0 1 0,0 0 0,-1 0 0,1 0 0,0 0 0,0 0 0,-1 0 0,1 0 0,0 0 0,0 0 0,0 0 0,-1 0 0,2 1 0,0 0 0,-1 0 0,1 0 0,-1 0 0,0 0 0,1 0 0,-1 0 0,0 1 0,0-1 0,0 0 0,0 1 0,0-1 0,0 1 0,0-1 0,0 4 0,7 15 0,-2 0 0,0 1 0,4 39 0,1-3 0,22 88-1365,-28-127-5461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08.9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14 24575,'0'-3'0,"0"-3"0,-3 2 0,-1 4 0,-2 5 0,0 10 0,-2 7 0,0 9 0,-1 5 0,1 3 0,2 5 0,2-1 0,1-2 0,2-2 0,1-3 0,3-4 0,1-8-8191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09.3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7 105 24575,'0'0'0,"-1"-1"0,1 1 0,-1 0 0,1-1 0,-1 1 0,1-1 0,-1 1 0,1-1 0,0 1 0,-1-1 0,1 0 0,0 1 0,-1-1 0,1 1 0,0-1 0,0 0 0,-1 1 0,1-1 0,0 0 0,0 1 0,0-1 0,0 0 0,0 1 0,0-1 0,0 0 0,0 1 0,0-1 0,1 0 0,-1 0 0,1 0 0,0 0 0,0 0 0,0 1 0,0-1 0,-1 0 0,1 1 0,0-1 0,0 0 0,0 1 0,0-1 0,0 1 0,0 0 0,1-1 0,0 1 0,8-2 0,0 0 0,19 0 0,-23 2 0,28-3 0,4 2 0,0-3 0,0-1 0,50-14 0,-84 18 0,0-1 0,0 1 0,0-1 0,0 0 0,0-1 0,0 1 0,-1-1 0,1 0 0,-1 0 0,0 0 0,0 0 0,0 0 0,3-6 0,-5 14 0,0-1 0,0 1 0,0 0 0,-1-1 0,0 1 0,-1 8 0,-1 41 109,-1-8-477,1 0-1,3 1 1,8 51-1,-5-80-6457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09.4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0 24575,'-3'0'0,"-4"0"0,-2 0 0,-1 3 0,-1 1 0,1 2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10.3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83 24575,'0'301'0,"1"-325"0,1 0 0,1 0 0,13-45 0,29-70 0,-40 123 0,1-2 0,-2 8 0,-1-1 0,2 0 0,10-18 0,-15 28 0,0 1 0,0 0 0,0-1 0,0 1 0,0-1 0,0 1 0,0 0 0,1-1 0,-1 1 0,0 0 0,0 0 0,0-1 0,1 1 0,-1 0 0,0-1 0,0 1 0,1 0 0,-1 0 0,0-1 0,1 1 0,-1 0 0,0 0 0,1 0 0,-1 0 0,0-1 0,1 1 0,-1 0 0,0 0 0,1 0 0,-1 0 0,0 0 0,1 0 0,-1 0 0,1 0 0,-1 0 0,0 0 0,1 0 0,-1 0 0,0 0 0,1 0 0,-1 0 0,0 1 0,1-1 0,-1 0 0,0 0 0,1 0 0,-1 1 0,0-1 0,1 0 0,-1 0 0,0 0 0,0 1 0,1-1 0,-1 0 0,0 1 0,0-1 0,0 0 0,1 1 0,-1-1 0,0 0 0,0 1 0,0-1 0,0 0 0,0 1 0,0-1 0,1 1 0,4 26 0,13 243 0,-18-268 0,1 0 0,-1 1 0,0-1 0,1 0 0,-1 0 0,1 1 0,-1-1 0,1 0 0,0 0 0,0 0 0,0 0 0,0 0 0,3 4 0,-4-6 0,1 0 0,-1 0 0,0 0 0,1 1 0,-1-1 0,1 0 0,-1 0 0,0 0 0,1 0 0,-1 0 0,0 1 0,1-1 0,-1 0 0,1 0 0,-1 0 0,0 0 0,1 0 0,-1 0 0,1 0 0,-1 0 0,0-1 0,1 1 0,-1 0 0,1 0 0,-1 0 0,0 0 0,1-1 0,13-15 0,35-84 0,-37 72 0,1 1 0,1 1 0,1 0 0,28-35 0,-43 60 0,1 0 0,0 0 0,0 0 0,-1 1 0,1-1 0,0 0 0,0 0 0,0 1 0,0-1 0,0 0 0,0 1 0,0-1 0,0 1 0,0 0 0,0-1 0,1 1 0,-1 0 0,-1 0 0,1 0 0,-1 0 0,0 0 0,1 0 0,-1 0 0,1 1 0,-1-1 0,0 0 0,1 0 0,-1 1 0,1-1 0,-1 0 0,0 1 0,0-1 0,1 0 0,-1 1 0,0-1 0,1 0 0,-1 1 0,0-1 0,0 1 0,0-1 0,0 0 0,1 1 0,-1 0 0,1 5 0,0 0 0,0 0 0,0 0 0,-1 8 0,0-10 0,-2 42 0,1-24 0,1 1 0,0-1 0,5 28 0,-4-45 0,-1 0 0,2 0 0,-1 0 0,1 0 0,-1 0 0,1-1 0,1 1 0,-1 0 0,1-1 0,-1 0 0,1 0 0,0 0 0,1 0 0,-1 0 0,1 0 0,0-1 0,0 0 0,0 0 0,7 4 0,-9-6 0,0 0 0,0 0 0,1 0 0,-1 0 0,0-1 0,1 1 0,-1-1 0,0 1 0,1-1 0,-1 0 0,1 0 0,-1 0 0,1 0 0,-1-1 0,0 1 0,5-2 0,-3 0 0,1 1 0,-1-2 0,0 1 0,0 0 0,0-1 0,0 0 0,0 0 0,3-4 0,3-3 0,-1 0 0,0-1 0,-1-1 0,13-23 0,-9 13 0,10-30 0,-19 44 0,0-1 0,-1 1 0,0-1 0,0 0 0,-1 0 0,0 1 0,-1-11 0,0 18 0,1 0 0,-1 0 0,0 0 0,-1 0 0,1 1 0,0-1 0,0 0 0,0 0 0,0 0 0,-1 0 0,1 0 0,0 0 0,-1 0 0,1 0 0,-1 1 0,1-1 0,-1 0 0,0 0 0,1 1 0,-1-1 0,1 0 0,-1 1 0,-1-2 0,1 2 0,0 0 0,1 0 0,-1 0 0,0 0 0,0 0 0,0 0 0,0 0 0,0 0 0,0 1 0,1-1 0,-1 0 0,0 0 0,0 1 0,0-1 0,1 1 0,-1-1 0,0 0 0,0 1 0,0 0 0,-5 4 0,0 0 0,1 1 0,0-1 0,-7 9 0,1 2 0,0 1 0,2 0 0,-1 0 0,2 1 0,1 0 0,-10 34 0,14-41 0,0 0 0,1 0 0,1 1 0,0-1 0,1 0 0,0 1 0,0-1 0,1 0 0,1 1 0,0-1 0,0 0 0,1 0 0,5 12 0,-6-19-36,0 0 0,0 0 0,1 0 1,0 0-1,-1 0 0,1-1 0,1 1 0,-1-1 0,0 0 0,1 0 0,0 0 0,0 0 0,0 0 0,0-1 0,0 0 0,0 0 0,0 0 1,1 0-1,-1-1 0,1 0 0,-1 0 0,1 0 0,0 0 0,-1-1 0,1 0 0,0 0 0,-1 0 0,1 0 0,0-1 0,-1 1 0,1-1 1,0-1-1,-1 1 0,0-1 0,1 1 0,-1-1 0,8-5 0,4-3-6790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11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 1 24575,'-9'24'0,"2"0"0,1 0 0,1 1 0,1 0 0,1 0 0,1 0 0,1 0 0,1 1 0,2-1 0,0 0 0,2 0 0,0 0 0,12 34 0,12 14 0,55 105 0,-51-118 0,-4 2 0,34 101 0,-59-150 0,0 0 0,0 0 0,-1 0 0,-1 0 0,0 0 0,-1 0 0,0 0 0,-1 0 0,-1 0 0,0 0 0,-1 0 0,0 0 0,-1-1 0,0 1 0,-1-1 0,0 0 0,-1 0 0,0-1 0,-1 0 0,-1 0 0,0 0 0,0-1 0,-1 0 0,0-1 0,0 0 0,-1 0 0,-21 13 0,12-9 0,0-2 0,-1 0 0,0-1 0,-1-1 0,0-1 0,0 0 0,-27 4 0,46-11 0,0-1 0,0 0 0,0 0 0,0 0 0,0 0 0,0 0 0,1 0 0,-1 0 0,0-1 0,0 1 0,0-1 0,0 1 0,-2-2 0,3 1 0,1 1 0,0 0 0,0 0 0,-1 0 0,1-1 0,0 1 0,0 0 0,-1 0 0,1-1 0,0 1 0,0 0 0,0 0 0,-1-1 0,1 1 0,0 0 0,0-1 0,0 1 0,0 0 0,0-1 0,0 1 0,0 0 0,-1-1 0,1 1 0,0 0 0,0-1 0,0 1 0,1-1 0,-1 0 0,0 0 0,1 0 0,-1 0 0,1 0 0,-1 1 0,1-1 0,0 0 0,-1 0 0,1 0 0,0 1 0,0-1 0,-1 0 0,1 1 0,1-1 0,1-1 0,1 0 0,-1 0 0,0 1 0,1-1 0,-1 1 0,0 0 0,1 0 0,0 1 0,-1-1 0,1 1 0,0-1 0,-1 1 0,1 0 0,0 0 0,-1 1 0,1-1 0,-1 1 0,1 0 0,-1 0 0,1 0 0,-1 0 0,1 1 0,-1-1 0,0 1 0,0 0 0,0 0 0,0 0 0,4 3 0,1 2 0,0 0 0,-1 0 0,1 0 0,-2 1 0,1 0 0,-1 0 0,0 1 0,9 18 0,-8-9 0,0 1 0,-1 0 0,-1 0 0,-1 0 0,3 35 0,-4 100 0,0 3 0,-3-147-49,2 0 1,0 0-1,0 0 0,1 0 0,0 0 1,0-1-1,1 1 0,1-1 0,-1 0 1,2 0-1,-1-1 0,1 0 0,0 1 1,1-2-1,0 1 0,0-1 0,1 0 1,-1-1-1,2 1 0,-1-2 0,1 1 1,-1-1-1,2-1 0,-1 1 0,0-1 0,1-1 1,10 3-1,11 0-6777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12.1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309 536 24575,'0'-12'0,"-1"1"0,0-1 0,-1 1 0,0 0 0,-1 0 0,0 0 0,-1 0 0,0 0 0,0 0 0,-1 1 0,-8-12 0,10 17 0,-1 1 0,1-1 0,-1 0 0,0 1 0,0 0 0,-1 0 0,1 0 0,-1 0 0,0 1 0,0 0 0,0 0 0,0 0 0,-1 0 0,1 1 0,-1 0 0,1 0 0,-1 1 0,0 0 0,0 0 0,0 0 0,1 0 0,-1 1 0,-8 0 0,8 1 0,0 0 0,1 1 0,-1-1 0,1 1 0,-1 0 0,1 1 0,0-1 0,0 1 0,0 0 0,0 0 0,0 0 0,1 1 0,-1 0 0,1 0 0,0 0 0,0 0 0,1 1 0,-1-1 0,1 1 0,0 0 0,0 0 0,-3 8 0,0 2 0,0-1 0,2 0 0,-1 1 0,2 0 0,0 0 0,1 0 0,-1 21 0,3-27 0,0-1 0,1 0 0,0 0 0,0 0 0,1 1 0,-1-1 0,2-1 0,-1 1 0,1 0 0,1 0 0,-1-1 0,1 0 0,1 0 0,-1 0 0,1 0 0,0-1 0,1 0 0,0 0 0,0 0 0,0-1 0,0 1 0,1-2 0,0 1 0,0-1 0,0 0 0,0 0 0,1-1 0,0 0 0,0 0 0,-1-1 0,1 0 0,1 0 0,-1-1 0,10 0 0,-8 0 0,-1-1 0,0 0 0,0 0 0,1-1 0,-1-1 0,0 1 0,0-2 0,0 1 0,-1-1 0,1 0 0,-1-1 0,11-5 0,-9 2 0,-1 0 0,1 0 0,-1-1 0,0 0 0,-1 0 0,0-1 0,-1 0 0,11-16 0,-5 3 0,-1-1 0,-1-1 0,-2 1 0,0-2 0,-1 1 0,-2-1 0,0 0 0,2-29 0,-1-7 0,-3 0 0,-2 0 0,-10-84 0,8 139 0,-1 2 0,1 0 0,0 0 0,-1 0 0,0 0 0,0 0 0,0 1 0,0-1 0,-1 0 0,1 1 0,-1-1 0,-2-3 0,4 7 0,0 0 0,-1 0 0,1-1 0,0 1 0,0 0 0,0 0 0,-1 0 0,1 0 0,0-1 0,-1 1 0,1 0 0,0 0 0,0 0 0,-1 0 0,1 0 0,0 0 0,0 0 0,-1 0 0,1 0 0,0 0 0,-1 0 0,1 0 0,0 0 0,0 0 0,-1 0 0,1 0 0,0 0 0,-1 0 0,1 0 0,0 1 0,0-1 0,-1 0 0,1 0 0,0 0 0,0 0 0,-1 1 0,1-1 0,0 0 0,0 0 0,0 0 0,0 1 0,-1-1 0,1 0 0,0 0 0,0 1 0,0-1 0,-7 15 0,0 11 0,1 1 0,2-1 0,-2 29 0,2 83 0,5-90-273,1 0 0,3 0 0,2 0 0,20 74 0,-14-83-6553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12.5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1 159 24575,'0'3'0,"0"-1"0,0 1 0,0 0 0,0 0 0,1-1 0,-1 1 0,1 0 0,0-1 0,0 1 0,0-1 0,0 1 0,0-1 0,0 1 0,1-1 0,-1 0 0,1 0 0,2 4 0,-1-5 0,-1 1 0,0-1 0,0 0 0,0 0 0,1 0 0,-1 0 0,1 0 0,-1 0 0,1-1 0,-1 1 0,1-1 0,-1 1 0,1-1 0,-1 0 0,1 0 0,0 0 0,-1-1 0,5 0 0,2-1 0,-1-1 0,0 1 0,-1-1 0,1-1 0,-1 0 0,1 0 0,-1 0 0,0-1 0,0 0 0,-1 0 0,0 0 0,11-13 0,-13 14 0,-1 1 0,0-1 0,0 0 0,0 0 0,-1-1 0,1 1 0,-1 0 0,0-1 0,0 1 0,-1-1 0,1 0 0,-1 0 0,0 1 0,0-1 0,-1 0 0,1 0 0,-1 0 0,0 0 0,-1 0 0,1 0 0,-1 0 0,0 0 0,-2-4 0,3 6 0,-1 1 0,0 0 0,0 0 0,0 0 0,-1-1 0,1 1 0,0 0 0,-1 1 0,1-1 0,-1 0 0,0 0 0,0 1 0,0-1 0,0 1 0,0-1 0,0 1 0,0 0 0,0 0 0,0 0 0,0 0 0,-1 0 0,1 0 0,0 1 0,-1-1 0,1 1 0,-1-1 0,1 1 0,-5 0 0,4 1 0,-1-1 0,0 1 0,0 0 0,0 0 0,1 0 0,-1 1 0,0-1 0,1 1 0,-1 0 0,1 0 0,0 0 0,0 1 0,0-1 0,0 1 0,0-1 0,0 1 0,-2 4 0,-2 2 0,2 0 0,-1 0 0,1 1 0,1 0 0,-1 0 0,2 0 0,-1 0 0,-1 14 0,1-5 0,2-1 0,0 1 0,2 37 0,0-53 18,0 0 0,1 0 0,-1 0 0,1 0 0,-1 0 0,1 0 0,0 0 0,0 0 0,1 0 0,-1 0 0,0 0 0,1-1 0,0 1 0,0 0 0,0-1 0,0 0 0,0 1 0,2 1 0,0-1-161,0-1 1,0 0 0,0 0 0,1 0-1,-1 0 1,0 0 0,1-1 0,-1 0 0,1 0-1,0 0 1,5 0 0,19 0-6684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12.7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159 124 24575,'2'-4'0,"-1"0"0,1 0 0,-1-1 0,1 1 0,-1 0 0,-1-1 0,1 1 0,-1-1 0,1 1 0,-1-1 0,0 1 0,-1 0 0,1-1 0,-1 1 0,0-1 0,0 1 0,0 0 0,-3-5 0,3 6 0,0 1 0,-1 0 0,1-1 0,-1 1 0,1 0 0,-1 0 0,0 0 0,0 0 0,0 0 0,0 1 0,0-1 0,0 0 0,0 1 0,-1 0 0,1-1 0,-1 1 0,1 0 0,-1 0 0,1 1 0,-1-1 0,1 0 0,-1 1 0,0-1 0,1 1 0,-1 0 0,0 0 0,1 0 0,-1 0 0,0 1 0,-4 0 0,3 0 0,0 0 0,-1 0 0,1 1 0,0-1 0,0 1 0,0 0 0,0 0 0,0 0 0,0 1 0,1-1 0,-1 1 0,1 0 0,-1 0 0,1 0 0,0 0 0,0 1 0,1-1 0,-1 1 0,1 0 0,0-1 0,0 1 0,0 0 0,0 0 0,-1 6 0,1-2 0,1 0 0,0 0 0,0 0 0,1 0 0,0 0 0,0 0 0,1 0 0,0 0 0,0 0 0,1-1 0,0 1 0,6 14 0,-1-6 0,1-1 0,0 1 0,1-1 0,22 26 0,51 48 0,-37-44 0,-40-40 0,0 0 0,-1 1 0,0-1 0,4 7 0,-8-11 0,1-1 0,-1 1 0,1 0 0,-1-1 0,0 1 0,1 0 0,-1 0 0,0-1 0,0 1 0,1 0 0,-1 0 0,0-1 0,0 1 0,0 0 0,0 0 0,0 0 0,0-1 0,0 1 0,0 0 0,0 0 0,0-1 0,-1 1 0,1 0 0,0 0 0,0-1 0,-1 1 0,1 0 0,0 0 0,-1-1 0,1 1 0,-1 0 0,1-1 0,-1 1 0,1-1 0,-1 1 0,0-1 0,1 1 0,-1-1 0,0 1 0,1-1 0,-1 0 0,0 1 0,1-1 0,-1 0 0,0 1 0,-1-1 0,-13 3-1365,-2-2-5461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12.9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 24575,'2'-2'0,"5"-2"0,0 3 0,-1 5 0,-1 4 0,-2 3 0,-1 3 0,-1 4 0,-1 2 0,0 4 0,0 2 0,2 2 0,2 0 0,-1-3 0,2-2 0,1-6-8191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13.0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7 24575,'-3'-3'0,"-3"-1"0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13.4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6 24575,'1'34'0,"0"-22"0,0-1 0,-1 0 0,0 1 0,-1-1 0,0 0 0,-1 0 0,-6 21 0,20-62 0,-8 18 0,1-1 0,0 1 0,1 0 0,1 0 0,0 1 0,0-1 0,15-16 0,-21 28 0,-1-1 0,1 0 0,0 1 0,-1-1 0,1 0 0,0 1 0,0-1 0,-1 1 0,1-1 0,0 1 0,0-1 0,0 1 0,-1 0 0,1-1 0,0 1 0,0 0 0,0 0 0,0 0 0,0 0 0,0-1 0,0 1 0,0 0 0,0 1 0,0-1 0,0 0 0,1 0 0,-1 1 0,1 0 0,-1 0 0,0 0 0,0 0 0,0 0 0,0 1 0,0-1 0,0 0 0,-1 0 0,1 1 0,0-1 0,-1 0 0,1 1 0,0 2 0,2 5 0,-1 1 0,0 0 0,1 17 0,-3-16-151,0-1-1,1 1 0,0 0 0,1-1 1,1 0-1,-1 1 0,2-1 1,4 11-1,1-6-6674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14.0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27 114 24575,'-5'0'0,"-8"0"0,4 0 0,12-2 0,19-2 0,28-2 0,32-3 0,36-3 0,35-2 0,36-1-1601,32-1 1601,22 2-2263,11 4 2263,-2 3 0,-44 3-4327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19.2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 24575,'558'13'0,"-519"-11"0,-6 0 0,41-2 0,-73 0 5,-1 0-1,0 0 1,0 0-1,1 0 1,-1 0-1,0 0 1,0 0-1,0 0 1,1 0-1,-1 0 1,0 0-1,0 0 1,1 0-1,-1 0 1,0 0-1,0 0 1,0 0-1,1-1 1,-1 1-1,0 0 1,0 0-1,0 0 1,1 0-1,-1 0 1,0 0-1,0-1 0,0 1 1,0 0-1,1 0 1,-1 0-1,0 0 1,0-1-1,0 1 1,0 0-1,0 0 1,0-1-1,1 1 1,-9-6 166,-13-3-1878,3 3-5119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19.5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28 24575,'-2'-1'0,"-22"-12"0,24 13 0,1 0 0,-1 0 0,0 0 0,1 0 0,-1 0 0,0 0 0,0-1 0,1 1 0,-1 0 0,0 0 0,1 0 0,-1 0 0,0 0 0,0 0 0,1-1 0,-1 1 0,0 0 0,0 0 0,0 0 0,1 0 0,-1-1 0,0 1 0,0 0 0,0 0 0,1-1 0,-1 1 0,0 0 0,0 0 0,0-1 0,0 1 0,0 0 0,0-1 0,0 1 0,0 0 0,0 0 0,0-1 0,0 1 0,0 0 0,0-1 0,0 1 0,0 0 0,0-1 0,0 1 0,0 0 0,0 0 0,0-1 0,0 1 0,0 0 0,0 0 0,-1-1 0,1 1 0,0 0 0,0 0 0,0-1 0,0 1 0,-1 0 0,1 0 0,0 0 0,0-1 0,-1 1 0,1 0 0,0 0 0,-1 0 0,12 0 0,0 0 0,-1 1 0,1 1 0,0 0 0,-1 0 0,0 1 0,1 1 0,10 4 0,-10-4 0,6 2 0,-1 1 0,0 1 0,0 0 0,-1 1 0,0 0 0,0 1 0,-1 1 0,16 16 0,-25-22 0,0 0 0,-1 0 0,1 1 0,-1-1 0,0 1 0,-1 0 0,1 0 0,-1 1 0,-1-1 0,1 1 0,-1-1 0,0 1 0,0 0 0,-1 0 0,0 0 0,0-1 0,-1 1 0,0 0 0,0 0 0,0 0 0,-1 0 0,0 0 0,-4 12 0,0-6 38,-1 0 0,0 0 0,0-1 0,-1 1 0,-1-2 0,0 1 0,-1-1 0,-17 17 0,2-5-607,-1-2 0,-44 30 0,20-19-6257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20.5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374 130 24575,'0'-3'0,"0"-1"0,0 1 0,-1-1 0,1 1 0,-1-1 0,0 1 0,0-1 0,0 1 0,-1 0 0,1-1 0,-1 1 0,1 0 0,-1 0 0,0 0 0,0 0 0,-1 0 0,-4-4 0,3 3 0,-1 1 0,0 0 0,0 0 0,0 0 0,0 0 0,-1 1 0,1 0 0,-1 0 0,1 0 0,-8 0 0,1 0 0,0 0 0,1 2 0,-1-1 0,0 1 0,0 1 0,1 0 0,-1 1 0,1 0 0,-1 1 0,-18 7 0,20-5 0,0 1 0,0 0 0,1 0 0,0 1 0,0 1 0,0-1 0,1 1 0,0 1 0,1 0 0,0 0 0,0 0 0,-6 13 0,10-16 0,0 0 0,1-1 0,-1 2 0,1-1 0,1 0 0,-1 0 0,1 0 0,0 1 0,0-1 0,1 10 0,0-12 0,1 1 0,0-1 0,0 1 0,0-1 0,0 1 0,1-1 0,0 0 0,0 0 0,0 0 0,0 0 0,0 0 0,1 0 0,0-1 0,0 1 0,0-1 0,4 4 0,0-2 0,0 0 0,0 0 0,1-1 0,-1 0 0,1 0 0,0 0 0,1-1 0,-1-1 0,0 1 0,1-1 0,-1-1 0,12 2 0,9-1 0,0-2 0,40-3 0,-37 0 0,0-1 0,45-13 0,-66 14 0,0 0 0,0-1 0,0 0 0,-1-1 0,0 0 0,0-1 0,0 0 0,-1-1 0,0 0 0,12-11 0,-18 15 0,-1 0 0,1 0 0,-1 0 0,0-1 0,0 1 0,0-1 0,0 1 0,-1-1 0,1 0 0,-1 0 0,0 0 0,0 1 0,0-1 0,-1 0 0,1 0 0,-1 0 0,0 0 0,0 0 0,-1 0 0,1 0 0,-1 0 0,0 0 0,0 0 0,0 0 0,0 0 0,-1 0 0,1 1 0,-1-1 0,-4-5 0,-1-1 0,0 1 0,0 0 0,-1 0 0,0 1 0,0 0 0,-1 0 0,0 1 0,-1 0 0,-11-6 0,3 4-227,0 0-1,-1 1 1,0 1-1,-1 0 1,-27-4-1,3 3-6598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21.1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46 24575,'1'14'0,"1"-1"0,0 0 0,6 19 0,1 11 0,13 224 0,-16-149 0,-6-115 0,0 0 0,0 0 0,0 0 0,1 0 0,-1 0 0,1 0 0,0-1 0,0 1 0,0 0 0,0 0 0,0-1 0,1 1 0,-1-1 0,1 1 0,0-1 0,0 1 0,0-1 0,4 4 0,-3-4 0,0-1 0,1 1 0,0-1 0,-1 1 0,1-1 0,0 0 0,0 0 0,0-1 0,0 1 0,-1-1 0,1 0 0,0 0 0,0 0 0,4-1 0,71-8 0,55-2 0,-68 12 0,-39 1 0,-1-2 0,0-1 0,1-1 0,35-7 0,-58 7 0,-1 1 0,1 0 0,-1-1 0,0 1 0,0-1 0,1 0 0,-1 0 0,0-1 0,-1 1 0,1-1 0,0 1 0,-1-1 0,1 0 0,-1 0 0,0 0 0,0 0 0,0 0 0,0 0 0,-1-1 0,1 1 0,-1-1 0,0 1 0,0-1 0,1-6 0,0-8 0,0 1 0,-1-1 0,-3-33 0,2 41 0,-4-28 0,-1 1 0,-1-1 0,-17-53 0,2 29 0,-33-69 0,53 132 0,0 7 0,3 11 0,22 124-1365,-20-114-5461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21.7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55 24575,'-3'0'0,"0"-1"0,1 0 0,-1 0 0,0 0 0,1 0 0,-1 0 0,1 0 0,-1-1 0,-2-1 0,-13-7 0,9 7 0,7 3 0,0-1 0,-1 0 0,1 1 0,0-1 0,0 0 0,-1 0 0,1-1 0,0 1 0,0 0 0,-3-3 0,5 3 0,0 1 0,0 0 0,0 0 0,0-1 0,0 1 0,0 0 0,0 0 0,0-1 0,0 1 0,1 0 0,-1-1 0,0 1 0,0 0 0,0 0 0,0-1 0,0 1 0,0 0 0,0 0 0,1 0 0,-1-1 0,0 1 0,0 0 0,0 0 0,1 0 0,-1-1 0,0 1 0,0 0 0,0 0 0,1 0 0,-1 0 0,0 0 0,0-1 0,1 1 0,-1 0 0,0 0 0,0 0 0,1 0 0,-1 0 0,0 0 0,1 0 0,-1 0 0,0 0 0,0 0 0,1 0 0,-1 0 0,0 0 0,1 0 0,16-2 0,243 1 0,-26 2 0,-210-4-1365,-7 0-5461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21.9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24575,'2'0'0,"5"0"0,5 3 0,5 3 0,3 7 0,5 3 0,6 5 0,1 4 0,0 3 0,-3 3 0,-6 1 0,-7 1 0,-9 0 0,-13 0 0,-18-1 0,-4-4-8191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22.8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24575,'371'14'2,"-236"-7"-310,1261 47-4008,-4-63 3167,-1260 3-1271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46.2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537 36 24575,'19'-22'0,"-15"17"0,-14 16 0,-56 59 0,-120 98 0,-91 42 0,265-203 0,3-1 0,18-8 0,-6 1 0,1 1 0,-1-1 0,1 1 0,-1-1 0,1 1 0,-1 0 0,1 0 0,-1 1 0,1-1 0,-1 1 0,1-1 0,-1 1 0,0 0 0,1 1 0,-1-1 0,0 1 0,0-1 0,4 3 0,5 5 0,0 0 0,-1 0 0,12 14 0,-3-5 0,443 358 0,-461-375 0,0 1 0,1 0 0,-1-1 0,1 0 0,0 0 0,0 1 0,-1-1 0,1-1 0,0 1 0,0 0 0,0-1 0,0 0 0,0 1 0,0-1 0,5-1 0,0 0 0,1-1 0,-1 0 0,0-1 0,8-4 0,23-6 0,36 0 0,0 2 0,115 0 0,-110 8 0,485-7 0,-552 11 0,-5-1 0,0 0 0,1 0 0,-1 0 0,8-3 0,-14 3 0,-1 0 0,1-1 0,-1 1 0,1-1 0,-1 1 0,0-1 0,1 1 0,-1-1 0,0 0 0,0 0 0,0 1 0,1-1 0,-1 0 0,0 0 0,0 0 0,0 0 0,0-1 0,-1 1 0,1 0 0,0 0 0,0-1 0,-1 1 0,1 0 0,0-1 0,-1 1 0,0 0 0,1-1 0,-1-1 0,0 3 0,1-16 0,1 1 0,0-1 0,1 1 0,0 0 0,1 0 0,1 1 0,1-1 0,8-16 0,21-23 0,2 2 0,2 2 0,62-63 0,-24 29 0,-76 83 0,0 0 0,-1 0 0,1 0 0,0 0 0,-1 0 0,1-1 0,-1 1 0,1 0 0,-1 0 0,1-1 0,-1 1 0,0 0 0,1-1 0,-1 1 0,0 0 0,0-1 0,0 1 0,0 0 0,-1-1 0,1 1 0,-1-3 0,0 1 0,0 0 0,-1-1 0,1 1 0,-1 0 0,0 0 0,0 0 0,0 0 0,-4-3 0,-1-1 0,0 0 0,0 0 0,-1 1 0,0 0 0,-13-7 0,-20-5 0,-1 2 0,-77-19 0,6 2 0,89 26 0,1-2 0,0 0 0,1-2 0,0 0 0,1-1 0,0-2 0,-21-17 0,38 28 0,0 0 0,0 1 0,0 0 0,0 0 0,0 0 0,-1 0 0,1 1 0,-1 0 0,1-1 0,-1 2 0,1-1 0,-1 0 0,-7 1 0,-9 0 0,-36 6 0,29-3 0,-413 27 0,239-18 0,196-12-136,0 0-1,1 1 1,-1 0-1,0 0 1,0 0-1,1 1 1,-1 0-1,1 0 0,-10 5 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46.7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0 24575,'-2'115'0,"4"128"0,-2-240 0,0 0 0,1 0 0,-1 0 0,1 0 0,0 0 0,-1 0 0,1-1 0,3 6 0,-4-8 0,0 1 0,1-1 0,-1 0 0,0 1 0,0-1 0,1 0 0,-1 0 0,0 1 0,0-1 0,1 0 0,-1 0 0,0 0 0,1 1 0,-1-1 0,1 0 0,-1 0 0,0 0 0,1 0 0,-1 0 0,0 1 0,1-1 0,-1 0 0,1 0 0,-1 0 0,1 0 0,0-1 0,0 1 0,0-1 0,0 1 0,0-1 0,0 1 0,0-1 0,0 0 0,0 1 0,-1-1 0,1 0 0,0 0 0,0 0 0,-1 0 0,2-1 0,89-137 0,-90 137 0,0 0 0,0 1 0,0-1 0,1 1 0,-1-1 0,0 1 0,1 0 0,-1-1 0,1 1 0,0 0 0,-1 0 0,1 0 0,0 0 0,0 1 0,-1-1 0,5-1 0,-5 3 0,0-1 0,0 0 0,1 0 0,-1 1 0,0-1 0,0 0 0,0 1 0,0-1 0,1 1 0,-1 0 0,0-1 0,0 1 0,0 0 0,0 0 0,0-1 0,-1 1 0,1 0 0,0 0 0,0 0 0,-1 0 0,1 0 0,0 0 0,-1 0 0,1 1 0,-1-1 0,1 0 0,0 2 0,5 17 43,0 1 0,0 0 0,-2 0 0,2 25 0,4 20-1623,-6-44-5246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47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67 196 24575,'3'-10'0,"-3"10"0,1 0 0,-1 0 0,0 0 0,0-1 0,0 1 0,1 0 0,-1 0 0,0-1 0,0 1 0,0 0 0,0 0 0,1-1 0,-1 1 0,0 0 0,0-1 0,0 1 0,0 0 0,0-1 0,0 1 0,0 0 0,0-1 0,0 1 0,0 0 0,0 0 0,0-1 0,0 1 0,0 0 0,0-1 0,0 1 0,-1 0 0,1-1 0,0 1 0,0 0 0,0 0 0,0-1 0,-1 1 0,1 0 0,0 0 0,0-1 0,0 1 0,-1 0 0,1 0 0,0 0 0,0-1 0,-1 1 0,1 0 0,0 0 0,-1 0 0,1 0 0,0 0 0,-1 0 0,1 0 0,0-1 0,0 1 0,-1 0 0,1 0 0,0 0 0,-1 0 0,1 0 0,0 0 0,-1 1 0,1-1 0,0 0 0,-1 0 0,1 0 0,0 0 0,0 0 0,-1 1 0,-2-1 0,1 0 0,-1 0 0,0 0 0,1 1 0,-1-1 0,1 1 0,-1 0 0,1 0 0,-1 0 0,1 0 0,-1 0 0,1 1 0,0-1 0,0 0 0,0 1 0,0 0 0,0 0 0,0-1 0,0 1 0,0 0 0,1 1 0,-1-1 0,1 0 0,-1 0 0,1 1 0,0-1 0,0 1 0,0-1 0,0 1 0,1-1 0,-1 1 0,1-1 0,-1 1 0,1 0 0,0-1 0,0 1 0,0 3 0,1-2 0,-1 1 0,0-1 0,1 1 0,0-1 0,0 1 0,0-1 0,0 1 0,1-1 0,0 0 0,0 0 0,0 0 0,0 0 0,1 0 0,-1 0 0,1-1 0,0 1 0,0-1 0,0 0 0,1 1 0,-1-2 0,5 4 0,-6-4 0,1-1 0,-1 0 0,0 0 0,0 0 0,0 0 0,1 0 0,-1-1 0,0 1 0,1-1 0,-1 1 0,1-1 0,-1 0 0,0 0 0,1 0 0,-1 0 0,1 0 0,-1-1 0,0 1 0,1-1 0,-1 1 0,0-1 0,1 0 0,-1 0 0,0 0 0,0 0 0,0-1 0,0 1 0,3-3 0,-2 1 0,0-1 0,0 0 0,0 0 0,0 0 0,-1-1 0,0 1 0,0 0 0,0-1 0,-1 1 0,1-1 0,-1 0 0,0 0 0,0-7 0,2-12 0,-2-1 0,0 0 0,-2 0 0,-1 0 0,-1 0 0,0 0 0,-11-31 0,14 54 0,-1-1 0,0 1 0,0-1 0,0 1 0,0 0 0,0 0 0,-1 0 0,1-1 0,-1 1 0,0 0 0,-2-2 0,4 4 0,0 0 0,0 0 0,0 0 0,0 0 0,0 0 0,-1 0 0,1 0 0,0-1 0,0 1 0,0 0 0,-1 0 0,1 0 0,0 0 0,0 0 0,0 0 0,-1 0 0,1 0 0,0 0 0,0 0 0,0 0 0,-1 0 0,1 0 0,0 0 0,0 0 0,0 1 0,0-1 0,-1 0 0,1 0 0,0 0 0,0 0 0,0 0 0,0 0 0,-1 0 0,1 1 0,0-1 0,0 0 0,0 0 0,0 0 0,0 0 0,0 0 0,0 1 0,-1-1 0,-1 20 0,5 12-170,1 0-1,1-1 0,2 1 1,1-1-1,1-1 0,2 0 1,18 36-1,-15-41-6655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47.3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 24575,'0'-2'0,"0"1"0,0 4 0,0 4 0,0 3 0,0 6 0,0 3 0,3 4 0,0 3 0,4 0 0,-1-2 0,2-2 0,0-5-8191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47.4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87 24575,'0'-5'0,"-3"-11"0,-1-4 0,-2-3 0,0 7 0,0 10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49.1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340 66 24575,'0'-2'0,"0"-1"0,0 1 0,0 0 0,-1 0 0,1 0 0,-1 0 0,1-1 0,-1 1 0,0 0 0,0 0 0,0 0 0,0 0 0,0 1 0,0-1 0,-1 0 0,1 0 0,-1 1 0,-2-3 0,0 1 0,1 0 0,-1 1 0,0 0 0,0 0 0,0 0 0,-1 0 0,1 1 0,-8-2 0,0 1 0,-1 0 0,0 1 0,1 0 0,-1 1 0,-21 3 0,23-1 0,0 0 0,0 1 0,1 1 0,-1 0 0,1 0 0,0 1 0,0 0 0,1 1 0,0 0 0,0 0 0,0 1 0,0 1 0,-8 9 0,13-13 0,1-1 0,0 1 0,0 0 0,0 0 0,0 1 0,1-1 0,0 0 0,-1 1 0,2-1 0,-1 1 0,0 0 0,1 0 0,0-1 0,0 1 0,1 0 0,-1 0 0,1 0 0,0 0 0,0 0 0,1 0 0,-1 0 0,1 0 0,0 0 0,1-1 0,-1 1 0,1 0 0,0-1 0,0 1 0,0-1 0,1 1 0,4 5 0,-2-4 19,0 0 0,0-1 0,0 0 0,0 0 0,1 0 0,0-1 0,0 0 0,0 0 0,1 0 0,-1-1 0,1 0 0,0 0 0,0-1 0,0 1 0,0-2 0,0 1 0,13 0 0,-9-1-162,-1-1 1,1 0 0,-1-1 0,1 0-1,-1-1 1,0 0 0,0 0 0,1-1 0,-2-1-1,1 0 1,17-9 0,4-7-6684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49.3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24575,'0'6'0,"0"6"0,0 8 0,0 8 0,0 5 0,2 5 0,5 1 0,0 0 0,2-1 0,2-2 0,-1-7-8191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49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75 24575,'0'-7'0,"1"1"0,0-1 0,1 1 0,-1-1 0,1 1 0,0 0 0,1 0 0,0 0 0,6-11 0,-5 17 0,-2 6 0,0 9 0,15 258 0,-12-252 0,-2-16 0,1-13 0,1-30 0,-4 26 0,1 0 0,0 0 0,0 0 0,1 0 0,6-13 0,-8 22 0,1-1 0,0 1 0,0 0 0,0 0 0,0 0 0,0 1 0,1-1 0,-1 0 0,1 1 0,-1 0 0,1-1 0,0 1 0,0 0 0,0 0 0,1 1 0,-1-1 0,0 1 0,0 0 0,1 0 0,-1 0 0,1 0 0,4-1 0,-1 2 0,-1 0 0,1 0 0,-1 0 0,0 1 0,1 0 0,-1 0 0,0 0 0,0 1 0,0 0 0,0 0 0,0 1 0,0-1 0,0 1 0,-1 1 0,1-1 0,-1 1 0,0 0 0,0 0 0,-1 0 0,1 1 0,-1-1 0,0 1 0,0 0 0,0 1 0,-1-1 0,0 1 0,0-1 0,0 1 0,-1 0 0,0 0 0,0 0 0,0 0 0,-1 1 0,0-1 0,0 0 0,-1 1 0,1-1 0,-1 0 0,-1 1 0,1-1 0,-1 0 0,-3 11 0,-9 17-1365,-4-4-5461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51.1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4137 24575,'12'-34'0,"-6"-27"0,-6 49 0,1 1 0,0-1 0,1 1 0,0-1 0,1 1 0,0 0 0,6-13 0,21-35 8,2 2-1,3 0 1,64-78-1,152-136-158,-105 136-541,7 6 0,5 7 0,295-173 0,-215 166 156,5 10 0,315-105 0,793-162-1317,29 121-60,20 80 1638,6 73-127,-1251 103 548,388-30 1622,-402 22-1119,249-64-1,-314 59-239,-1-4 0,-1-3 0,-2-3 1,-1-3-1,-1-3 0,-3-4 0,-1-2 1,-2-3-1,-2-2 0,-3-4 0,-2-2 1,-2-2-1,80-110 0,-95 111-409,-2-2 0,-3-1 0,-3-1 0,28-71 0,-50 93-1365,-9 25-5461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51.5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88 24575,'0'5'0,"0"-1"0,0 1 0,0 0 0,1-1 0,0 1 0,0-1 0,0 1 0,2 4 0,-2-8 0,0 1 0,0-1 0,0 0 0,0 0 0,0 0 0,0 1 0,0-1 0,0 0 0,0 0 0,1-1 0,-1 1 0,0 0 0,1 0 0,-1-1 0,0 1 0,1-1 0,-1 1 0,1-1 0,-1 1 0,1-1 0,-1 0 0,1 0 0,0 0 0,-1 0 0,1 0 0,-1 0 0,1 0 0,1-1 0,12-1 0,-1-1 0,1-1 0,-1 0 0,28-12 0,54-32 0,-66 31 0,-4 2 0,26-13 0,-47 26 0,0 0 0,0 0 0,0 0 0,1 1 0,-1-1 0,0 1 0,10 0 0,-13 1 0,-1 0 0,1 0 0,0 1 0,-1-1 0,1 1 0,-1-1 0,1 1 0,-1 0 0,1-1 0,-1 1 0,1 0 0,-1 0 0,0 0 0,1 0 0,-1 0 0,0 1 0,0-1 0,0 0 0,0 1 0,0-1 0,0 0 0,0 1 0,0-1 0,-1 1 0,1-1 0,0 3 0,2 5 0,0-1 0,-1 1 0,2 14 0,-3-15 0,11 57-1365,-4-33-5461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52.7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2060 24575,'-1'0'0,"-1"0"0,0 0 0,0-1 0,1 1 0,-1-1 0,1 0 0,-1 1 0,0-1 0,1 0 0,-1 0 0,1 0 0,0 0 0,-1 0 0,1 0 0,0 0 0,-1-1 0,1 1 0,0 0 0,0-1 0,0 1 0,0-1 0,1 1 0,-2-3 0,0 0 0,1 1 0,-1-1 0,1 0 0,0 1 0,0-1 0,0 0 0,1 0 0,-1 0 0,1-5 0,1 0 0,1 0 0,0 0 0,0 1 0,1-1 0,0 1 0,1-1 0,0 1 0,0 0 0,1 1 0,6-10 0,7-6 0,38-38 0,-1 9 0,2 2 0,3 3 0,1 2 0,3 3 0,1 3 0,103-45 0,-74 45 0,2 5 0,1 3 0,2 5 0,134-18 0,253 1 0,-90 11 0,-288 18 0,173-45 0,-225 42 0,-2-4 0,0-1 0,74-43 0,142-105 0,-16 9 0,-26 38 0,-60 35 0,-117 59 0,-2-2 0,82-66 0,-110 80 0,-1-2 0,-1-1 0,0 0 0,-2-1 0,0-1 0,-2-1 0,0 0 0,12-29 0,-24 46 57,-1 0 0,0 0 0,0 0 0,0 0 0,0-9 0,-2 14-114,1-1 0,-1 1 0,0 0 0,0-1 0,0 1 0,0-1 0,0 1 0,-1 0 1,1-1-1,0 1 0,-1-1 0,1 1 0,-1 0 0,1 0 0,-1-1 0,0 1 0,1 0 1,-1 0-1,0 0 0,0-1 0,0 1 0,0 0 0,0 0 0,0 1 0,0-1 1,0 0-1,0 0 0,-1 0 0,-1 0 0,-7-3-6769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8:53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0 111 24575,'4'0'0,"0"-1"0,0 0 0,-1-1 0,1 1 0,0-1 0,-1 0 0,0 1 0,1-1 0,4-5 0,8-3 0,11-4 0,4-3 0,42-17 0,-63 31 0,-1 0 0,0 0 0,1 0 0,-1 2 0,1-1 0,0 1 0,0 0 0,-1 1 0,16 2 0,-20-2 20,-1 1 0,0 0 0,0 1 1,0-1-1,0 1 0,0 0 0,0-1 0,0 2 0,-1-1 0,1 0 0,-1 1 0,1 0 0,-1 0 0,0 0 0,0 0 0,3 4 1,-1 0-235,-1 0 1,0 0 0,0 0-1,-1 1 1,0-1 0,0 1-1,2 12 1,2 16-6613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33.6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181 177 24575,'-27'-27'0,"27"27"0,0 0 0,-1 0 0,1 0 0,0 0 0,0 0 0,0 0 0,-1 0 0,1 0 0,0 0 0,0 0 0,0 0 0,-1 0 0,1 0 0,0 1 0,0-1 0,0 0 0,0 0 0,-1 0 0,1 0 0,0 0 0,0 0 0,0 1 0,0-1 0,-1 0 0,1 0 0,0 0 0,0 0 0,0 1 0,0-1 0,0 0 0,0 0 0,0 0 0,0 1 0,0-1 0,0 0 0,0 0 0,0 0 0,0 1 0,0-1 0,0 0 0,0 0 0,0 1 0,-4 13 0,4-12 0,-28 184 0,19-108 0,-33 128 0,-7-75 0,37-101 0,11-29 0,1-1 0,-1 1 0,1 0 0,-1 0 0,1 0 0,-1 0 0,1-1 0,0 1 0,0 0 0,-1 0 0,1 0 0,0 0 0,0 0 0,0 0 0,0 0 0,0 0 0,0 0 0,0 0 0,1 0 0,-1-1 0,0 1 0,0 0 0,1 0 0,-1 0 0,0 0 0,1 0 0,-1 0 0,1-1 0,-1 1 0,1 0 0,0 0 0,-1-1 0,1 1 0,0 0 0,-1-1 0,1 1 0,0-1 0,0 1 0,-1-1 0,1 1 0,0-1 0,0 0 0,0 1 0,0-1 0,0 0 0,0 0 0,1 1 0,5-1 0,1 1 0,-1-1 0,1 0 0,14-3 0,-14 2 0,149-21 0,111-11 0,107 20 0,257-26 0,-605 36 0,48-10 0,-68 12 0,1-1 0,-1 0 0,0-1 0,-1 0 0,1 0 0,0 0 0,9-7 0,-14 8 0,0 0 0,0 0 0,-1 0 0,1 0 0,0 0 0,-1 0 0,0-1 0,0 1 0,1 0 0,-1-1 0,0 1 0,-1-1 0,1 1 0,0-1 0,-1 1 0,0-1 0,1-3 0,-1-6 0,0 0 0,-3-20 0,0 4 0,3-9 0,3-1 0,0 1 0,15-56 0,-11 62 0,-1-1 0,-2 0 0,0 0 0,-3-1 0,-2-39 0,1 68 0,-1 1 0,1-1 0,-1 1 0,0-1 0,0 1 0,0-1 0,-1 1 0,1-1 0,-1 1 0,0 0 0,0 0 0,0 0 0,0 0 0,0 0 0,-1 0 0,-4-3 0,1 2 0,0 0 0,-1 0 0,1 1 0,-1 0 0,1 0 0,-1 1 0,-12-3 0,-22-4 0,-2 2 0,-46-2 0,-89 3 0,141 6 0,-692 6 0,694-5 0,20-2 0,-1 2 0,0 0 0,0 0 0,1 2 0,-1 0 0,1 1 0,-16 5 0,30-9-40,1 1 0,-1-1 0,0 0 0,1 1-1,-1-1 1,0 0 0,1 1 0,-1-1 0,1 1 0,-1-1 0,1 1-1,-1-1 1,1 1 0,-1 0 0,1-1 0,-1 1 0,1 0-1,-1-1 1,1 1 0,0 0 0,0-1 0,-1 1 0,1 0 0,0-1-1,0 1 1,0 0 0,0 0 0,0-1 0,0 1 0,0 0-1,0 0 1,0-1 0,0 3 0,5 8-6786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33.9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 0 24575,'-3'0'0,"-3"0"0,-1 3 0,-2 3 0,0 4 0,3 3 0,1 1 0,2 5 0,-1 1 0,0 3 0,0 0 0,2 2 0,0-1 0,1-1 0,1-6-8191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34.3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184 303 24575,'4'-6'0,"0"1"0,-1-1 0,0 0 0,0-1 0,-1 1 0,1 0 0,-1-1 0,-1 1 0,1-1 0,0-10 0,-2 16 0,0-1 0,1 0 0,-1 0 0,0 0 0,0 1 0,0-1 0,-1 0 0,1 0 0,0 1 0,-1-1 0,1 0 0,-1 1 0,1-1 0,-1 0 0,0 1 0,0-1 0,0 1 0,0-1 0,0 1 0,0-1 0,0 1 0,0 0 0,0 0 0,-1 0 0,1-1 0,0 1 0,-1 0 0,1 0 0,-1 1 0,0-1 0,1 0 0,-1 0 0,0 1 0,1-1 0,-1 1 0,0 0 0,1-1 0,-1 1 0,0 0 0,-2 0 0,-3 0 0,0 0 0,0 1 0,-1 0 0,1 0 0,0 1 0,0-1 0,0 2 0,-10 3 0,8-2 0,0 1 0,1 0 0,0 0 0,0 1 0,0-1 0,1 2 0,-10 9 0,15-13 0,0-1 0,0 0 0,0 1 0,0-1 0,0 1 0,1 0 0,-1-1 0,1 1 0,0 0 0,0 0 0,0 0 0,0 0 0,0 0 0,1 0 0,-1 0 0,1 0 0,0 0 0,0 0 0,0 0 0,0 0 0,1 0 0,-1 1 0,1-1 0,0 0 0,0 0 0,2 5 0,-1-5 0,0-1 0,0 0 0,0 1 0,0-1 0,0 0 0,0 0 0,1 0 0,-1-1 0,1 1 0,-1 0 0,1-1 0,0 0 0,0 0 0,0 1 0,-1-2 0,1 1 0,0 0 0,0-1 0,0 1 0,0-1 0,0 0 0,0 0 0,0 0 0,0 0 0,4-1 0,3 0 0,0-1 0,0 1 0,0-2 0,0 0 0,0 0 0,11-6 0,-9 3 0,-1-1 0,1-1 0,-2 0 0,1 0 0,-1-1 0,0-1 0,-1 1 0,0-1 0,-1-1 0,0 0 0,0 0 0,-1-1 0,5-12 0,-3 5 0,-1-1 0,-1 0 0,0 0 0,-2-1 0,0 0 0,-1 0 0,1-27 0,-9 113 0,3-1 0,9 85 0,1-109-1365,-3-28-5461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34.7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1 178 24575,'7'-10'0,"7"-5"0,-8 16 0,-2 12 0,-3 10 0,0-1 0,-2 25 0,0-27 0,0 0 0,2 0 0,3 22 0,0-31 0,0-20 0,3-25 0,-7 29 0,9-83 0,2-12 0,-9 86 0,2 0 0,-1 0 0,1 1 0,12-24 0,-15 34 0,0 0 0,0 1 0,1-1 0,-1 1 0,1-1 0,0 1 0,-1 0 0,1 0 0,0-1 0,0 2 0,1-1 0,-1 0 0,0 0 0,1 1 0,-1-1 0,1 1 0,-1 0 0,1-1 0,0 1 0,0 1 0,-1-1 0,1 0 0,0 1 0,4-1 0,-3 1 0,0 1 0,0-1 0,0 1 0,0 0 0,0 1 0,0-1 0,0 1 0,-1-1 0,1 1 0,-1 0 0,1 1 0,-1-1 0,0 1 0,1-1 0,-2 1 0,6 6 0,-2-4 0,-1 1 0,-1 1 0,1-1 0,-1 1 0,0-1 0,-1 1 0,1 0 0,3 12 0,-7-17 0,1 1 0,-1-1 0,1 1 0,-1-1 0,0 0 0,0 1 0,0-1 0,0 1 0,0-1 0,0 0 0,-1 1 0,1-1 0,-1 0 0,0 1 0,0-1 0,0 0 0,0 0 0,0 0 0,0 0 0,0 1 0,-1-2 0,1 1 0,-1 0 0,0 0 0,1 0 0,-1-1 0,0 1 0,0-1 0,0 1 0,0-1 0,-3 2 0,-3 0-227,1 0-1,-1 0 1,1-1-1,-1 0 1,-10 2-1,-12 0-6598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0.4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366 15 24575,'1'1'0,"0"-1"0,0 0 0,0 0 0,-1 1 0,1-1 0,0 1 0,0-1 0,-1 1 0,1-1 0,0 1 0,-1-1 0,1 1 0,0-1 0,-1 1 0,1 0 0,-1 0 0,1-1 0,-1 1 0,1 0 0,-1 0 0,0-1 0,1 1 0,-1 0 0,1 1 0,5 23 0,-5-23 0,2 19 0,-1 1 0,0 0 0,-2-1 0,-2 34 0,-19 89 0,14-100 0,-107 533 0,64-390 0,-75 187 0,96-307 0,12-28 0,-11 39 0,27-77 0,1 0 0,0-1 0,-1 1 0,1 0 0,0 0 0,0 0 0,0 0 0,0 0 0,0 0 0,0 0 0,0 0 0,0 0 0,0-1 0,0 1 0,0 0 0,0 0 0,1 0 0,-1 0 0,0 0 0,1 0 0,-1-1 0,1 1 0,-1 0 0,1 0 0,-1 0 0,1-1 0,-1 1 0,1 0 0,0-1 0,0 1 0,-1-1 0,1 1 0,0-1 0,0 1 0,-1-1 0,1 1 0,0-1 0,0 0 0,0 1 0,0-1 0,0 0 0,0 0 0,1 0 0,4 1 0,1 0 0,0-1 0,0 0 0,12-2 0,-13 1 0,855-46-384,1 53-141,-603-2 480,-255-4 45,270 0-63,-196-4 32,115-20 0,-180 22 121,0-1 0,1-1 0,-1 0 0,-1 0 0,14-8 0,-23 11-73,-1 0 0,1-1 1,-1 1-1,1-1 1,-1 0-1,0 1 0,0-1 1,1 0-1,-1-1 1,-1 1-1,1 0 0,0 0 1,-1-1-1,1 1 1,-1-1-1,1 1 0,-1-1 1,0 0-1,0 1 1,-1-1-1,1 0 1,0 0-1,-1 0 0,0 0 1,0 0-1,0 1 1,0-1-1,0 0 0,0 0 1,-1-3-1,-7-21-17,-16-41 0,-5-16 0,10-2 0,4-1 0,4-1 0,0-158 0,40-131 0,-12 208 0,-8 95 0,-4 39 0,-2 0 0,-1-66 0,-3 98 0,1 0 0,-1-1 0,1 1 0,-1 0 0,0 0 0,0 0 0,0 0 0,-1 0 0,1 0 0,-1 0 0,0 1 0,1-1 0,-1 0 0,0 1 0,-3-3 0,1 1 0,0 1 0,-1 0 0,1 0 0,-1 1 0,1-1 0,-1 1 0,0 0 0,-8-3 0,-7 1 0,-1 0 0,1 1 0,-38 0 0,42 2 0,-539 2-638,-1 29-442,403-20 871,-399 29-162,4 29-29,535-66 422,7-2 39,0 1 0,0 0 0,0 0 1,1 1-1,-1-1 0,0 1 1,1 1-1,-11 4 0,16-7-45,0 1 1,0-1-1,0 0 0,-1 0 0,1 0 1,0 0-1,0 1 0,0-1 1,-1 0-1,1 0 0,0 0 0,0 1 1,0-1-1,0 0 0,-1 0 0,1 1 1,0-1-1,0 0 0,0 0 1,0 1-1,0-1 0,0 0 0,0 0 1,0 1-1,0-1 0,0 0 0,0 1 1,0-1-1,0 0 0,0 0 0,0 1 1,0-1-1,0 0 0,0 0 1,0 1-1,1-1 0,-1 0 0,0 0 1,0 1-1,13 8 550,17 0-159,10 0-1371,2-1-5762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1.0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116 162 24575,'4'-1'0,"0"-1"0,0 1 0,0-1 0,0 0 0,0 0 0,0 0 0,6-4 0,-1 0 0,40-18 0,-36 18 0,0-1 0,0 1 0,0-2 0,-1 0 0,18-15 0,-29 22 0,0 0 0,0 1 0,0-1 0,0 0 0,-1 0 0,1 0 0,0 1 0,0-1 0,-1 0 0,1 0 0,-1 0 0,1 0 0,-1 0 0,1 0 0,-1 0 0,0 0 0,1 0 0,-1-1 0,0 1 0,0 0 0,0 0 0,0 0 0,0 0 0,0 0 0,0 0 0,-1-2 0,1 2 0,-1-1 0,0 1 0,0 0 0,-1-1 0,1 1 0,0 0 0,0 0 0,0 0 0,-1 0 0,1 0 0,-1 1 0,1-1 0,-1 0 0,1 1 0,-3-2 0,-6-1 0,0 1 0,0 0 0,-1 1 0,-15-1 0,13 2 0,1 1 0,0 1 0,-1 0 0,1 1 0,0 0 0,0 1 0,1 0 0,-1 1 0,1 0 0,0 1 0,0 0 0,1 1 0,-11 9 0,16-12 0,0 0 0,0 1 0,0 0 0,1 0 0,0 0 0,0 1 0,1-1 0,-1 1 0,1 0 0,0 0 0,-3 9 0,5-10 0,0 0 0,0 0 0,1 0 0,-1 1 0,1-1 0,0 0 0,1 0 0,-1 0 0,1 1 0,0-1 0,0 0 0,1 0 0,-1 0 0,1 0 0,0-1 0,3 7 0,-1-6 0,0 1 0,0-1 0,1 1 0,-1-1 0,1 0 0,0-1 0,0 1 0,1-1 0,-1 0 0,1 0 0,0-1 0,0 0 0,0 0 0,1 0 0,-1-1 0,1 0 0,-1 0 0,1 0 0,0-1 0,0 0 0,-1-1 0,9 1 0,-3-1 0,-1 0 0,0-1 0,0 0 0,0-1 0,0 0 0,0 0 0,-1-2 0,1 1 0,-1-1 0,1 0 0,-1-1 0,18-12 0,-21 11 0,0-1 0,0 0 0,0 1 0,-1-2 0,-1 1 0,1-1 0,-1 0 0,0 0 0,-1 0 0,0-1 0,0 0 0,-1 0 0,0 0 0,0 0 0,-1 0 0,-1 0 0,1-1 0,-2 1 0,1-1 0,-1 1 0,0-1 0,-3-11 0,4 34 0,0 3 0,1 1 0,4 19 0,-3-24-105,1-1 0,0 0 0,1 0 0,0 0 0,1-1 0,0 0 0,0 0 0,1 0 0,1-1 0,0 0 0,0 0 0,10 8 0,0-3-6721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1.6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0 162 24575,'1'-82'0,"14"172"0,-14-152 0,1 89 0,10 36 0,-1 0 0,-8-46 0,33 289 0,-52-599 0,15 254 0,-1 1 0,5-39 0,-2 67 0,0-1 0,1 1 0,0 0 0,1 0 0,0 0 0,0 0 0,1 0 0,8-14 0,-11 22 0,1 0 0,-1 0 0,0 0 0,1 0 0,0 0 0,-1 0 0,1 0 0,0 1 0,0-1 0,0 0 0,0 1 0,0 0 0,0-1 0,0 1 0,0 0 0,1 0 0,-1 0 0,0 1 0,1-1 0,-1 0 0,1 1 0,-1 0 0,1-1 0,-1 1 0,1 0 0,-1 0 0,1 0 0,-1 1 0,1-1 0,-1 1 0,0-1 0,1 1 0,-1 0 0,0 0 0,1 0 0,-1 0 0,3 2 0,2 1 0,-1 1 0,1 0 0,-1 0 0,0 0 0,-1 1 0,1-1 0,-1 1 0,0 1 0,-1-1 0,7 13 0,-7-13 0,-1 1 0,0-1 0,-1 1 0,0 0 0,0 0 0,0 0 0,-1 0 0,0 0 0,0 1 0,-1-1 0,0 0 0,0 0 0,-1 1 0,0-1 0,0 0 0,-1 0 0,1 0 0,-2 0 0,1 0 0,-1-1 0,0 1 0,0-1 0,-1 1 0,0-1 0,0 0 0,0 0 0,-1-1 0,-6 6 0,-11 11-1365,2-5-5461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2.1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1 116 24575,'2'0'0,"0"0"0,0 1 0,0-1 0,0 1 0,0-1 0,0 1 0,0 0 0,0 0 0,0 0 0,0 0 0,-1 0 0,1 0 0,0 1 0,-1-1 0,1 1 0,-1-1 0,1 1 0,-1-1 0,0 1 0,1 0 0,-1 0 0,0-1 0,1 4 0,3 7 0,0 0 0,7 22 0,-3-5 0,33 63 0,-23-52 0,-1 0 0,19 67 0,-32-89 0,-3-10 0,0 0 0,0 0 0,1 14 0,-5-23 0,-4-10 0,-5-16 0,-6-40 0,-12-100 0,6-71 0,23 232 0,0 1 0,0-1 0,0 1 0,0-1 0,1 1 0,0 0 0,2-8 0,-3 12 0,1 1 0,-1-1 0,0 0 0,1 0 0,-1 1 0,1-1 0,-1 0 0,1 0 0,-1 1 0,1-1 0,-1 0 0,1 1 0,0-1 0,0 1 0,-1-1 0,1 1 0,0-1 0,0 1 0,-1 0 0,3-1 0,-2 1 0,1 0 0,-1 0 0,1 0 0,-1 0 0,1 0 0,-1 0 0,1 1 0,-1-1 0,1 1 0,-1-1 0,0 1 0,1 0 0,-1-1 0,0 1 0,1 0 0,1 1 0,20 14 0,-1 1 0,-1 1 0,0 1 0,-1 0 0,-1 2 0,23 32 0,-39-50 0,-1 1 0,0-1 0,0 1 0,0 0 0,-1 0 0,1 0 0,-1 0 0,0 0 0,0 0 0,0 0 0,-1 0 0,0 0 0,1 0 0,-2 7 0,1-8 0,-1 0 0,0 0 0,0 0 0,0 0 0,0-1 0,-1 1 0,1 0 0,-1 0 0,0-1 0,1 1 0,-1-1 0,0 0 0,-1 0 0,1 1 0,0-1 0,-1-1 0,1 1 0,-1 0 0,1-1 0,-5 3 0,-29 11-1365,-1-4-5461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2.9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22 24575,'-31'-8'0,"23"4"0,22 4 0,465 30 0,0-33 0,-382 0 0,266-19 0,-336 16-1365,-11 1-5461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3.2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12 24575,'0'-1'0,"0"1"0,0 0 0,0 0 0,-1 0 0,1 0 0,0-1 0,0 1 0,0 0 0,-1 0 0,1 0 0,0-1 0,0 1 0,0 0 0,0 0 0,0-1 0,0 1 0,0 0 0,0-1 0,0 1 0,0 0 0,0 0 0,-1-1 0,2 1 0,-1 0 0,0 0 0,0-1 0,0 1 0,0 0 0,0 0 0,0-1 0,0 1 0,0 0 0,0 0 0,0-1 0,0 1 0,1 0 0,-1 0 0,0-1 0,0 1 0,0 0 0,0 0 0,1 0 0,-1-1 0,0 1 0,0 0 0,1 0 0,-1 0 0,0 0 0,0 0 0,1 0 0,-1-1 0,0 1 0,0 0 0,1 0 0,-1 0 0,0 0 0,0 0 0,1 0 0,-1 0 0,0 0 0,0 0 0,1 0 0,-1 0 0,0 0 0,1 1 0,20-2 0,-2 5 0,-1 1 0,1 0 0,-2 1 0,1 1 0,20 11 0,80 53 0,-108-64 0,0 0 0,-1 1 0,0-1 0,0 2 0,14 18 0,-21-25 0,0 1 0,0 0 0,0 0 0,0 0 0,-1 0 0,1 1 0,-1-1 0,0 0 0,0 1 0,0-1 0,-1 0 0,1 1 0,-1-1 0,0 1 0,0-1 0,0 1 0,0-1 0,0 1 0,-1-1 0,0 1 0,1-1 0,-1 0 0,-1 1 0,1-1 0,-2 3 0,-1 1 38,-1 0 0,0 0 0,0-1 0,0 0-1,-1 0 1,0-1 0,0 1 0,-11 6 0,-6 2-781,-28 14 1,46-26 521,-59 29-6605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4.6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1511 1 24575,'-218'18'0,"95"-5"0,-177 10 0,-395 40 0,666-60 0,13-2 0,1 1 0,0 0 0,-1 1 0,1 0 0,0 2 0,-27 10 0,42-14 6,-1-1 0,0 0 1,1 0-1,-1 1 0,0-1 0,1 0 0,-1 1 0,1-1 0,-1 0 0,1 1 0,-1-1 0,1 1 0,-1-1 1,1 1-1,-1-1 0,1 1 0,0-1 0,-1 1 0,1-1 0,0 1 0,-1 0 0,1-1 0,0 1 1,0 0-1,0-1 0,-1 1 0,1 1 0,1-2 3,-1 1 1,1 0-1,0-1 1,-1 1-1,1 0 1,0-1-1,-1 1 1,1-1-1,0 0 1,-1 1-1,1-1 1,0 1-1,0-1 1,0 0-1,0 0 1,-1 1-1,2-1 1,40 5-1717,-26-5-5119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5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228 1 24575,'-5'3'0,"0"1"0,0-1 0,1 1 0,0 0 0,-8 9 0,12-12 0,-20 19 0,0 0 0,-2-1 0,0-1 0,-1-1 0,-41 23 0,61-39 0,1 0 0,0 0 0,0 0 0,0 1 0,0-1 0,0 1 0,0-1 0,-3 4 0,6 3 0,13 0 0,4-1 0,-1 0 0,1 1 0,-1 1 0,-1 1 0,1 0 0,-2 1 0,23 19 0,-9-1-1365,-4-2-5461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5.7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24575,'7'1'0,"-1"0"0,0 0 0,0 1 0,0-1 0,-1 2 0,1-1 0,5 3 0,9 4 0,1021 412-445,-323-127 188,-455-187 257,-230-97 211,-32-10-208,-1 0 0,0 0 1,1 0-1,-1 0 0,1 0 1,-1 1-1,1-1 0,-1 0 1,1-1-1,-1 1 0,0 0 1,1 0-1,-1 0 0,1 0 1,-1 0-1,1 0 0,-1 0 1,0-1-1,1 1 0,-1 0 1,0 0-1,1-1 0,0 1 0,-1-1-48,0 1 0,0-1-1,0 0 1,-1 0-1,1 1 1,0-1 0,0 0-1,0 1 1,0-1-1,-1 1 1,1-1 0,0 0-1,-1 1 1,1-1-1,0 1 1,-1-1 0,1 0-1,-1 1 1,1-1-1,-2 0 1,-8-11-6781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6.1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19 24575,'0'-1'0,"-1"1"0,1 0 0,0 0 0,-1 0 0,1 0 0,-1-1 0,1 1 0,-1 0 0,1 0 0,-1-1 0,1 1 0,0 0 0,-1-1 0,1 1 0,0 0 0,-1-1 0,1 1 0,0 0 0,-1-1 0,1 1 0,0-1 0,0 1 0,0-1 0,-1 1 0,1-1 0,0 1 0,0-1 0,0 1 0,0-1 0,0 0 0,0 1 0,0 0 0,0 0 0,-1 0 0,1-1 0,0 1 0,0 0 0,0 0 0,0 0 0,0-1 0,0 1 0,0 0 0,0 0 0,0 0 0,0-1 0,0 1 0,0 0 0,0 0 0,0 0 0,0-1 0,0 1 0,1 0 0,-1 0 0,0 0 0,0 0 0,0-1 0,0 1 0,0 0 0,0 0 0,0 0 0,1 0 0,-1-1 0,0 1 0,0 0 0,0 0 0,0 0 0,1 0 0,-1 0 0,0 0 0,0 0 0,0-1 0,1 1 0,-1 0 0,0 0 0,0 0 0,0 0 0,1 0 0,-1 0 0,0 0 0,0 0 0,0 0 0,1 0 0,-1 0 0,0 0 0,0 0 0,0 0 0,1 1 0,-1-1 0,0 0 0,0 0 0,0 0 0,1 0 0,12 10 0,0 0 0,0 1 0,-1 0 0,0 1 0,-1 1 0,-1 0 0,0 0 0,0 1 0,-1 0 0,-1 0 0,-1 1 0,0 0 0,-1 1 0,0 0 0,-1 0 0,-1 0 0,-1 0 0,2 24 0,-5-34 15,0 0 0,-1 0 0,1 1 0,-2-1 0,1 0 0,-1 0 0,0 0 0,0-1 0,0 1 0,-1 0 0,0-1 0,0 1 0,0-1 0,-1 0 0,0 0 0,0 0 0,0-1 0,-1 1 0,1-1 0,-1 0 0,-9 5 0,-9 5-251,0-1 0,-1 0 0,-44 14 0,37-15-515,1 1-6075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7.3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17 129 24575,'4'-3'0,"-1"-1"0,0 2 0,0-1 0,0 0 0,0 0 0,1 1 0,3-3 0,-5 5 0,-1-1 0,0 1 0,0 0 0,1-1 0,-1 1 0,0 0 0,0 0 0,1 0 0,-1 0 0,0 0 0,1 0 0,-1 0 0,0 0 0,0 1 0,1-1 0,-1 0 0,0 1 0,0-1 0,0 1 0,1-1 0,-1 1 0,0 0 0,0-1 0,0 1 0,1 1 0,2 2 0,0 0 0,-1 0 0,1 1 0,-1 0 0,0-1 0,0 1 0,0 0 0,-1 0 0,0 1 0,0-1 0,0 0 0,0 1 0,0 8 0,2 11 0,1 40 0,-5-63 0,1 56 0,-4 0 0,-14 94 0,-41 111 0,41-201 0,-14 68 0,30-128 0,1-1 0,-1 1 0,1-1 0,0 1 0,-1-1 0,1 1 0,0 0 0,0-1 0,0 1 0,0-1 0,1 1 0,-1 0 0,0-1 0,1 1 0,-1-1 0,1 1 0,0-1 0,-1 1 0,1-1 0,0 1 0,0-1 0,0 0 0,0 0 0,0 1 0,2 0 0,0 0 0,0-1 0,0 0 0,1 0 0,-1 0 0,0 0 0,1 0 0,-1-1 0,1 0 0,-1 1 0,1-1 0,3-1 0,639 18-179,-196 12-1035,355 19-35,-1-32 373,-761-17 929,-3 2 237,-1-2 1,0-2-1,52-10 0,-89 12-167,1 1 1,-1-1-1,0 0 1,1 0 0,-1 0-1,0 0 1,0 0-1,0 0 1,0-1 0,3-2-1,-4 4-100,-1-1-1,0 1 1,1-1-1,-1 1 1,0-1-1,0 1 1,0-1-1,1 0 1,-1 1-1,0-1 1,0 0-1,0 1 1,0-1-1,0 1 1,0-1-1,0 0 1,0 1-1,0-1 1,-1 1-1,1-1 1,0 0-1,0 1 1,0-1-1,-1 1 1,1-1-1,0 1 1,-1-1-1,1 0 1,0 1-1,-1 0 1,1-1-1,-1 1 1,1-1-1,-1 1 1,1-1-1,-1 1 1,1 0-1,-1-1 1,1 1-1,-1 0 1,-1-1-1,-9-7-22,-1 0 0,2 0 0,-17-15 0,24 19 0,-1-1 0,0 1 0,1-1 0,0 0 0,0 0 0,1 0 0,-1 0 0,1 0 0,-2-8 0,-2-11 0,1 0 0,2 1 0,-2-34 0,6-75 0,1 31 0,-3 56 0,-1 1 0,-2 0 0,-2 0 0,-21-74 0,22 102 0,-1 0 0,0 1 0,-1-1 0,-1 2 0,0-1 0,-1 1 0,0 0 0,-1 1 0,-1 0 0,0 1 0,-1 0 0,0 0 0,-1 1 0,0 1 0,-26-15 0,7 9 0,-1 2 0,0 1 0,-1 1 0,-1 2 0,0 1 0,-37-3 0,-221-11 0,240 20 0,-372-4-399,-666 73 0,1021-59 394,-44 5-18,-146 34-1,258-45-12,-8 1-201,0 1-1,1 0 1,-1 0-1,-14 8 0,11-1-5879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7.6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24575,'18'0'0,"-1"2"0,1 0 0,0 1 0,-1 0 0,0 2 0,0 0 0,0 1 0,-1 1 0,18 9 0,266 156-1222,-295-168 1079,20 11-6683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7.8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224 0 24575,'-3'3'0,"-6"6"0,-4 5 0,-6 5 0,-5 4 0,-4 5 0,-2 2 0,1 2 0,2 1 0,4 1 0,5-7-8191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8.1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155 65 24575,'3'-4'0,"1"1"0,-1-1 0,0 1 0,0-1 0,0 0 0,2-5 0,-5 8 0,1 0 0,-1 0 0,0 1 0,0-1 0,1 0 0,-1 0 0,0 0 0,0 0 0,0 1 0,0-1 0,0 0 0,0 0 0,0 0 0,0 0 0,-1 0 0,1 1 0,0-1 0,0 0 0,-1 0 0,1 0 0,0 1 0,-1-1 0,1 0 0,-1 1 0,1-1 0,-1 0 0,1 1 0,-1-1 0,0 0 0,1 1 0,-1-1 0,0 1 0,1-1 0,-1 1 0,0 0 0,0-1 0,0 1 0,1 0 0,-1-1 0,0 1 0,0 0 0,-1 0 0,-5-2 0,1 1 0,-1 0 0,0 0 0,0 1 0,1 0 0,-1 0 0,0 1 0,0 0 0,1 0 0,-1 0 0,0 1 0,1 0 0,0 0 0,-1 1 0,1 0 0,0 0 0,0 0 0,-10 8 0,15-10 0,0 0 0,1 0 0,-1 0 0,0 0 0,1 0 0,-1 0 0,0 0 0,1 0 0,-1 0 0,1 0 0,0 0 0,-1 0 0,1 0 0,0 0 0,0 0 0,0 1 0,0-1 0,0 0 0,0 0 0,0 0 0,0 0 0,0 0 0,0 1 0,1-1 0,-1 0 0,0 0 0,1 0 0,-1 0 0,1 0 0,-1 0 0,1 0 0,0 0 0,-1 0 0,1 0 0,0 0 0,0 0 0,-1-1 0,1 1 0,0 0 0,2 0 0,3 5 0,2-1 0,-1 0 0,0 0 0,9 3 0,-12-6 0,3 1 0,0 1 0,0 1 0,0-1 0,-1 1 0,0 0 0,0 0 0,11 13 0,-16-17 0,0 1 0,0 0 0,1 0 0,-1 0 0,-1-1 0,1 1 0,0 0 0,0 1 0,-1-1 0,1 0 0,-1 0 0,0 0 0,1 0 0,-1 0 0,0 0 0,0 0 0,0 1 0,-1-1 0,1 0 0,0 0 0,-1 0 0,0 0 0,1 0 0,-1 0 0,0 0 0,0 0 0,0 0 0,0 0 0,0-1 0,-1 1 0,1 0 0,-1-1 0,1 1 0,-4 2 0,-4 3-136,0 0-1,-1-1 1,0 0-1,0 0 1,-1-1-1,0-1 1,0 1-1,0-2 0,-13 3 1,4 0-6690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8.4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 24575,'16'-3'0,"-15"2"0,0 1 0,-1-1 0,1 1 0,0 0 0,0 0 0,0-1 0,-1 1 0,1 0 0,0 0 0,0 0 0,0 0 0,0 0 0,-1 0 0,1 0 0,0 0 0,0 0 0,0 0 0,0 1 0,-1-1 0,1 0 0,0 0 0,0 1 0,-1-1 0,1 1 0,0-1 0,0 0 0,-1 1 0,1 0 0,-1-1 0,1 1 0,0-1 0,-1 1 0,1 0 0,-1-1 0,1 1 0,0 1 0,30 56 0,-24-43 0,1-1 0,0 0 0,1 0 0,13 15 0,-16-22 0,0 0 0,1-1 0,0 1 0,1-1 0,-1-1 0,14 8 0,-19-12 0,0 0 0,0 0 0,0 0 0,1 0 0,-1 0 0,0-1 0,1 1 0,-1-1 0,0 0 0,1 1 0,-1-1 0,0 0 0,1 0 0,-1-1 0,1 1 0,-1 0 0,0-1 0,1 0 0,-1 1 0,0-1 0,0 0 0,0 0 0,0 0 0,0-1 0,0 1 0,0 0 0,0-1 0,0 1 0,0-1 0,-1 0 0,3-2 0,1-3 38,0 0 0,0 0-1,-1-1 1,0 0 0,0 0-1,-1 0 1,0 0 0,2-11-1,11-70-1379,-14 81 980,1-17-6464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8.8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179 141 24575,'3'-2'0,"-1"0"0,0-1 0,0 1 0,0-1 0,0 0 0,0 0 0,-1 0 0,1 0 0,-1 0 0,0 0 0,0 0 0,0 0 0,0 0 0,-1-1 0,1 1 0,-1 0 0,1 0 0,-1-1 0,-1 1 0,1 0 0,0-1 0,-1 1 0,1 0 0,-3-6 0,1 5 0,1 0 0,-1 1 0,0-1 0,0 1 0,-1-1 0,1 1 0,-1 0 0,0 0 0,0 0 0,0 0 0,0 1 0,0-1 0,0 1 0,-1-1 0,1 1 0,-1 1 0,0-1 0,1 0 0,-1 1 0,-4-2 0,4 3 0,0-1 0,0 1 0,1 0 0,-1 0 0,0 0 0,0 0 0,1 1 0,-1 0 0,0-1 0,1 1 0,-1 1 0,1-1 0,-1 0 0,1 1 0,-1 0 0,1 0 0,0 0 0,0 0 0,0 0 0,0 1 0,0-1 0,1 1 0,-1 0 0,1 0 0,-3 3 0,-1 2 0,1 0 0,0 0 0,0 0 0,1 0 0,0 0 0,1 1 0,0 0 0,0 0 0,-2 10 0,5-15 0,-1 1 0,0 0 0,1-1 0,0 1 0,0-1 0,0 1 0,1-1 0,0 1 0,0-1 0,0 1 0,0-1 0,3 7 0,-3-9 0,0 0 0,1-1 0,-1 1 0,1 0 0,0 0 0,-1-1 0,1 1 0,0-1 0,0 1 0,0-1 0,0 0 0,0 0 0,0 0 0,0 0 0,0 0 0,1 0 0,-1 0 0,0-1 0,1 1 0,-1-1 0,0 0 0,1 0 0,-1 0 0,0 0 0,4 0 0,-3 0 0,1-1 0,-1 1 0,0-1 0,0 0 0,0 0 0,0 0 0,-1 0 0,1 0 0,0 0 0,0-1 0,-1 1 0,1-1 0,-1 0 0,1 0 0,-1 0 0,0 0 0,1 0 0,-1-1 0,2-2 0,2-4 0,0-1 0,-1-1 0,8-19 0,-9 20 0,0 1 0,1-1 0,9-14 0,-14 24 0,0 0 0,0-1 0,1 1 0,-1 0 0,0-1 0,0 1 0,1 0 0,-1 0 0,0-1 0,0 1 0,1 0 0,-1 0 0,0 0 0,1-1 0,-1 1 0,0 0 0,1 0 0,-1 0 0,1 0 0,-1 0 0,0 0 0,1-1 0,-1 1 0,0 0 0,1 0 0,-1 0 0,1 0 0,-1 1 0,0-1 0,1 0 0,-1 0 0,0 0 0,1 0 0,-1 0 0,0 0 0,1 0 0,-1 1 0,0-1 0,1 0 0,-1 0 0,0 1 0,1-1 0,-1 0 0,0 0 0,0 1 0,1-1 0,-1 0 0,0 1 0,0-1 0,0 0 0,1 1 0,-1-1 0,0 0 0,0 1 0,0-1 0,0 1 0,9 23 0,-9-23 0,9 47 219,-8-38-378,0 0 1,1 0-1,0 0 1,1 0 0,0-1-1,1 1 1,-1-1 0,2 0-1,9 15 1,-4-12-6668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29.3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 61 24575,'0'0'0,"1"0"0,0 0 0,-1 0 0,1 0 0,-1 0 0,1-1 0,-1 1 0,0 0 0,1 0 0,-1-1 0,1 1 0,-1 0 0,1 0 0,-1-1 0,0 1 0,1 0 0,-1-1 0,0 1 0,1-1 0,-1 1 0,0-1 0,1 1 0,-1 0 0,0-1 0,0 1 0,0-1 0,1 1 0,-1-1 0,0 1 0,0-1 0,0 1 0,0-1 0,0 1 0,0-1 0,0 1 0,0-1 0,0 1 0,0-1 0,0 0 0,0 1 0,0-1 0,-1 1 0,1 0 0,0-1 0,0 1 0,-1-1 0,1 0 0,-13-23 0,12 23 0,0-1 0,-1 1 0,1-1 0,-1 1 0,0 0 0,1 0 0,-1-1 0,0 1 0,0 1 0,0-1 0,0 0 0,0 0 0,0 1 0,0-1 0,0 1 0,0-1 0,0 1 0,0 0 0,0 0 0,-4 0 0,3 1 0,0 0 0,0 0 0,0 0 0,0 0 0,1 1 0,-1-1 0,0 1 0,0-1 0,1 1 0,-1 0 0,1 0 0,-4 4 0,1-1 0,1 1 0,-1 0 0,1 0 0,0 0 0,0 1 0,0-1 0,1 1 0,0 0 0,1 0 0,-1 0 0,0 8 0,2-12 0,1 1 0,-1-1 0,1 1 0,0 0 0,0-1 0,0 1 0,1 0 0,0-1 0,-1 1 0,1-1 0,2 6 0,-2-8 0,0 1 0,0-1 0,0 0 0,0 1 0,0-1 0,0 0 0,0 0 0,1 0 0,-1 0 0,0 0 0,1-1 0,-1 1 0,0 0 0,1 0 0,-1-1 0,1 1 0,-1-1 0,1 0 0,-1 1 0,1-1 0,-1 0 0,1 0 0,0 0 0,-1 0 0,1 0 0,-1 0 0,1 0 0,2-1 0,2 0 0,-1-1 0,0 1 0,0-1 0,0 0 0,0 0 0,0 0 0,0-1 0,-1 0 0,1 0 0,-1 0 0,0 0 0,0-1 0,0 1 0,0-1 0,-1 0 0,1-1 0,-1 1 0,5-9 0,-3 4 0,-1 0 0,0 0 0,0-1 0,-1 0 0,-1 1 0,1-1 0,-1 0 0,1-20 0,-6 156-1365,3-85-5461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30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2740 1306 24575,'1'-3'0,"-1"0"0,1 0 0,0 0 0,0 0 0,0 0 0,1 0 0,-1 0 0,1 0 0,2-3 0,-2 3 0,0-1 0,0 1 0,-1-1 0,1 0 0,2-7 0,-4 8 0,0 0 0,0 1 0,0-1 0,0 0 0,-1 0 0,1 0 0,-1 1 0,0-1 0,0 0 0,0 1 0,0-1 0,0 1 0,0-1 0,-1 1 0,1 0 0,-1-1 0,0 1 0,0 0 0,0 0 0,0 0 0,0 0 0,0 1 0,-5-4 0,-5-3 0,-1 0 0,-1 1 0,-16-7 0,18 9 0,-336-123 0,196 76 0,-994-401-822,1124 443 822,-760-362 0,753 358 60,-2-1 96,0-2 1,1-1-1,-50-39 0,77 52-91,10 9 114,12 8-1651,-7 0-5354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30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418 50 24575,'-6'-1'0,"0"1"0,0-2 0,1 1 0,-11-4 0,-4-1 0,-27-5 0,-1 2 0,1 2 0,-1 2 0,-81 3 0,127 2 0,1 0 0,-1 0 0,1 0 0,-1 0 0,1 0 0,-1 0 0,0 1 0,1-1 0,-1 0 0,1 1 0,-1 0 0,1-1 0,0 1 0,-1 0 0,1-1 0,0 1 0,-1 0 0,1 0 0,0 0 0,0 0 0,0 0 0,0 1 0,0-1 0,0 0 0,0 0 0,0 1 0,0-1 0,-1 3 0,2-1 0,0 0 0,0 0 0,0 0 0,0-1 0,1 1 0,-1 0 0,1 0 0,0-1 0,0 1 0,0 0 0,0-1 0,0 1 0,0-1 0,1 1 0,2 3 0,64 91 0,26 43 0,-77-108-1365,-2-4-5461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31.2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24575,'2'95'0,"5"0"0,19 104 0,10-17 0,22 127 0,-27 3 0,-31-252-1365,-2-11-5461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31.6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44 24575,'13'-14'0,"-10"10"0,-1 1 0,1-1 0,1 1 0,-1 0 0,7-5 0,-9 7 0,1 1 0,-1-1 0,0 0 0,1 1 0,-1-1 0,0 1 0,1 0 0,-1 0 0,1-1 0,-1 1 0,1 0 0,-1 0 0,1 0 0,-1 0 0,1 1 0,-1-1 0,0 0 0,1 1 0,-1-1 0,1 0 0,-1 1 0,3 1 0,2 2 0,-1 1 0,1 0 0,-1-1 0,0 2 0,0-1 0,-1 1 0,1-1 0,-1 1 0,0 1 0,-1-1 0,5 10 0,-3-5 0,0-1 0,1-1 0,11 14 0,-14-19 0,0-1 0,1 1 0,-1-1 0,1 0 0,0 0 0,0 0 0,0-1 0,0 1 0,1-1 0,-1 0 0,1 0 0,-1-1 0,1 1 0,-1-1 0,1 0 0,0 0 0,0-1 0,8 1 0,-8-2 0,0 1 0,0-1 0,1-1 0,-1 1 0,0-1 0,0 0 0,-1 0 0,1 0 0,0-1 0,-1 1 0,1-1 0,-1 0 0,0-1 0,0 1 0,0-1 0,6-8 0,-4 6 0,-1-1 0,0 0 0,0 0 0,-1 0 0,1-1 0,-2 0 0,1 0 0,-1 0 0,0 0 0,-1 0 0,0-1 0,1-9 0,-3 14 342,0 6-2049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32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6 24575,'1'0'0,"-1"-1"0,0 1 0,0 0 0,0 0 0,0 0 0,0 0 0,0 0 0,0-1 0,0 1 0,0 0 0,0 0 0,0 0 0,0 0 0,0 0 0,0-1 0,0 1 0,0 0 0,0 0 0,0 0 0,-1 0 0,1 0 0,0-1 0,0 1 0,0 0 0,0 0 0,0 0 0,0 0 0,0 0 0,0 0 0,0 0 0,-1-1 0,1 1 0,0 0 0,0 0 0,0 0 0,0 0 0,0 0 0,-1 0 0,1 0 0,0 0 0,0 0 0,0 0 0,0 0 0,0 0 0,-1 0 0,1 0 0,0 0 0,0 0 0,-3 9 0,6 7 0,1 0 0,11 30 0,-1-3 0,122 587 0,-124-565 0,21 198 342,-31-206-911,-2-1 0,-12 94 0,9-128-6257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32.2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4 24575,'-2'-3'0,"-2"2"0,3 4 0,2 4 0,3 4 0,2 2 0,1 0 0,0-4-8191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35.6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149 55 24575,'0'-1'0,"-1"0"0,0 1 0,1-1 0,-1 0 0,0 1 0,1-1 0,-1 1 0,0-1 0,0 1 0,0 0 0,0-1 0,1 1 0,-1 0 0,0-1 0,0 1 0,0 0 0,0 0 0,0 0 0,0 0 0,0 0 0,1 0 0,-1 0 0,0 0 0,0 0 0,-1 1 0,0 0 0,0 0 0,0 0 0,0 0 0,0 0 0,1 1 0,-1-1 0,0 0 0,1 1 0,-1-1 0,-1 4 0,-3 3 0,0 1 0,1 0 0,-5 13 0,-6 17 0,-16 70 0,21-69 0,5-19 0,3-12 0,0 1 0,0 0 0,1 0 0,-1 11 0,6-23 0,-1 0 0,1 0 0,-1 0 0,1 0 0,-1 0 0,3-6 0,78-133 0,-61 99 0,2 1 0,48-63 0,-69 100 0,0 1 0,0-1 0,0 1 0,1 0 0,-1 0 0,1 0 0,0 1 0,5-4 0,-7 5 0,-1 1 0,1-1 0,0 1 0,-1 0 0,1 0 0,-1-1 0,1 1 0,0 0 0,-1 0 0,1 0 0,-1 0 0,1 1 0,-1-1 0,1 0 0,0 1 0,-1-1 0,1 1 0,-1 0 0,0-1 0,1 1 0,-1 0 0,1 0 0,-1 0 0,0 0 0,0 0 0,1 0 0,0 1 0,6 8-143,-1-1-1,0 1 0,0 0 1,-1 1-1,0 0 1,-1 0-1,4 13 1,-8-21-74,15 36-6609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37.0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260 174 24575,'1'-10'0,"0"-1"0,1 1 0,0-1 0,5-14 0,-4 16 0,-1 1 0,1-1 0,-2 0 0,1 1 0,-1-1 0,-1-15 0,0 22 0,0 1 0,0 0 0,0 0 0,0-1 0,-1 1 0,1 0 0,0 0 0,-1 0 0,1-1 0,-1 1 0,1 0 0,-1 0 0,0 0 0,0 0 0,1 0 0,-1 0 0,0 0 0,0 0 0,0 1 0,0-1 0,0 0 0,-2-1 0,1 2 0,0-1 0,0 0 0,0 1 0,0 0 0,0-1 0,0 1 0,0 0 0,0 0 0,-1 0 0,1 0 0,0 0 0,-2 1 0,-5 1 0,0 1 0,1 0 0,-1 0 0,1 1 0,-10 5 0,6-2 0,0 1 0,0 1 0,1 0 0,0 1 0,1 0 0,0 1 0,1 0 0,-15 22 0,14-18 0,1 1 0,1 0 0,0 1 0,1 0 0,1 1 0,-8 34 0,12-38 0,0 0 0,1 0 0,0-1 0,1 1 0,0 0 0,1 0 0,1 0 0,0-1 0,7 20 0,-6-23 0,1-1 0,0 1 0,0-1 0,1-1 0,0 1 0,1-1 0,0 0 0,0 0 0,1 0 0,0-1 0,0 0 0,1-1 0,15 11 0,-14-11 0,1 0 0,0-2 0,0 1 0,0-1 0,0 0 0,0-1 0,1-1 0,0 1 0,-1-2 0,1 1 0,0-1 0,0-1 0,0 0 0,0-1 0,-1 0 0,1 0 0,0-1 0,0-1 0,-1 0 0,0 0 0,15-7 0,-12 3 0,0 0 0,-1 0 0,1-1 0,-2-1 0,1 0 0,-1-1 0,-1 0 0,0 0 0,0-1 0,-1 0 0,0-1 0,-1 0 0,0 0 0,-1-1 0,9-22 0,-9 14 0,-1 1 0,-1-1 0,-1 1 0,0-1 0,-2-1 0,1-27 0,-3 35 0,-1 1 0,0 0 0,-1 0 0,0 0 0,-1 0 0,0 0 0,-1 0 0,-1 1 0,0-1 0,0 1 0,-10-14 0,12 22 22,0-1-1,-1 1 0,0 0 1,0 0-1,0 0 0,0 0 1,0 1-1,-1-1 0,1 1 1,-1 1-1,0-1 0,0 0 1,0 1-1,0 0 0,-8-1 1,6 1-178,0 1 1,-1 0 0,1 1 0,0 0 0,-1 0 0,1 0 0,0 1-1,-1 0 1,1 1 0,-14 4 0,-13 8-6671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37.5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179 19 24575,'-1'9'0,"1"-1"0,-2 1 0,1-1 0,-1 0 0,0 1 0,-7 13 0,-25 48 0,10-25 0,8-10 0,-10 17 0,-26 79 0,51-127 0,-1 2 0,1 0 0,-1 0 0,1 0 0,0 0 0,0 7 0,1-11 0,0-1 0,0 0 0,0 0 0,0 1 0,0-1 0,1 0 0,-1 0 0,0 1 0,1-1 0,-1 0 0,1 0 0,0 0 0,-1 0 0,1 1 0,0-1 0,0 0 0,-1 0 0,1 0 0,0-1 0,0 1 0,0 0 0,0 0 0,0 0 0,0-1 0,1 1 0,-1-1 0,0 1 0,0-1 0,0 1 0,1-1 0,0 1 0,12 1 0,0-1 0,0 0 0,0-1 0,1 0 0,-1-2 0,0 1 0,14-5 0,28-1 0,68 3 0,-23 2 0,-99 1 0,0 1 0,1 0 0,-1-1 0,0 1 0,0-1 0,1 1 0,-1-1 0,0 0 0,0 0 0,0 0 0,0 0 0,0-1 0,0 1 0,0 0 0,0-1 0,-1 1 0,1-1 0,-1 0 0,1 0 0,-1 1 0,1-1 0,-1 0 0,0 0 0,0 0 0,0 0 0,0-1 0,0 1 0,-1 0 0,1 0 0,0-3 0,1-8 0,-1 1 0,0-1 0,0 1 0,-3-20 0,1 8 0,1-10 0,0-12 0,-6-46 0,4 80 0,0-1 0,0 1 0,-1 0 0,-1 1 0,0-1 0,-1 0 0,0 1 0,-12-19 0,15 27 34,-1-1 1,1 1-1,-1 0 0,0 0 0,0 1 0,0-1 0,0 0 0,-1 1 0,-3-2 1,6 3-99,-1 0 1,1 1 0,-1-1 0,1 1 0,0-1-1,-1 1 1,1 0 0,-1-1 0,1 1 0,-1 0-1,1 0 1,-1 0 0,1 0 0,-1 0-1,1 0 1,-1 1 0,1-1 0,-1 0 0,1 1-1,-1-1 1,1 1 0,0 0 0,-1-1 0,1 1-1,0 0 1,-3 2 0,-6 8-6763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39.2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24575,'1'0'0,"0"1"0,0-1 0,0 0 0,0 1 0,0-1 0,0 1 0,0-1 0,-1 1 0,1-1 0,0 1 0,0-1 0,-1 1 0,1 0 0,0 0 0,-1-1 0,1 1 0,-1 0 0,1 0 0,-1 0 0,1-1 0,-1 1 0,0 0 0,1 2 0,7 22 0,21 190 0,-17-106 0,90 736 0,-75-529 0,-25-299-1365,2-6-5461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39.6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1 124 24575,'0'1'0,"0"-1"0,0 1 0,0 0 0,0 0 0,0-1 0,1 1 0,-1 0 0,0 0 0,0-1 0,1 1 0,-1 0 0,0-1 0,1 1 0,-1 0 0,1-1 0,-1 1 0,1-1 0,-1 1 0,1-1 0,-1 1 0,1-1 0,1 1 0,16 19 0,-2 2 0,-14-18 0,0-1 0,1 0 0,-1 1 0,1-1 0,0 0 0,0 0 0,5 4 0,-7-7 0,0 0 0,0 1 0,0-1 0,0 0 0,0 1 0,0-1 0,0 0 0,0 0 0,0 0 0,0 0 0,0 0 0,1 0 0,-1 0 0,0 0 0,0-1 0,0 1 0,0 0 0,0-1 0,0 1 0,0 0 0,0-1 0,0 0 0,0 1 0,0-1 0,0 1 0,0-1 0,-1 0 0,1 0 0,0 1 0,0-1 0,-1 0 0,1 0 0,0-1 0,16-19 0,-2-1 0,0-1 0,21-44 0,-1 2 0,-34 64 54,-1 3 63,-4 10 54,-4 15-1878,-3 0-5119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41.8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1125 24575,'1'-58'0,"-2"-61"0,-1 109 0,0 0 0,0 1 0,-1-1 0,-5-11 0,4 11 0,0-1 0,-4-21 0,2-9 0,1 0 0,1-76 0,8 80 0,1 1 0,1 0 0,17-50 0,45-102 0,-61 171 0,1 0 0,0 1 0,1 0 0,11-15 0,-14 23 0,1 0 0,-1 1 0,2 0 0,-1 0 0,1 1 0,0 0 0,0 0 0,17-9 0,11-4 0,-16 8 0,1 1 0,31-10 0,-30 13 0,-1 1 0,45-5 0,-54 10 0,-1 1 0,1 0 0,-1 1 0,0 0 0,1 1 0,-1 0 0,20 7 0,271 81 0,36 14 0,-31-11 0,-36-13 0,-211-61 0,2-2 0,115 15 0,-163-29-1365,-3 1-5461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42.1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21 24575,'-1'0'0,"0"0"0,-1 0 0,1-1 0,0 1 0,0-1 0,0 1 0,0-1 0,0 1 0,0-1 0,0 0 0,0 1 0,1-1 0,-1 0 0,0 0 0,0 0 0,0 0 0,0 0 0,0 0 0,1 0 0,-1 0 0,0 0 0,0 1 0,0-1 0,1 0 0,-1 1 0,0-1 0,0 1 0,0-1 0,0 1 0,0-1 0,-2 0 0,3 2 0,0-1 0,0 0 0,-1 1 0,1-1 0,0 0 0,0 1 0,0-1 0,0 0 0,0 1 0,0-1 0,0 0 0,0 1 0,0-1 0,0 0 0,0 1 0,0-1 0,0 0 0,0 1 0,0-1 0,0 0 0,0 1 0,0-1 0,1 0 0,-1 1 0,0-1 0,0 0 0,0 1 0,0-1 0,1 0 0,-1 0 0,0 1 0,0-1 0,1 0 0,7 14 0,-3-8 0,2 3 0,0 1 0,-1 0 0,0 1 0,0-1 0,7 22 0,-12-29 0,0 0 0,0 1 0,-1-1 0,0 1 0,1-1 0,-1 1 0,-1-1 0,1 1 0,0-1 0,-1 1 0,0-1 0,0 0 0,0 1 0,0-1 0,0 0 0,-1 0 0,1 1 0,-1-1 0,0 0 0,0-1 0,0 1 0,0 0 0,-1-1 0,1 1 0,-4 2 0,-7 5-273,0 0 0,-1 0 0,0-2 0,-28 13 0,4-4-6553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43.2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221 34 24575,'0'-1'0,"0"0"0,0-1 0,0 1 0,0 0 0,0 0 0,-1 0 0,1 0 0,0-1 0,-1 1 0,1 0 0,-1 0 0,1 0 0,-1 0 0,0 0 0,1 0 0,-1 0 0,0 0 0,0 0 0,0 1 0,0-1 0,0 0 0,-1-1 0,-1 1 0,0 0 0,1-1 0,-1 1 0,0 1 0,0-1 0,0 0 0,0 1 0,-6-1 0,-3 1 0,0 0 0,0 1 0,-19 4 0,21-2 0,0 0 0,0 0 0,0 1 0,1 0 0,-1 0 0,-13 10 0,21-12 0,-1-1 0,1 1 0,0 0 0,0 0 0,0 0 0,0 0 0,1 0 0,-1 0 0,1 0 0,-1 1 0,1-1 0,0 0 0,-2 4 0,3-4 0,0 0 0,-1-1 0,1 1 0,0 0 0,0 0 0,1 0 0,-1-1 0,0 1 0,0 0 0,1 0 0,-1 0 0,1-1 0,0 1 0,-1 0 0,1-1 0,0 1 0,0-1 0,0 1 0,0-1 0,0 1 0,1-1 0,0 2 0,7 5 0,1 0 0,-1-1 0,1-1 0,1 1 0,-1-1 0,1-1 0,0 0 0,12 4 0,-5-2 0,30 17 0,-47-24 0,0 1 0,1-1 0,-1 1 0,0 0 0,0-1 0,0 1 0,0 0 0,0 0 0,0-1 0,0 1 0,0 0 0,0 0 0,-1 0 0,1 0 0,0 0 0,-1 1 0,1-1 0,0 0 0,-1 0 0,0 0 0,1 2 0,-1-2 0,0 0 0,-1 0 0,1-1 0,-1 1 0,1 0 0,-1-1 0,0 1 0,1 0 0,-1-1 0,1 1 0,-1-1 0,0 1 0,0-1 0,1 1 0,-1-1 0,0 1 0,0-1 0,0 0 0,1 0 0,-1 1 0,0-1 0,-1 0 0,-9 2 0,-1 0 0,1-1 0,-15 0 0,1-1-1365,2 0-5461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43.6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14 140 24575,'12'-8'0,"0"0"0,0 0 0,17-16 0,1-1 0,-30 25 0,32-28 0,-31 27 0,0 0 0,-1 1 0,1-1 0,0 0 0,0 0 0,0 0 0,-1 0 0,1 0 0,0 0 0,-1 0 0,1 0 0,-1 0 0,1 0 0,-1 0 0,1 0 0,-1 0 0,0 0 0,0 0 0,0-1 0,1 1 0,-1 0 0,0 0 0,0 0 0,-1-1 0,1 1 0,0 0 0,0 0 0,0 0 0,-1 0 0,0-2 0,0 2 0,0 1 0,0-1 0,0 1 0,0-1 0,0 1 0,0 0 0,0-1 0,0 1 0,0 0 0,0 0 0,0 0 0,0 0 0,0 0 0,0 0 0,0 0 0,0 0 0,0 0 0,0 1 0,0-1 0,0 0 0,0 1 0,0-1 0,0 0 0,0 1 0,-1 0 0,-27 16 0,27-15 0,-11 7 0,1 0 0,0 0 0,-11 13 0,20-19 0,0-1 0,1 2 0,-1-1 0,0 0 0,1 0 0,0 1 0,0-1 0,0 1 0,0-1 0,1 1 0,-1 0 0,1 0 0,0 0 0,0 0 0,1 0 0,-1 7 0,1-10 0,0 0 0,0 0 0,0 0 0,0 1 0,0-1 0,1 0 0,-1 0 0,0 0 0,1 0 0,-1 0 0,1 0 0,-1 0 0,1 0 0,0 0 0,-1 0 0,1 0 0,0 0 0,0 0 0,0 0 0,-1 0 0,1-1 0,0 1 0,0 0 0,2 0 0,-1 0 0,0-1 0,0 1 0,1-1 0,-1 0 0,0 0 0,0 1 0,0-2 0,0 1 0,0 0 0,0 0 0,1-1 0,2 0 0,3-2 0,0 0 0,-1 0 0,0-1 0,0 0 0,0 0 0,8-7 0,-4 0 0,12-11 0,-22 21 0,0 0 0,0 0 0,0 1 0,0-1 0,0 0 0,0 1 0,0-1 0,0 1 0,0-1 0,0 1 0,1-1 0,-1 1 0,0 0 0,0 0 0,0-1 0,1 1 0,-1 0 0,2 0 0,-2 1 0,0 0 0,-1-1 0,1 1 0,0 0 0,0-1 0,0 1 0,-1 0 0,1 0 0,0 0 0,-1-1 0,1 1 0,-1 0 0,1 0 0,-1 0 0,0 0 0,1 0 0,-1 0 0,1 2 0,4 25 0,-2-13 0,8 19-1365,-5-19-5461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43.9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1 130 24575,'1'-8'0,"0"1"0,0 0 0,1 0 0,0 0 0,1 0 0,0 0 0,0 0 0,5-8 0,-8 15 0,0 0 0,0 0 0,0 0 0,0 0 0,0 0 0,0-1 0,0 1 0,0 0 0,0 0 0,0 0 0,1 0 0,-1 0 0,0 0 0,0-1 0,0 1 0,0 0 0,0 0 0,0 0 0,0 0 0,0 0 0,0 0 0,1 0 0,-1 0 0,0 0 0,0 0 0,0-1 0,0 1 0,0 0 0,1 0 0,-1 0 0,0 0 0,0 0 0,0 0 0,0 0 0,0 0 0,1 0 0,-1 0 0,0 0 0,0 0 0,0 0 0,0 0 0,0 0 0,1 0 0,-1 1 0,3 6 0,-2 14 0,-1-21 0,-1 239 0,-5-291 0,-1 12 0,5 15 0,0 1 0,0 0 0,3-37 0,-1 56 0,1 1 0,-1-1 0,1 0 0,0 0 0,1 0 0,-1 0 0,1 1 0,0-1 0,0 1 0,0-1 0,0 1 0,1 0 0,0 0 0,0 0 0,0 0 0,0 0 0,1 1 0,4-5 0,-6 7 0,0 0 0,0 0 0,0 0 0,0 0 0,0 0 0,1 0 0,-1 0 0,0 1 0,0-1 0,0 1 0,1 0 0,-1-1 0,0 1 0,1 0 0,-1 0 0,0 1 0,1-1 0,-1 0 0,0 1 0,0-1 0,0 1 0,1 0 0,-1 0 0,0 0 0,0 0 0,0 0 0,0 0 0,0 1 0,0-1 0,-1 0 0,1 1 0,0 0 0,2 3 0,-2-2 0,1 0 0,-1 0 0,0 0 0,0 1 0,0-1 0,0 1 0,-1 0 0,1-1 0,-1 1 0,0 0 0,0 0 0,0 0 0,-1 0 0,1 0 0,-1 0 0,0 0 0,0 0 0,-2 7 0,1-5-68,-1 0 0,-1-1-1,1 1 1,-1-1 0,0 0 0,0 0-1,0 0 1,-1 0 0,0-1 0,0 1-1,0-1 1,0 0 0,-1 0 0,0-1-1,0 1 1,0-1 0,0 0-1,0 0 1,-10 3 0,0-1-6758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44.4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 24575,'8'0'0,"-7"0"0,-1 0 0,1 0 0,0 0 0,0 0 0,-1-1 0,1 1 0,0 1 0,0-1 0,0 0 0,-1 0 0,1 0 0,0 0 0,0 1 0,-1-1 0,1 0 0,0 0 0,-1 1 0,1-1 0,0 1 0,-1-1 0,1 1 0,0-1 0,-1 1 0,1-1 0,-1 1 0,1-1 0,-1 1 0,1 0 0,-1-1 0,0 1 0,1 0 0,-1-1 0,0 1 0,1 0 0,-1 0 0,0-1 0,0 1 0,0 0 0,0 0 0,0 1 0,18 69 0,-18-71 0,0 1 0,0-1 0,0 0 0,0 0 0,0 0 0,1 0 0,-1 1 0,0-1 0,0 0 0,0 0 0,0 0 0,1 0 0,-1 1 0,0-1 0,0 0 0,0 0 0,1 0 0,-1 0 0,0 0 0,0 0 0,0 0 0,1 0 0,-1 0 0,0 0 0,0 0 0,1 0 0,-1 0 0,0 0 0,0 0 0,0 0 0,1 0 0,-1 0 0,0 0 0,0 0 0,1 0 0,-1 0 0,0 0 0,0 0 0,0 0 0,1 0 0,-1-1 0,0 1 0,0 0 0,0 0 0,0 0 0,1 0 0,-1 0 0,0-1 0,0 1 0,0 0 0,0 0 0,0 0 0,0-1 0,1 1 0,-1 0 0,0 0 0,0 0 0,0-1 0,0 1 0,0 0 0,0 0 0,0-1 0,9-16 0,-8 16 0,5-11 0,23-40 0,-28 49 0,1 1 0,-1 0 0,1 0 0,0 0 0,-1 0 0,1 0 0,0 0 0,0 0 0,0 1 0,1-1 0,-1 1 0,0 0 0,1-1 0,-1 1 0,1 0 0,-1 0 0,6-1 0,-5 3 0,-1 0 0,1-1 0,0 1 0,-1 0 0,1 1 0,-1-1 0,1 0 0,-1 1 0,0-1 0,0 1 0,1 0 0,-1 0 0,0 0 0,-1 0 0,1 0 0,0 0 0,2 5 0,-1-3 0,1 0 0,-1 0 0,0 0 0,1-1 0,4 4 0,16 8-1365,-14-8-5461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45.9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2768 1288 24575,'0'-33'0,"-1"1"0,-11-62 0,8 77 0,-1 0 0,-1 0 0,0 1 0,-1 0 0,0 0 0,-1 1 0,-13-18 0,-15-13 0,-2 2 0,-72-66 0,64 67 0,2-1 0,-42-57 0,77 90 0,-1 0 0,0 1 0,0 0 0,-1 0 0,0 2 0,0-1 0,-1 1 0,0 1 0,-1 0 0,-20-8 0,-13-1 0,-84-20 0,58 18 0,-396-120 0,-264-65 0,604 176 0,-2 6 0,-1 6 0,-142 1 0,261 14-341,-1 1 0,1 1-1,-15 3 1,12-2-6485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46.2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245 1 24575,'-1'4'0,"1"1"0,-1-1 0,0 1 0,0-1 0,-1 0 0,1 0 0,-1 0 0,0 0 0,0 0 0,0 0 0,-5 6 0,-34 38 0,35-41 0,-13 10 0,0 0 0,-1-2 0,-26 17 0,-17 12 0,63-43 0,-1-1 0,0 0 0,1 1 0,-1-1 0,1 1 0,-1-1 0,1 1 0,-1-1 0,1 1 0,0-1 0,-1 1 0,1-1 0,-1 1 0,1-1 0,0 1 0,0-1 0,-1 1 0,1 0 0,0-1 0,0 1 0,0 0 0,0-1 0,-1 1 0,1 0 0,0-1 0,0 1 0,1 0 0,-1 0 0,1 0 0,-1 0 0,1 0 0,0 0 0,-1-1 0,1 1 0,0 0 0,0-1 0,-1 1 0,1-1 0,0 1 0,0-1 0,0 1 0,0-1 0,0 1 0,1-1 0,8 3 0,1 0 0,19 2 0,-19-3 0,27 6-341,0 1 0,-1 3-1,64 28 1,-60-19-6485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46.9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48 24575,'-1'-1'0,"0"1"0,0-1 0,0 0 0,0 0 0,0 0 0,1 0 0,-1 0 0,0 0 0,1-1 0,-1 1 0,1 0 0,-1 0 0,1 0 0,-1-1 0,1 1 0,0 0 0,0 0 0,0-3 0,0 3 0,0 0 0,0 1 0,1-1 0,-1 0 0,0 0 0,1 0 0,-1 0 0,1 0 0,-1 1 0,1-1 0,-1 0 0,1 1 0,0-1 0,0 0 0,-1 1 0,1-1 0,0 0 0,0 1 0,1-1 0,1-1 0,0 1 0,1 0 0,-1-1 0,1 1 0,-1 1 0,1-1 0,0 0 0,-1 1 0,1 0 0,0 0 0,4 0 0,19 6 0,-1 0 0,0 2 0,35 15 0,-22-8 0,-37-14 0,0 0 0,0 0 0,0 1 0,0-1 0,0 0 0,0 1 0,0-1 0,0 1 0,-1-1 0,1 1 0,0 0 0,-1 0 0,0 0 0,1 0 0,-1 0 0,0 0 0,0 0 0,0 0 0,0 0 0,-1 0 0,1 1 0,0-1 0,-1 0 0,0 1 0,1-1 0,-1 0 0,0 1 0,-1 3 0,0 7 0,-1 0 0,0 0 0,-1 0 0,-4 13 0,0-2 0,1 3 0,-24 82 0,30-108 0,0-1 0,-1 1 0,1-1 0,0 1 0,0-1 0,0 1 0,0-1 0,-1 1 0,1-1 0,0 1 0,0-1 0,-1 1 0,1-1 0,0 0 0,-1 1 0,1-1 0,-1 1 0,1-1 0,0 0 0,-1 1 0,1-1 0,-1 0 0,1 0 0,-1 1 0,1-1 0,-1 0 0,1 0 0,-1 0 0,1 0 0,-1 0 0,1 1 0,-1-1 0,0 0 0,1 0 0,-1 0 0,1-1 0,-1 1 0,1 0 0,-1 0 0,1 0 0,-1 0 0,1 0 0,-1-1 0,1 1 0,-1 0 0,1 0 0,-1-1 0,1 1 0,-1 0 0,0-1 0,-25-26 0,15 14 0,2 5 0,-1 0 0,0 1 0,0 0 0,0 0 0,-1 1 0,0 1 0,-16-6 0,23 9 0,-1 0 0,1 1 0,-1-1 0,1 1 0,-1 0 0,0 1 0,0-1 0,1 1 0,-1 0 0,0 0 0,0 1 0,0-1 0,1 1 0,-1 0 0,0 0 0,1 1 0,-1-1 0,1 1 0,-1 0 0,1 0 0,-7 5 0,10-6 13,-1 0 0,1 0-1,0 1 1,-1-1-1,1 1 1,0-1 0,0 1-1,-1 0 1,1-1 0,1 1-1,-1 0 1,0-1 0,0 1-1,1 0 1,-1 0 0,1 0-1,-1 0 1,1 0-1,0 0 1,0 0 0,0 0-1,0 0 1,0 0 0,0-1-1,0 1 1,2 4 0,-1-3-127,0 0 0,1 0 0,-1 0 0,1 0 1,0 0-1,0 0 0,0 0 0,1 0 1,-1-1-1,1 1 0,-1-1 0,1 0 1,0 0-1,3 2 0,14 7-6712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47.5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26 24575,'0'-21'0,"0"17"0,0 14 0,-1 57 0,2 75 0,-1-141 0,0 1 0,0-1 0,0 0 0,1 0 0,-1 0 0,0 0 0,0 0 0,1 0 0,-1 1 0,0-1 0,1 0 0,-1 0 0,1 0 0,0 0 0,-1 0 0,1 0 0,0-1 0,-1 1 0,1 0 0,0 0 0,0 0 0,1 0 0,-1 0 0,0-1 0,0 0 0,1 0 0,-1 0 0,0 1 0,0-1 0,0 0 0,0-1 0,1 1 0,-1 0 0,0 0 0,0 0 0,0-1 0,0 1 0,0-1 0,0 1 0,2-2 0,5-2 0,-1-1 0,0 0 0,0 0 0,9-10 0,-7 5 0,1-1 0,10-16 0,5-7 0,-25 33 0,1 0 0,0 0 0,0 1 0,0-1 0,0 0 0,0 0 0,0 0 0,0 1 0,0-1 0,0 0 0,0 1 0,0-1 0,0 1 0,1-1 0,0 1 0,-1 0 0,0 0 0,-1 0 0,1 0 0,0 0 0,-1 0 0,1 0 0,0 0 0,-1 0 0,1 1 0,0-1 0,-1 0 0,1 1 0,0-1 0,-1 0 0,1 1 0,-1-1 0,1 1 0,-1-1 0,2 2 0,1 2 0,0 1 0,0-1 0,-1 1 0,1 0 0,2 9 0,3 5 0,-3-10 0,1 0 0,0 0 0,0-1 0,1 0 0,0 0 0,0 0 0,1-1 0,0 0 0,0 0 0,18 10 0,-23-15 0,1-1 0,-1 1 0,1 0 0,-1-1 0,1 0 0,0 1 0,0-2 0,-1 1 0,1 0 0,0-1 0,0 0 0,0 1 0,0-2 0,0 1 0,0 0 0,0-1 0,0 0 0,-1 0 0,1 0 0,0 0 0,-1 0 0,1-1 0,0 0 0,-1 0 0,0 0 0,1 0 0,-1 0 0,0-1 0,0 1 0,0-1 0,-1 0 0,4-4 0,-2 1 0,0 0 0,0 0 0,0-1 0,-1 1 0,0-1 0,0 0 0,-1 0 0,0 0 0,0 0 0,-1 0 0,0-1 0,0 1 0,-1 0 0,0-1 0,0 1 0,-1-8 0,0 10 0,1 0 0,-1 0 0,0 1 0,-1-1 0,1 0 0,-1 1 0,1-1 0,-2 1 0,1-1 0,0 1 0,-1 0 0,0 0 0,0 0 0,0 0 0,0 1 0,0-1 0,-1 1 0,0 0 0,0 0 0,1 0 0,-2 1 0,1-1 0,0 1 0,-1 0 0,-4-2 0,7 3-72,0 1 1,0-1-1,-1 1 0,1-1 0,0 1 0,0 0 0,-1 0 0,1 0 1,0 0-1,0 1 0,-1-1 0,1 0 0,0 1 0,0 0 0,0-1 1,0 1-1,0 0 0,-3 2 0,-6 4-6754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47.8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12 130 24575,'-6'-28'0,"5"25"0,0-1 0,0 1 0,0 0 0,1 0 0,-1-1 0,1-5 0,0 8 0,0-1 0,0 1 0,1 0 0,-1-1 0,1 1 0,-1 0 0,1-1 0,-1 1 0,1 0 0,0 0 0,0-1 0,0 1 0,0 0 0,0 0 0,0 0 0,0 0 0,0 0 0,0 0 0,0 0 0,2 0 0,2-2 0,0 1 0,1 0 0,-1 0 0,1 0 0,-1 1 0,1 0 0,0 0 0,-1 0 0,1 1 0,0-1 0,-1 2 0,7-1 0,-4 1 0,-1-1 0,1 0 0,0-1 0,-1 0 0,9-2 0,-15 3 0,-1 0 0,0 0 0,0 0 0,1 0 0,-1 0 0,0 0 0,0 0 0,1 0 0,-1 0 0,0 0 0,0-1 0,0 1 0,1 0 0,-1 0 0,0 0 0,0 0 0,0 0 0,0 0 0,1-1 0,-1 1 0,0 0 0,0 0 0,0 0 0,0-1 0,0 1 0,1 0 0,-1 0 0,0 0 0,0-1 0,0 1 0,0 0 0,0 0 0,0-1 0,0 1 0,0 0 0,0 0 0,0 0 0,0-1 0,0 1 0,-8-9 0,-12-2 0,19 11 0,0-1 0,0 1 0,0-1 0,0 1 0,0 0 0,0 0 0,0-1 0,0 1 0,0 0 0,0 0 0,0 0 0,0 0 0,0 0 0,0 0 0,0 1 0,0-1 0,0 0 0,0 0 0,0 1 0,0-1 0,0 1 0,0-1 0,-1 1 0,1 1 0,0-1 0,0 0 0,0 1 0,0-1 0,0 1 0,0-1 0,0 1 0,0-1 0,1 1 0,-1-1 0,1 1 0,-1 3 0,-1 6 0,1 1 0,1-1 0,1 19 0,-1-17 0,2 182-1365,-2-146-5461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49.2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1 722 24575,'6'-8'0,"0"0"0,0 0 0,-1-1 0,0 1 0,-1-1 0,5-12 0,11-20 0,-5 17 0,2 1 0,0 0 0,1 1 0,2 2 0,0 0 0,1 0 0,42-28 0,8 2 0,99-48 0,-87 54 0,2 4 0,1 4 0,94-22 0,-33 20 0,161-15 0,7 24 0,-274 26 0,0 1 0,0 2 0,-1 1 0,0 3 0,68 21 0,44 20 298,87 33-1961,-226-76-5163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49.5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1 24575,'9'8'0,"1"-1"0,0 0 0,0 0 0,0-1 0,1 0 0,14 5 0,-13-7 0,-1 1 0,0 1 0,-1 0 0,0 0 0,0 1 0,12 11 0,-20-16 0,0 0 0,0 0 0,0 0 0,-1 0 0,1 0 0,-1 1 0,1-1 0,-1 1 0,0-1 0,0 1 0,0 0 0,0-1 0,-1 1 0,1 0 0,-1-1 0,1 1 0,-1 0 0,0 5 0,-1-3 0,0-1 0,0 1 0,-1 0 0,1-1 0,-1 1 0,0-1 0,0 0 0,0 1 0,-1-1 0,-3 4 0,-4 4 0,1-1 0,-2-1 0,1 0 0,-1-1 0,-1 1 0,-16 9 0,-64 29-1365,64-34-5461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52.0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125 248 24575,'-2'0'0,"1"0"0,0-1 0,0 1 0,0 0 0,-1-1 0,1 1 0,0-1 0,0 1 0,0-1 0,0 0 0,0 1 0,0-1 0,0 0 0,0 0 0,0 1 0,0-1 0,0 0 0,1 0 0,-1 0 0,0 0 0,1 0 0,-1 0 0,1-1 0,-1 1 0,1 0 0,-1 0 0,1 0 0,-1-2 0,1 1 0,-1 0 0,1 0 0,0 0 0,-1 0 0,1 0 0,0 0 0,0 0 0,0 0 0,0 0 0,1 0 0,-1 0 0,0 0 0,1 0 0,0 0 0,-1 0 0,2-2 0,2 0 0,-1 0 0,1 0 0,0 0 0,0 0 0,0 1 0,1-1 0,0 1 0,-1 0 0,7-2 0,49-20 0,-44 19 0,53-20 0,114-48 0,-181 72 0,1 1 0,-1 0 0,0 0 0,0-1 0,0 0 0,0 1 0,-1-1 0,3-3 0,-4 5 0,0 0 0,0 0 0,0 0 0,0 0 0,0 0 0,0 0 0,0 0 0,0 0 0,0 0 0,0 0 0,0 0 0,0 0 0,0 0 0,0 0 0,0 0 0,0 0 0,0 0 0,0 0 0,0 0 0,0 0 0,0 0 0,0 0 0,0 0 0,0 0 0,0 0 0,0 0 0,0 0 0,0 0 0,0 0 0,-1 0 0,1-1 0,0 1 0,0 0 0,0 0 0,0 0 0,0 0 0,1 0 0,-1 0 0,0 0 0,0 0 0,0 0 0,0 0 0,0 0 0,0 0 0,0 0 0,0 0 0,0 0 0,0 0 0,0 0 0,-11 8 0,5-1 0,0-1 0,1 1 0,0 0 0,0 1 0,1-1 0,-1 1 0,2 0 0,-1 0 0,1 0 0,0 1 0,1-1 0,0 1 0,-1 14 0,0 10 0,1 0 0,4 41 0,1-44 0,1 0 0,8 31 0,-1-10 0,-10-30 0,-1-20 0,-1-1 0,1 1 0,0-1 0,0 1 0,0-1 0,-1 1 0,1-1 0,0 1 0,0-1 0,-1 1 0,1-1 0,0 0 0,-1 1 0,1-1 0,-1 0 0,1 1 0,0-1 0,-1 0 0,1 1 0,-1-1 0,0 0 0,-1 1 0,-1-1 0,1 0 0,0-1 0,0 1 0,-1 0 0,1-1 0,0 1 0,0-1 0,0 1 0,0-1 0,-1 0 0,1 0 0,0 0 0,-2-2 0,-15-6 0,0 0 0,-1 1 0,0 1 0,0 1 0,-1 0 0,1 2 0,-31-3 0,38 6 0,0 1 0,0 0 0,0 0 0,0 2 0,0-1 0,0 2 0,0 0 0,1 0 0,-1 1 0,1 1 0,0 0 0,0 0 0,-14 10 0,23-13-124,0 0 0,1 0 0,-1 0 0,0 1 0,1-1 0,-1 1-1,1 0 1,0-1 0,0 1 0,-3 6 0,0 5-6702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52.5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78 24575,'0'-4'0,"1"0"0,0 0 0,0 0 0,0 0 0,0 1 0,1-1 0,-1 0 0,1 1 0,0-1 0,0 1 0,4-5 0,-5 8 0,-1-1 0,0 1 0,0 0 0,0 0 0,1 0 0,-1 0 0,0 0 0,0 0 0,1 0 0,-1 0 0,0 0 0,0 0 0,1 0 0,-1 0 0,0 0 0,0 0 0,0 0 0,1 0 0,-1 0 0,0 0 0,0 0 0,0 1 0,1-1 0,-1 0 0,0 0 0,0 0 0,0 0 0,1 0 0,-1 0 0,0 1 0,0-1 0,0 0 0,0 0 0,0 0 0,1 1 0,-1-1 0,0 0 0,0 0 0,0 0 0,0 1 0,0-1 0,0 0 0,0 0 0,0 0 0,0 1 0,0-1 0,0 1 0,3 12 0,-3-13 0,2 34 0,-3 34 0,1 19 0,0-85 0,0-1 0,0 1 0,0-1 0,1 1 0,-1-1 0,0 1 0,0-1 0,1 1 0,-1-1 0,1 1 0,0-1 0,-1 0 0,1 1 0,0-1 0,0 0 0,-1 1 0,1-1 0,2 1 0,-3-2 0,1 1 0,0-1 0,0 0 0,-1 0 0,1 1 0,0-1 0,0 0 0,0 0 0,-1 0 0,1 0 0,0 0 0,0 0 0,0 0 0,0 0 0,-1-1 0,1 1 0,0 0 0,0 0 0,-1-1 0,1 1 0,0 0 0,0-1 0,0 0 0,4-2 0,0-1 0,0 0 0,-1 0 0,1 0 0,-1-1 0,0 0 0,4-5 0,7-15 0,-10 16 0,0 1 0,1-1 0,0 1 0,0 0 0,1 0 0,0 1 0,14-11 0,-21 17 0,1 1 0,0-1 0,-1 1 0,1-1 0,0 1 0,0 0 0,0 0 0,-1-1 0,1 1 0,0 0 0,0 0 0,0 0 0,-1 0 0,1 0 0,0 0 0,0 0 0,0 0 0,-1 0 0,1 0 0,0 0 0,0 1 0,0-1 0,-1 0 0,1 1 0,1-1 0,-1 2 0,1-1 0,0 0 0,-1 1 0,0-1 0,1 1 0,-1-1 0,0 1 0,0 0 0,0 0 0,2 2 0,1 6 0,0 1 0,6 22 0,-8-25 0,-1-4 0,1 1 0,-1-1 0,1 1 0,0-1 0,0 0 0,1 0 0,-1 0 0,1 0 0,0 0 0,0-1 0,0 1 0,6 4 0,-8-7 0,1 0 0,-1 0 0,1 0 0,0 0 0,0 0 0,0-1 0,-1 1 0,1 0 0,0-1 0,0 0 0,0 1 0,0-1 0,0 0 0,0 0 0,0 0 0,0 0 0,0 0 0,0 0 0,0-1 0,0 1 0,0-1 0,0 1 0,-1-1 0,1 0 0,0 0 0,0 0 0,-1 0 0,1 0 0,0 0 0,-1 0 0,1 0 0,1-2 0,3-3 0,0 0 0,-1-1 0,0 1 0,0-1 0,0 0 0,0 0 0,-1-1 0,-1 1 0,1-1 0,-1 0 0,0 0 0,-1 0 0,2-11 0,-3 13 0,0-1 0,0 1 0,-1 0 0,0-1 0,0 1 0,0 0 0,-1-1 0,0 1 0,0 0 0,-1 0 0,1 0 0,-1-1 0,-1 2 0,1-1 0,-1 0 0,0 0 0,0 1 0,-5-6 0,6 9-47,1 0 0,0 1 0,-1-1 0,1 1 0,-1-1 0,0 1 0,1 0 0,-1-1 0,0 1-1,0 0 1,0 0 0,0 0 0,0 1 0,0-1 0,0 0 0,0 1 0,0-1 0,0 1 0,0 0 0,0 0 0,0-1 0,0 1-1,-1 1 1,1-1 0,0 0 0,0 1 0,0-1 0,-3 1 0,-5 6-6779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9:52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38 123 24575,'-1'-1'0,"-1"1"0,0 0 0,0-1 0,1 1 0,-1-1 0,0 1 0,1-1 0,-1 0 0,1 0 0,-1 0 0,1 0 0,-1 0 0,1 0 0,0 0 0,-1 0 0,1-1 0,0 1 0,0 0 0,0-1 0,0 1 0,0-1 0,0 1 0,-1-3 0,2 2 0,-1 1 0,1 0 0,-1 0 0,1-1 0,-1 1 0,1 0 0,0-1 0,0 1 0,-1 0 0,1-1 0,0 1 0,0 0 0,0-1 0,1 1 0,-1 0 0,0-1 0,0 1 0,1 0 0,-1 0 0,1-1 0,-1 1 0,1 0 0,-1 0 0,1-1 0,0 1 0,0 0 0,0 0 0,-1 0 0,1 0 0,2-1 0,4-2 0,0 1 0,0 0 0,1 1 0,-1-1 0,1 1 0,0 1 0,-1-1 0,1 1 0,12 0 0,-9 1 0,0-2 0,0 1 0,17-6 0,-28 7 0,1 0 0,-1 0 0,1 0 0,-1 0 0,1 0 0,-1 0 0,1-1 0,-1 1 0,1 0 0,-1 0 0,1-1 0,-1 1 0,1 0 0,-1-1 0,0 1 0,1 0 0,-1-1 0,1 1 0,-1 0 0,0-1 0,0 1 0,1-1 0,-1 1 0,0-1 0,0 1 0,1-1 0,-1 0 0,0 0 0,-1 1 0,1-1 0,0 1 0,-1-1 0,1 1 0,-1-1 0,1 1 0,0-1 0,-1 1 0,1-1 0,-1 1 0,0-1 0,1 1 0,-1 0 0,1-1 0,-1 1 0,-1-1 0,-1 0 0,0 0 0,-1 0 0,1 0 0,-1 0 0,1 0 0,-1 1 0,-5-1 0,8 1 0,-1 1 0,1-1 0,-1 1 0,1 0 0,0-1 0,-1 1 0,1 0 0,0 0 0,-1 0 0,1 0 0,0 0 0,0 0 0,0 0 0,0 0 0,0 1 0,0-1 0,0 0 0,1 1 0,-1-1 0,0 0 0,1 1 0,-1-1 0,1 1 0,-1-1 0,1 1 0,0-1 0,-1 3 0,0 7 0,0-1 0,1 0 0,1 12 0,-1-10 0,2 196-1365,-1-169-5461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02.5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24575,'68'1'0,"-1"2"0,0 3 0,0 3 0,104 28 0,-136-25 0,0 0 0,-1 3 0,64 35 0,-75-35 0,-1 1 0,0 0 0,0 2 0,-2 1 0,-1 0 0,18 23 0,-21-21 0,-2 1 0,0 0 0,-1 0 0,-2 2 0,0-1 0,-2 1 0,0 1 0,-2 0 0,0 0 0,3 33 0,-7-34 0,-1 1 0,-1-1 0,-2 1 0,0-1 0,-1 1 0,-2-1 0,0 0 0,-2 0 0,0 0 0,-20 43 0,7-27 0,-2-1 0,-2 0 0,-1-2 0,-2-1 0,-55 59 0,71-86 0,0-1 0,0 0 0,-1 0 0,0-1 0,0 0 0,-1-1 0,-18 7 0,21-10-1365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02.9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96 2 24575,'-2'-2'0,"-3"8"0,-3 8 0,-9 24 0,2 0 0,2 1 0,2 1 0,-12 76 0,22-114 0,1 0 0,-1 0 0,1 1 0,0-1 0,0 0 0,0 0 0,0 1 0,1-1 0,-1 0 0,1 0 0,-1 0 0,1 1 0,0-1 0,0 0 0,0 0 0,1 2 0,-1-3 0,1 1 0,-1-1 0,1 0 0,0 0 0,-1 1 0,1-1 0,0-1 0,0 1 0,0 0 0,0 0 0,0-1 0,0 1 0,0-1 0,0 1 0,0-1 0,0 0 0,0 0 0,3 0 0,158-5 0,-149 3-1365,-3-2-5461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03.5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438 32 24575,'4'-4'0,"9"-12"0,-16 10 0,-11 1 0,1 5 0,1 0 0,-1 0 0,1 1 0,0 1 0,0 0 0,-18 5 0,-20 4 0,-107 5 0,86-10 0,21-3 0,49-3 0,1 0 0,0 0 0,-1 1 0,1-1 0,0 0 0,0 0 0,-1 0 0,1 0 0,0 0 0,0 0 0,0 1 0,-1-1 0,1 0 0,0 0 0,0 0 0,0 1 0,-1-1 0,1 0 0,0 0 0,0 1 0,0-1 0,0 0 0,0 0 0,0 1 0,-1-1 0,1 0 0,0 0 0,0 1 0,0-1 0,0 0 0,0 1 0,0-1 0,0 0 0,0 1 0,5 14 0,11 13 0,-15-27 0,139 201-1365,-130-185-5461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10.1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 24575,'29'-6'0,"-26"5"0,0 0 0,-1 0 0,1 1 0,0-1 0,0 0 0,0 1 0,0 0 0,-1 0 0,1 0 0,0 0 0,0 0 0,0 1 0,3 0 0,4 4 0,-1 0 0,0 0 0,0 1 0,-1 0 0,1 0 0,-1 1 0,-1 0 0,0 1 0,9 10 0,3 2 0,133 131-1365,-135-132-5461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10.3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231 8 24575,'0'-3'0,"-3"0"0,-3 2 0,-1 4 0,-2 5 0,-5 4 0,-3 4 0,-1 4 0,0 2 0,-3 2 0,0 1 0,0 2 0,1-1 0,2 1 0,3-1 0,2-6 0,3-6-8191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10.7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30 24575,'27'-18'0,"-11"8"0,-17 8 0,-6 3 0,-9 2 0,8-1 0,0 2 0,0-1 0,0 1 0,0 0 0,1 1 0,-10 7 0,15-11 0,1 0 0,0 0 0,0 1 0,-1-1 0,1 0 0,0 0 0,0 1 0,0-1 0,0 0 0,1 1 0,-1-1 0,0 1 0,0 0 0,1-1 0,-1 1 0,1-1 0,0 1 0,-1 0 0,1-1 0,0 1 0,0 0 0,0-1 0,0 1 0,0 0 0,0-1 0,1 1 0,-1 0 0,1-1 0,-1 1 0,1-1 0,-1 1 0,1-1 0,0 1 0,0-1 0,0 1 0,0-1 0,0 1 0,0-1 0,0 0 0,2 2 0,6 5 0,0-1 0,0 0 0,0 0 0,14 6 0,-15-8 0,1 0 0,-1 0 0,0 1 0,0 0 0,-1 0 0,11 12 0,-17-17 10,0 0-1,0 0 1,-1 0-1,1 0 1,0 0-1,-1 0 1,1 0-1,-1 0 1,1 0-1,-1 0 1,1 1-1,-1-1 1,0 0-1,0 0 0,0 1 1,1-1-1,-1 0 1,0 0-1,-1 0 1,1 1-1,0-1 1,0 0-1,0 0 1,-1 1-1,1-1 1,0 0-1,-1 0 1,0 0-1,1 0 1,-1 0-1,1 0 1,-1 0-1,0 0 1,0 0-1,-1 1 1,0 1-153,-1-1 1,0 0 0,0 0 0,0 0-1,0-1 1,-1 1 0,1-1 0,0 0 0,-1 1-1,1-1 1,-4 0 0,-12 2-6684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11.0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26 24575,'1'11'0,"0"0"0,0 0 0,1 0 0,0-1 0,1 1 0,1-1 0,-1 0 0,2 1 0,8 15 0,-9-19 0,0-1 0,1 1 0,-1-1 0,1 0 0,0 0 0,1 0 0,0-1 0,0 0 0,0 0 0,0 0 0,1-1 0,-1 0 0,1-1 0,9 5 0,-13-7 0,0 0 0,0-1 0,0 1 0,0-1 0,1 1 0,-1-1 0,0 0 0,0 0 0,0 0 0,0-1 0,0 1 0,0-1 0,0 1 0,0-1 0,0 0 0,5-3 0,-3 1 0,-1 1 0,0-1 0,0 0 0,-1 0 0,1-1 0,-1 1 0,1-1 0,-1 0 0,5-8 0,-3 4 0,-1-1 0,1 0 0,-2 0 0,1 0 0,-1-1 0,-1 1 0,0-1 0,0 0 0,-1 1 0,1-13 0,-2 16-151,-1 0-1,1 0 0,-1 0 0,0 0 1,-1 0-1,1 1 0,-1-1 1,-3-6-1,-2 0-6674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11.5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175 113 24575,'1'-1'0,"0"1"0,0 0 0,0 0 0,-1-1 0,1 1 0,0-1 0,0 1 0,0-1 0,0 1 0,-1-1 0,1 1 0,0-1 0,-1 0 0,1 1 0,0-1 0,-1 0 0,1 0 0,-1 1 0,1-3 0,11-19 0,-8 13 0,-3 7 0,1 0 0,-1-1 0,0 1 0,0 0 0,0-1 0,-1 1 0,1-1 0,-1 1 0,1-1 0,-1 1 0,0-1 0,0 1 0,0-1 0,0 1 0,0-1 0,-1-4 0,0 6 0,0-1 0,0 1 0,0-1 0,0 1 0,0 0 0,0-1 0,0 1 0,0 0 0,0 0 0,-1 0 0,1 0 0,0 0 0,-1 0 0,1 0 0,-1 0 0,1 0 0,-1 1 0,1-1 0,-1 1 0,0-1 0,1 1 0,-1-1 0,0 1 0,1 0 0,-1 0 0,-2 0 0,-4 0 0,0 1 0,-1-1 0,1 2 0,0-1 0,0 1 0,0 0 0,0 1 0,1 0 0,-1 0 0,1 0 0,-10 7 0,11-7 0,1 0 0,0 1 0,0 0 0,0 0 0,0 0 0,1 1 0,-1-1 0,1 1 0,1 0 0,-1 0 0,0 1 0,1-1 0,0 1 0,1 0 0,-4 7 0,6-11 0,-1 0 0,1 0 0,0 0 0,-1 0 0,1 0 0,0 1 0,0-1 0,0 0 0,1 0 0,-1 0 0,0 0 0,1 0 0,-1 0 0,1 0 0,0 0 0,0 0 0,0 0 0,0-1 0,0 1 0,0 0 0,0 0 0,0-1 0,1 1 0,-1-1 0,1 1 0,-1-1 0,1 0 0,0 1 0,-1-1 0,1 0 0,0 0 0,0 0 0,0 0 0,0-1 0,0 1 0,0 0 0,0-1 0,2 1 0,2 0 0,-1 0 0,0 0 0,1-1 0,-1 1 0,1-1 0,-1 0 0,1-1 0,-1 0 0,1 1 0,-1-2 0,0 1 0,1-1 0,7-3 0,-8 2 0,0 0 0,0-1 0,-1 0 0,0 0 0,1 0 0,-1 0 0,-1 0 0,6-8 0,-2 2 0,-7 10 0,0 0 0,1-1 0,-1 1 0,0 0 0,0 0 0,0-1 0,0 1 0,1 0 0,-1 0 0,0 0 0,0-1 0,0 1 0,1 0 0,-1 0 0,0 0 0,0 0 0,1-1 0,-1 1 0,0 0 0,1 0 0,-1 0 0,0 0 0,0 0 0,1 0 0,-1 0 0,0 0 0,1 0 0,-1 0 0,0 0 0,0 0 0,1 0 0,0 0 0,3 10 0,-1 21 0,-3-25 0,0-3-72,0 0 1,1 1-1,-1-1 0,1 0 0,0 1 0,0-1 0,0 0 0,1 0 1,-1 0-1,1 0 0,0 0 0,-1 0 0,1 0 0,1-1 0,-1 1 1,0-1-1,1 1 0,2 1 0,7 4-6754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11.9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113 108 24575,'7'-34'0,"-1"-2"0,-6 35 0,0-1 0,0 0 0,-1 0 0,1 0 0,-1 1 0,1-1 0,-1 0 0,1 1 0,-1-1 0,0 0 0,0 1 0,0-1 0,0 1 0,0-1 0,0 1 0,0-1 0,0 1 0,-2-1 0,2 1 0,0 0 0,0 1 0,0-1 0,0 0 0,0 1 0,0-1 0,0 1 0,0 0 0,0-1 0,0 1 0,0 0 0,0 0 0,0-1 0,0 1 0,0 0 0,0 0 0,0 0 0,0 0 0,-1 0 0,1 1 0,-1-1 0,-1 1 0,0 0 0,0 1 0,0-1 0,1 0 0,-1 1 0,1 0 0,-5 3 0,-1 2 0,1 0 0,1 1 0,-12 14 0,15-17 0,0 0 0,1 0 0,-1 0 0,1 0 0,0 0 0,0 0 0,1 1 0,-2 9 0,3-13 0,0-1 0,-1 0 0,1 1 0,0-1 0,0 1 0,1-1 0,-1 1 0,0-1 0,0 1 0,1-1 0,-1 1 0,1-1 0,-1 1 0,1-1 0,0 0 0,-1 1 0,1-1 0,0 0 0,0 0 0,0 0 0,0 1 0,0-1 0,0 0 0,0 0 0,0-1 0,1 1 0,-1 0 0,0 0 0,1 0 0,-1-1 0,0 1 0,1-1 0,-1 1 0,1-1 0,-1 0 0,2 1 0,2 0 0,0-1 0,0 0 0,0 0 0,0 0 0,0 0 0,0-1 0,0 0 0,0 0 0,0 0 0,-1 0 0,1-1 0,0 0 0,-1 0 0,1 0 0,-1-1 0,0 1 0,8-7 0,-6 4 0,-1 0 0,1-1 0,-1 1 0,-1-1 0,1 0 0,-1-1 0,0 1 0,0-1 0,-1 1 0,1-1 0,1-8 0,-2 28 0,0-1 0,1 0 0,8 17 0,-8-20-151,0-1-1,1 0 0,0 0 0,0 0 1,1 0-1,0-1 0,1 0 1,9 8-1,2-1-6674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12.3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67 24575,'-5'0'0,"0"0"0,1 0 0,-1-1 0,0 1 0,1-1 0,-1 0 0,1 0 0,-1-1 0,1 0 0,-7-2 0,11 3 0,0 1 0,0 0 0,-1 0 0,1 0 0,0 0 0,0 0 0,-1 0 0,1 0 0,0 0 0,0 0 0,0-1 0,-1 1 0,1 0 0,0 0 0,0 0 0,0 0 0,0-1 0,-1 1 0,1 0 0,0 0 0,0-1 0,0 1 0,0 0 0,0 0 0,0 0 0,0-1 0,0 1 0,0 0 0,0 0 0,0-1 0,0 1 0,0 0 0,0 0 0,0-1 0,0 1 0,0 0 0,0 0 0,0-1 0,0 1 0,0 0 0,0 0 0,0 0 0,0-1 0,0 1 0,0 0 0,1 0 0,-1 0 0,0-1 0,0 1 0,0 0 0,0 0 0,1 0 0,-1 0 0,0-1 0,0 1 0,0 0 0,1 0 0,-1 0 0,0 0 0,0 0 0,1 0 0,-1 0 0,0 0 0,1-1 0,17-3 0,37-1 0,72 4 0,-63 2 0,325 1-166,574-10-490,-692-12-572,-223 12-4913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40.5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26 163 24575,'0'-9'0,"-1"1"0,-1-1 0,0 1 0,-5-16 0,-3-11 0,9 30 0,0-1 0,0 0 0,1 0 0,0 1 0,0-1 0,0 0 0,1-7 0,0 12 0,-1 0 0,0 1 0,0-1 0,1 0 0,-1 0 0,1 0 0,-1 0 0,1 1 0,-1-1 0,1 0 0,-1 0 0,1 1 0,-1-1 0,1 0 0,0 1 0,0-1 0,-1 1 0,1-1 0,0 1 0,1-2 0,0 2 0,0 0 0,-1 0 0,1 0 0,0-1 0,0 2 0,-1-1 0,1 0 0,0 0 0,-1 0 0,1 1 0,0-1 0,-1 1 0,1 0 0,-1-1 0,4 3 0,8 4 0,1 1 0,-2 1 0,1 0 0,21 21 0,41 52 0,-26-21-183,-4 3 1,-2 1-1,-3 1 0,-3 3 0,-3 1 1,43 127-1,-26-26-457,54 322 1,-22 168-553,-28 5-256,-24-256 1805,17 127-357,25 348 0,-43 2 0,-58-203 0,-26-1 0,-6 104 0,-42 1422-1473,76-1082 1295,23-378 6259,3-742-6063,0 7 33,0 0 1,-1-1 0,0 1-1,-6 23 1,6-34-46,0 1 0,-1 0 0,1-1 1,-1 1-1,0-1 0,0 1 0,0-1 0,0 0 0,-1 0 0,1 0 1,-1 0-1,0 0 0,0-1 0,0 1 0,0-1 0,0 0 0,-1 0 1,1 0-1,-1 0 0,1-1 0,-6 2 0,-9 2-6,0-1 0,0 0 0,0-2 0,-1 0 0,-29-1 0,-94-13 0,138 12 0,-159-26-1365,89 9-5461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41.2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54 166 24575,'-6'-2'0,"1"0"0,-1 0 0,0 0 0,-9-1 0,-1 0 0,54-6 0,301-23 0,223-28 0,-513 54 0,-6 1 0,-1-2 0,61-17 0,-85 16-1365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43.5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24575,'0'2'0,"0"5"0,0 3 0,2 2 0,5 6 0,0 4 0,2 4 0,2 6 0,-1 6 0,1 4 0,-1 4 0,-1-1 0,2 0 0,-1-2 0,-3-2 0,1-7 0,-1-8-8191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44.4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1 125 24575,'0'-1'0,"0"0"0,0 0 0,1 0 0,-1-1 0,1 1 0,-1 0 0,1 0 0,0 0 0,-1 0 0,1 0 0,0 0 0,0 0 0,0 0 0,-1 1 0,1-1 0,0 0 0,0 0 0,0 1 0,0-1 0,1 0 0,-1 1 0,0-1 0,2 1 0,31-12 0,-30 11 0,60-13 0,91-10 0,69 6 0,-180 16 0,934-31-1320,1 41-163,-456-4 1468,-419-3 2709,-119-1-2630,7-1-51,0 1 0,0 0 0,-1 0 0,1 1 0,0 0 0,-12 4 0,19-4-14,-1 0 0,0-1 0,0 1 0,1 0 0,-1 0 0,1 1 0,-1-1 1,1 0-1,0 0 0,-1 1 0,1-1 0,0 1 0,0-1 0,0 1 1,0 0-1,0-1 0,0 1 0,0 0 0,1-1 0,-1 1 0,1 0 1,-1 0-1,1 0 0,0 0 0,0 0 0,-1 0 0,1-1 0,1 1 0,-1 0 1,0 0-1,0 0 0,1 0 0,-1 0 0,1 1 0,7 47 1,-2 0 0,-1 78 0,-4-103 0,1 0 0,9 40 0,0-2 0,-11-61 0,0-1 0,0 1 0,0 0 0,0 0 0,0-1 0,0 1 0,-1 0 0,1 0 0,-1-1 0,1 1 0,-1 0 0,0-1 0,1 1 0,-1-1 0,0 1 0,0-1 0,0 1 0,0-1 0,-1 0 0,1 1 0,0-1 0,0 0 0,-1 0 0,1 0 0,-1 0 0,1 0 0,-1 0 0,1 0 0,-1-1 0,0 1 0,1 0 0,-1-1 0,0 1 0,1-1 0,-1 0 0,-2 0 0,-9 2 0,-1 0 0,1-1 0,-25-2 0,21 1 0,-1785-25-884,1491 14 886,-312-5 144,619 16 178,6 0-36,14 0 21,24 1-1859,-23-1-5276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42.1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24575,'2'0'0,"9"2"0,-8 14 0,-2 22 0,-2 1 0,-7 42 0,4-42 0,1-1 0,2 47 0,1-83 0,0 0 0,1 0 0,-1 0 0,0 0 0,1 0 0,0 0 0,-1 0 0,1 0 0,0 0 0,0 0 0,0 0 0,0-1 0,0 1 0,1 0 0,-1-1 0,0 1 0,1-1 0,-1 1 0,1-1 0,0 1 0,-1-1 0,1 0 0,0 0 0,0 0 0,0 0 0,0 0 0,3 1 0,5 0 0,-1-1 0,1 1 0,-1-2 0,1 1 0,9-1 0,-4-1 0,353-14 30,-158 2-220,1632-11-3567,-1792 24-517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42.9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0 130 24575,'0'-1'0,"0"0"0,1 0 0,-1 0 0,0 0 0,1 1 0,-1-1 0,1 0 0,-1 0 0,1 0 0,-1 1 0,1-1 0,-1 0 0,1 1 0,0-1 0,-1 0 0,1 1 0,0-1 0,0 1 0,-1-1 0,1 1 0,0 0 0,0-1 0,0 1 0,0 0 0,1-1 0,27-6 0,-23 6 0,130-19 0,206-3 0,-275 20 0,1403-32-886,-1040 28 750,-26-9 292,-400 16-86,-1 0 0,1 0 0,-1 0 0,1 0 0,0 1 0,-1-1 0,6 3 0,-8-3-61,0 1 0,0-1 0,-1 1 0,1-1 0,0 1 0,-1 0 0,1-1 0,-1 1 0,1 0 0,-1-1 0,1 1 0,-1 0 0,1 0 0,-1 0 0,0-1 0,1 1 0,-1 0 0,0 0 0,0 0 0,0 0 0,0 0 0,1 0 0,-1-1 0,0 1 0,-1 0 0,1 0 0,0 0 0,0 0 0,0 0 0,0 0 0,-1-1 0,1 1 0,-1 2 0,-29 124-9,27-110 0,1-1 0,1 1 0,1 0 0,0-1 0,5 32 0,5-22 0,-8-22 0,0 1 0,0-1 0,0 1 0,-1-1 0,1 6 0,-1-8 0,-1-1 0,0 0 0,0 0 0,0 0 0,0 0 0,-1 0 0,1 0 0,0 0 0,0 0 0,-1 0 0,1 0 0,0 0 0,-1 0 0,1 0 0,-1 0 0,0 0 0,1 0 0,-1 0 0,0 0 0,1 0 0,-1 0 0,0-1 0,0 1 0,0 0 0,0-1 0,-1 2 0,-14 5 0,1-1 0,-1-1 0,1 0 0,-2-1 0,1 0 0,0-2 0,-21 2 0,8-1 0,-34 4-1365,3-1-5461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46.2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0 478 24575,'21'7'0,"-20"-7"0,0 1 0,0 0 0,0-1 0,0 1 0,1-1 0,-1 1 0,0-1 0,0 0 0,0 1 0,1-1 0,-1 0 0,0 0 0,0 0 0,1 0 0,-1 0 0,0 0 0,0 0 0,0 0 0,1 0 0,-1-1 0,0 1 0,0 0 0,0-1 0,1 1 0,-1-1 0,0 0 0,0 1 0,2-2 0,0-2 0,1 1 0,-1-1 0,0 0 0,0 0 0,0 0 0,0-1 0,-1 1 0,0-1 0,0 1 0,2-8 0,13-53 0,-13 48 0,3-21 0,-2-1 0,1-39 0,-5-69 0,-1 101 0,0 49 0,4 160 0,-2-137 0,1 1 0,2-1 0,0 0 0,11 28 0,-15-51 0,0-1 0,0 0 0,0 0 0,0 0 0,0 0 0,0 0 0,0 0 0,1 0 0,-1 0 0,1 0 0,2 2 0,-4-4 0,1 0 0,-1 0 0,0 1 0,0-1 0,1 0 0,-1 0 0,0 0 0,1 0 0,-1 0 0,1 0 0,-1 0 0,0 0 0,1 0 0,-1 0 0,0 0 0,1 0 0,-1 0 0,0 0 0,1 0 0,-1 0 0,0 0 0,1 0 0,-1 0 0,0 0 0,1-1 0,-1 1 0,1 0 0,8-16 0,-1-23 0,-7 31 0,0 0 0,1 0 0,0 0 0,5-13 0,-7 22 0,0-1 0,0 0 0,0 0 0,0 1 0,0-1 0,0 0 0,0 1 0,0-1 0,0 0 0,0 0 0,1 1 0,-1-1 0,0 0 0,0 0 0,0 0 0,0 1 0,0-1 0,1 0 0,-1 0 0,0 0 0,0 1 0,0-1 0,1 0 0,-1 0 0,0 0 0,0 0 0,0 0 0,1 1 0,-1-1 0,0 0 0,0 0 0,1 0 0,-1 0 0,0 0 0,1 0 0,-1 0 0,0 0 0,0 0 0,1 0 0,-1 0 0,0 0 0,0 0 0,1 0 0,-1 0 0,0 0 0,0 0 0,1-1 0,-1 1 0,0 0 0,0 0 0,1 0 0,-1 0 0,0 0 0,0-1 0,0 1 0,1 0 0,-1 0 0,0 0 0,0-1 0,0 1 0,0 0 0,0 0 0,1-1 0,-1 1 0,0 0 0,0 0 0,0-1 0,0 1 0,0-1 0,6 22 0,-6-21 0,4 16 69,-3-8-213,0 0 1,1 0 0,1 0-1,-1 0 1,1 0-1,0-1 1,1 1 0,0-1-1,9 14 1,1-7-6683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46.5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92 26 24575,'0'-1'0,"0"0"0,0 0 0,0 0 0,1 0 0,-1 0 0,-1 1 0,1-1 0,0 0 0,0 0 0,0 0 0,0 0 0,-1 0 0,1 0 0,0 1 0,-1-1 0,1 0 0,-1 0 0,1 1 0,-1-1 0,1 0 0,-1 1 0,1-1 0,-1 0 0,0 1 0,1-1 0,-1 1 0,0-1 0,1 1 0,-1-1 0,0 1 0,0-1 0,0 1 0,0 0 0,1 0 0,-1-1 0,0 1 0,0 0 0,0 0 0,0 0 0,0 0 0,0 0 0,1 0 0,-1 0 0,0 0 0,0 0 0,0 0 0,0 1 0,-1-1 0,-2 2 0,0-1 0,0 1 0,1-1 0,-1 1 0,1 0 0,-1 0 0,1 1 0,-1-1 0,-3 5 0,4-5 0,1 0 0,0 0 0,1 0 0,-1 1 0,0-1 0,1 0 0,-1 1 0,1-1 0,-1 1 0,1 0 0,0-1 0,0 1 0,1 0 0,-1 0 0,0-1 0,1 1 0,0 0 0,0 0 0,-1 0 0,2 0 0,-1 4 0,2-2 0,0 0 0,0-1 0,0 0 0,0 1 0,1-1 0,0 0 0,-1 0 0,1 0 0,1-1 0,-1 1 0,1-1 0,3 4 0,23 15 0,11 11 0,-38-30 0,0-1 0,-1 1 0,1 0 0,-1 0 0,1 0 0,-1 0 0,0 1 0,0-1 0,-1 0 0,2 5 0,-2-5 11,-1-1 0,0 0 0,1 1 0,-1-1 0,-1 0 0,1 1 0,0-1 0,0 0 0,-1 1 0,1-1 0,-1 0 0,0 0 0,0 1 0,0-1 0,0 0 0,0 0 0,0 0 0,-1 0 0,1 0 0,0-1 0,-1 1 1,0 0-1,1-1 0,-1 1 0,0-1 0,0 1 0,0-1 0,0 0 0,0 0 0,-3 2 0,-1 0-154,1-1 1,0 0 0,-1 0 0,1 0-1,-1 0 1,0-1 0,0 0 0,1 0 0,-1-1-1,0 0 1,-6 0 0,-4-3-6684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46.7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 24575,'2'0'0,"5"-3"0,0 2 0,-1 7 0,-1 5 0,1 8 0,-1 10 0,0 14 0,-2 12 0,-1-2-8191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48.3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0 562 24575,'3'-1'0,"1"1"0,-1-1 0,0 0 0,0 0 0,1 0 0,-1 0 0,0-1 0,0 1 0,-1-1 0,1 0 0,0 0 0,0 0 0,-1 0 0,1 0 0,-1-1 0,0 1 0,0-1 0,3-4 0,5-7 0,-1-1 0,10-18 0,-17 27 0,13-22 0,-2-1 0,-2-1 0,-1 0 0,-1-1 0,-1 1 0,-2-2 0,-1 1 0,-1-1 0,-2 1 0,-1-1 0,-4-37 0,3 69 0,-1-6 0,1 1 0,-1-1 0,0 1 0,0-1 0,-1 1 0,-3-9 0,5 13 0,0 1 0,0 0 0,0 0 0,0-1 0,-1 1 0,1 0 0,0 0 0,0-1 0,0 1 0,0 0 0,-1 0 0,1 0 0,0-1 0,0 1 0,0 0 0,-1 0 0,1 0 0,0 0 0,0 0 0,0-1 0,-1 1 0,1 0 0,0 0 0,0 0 0,-1 0 0,1 0 0,0 0 0,0 0 0,-1 0 0,1 0 0,0 0 0,-1 0 0,1 0 0,0 0 0,0 0 0,-1 0 0,1 0 0,0 0 0,0 0 0,-1 1 0,1-1 0,0 0 0,0 0 0,0 0 0,-1 0 0,1 0 0,0 1 0,0-1 0,0 0 0,-1 0 0,1 0 0,0 1 0,0-1 0,0 0 0,0 0 0,0 1 0,0-1 0,-1 0 0,1 0 0,0 1 0,0-1 0,0 0 0,0 0 0,0 1 0,0-1 0,0 0 0,0 0 0,0 1 0,-5 19 0,1 17 0,1 0 0,1 0 0,3 0 0,1 0 0,12 68 0,-12-94 0,1-1 0,1 1 0,0 0 0,6 13 0,-9-22 0,1 0 0,-1 0 0,0 0 0,1 0 0,-1 0 0,1 0 0,0-1 0,0 1 0,0 0 0,-1-1 0,5 3 0,-5-4 0,0 1 0,0-1 0,1 0 0,-1 1 0,0-1 0,0 0 0,1 0 0,-1 0 0,0 0 0,0 0 0,1 0 0,-1 0 0,0 0 0,1-1 0,-1 1 0,0 0 0,0-1 0,0 1 0,0-1 0,1 1 0,-1-1 0,0 0 0,2-1 0,0-1 0,1-1 0,-1 0 0,1 0 0,-1 0 0,0 0 0,-1 0 0,1-1 0,-1 1 0,1-1 0,-2 0 0,1 0 0,0 1 0,-1-1 0,2-11 0,-2 7 0,0-1 0,0 0 0,0-1 0,-2 1 0,1 0 0,-4-16 0,4 25 0,0 0 0,0 0 0,0 0 0,0 0 0,0 1 0,-1-1 0,1 0 0,0 0 0,-1 0 0,1 1 0,0-1 0,-1 0 0,1 0 0,-1 1 0,1-1 0,-2-1 0,-3 11 0,1 25 0,3-16 171,4 36 0,-2-47-361,1-1 0,-1 1 1,1-1-1,0 1 0,1-1 1,-1 0-1,1 0 1,6 10-1,-1-5-6636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48.7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20 24575,'0'0'0,"1"0"0,0 0 0,0-1 0,-1 1 0,1 0 0,0 0 0,0 0 0,-1-1 0,1 1 0,0 0 0,-1-1 0,1 1 0,0 0 0,-1-1 0,1 1 0,-1-1 0,1 1 0,0-1 0,-1 0 0,1 1 0,-1-1 0,0 1 0,1-1 0,-1 0 0,1 1 0,-1-1 0,1-1 0,-1 2 0,0-1 0,0 1 0,0 0 0,0 0 0,0 0 0,0-1 0,0 1 0,0 0 0,0 0 0,0-1 0,0 1 0,0 0 0,0 0 0,-1-1 0,1 1 0,0 0 0,0 0 0,0 0 0,0-1 0,0 1 0,0 0 0,0 0 0,-1 0 0,1 0 0,0-1 0,0 1 0,0 0 0,0 0 0,-1 0 0,1 0 0,0-1 0,-14 3 0,6 2 0,0 0 0,0 0 0,0 1 0,1 0 0,0 0 0,0 0 0,0 1 0,1 0 0,-7 8 0,11-12 0,0 1 0,1-1 0,-1 0 0,0 1 0,1-1 0,0 1 0,0-1 0,0 1 0,0 0 0,0 0 0,0-1 0,1 1 0,-1 0 0,1 0 0,0 0 0,0 0 0,0 0 0,0-1 0,0 1 0,1 0 0,-1 0 0,1 0 0,0 0 0,-1-1 0,2 1 0,-1 0 0,0-1 0,0 1 0,1-1 0,-1 1 0,4 3 0,6 6 0,1-1 0,1 0 0,0-1 0,0 0 0,24 13 0,25 19 0,-61-41 0,0 0 0,0-1 0,0 1 0,0 0 0,0 0 0,0 0 0,0 0 0,0 0 0,0 0 0,0 1 0,0-1 0,-1 0 0,1 0 0,0 0 0,-1 1 0,1-1 0,-1 0 0,1 1 0,-1-1 0,0 1 0,0-1 0,0 0 0,0 3 0,0-2 0,-1-1 0,1 1 0,-1-1 0,0 1 0,0-1 0,0 1 0,0-1 0,0 0 0,0 0 0,0 0 0,-1 0 0,1 1 0,0-2 0,-1 1 0,1 0 0,0 0 0,-3 1 0,-3 1 0,-1 0 0,-1 0 0,1 0 0,0-1 0,-1 0 0,-14 1 0,3-4-1365,3-2-5461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48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24575,'3'0'0,"3"0"0,4 0 0,0 2 0,-2 5 0,-2 5 0,1 5 0,-2 6 0,3 6 0,1 5 0,0 6 0,-2 7 0,-2-5-8191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49.7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77 24575,'0'-3'0,"0"0"0,0 0 0,0 0 0,0 0 0,0 0 0,1 0 0,0 0 0,-1 0 0,1 0 0,0 0 0,1 1 0,-1-1 0,0 0 0,1 1 0,0-1 0,-1 1 0,1-1 0,0 1 0,0 0 0,0 0 0,1 0 0,-1 0 0,0 0 0,1 0 0,-1 0 0,1 1 0,0 0 0,0-1 0,-1 1 0,1 0 0,0 0 0,0 0 0,0 1 0,0-1 0,0 1 0,0 0 0,0 0 0,3 0 0,8 0 0,-1 1 0,0 1 0,0 0 0,0 0 0,0 1 0,0 1 0,18 8 0,-19-7 0,-1 1 0,0 0 0,0 1 0,0 0 0,-1 0 0,0 1 0,0 0 0,13 16 0,-20-21 0,0 1 0,0-1 0,-1 1 0,1 0 0,-1 0 0,0 0 0,0 0 0,0 0 0,-1 0 0,1 1 0,-1-1 0,0 0 0,0 1 0,-1-1 0,1 1 0,-1-1 0,0 1 0,0-1 0,-1 1 0,1-1 0,-1 1 0,0-1 0,0 0 0,-1 1 0,1-1 0,-1 0 0,-3 6 0,0-2 0,-1 0 0,0 0 0,0 0 0,-1-1 0,0 0 0,0 0 0,0-1 0,-1 0 0,-12 8 0,-9 2 0,-45 18 0,26-12 0,48-22 0,0 0 0,-1 0 0,1 0 0,0 0 0,0 0 0,0 0 0,0 0 0,0 0 0,0 0 0,0 0 0,-1 0 0,1 0 0,0 0 0,0 0 0,0 0 0,0 0 0,0 0 0,0 0 0,0 0 0,0 0 0,-1 0 0,1 0 0,0 0 0,0 1 0,0-1 0,0 0 0,0 0 0,0 0 0,0 0 0,0 0 0,0 0 0,0 0 0,0 0 0,0 1 0,0-1 0,0 0 0,-1 0 0,1 0 0,0 0 0,0 0 0,0 0 0,0 0 0,0 0 0,0 1 0,0-1 0,0 0 0,0 0 0,1 0 0,-1 0 0,0 0 0,0 0 0,0 0 0,0 1 0,0-1 0,0 0 0,0 0 0,0 0 0,10 2 0,15-1 0,145-15 112,-103 7-1589,1 1-5349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53.3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99 24575,'3'0'0,"3"0"0,4-3 0,3-1 0,4-2 0,5-3 0,7 0 0,7-1 0,8-2 0,5 1 0,2 0 0,1 2 0,-1 2 0,-3 3 0,-7 1 0,-10 2-8191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54.3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90 24575,'2'-2'0,"5"-2"0,3-2 0,8-3 0,9 0 0,14-2 0,14 0 0,10 0 0,15 0 0,8 2 0,-9 2-8191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55.9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48 24575,'3'0'0,"3"0"0,6 0 0,7 0 0,9-2 0,7-2 0,8 1 0,9-3 0,8 0 0,6-1 0,4 0 0,3 1 0,-5 2 0,-12 2-8191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58.9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313 1 24575,'-38'20'0,"-12"10"0,0-4 0,-95 37 0,142-62 0,0 0 0,0 0 0,0 1 0,0-1 0,1 1 0,-1-1 0,-4 4 0,7-5 0,0 1 0,0-1 0,0 0 0,-1 0 0,1 1 0,0-1 0,0 0 0,0 0 0,0 1 0,-1-1 0,1 0 0,0 0 0,0 1 0,0-1 0,0 0 0,0 1 0,0-1 0,0 0 0,0 1 0,0-1 0,0 0 0,0 1 0,0-1 0,0 0 0,0 1 0,0-1 0,0 0 0,1 1 0,13 8 0,22 2 0,60 12 0,17 3 0,-56-9-1365,-35-12-5461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59.2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24575,'1080'0'-1365,"-1070"0"-5461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05.4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24575,'54'117'0,"12"23"0,-1-20 0,5-3 0,5-4 0,119 138 0,-139-189 0,3-3 0,2-2 0,3-3 0,2-3 0,2-3 0,129 71 0,-89-69 0,2-5 0,2-4 0,142 32 0,353 32 0,-572-101 0,117 10 0,-125-13 0,0-2 0,-1 0 0,47-8 0,-63 6 0,-1 1 0,1-1 0,-1 0 0,0-1 0,12-7 0,-19 10 0,1 0 0,-1 0 0,0 0 0,1 0 0,-1 0 0,0 0 0,0 0 0,0 0 0,0-1 0,0 1 0,0 0 0,0-1 0,0 1 0,-1-1 0,2-2 0,-2 3 0,0-1 0,0 1 0,-1 0 0,1 0 0,0 0 0,0 0 0,-1 0 0,1-1 0,-1 1 0,1 0 0,-1 0 0,1 0 0,-1 0 0,0 0 0,1 0 0,-1 0 0,0 0 0,0 1 0,0-1 0,0 0 0,0 0 0,1 1 0,-1-1 0,-1 0 0,0 0 0,-11-6-1365,-1 3-5461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06.3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 24575,'0'-3'0,"5"-1"0,5 1 0,4 3 0,4 4 0,5 5 0,4 3 0,2 5 0,3 5 0,-2 2 0,-3-1 0,-4 1 0,-3 0 0,-4-2 0,-6-5-8191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06.5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228 8 24575,'0'-3'0,"-2"-1"0,-5 4 0,-3 3 0,-2 8 0,-3 7 0,-3 5 0,-5 8 0,-4 7 0,-2 4 0,-3 2 0,3 0 0,5-6-8191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06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94 24575,'1'-1'0,"1"-1"0,0 0 0,-1 0 0,0 0 0,0 0 0,1 0 0,-1-1 0,-1 1 0,1 0 0,0 0 0,0-1 0,-1 1 0,1 0 0,-1-1 0,0 1 0,0-1 0,0 1 0,0-1 0,0 1 0,0 0 0,-1-1 0,1 1 0,-1 0 0,0-1 0,1 1 0,-1 0 0,0 0 0,0-1 0,-1 1 0,1 0 0,0 0 0,-1 0 0,1 1 0,-1-1 0,0 0 0,1 0 0,-1 1 0,0-1 0,0 1 0,0 0 0,0-1 0,0 1 0,-1 0 0,1 0 0,0 1 0,0-1 0,-1 0 0,1 1 0,-1-1 0,1 1 0,0 0 0,-1 0 0,1 0 0,-1 0 0,1 0 0,0 0 0,-1 1 0,1-1 0,0 1 0,-1-1 0,-1 2 0,-1 0 0,1 1 0,-1-1 0,1 1 0,0 0 0,0 0 0,0 0 0,0 1 0,1-1 0,0 1 0,-1 0 0,1 0 0,0 0 0,1 0 0,-1 0 0,1 1 0,-2 5 0,2-6 0,1-1 0,0 1 0,0 0 0,1-1 0,-1 1 0,1 0 0,0 0 0,0-1 0,0 1 0,1 0 0,-1 0 0,1 0 0,0-1 0,0 1 0,0-1 0,0 1 0,1 0 0,-1-1 0,1 0 0,0 1 0,5 5 0,1-1 0,0 1 0,1-1 0,0-1 0,0 0 0,17 10 0,-13-9 0,1 1 0,12 13 0,-25-22 0,0 1 0,0-1 0,0 1 0,0 0 0,0 0 0,-1 0 0,1-1 0,0 1 0,-1 0 0,1 0 0,0 0 0,-1 0 0,1 0 0,-1 0 0,0 0 0,1 0 0,-1 1 0,0-1 0,0 0 0,1 0 0,-1 0 0,0 1 0,-1-1 0,1 0 0,-1 0 0,1 0 0,-1-1 0,1 1 0,-1 0 0,0-1 0,1 1 0,-1 0 0,0-1 0,0 1 0,1-1 0,-1 1 0,0-1 0,0 0 0,0 1 0,0-1 0,0 0 0,1 1 0,-3-1 0,-7 2 0,0-1 0,-1 0 0,-15 0 0,21-2 0,-10 1-455,-1-1 0,-24-5 0,22 2-6371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07.6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94 24575,'26'-4'0,"-23"3"0,1 0 0,-1 0 0,1 0 0,-1 1 0,1 0 0,0 0 0,3 0 0,-5 0 0,-1 0 0,0 1 0,0-1 0,0 1 0,0-1 0,0 1 0,0-1 0,0 1 0,0 0 0,0 0 0,0-1 0,0 1 0,0 0 0,-1 0 0,1 0 0,0 0 0,-1 0 0,1 0 0,0 0 0,-1 0 0,1 0 0,-1 0 0,1 0 0,-1 0 0,0 0 0,1 3 0,4 33 0,-5-33 0,0-1 0,0 1 0,0-1 0,1 1 0,-1-1 0,1 0 0,0 1 0,0-1 0,0 0 0,0 0 0,0 0 0,1 1 0,0-1 0,-1 0 0,1-1 0,0 1 0,1 0 0,-1-1 0,0 1 0,1-1 0,-1 0 0,1 1 0,0-1 0,5 2 0,-1 0 0,1-1 0,-1 0 0,1-1 0,0 0 0,0 0 0,0-1 0,0 0 0,0 0 0,1 0 0,-1-1 0,0-1 0,0 0 0,0 0 0,14-3 0,-13 2 0,-1-1 0,1 0 0,-1 0 0,1-1 0,-1 0 0,0 0 0,-1-1 0,1 1 0,-1-2 0,0 1 0,0-1 0,-1 0 0,8-9 0,-12 11 0,1 1 0,-1-1 0,0 0 0,0 0 0,0 0 0,0-1 0,-1 1 0,0 0 0,0-1 0,0 1 0,0 0 0,-1-1 0,1 1 0,-1-1 0,-1 1 0,1-1 0,0 1 0,-1-1 0,0 1 0,0-1 0,0 1 0,-1 0 0,1 0 0,-1-1 0,0 1 0,-1 0 0,1 1 0,0-1 0,-1 0 0,0 1 0,0-1 0,0 1 0,0 0 0,-1 0 0,1 0 0,-1 1 0,0-1 0,0 1 0,0 0 0,0 0 0,0 0 0,0 0 0,0 1 0,-1 0 0,1 0 0,0 0 0,-1 0 0,1 1 0,-10-1 0,7 2 0,0-1 0,0 1 0,0 0 0,0 1 0,0 0 0,0 0 0,1 0 0,-1 1 0,1 0 0,-1 0 0,1 0 0,0 1 0,0 0 0,1 1 0,-1-1 0,1 1 0,0 0 0,0 0 0,0 1 0,1-1 0,0 1 0,0 0 0,0 0 0,1 1 0,0-1 0,0 1 0,1-1 0,0 1 0,0 0 0,-2 11 0,4-16 0,0 0 0,0-1 0,0 1 0,0 0 0,0 0 0,0 0 0,0 0 0,0 0 0,1 0 0,-1-1 0,1 1 0,-1 0 0,1 0 0,0 0 0,0-1 0,0 1 0,0-1 0,0 1 0,0 0 0,0-1 0,3 3 0,-2-3 0,0 0 0,1 1 0,-1-1 0,1 0 0,-1 0 0,1 0 0,-1-1 0,1 1 0,0-1 0,-1 1 0,1-1 0,0 0 0,3 0 0,6-1 0,-1 0 0,1-1 0,-1-1 0,0 0 0,20-8 0,-12 3 0,27-18 0,-35 19 0,-10 6 0,0 1 0,0-1 0,0 1 0,0 0 0,0-1 0,0 1 0,0 0 0,0 0 0,0 0 0,0 0 0,0 0 0,0 0 0,0 0 0,0 0 0,1 0 0,-1 1 0,0-1 0,0 0 0,0 1 0,0-1 0,0 0 0,0 1 0,0-1 0,-1 1 0,1 0 0,2 1 0,23 25 0,-8-8 0,-12-15 0,1 1 0,0-1 0,0 0 0,0 0 0,1-1 0,-1 0 0,1 0 0,-1-1 0,1 0 0,0 0 0,0-1 0,0 0 0,0 0 0,1-1 0,-1 0 0,16-2 0,-10 0 48,0 1 0,1 1-1,-1 0 1,22 4-1,15 0-1650,-37-4-5223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08.6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39 24575,'-1'-1'0,"0"-1"0,0 1 0,0-1 0,0 0 0,0 1 0,0-1 0,1 0 0,-1 0 0,1 0 0,-1-3 0,0 5 0,1-1 0,0 1 0,0-1 0,0 1 0,0-1 0,0 0 0,0 1 0,0-1 0,0 1 0,0-1 0,0 1 0,0-1 0,0 1 0,0-1 0,0 1 0,0-1 0,1 1 0,-1-1 0,0 1 0,0-1 0,1 1 0,-1-1 0,0 1 0,1-1 0,-1 1 0,0-1 0,1 1 0,-1 0 0,1-1 0,-1 1 0,1 0 0,-1-1 0,1 1 0,-1 0 0,1 0 0,-1 0 0,1-1 0,-1 1 0,1 0 0,0 0 0,0 0 0,-1 1 0,1-1 0,0 0 0,-1 0 0,1 1 0,0-1 0,-1 0 0,1 1 0,-1-1 0,1 0 0,-1 1 0,1-1 0,-1 1 0,1-1 0,-1 1 0,1 0 0,-1-1 0,0 1 0,1-1 0,-1 1 0,0 0 0,1 0 0,6 18 0,-7-18 0,5 23 0,-1-1 0,-1 1 0,-2 0 0,-1 46 0,0 12 0,0-81 0,0 1 0,0-1 0,0 1 0,0-1 0,1 1 0,-1-1 0,0 1 0,1-1 0,-1 0 0,1 1 0,-1-1 0,1 0 0,0 1 0,-1-1 0,1 0 0,0 0 0,0 0 0,2 2 0,-3-2 0,1-1 0,0 0 0,0 1 0,0-1 0,0 0 0,0 1 0,0-1 0,0 0 0,0 0 0,0 0 0,0 0 0,0 0 0,0 0 0,0 0 0,0-1 0,0 1 0,0 0 0,0 0 0,-1-1 0,3 0 0,4-3 0,1 0 0,-1-1 0,0 0 0,11-11 0,-16 14 0,32-31 0,-21 21 0,-1-1 0,1 2 0,1 0 0,27-17 0,-39 27 10,-1 0-1,1 0 1,0 0-1,-1 1 1,1-1-1,0 0 1,0 1-1,0-1 1,0 1-1,0 0 1,0 0-1,0 0 1,-1-1-1,1 2 0,0-1 1,0 0-1,0 0 1,0 1-1,0-1 1,0 1-1,0-1 1,-1 1-1,1 0 1,0 0-1,0 0 1,-1 0-1,1 0 1,-1 0-1,1 0 1,-1 0-1,1 1 1,-1-1-1,0 1 1,0-1-1,2 3 1,2 5-295,-1-1 1,0 1-1,0 0 1,-1 0-1,4 17 1,-3-10-6542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09.0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66 252 24575,'4'-4'0,"31"-36"0,-33 37 0,0 0 0,0 0 0,0 0 0,-1 0 0,1 0 0,-1 0 0,0-1 0,0 1 0,0-1 0,0 1 0,-1-1 0,1-5 0,-1 8 0,0 0 0,0 1 0,0-1 0,0 1 0,0-1 0,0 1 0,-1-1 0,1 0 0,0 1 0,0-1 0,0 1 0,-1-1 0,1 1 0,0-1 0,0 1 0,-1-1 0,1 1 0,0-1 0,-1 1 0,1 0 0,-1-1 0,1 1 0,-1-1 0,1 1 0,-1 0 0,1-1 0,-1 1 0,1 0 0,-1 0 0,1 0 0,-1-1 0,1 1 0,-1 0 0,1 0 0,-1 0 0,0 0 0,1 0 0,-1 0 0,1 0 0,-1 0 0,0 0 0,1 0 0,-1 0 0,1 0 0,-1 0 0,1 1 0,-1-1 0,1 0 0,-1 0 0,1 1 0,-1-1 0,1 0 0,-1 1 0,0 0 0,-28 18 0,18-11 0,2 1 0,-1 1 0,-9 12 0,16-19 0,1-1 0,0 1 0,1 0 0,-1-1 0,0 1 0,1 0 0,0 0 0,-1 0 0,1 0 0,1 0 0,-1 0 0,0 1 0,1-1 0,-1 0 0,1 0 0,0 0 0,0 1 0,0-1 0,1 4 0,0-6 0,-1 0 0,0 0 0,1 0 0,-1 0 0,1 1 0,0-1 0,-1-1 0,1 1 0,0 0 0,0 0 0,-1 0 0,1 0 0,0 0 0,0-1 0,0 1 0,0 0 0,0-1 0,0 1 0,0-1 0,0 1 0,2 0 0,0-1 0,0 1 0,0 0 0,0-1 0,0 0 0,0 0 0,0 0 0,0 0 0,4-1 0,0-1 0,0 1 0,0-1 0,0-1 0,0 1 0,0-1 0,8-6 0,-6 3 0,-1-1 0,0 0 0,0 0 0,-1-1 0,0 0 0,-1-1 0,1 1 0,-2-1 0,1 0 0,-1-1 0,7-18 0,-5 9 0,-1-1 0,0 0 0,-2 0 0,0 0 0,1-23 0,-4 22 0,-2 32 0,-1 33 0,2-30 0,2 79 0,-1-84 0,0 0 0,1 0 0,0 0 0,0 0 0,1-1 0,0 1 0,8 15 0,-1-12-1365,0-3-5461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09.2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 24575,'0'3'0,"0"3"0,-3 4 0,-1 3 0,1 4 0,0 2 0,1 1 0,1 0 0,0 1 0,4 1 0,0-1 0,1-2 0,2-1 0,2-1 0,1-3-8191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09.3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33 24575,'-3'-6'0,"0"-4"0,-4 0 0,-2 4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10.3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0 520 24575,'0'1'0,"0"1"0,0 0 0,1-1 0,-1 1 0,0 0 0,1-1 0,-1 1 0,1 0 0,-1-1 0,1 1 0,0-1 0,0 1 0,-1-1 0,1 0 0,0 1 0,0-1 0,1 0 0,1 2 0,-1-1 0,1 0 0,0 0 0,0 0 0,0-1 0,0 0 0,0 1 0,0-1 0,0 0 0,4 0 0,7 1 0,1 0 0,-1-1 0,22-1 0,-23-1 0,80-3 0,-1-5 0,0-3 0,93-26 0,266-92 0,-85 22 0,-132 54 0,47-13 0,-253 59 0,0-1 0,50-26 0,-63 27 0,-1-1 0,0 0 0,0-1 0,-1-1 0,0 0 0,15-18 0,-20 21-1365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11.1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24575,'11'1'0,"-1"0"0,0 1 0,0 0 0,0 1 0,18 7 0,21 5 0,350 38 0,-281-43 0,821 68-334,50 5-29,-149 17 452,-817-96 71,-14-2-243,-1-1-1,0 1 1,1-1 0,-1-1-1,0 0 1,1 0 0,-1 0-1,1-1 1,-1 0-1,9-3 1,-4-3-6743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11.4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177 64 24575,'-6'-24'0,"4"21"0,1 0 0,0 0 0,0 0 0,1 0 0,-1 0 0,0-1 0,1-4 0,0 8 0,0-1 0,0 1 0,0-1 0,0 1 0,0 0 0,0-1 0,1 1 0,-1-1 0,0 1 0,0 0 0,1-1 0,-1 1 0,0-1 0,0 1 0,1 0 0,-1-1 0,0 1 0,1 0 0,-1 0 0,0-1 0,1 1 0,0-1 0,17 1 0,-15 1 0,1 0 0,-1 0 0,0 0 0,0 0 0,1 0 0,-1 1 0,0 0 0,-1 0 0,1-1 0,0 2 0,0-1 0,-1 0 0,1 0 0,-1 1 0,0 0 0,0-1 0,0 1 0,0 0 0,0 0 0,-1 0 0,1 0 0,-1 0 0,0 0 0,0 1 0,0-1 0,0 0 0,0 1 0,-1 3 0,1 2 0,0 0 0,-1-1 0,0 1 0,-1 0 0,0-1 0,0 1 0,-1-1 0,0 1 0,0-1 0,-5 10 0,1-5 38,0-1 0,-2 0 0,1-1 0,-2 0 0,1 0 0,-1 0 0,-1-1 0,-11 9 0,-1-2-465,0 0 0,0-2 1,-28 14-1,14-10-6399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12.5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1933 24575,'0'-6'0,"1"0"0,0 0 0,0 0 0,0 0 0,1 0 0,0 1 0,0-1 0,1 1 0,0-1 0,0 1 0,0 0 0,0 0 0,1 0 0,4-5 0,9-8 0,0 1 0,24-18 0,-23 20 0,549-398 0,-418 313 0,209-134 0,-239 164 0,142-60 0,48 12 0,1-1 0,-154 48 0,191-73 0,-255 107 0,3 0 0,-64 28 0,-1-2 0,-1-1 0,0-1 0,48-29 0,-58 31 0,0 1 0,1 1 0,0 1 0,32-8 0,-26 8 0,-1-1 0,33-16 0,-50 20-105,0 0 0,-1 0 0,0-1 0,0 0 0,0 0 0,-1 0 0,1-1 0,-2 0 0,1 0 0,-1-1 0,0 1 0,4-11 0,-3 7-6721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12.9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24575,'0'1'0,"1"1"0,-1-1 0,1 0 0,-1 1 0,1-1 0,-1 1 0,1-1 0,0 0 0,0 0 0,0 1 0,0-1 0,0 0 0,0 0 0,0 0 0,0 0 0,0 0 0,1 0 0,-1-1 0,0 1 0,1 0 0,-1 0 0,0-1 0,1 1 0,-1-1 0,1 0 0,-1 1 0,4-1 0,2 2 0,0-1 0,1 0 0,-1 0 0,10-1 0,4-5 0,5-1 0,-26 6 0,1 0 0,0 0 0,0 0 0,-1 0 0,1 1 0,0-1 0,-1 0 0,1 0 0,0 0 0,0 1 0,-1-1 0,1 0 0,0 1 0,-1-1 0,1 1 0,-1-1 0,1 1 0,-1-1 0,1 1 0,-1-1 0,1 1 0,-1-1 0,1 1 0,-1 0 0,1-1 0,-1 1 0,0 0 0,0-1 0,1 2 0,2 12 0,-1 0 0,-1 0 0,0-1 0,0 1 0,-2 0 0,-3 26 0,3-28 0,-16 108-1365,6-62-5461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22.6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 24575,'0'0'0,"0"-1"0,1 0 0,-1 1 0,0-1 0,1 0 0,-1 1 0,1-1 0,-1 1 0,1-1 0,-1 1 0,1-1 0,-1 1 0,1-1 0,-1 1 0,1-1 0,0 1 0,-1 0 0,1-1 0,-1 1 0,1 0 0,0 0 0,0 0 0,-1-1 0,1 1 0,0 0 0,-1 0 0,2 0 0,24-3 0,-23 3 0,41-1 0,69 8 0,-19-1 0,156-3 0,-246-4 342,-7 1-2049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24.5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365 98 24575,'2'0'0,"1"-1"0,0 1 0,0-1 0,0 0 0,0 0 0,-1 0 0,1 0 0,0 0 0,-1-1 0,1 1 0,-1-1 0,0 1 0,1-1 0,-1 0 0,0 0 0,0 0 0,0 0 0,0-1 0,0 1 0,-1 0 0,3-6 0,-3 7 0,0 0 0,0-1 0,-1 1 0,1-1 0,-1 1 0,1 0 0,-1-1 0,0 1 0,0-1 0,0 1 0,1-1 0,-1 1 0,-1-1 0,1 1 0,0-1 0,0 1 0,0-1 0,-1 1 0,1-1 0,-1 1 0,1-1 0,-1 1 0,0 0 0,1-1 0,-1 1 0,0 0 0,0 0 0,0 0 0,0-1 0,0 1 0,0 0 0,0 0 0,0 0 0,-1 1 0,1-1 0,0 0 0,-1 0 0,1 1 0,0-1 0,-1 1 0,1-1 0,-3 0 0,-6-1 0,1 0 0,-1 0 0,1 1 0,-1 1 0,1-1 0,-1 1 0,0 1 0,-18 3 0,-78 25 0,73-19 0,21-7 0,0 1 0,1 0 0,-1 1 0,-15 9 0,26-12 0,-1-1 0,0 0 0,1 0 0,-1 0 0,1 1 0,-1-1 0,1 1 0,0-1 0,0 1 0,-1 0 0,1-1 0,0 1 0,0 0 0,1 0 0,-2 2 0,2-2 0,0 0 0,0-1 0,0 1 0,0-1 0,0 1 0,1 0 0,-1-1 0,1 1 0,-1-1 0,1 1 0,-1-1 0,1 1 0,0-1 0,0 0 0,0 1 0,0-1 0,0 0 0,0 1 0,0-1 0,0 0 0,0 0 0,3 1 0,2 3 0,1 0 0,-1-1 0,1 0 0,0 0 0,0-1 0,1 0 0,11 3 0,59 12 0,-51-13 0,2 0 0,52 13 0,-72-16 0,-1 1 0,1 0 0,-1 1 0,0 0 0,0 0 0,13 10 0,-19-13 0,0 0 0,-1 1 0,1 0 0,0-1 0,-1 1 0,1 0 0,-1 0 0,1 0 0,-1 0 0,0 0 0,0 0 0,0 0 0,0 0 0,0 0 0,0 4 0,0-4 0,-1-1 0,0 1 0,0 0 0,-1 0 0,1-1 0,0 1 0,0 0 0,-1-1 0,1 1 0,-1 0 0,0-1 0,1 1 0,-1-1 0,0 1 0,0-1 0,-2 3 0,-1 0 0,0 0 0,0 1 0,-1-2 0,0 1 0,0-1 0,0 1 0,0-1 0,0-1 0,0 1 0,-10 2 0,-4 1 0,1-2 0,-1 0 0,0-1 0,0 0 0,-1-2 0,-28-1 0,12-3 0,1-2 0,-56-13 0,85 16-273,0 0 0,-1 0 0,1 0 0,-10-6 0,3-1-6553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25.0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52 24575,'-2'-2'0,"1"1"0,-1-1 0,0 0 0,1 1 0,-1-1 0,1 0 0,-1 0 0,1 0 0,-1-3 0,1 5 0,1 0 0,0 0 0,0-1 0,0 1 0,0 0 0,0 0 0,0-1 0,0 1 0,0 0 0,0 0 0,0-1 0,1 1 0,-1 0 0,0 0 0,0-1 0,0 1 0,0 0 0,0 0 0,0-1 0,0 1 0,1 0 0,-1 0 0,0 0 0,0-1 0,0 1 0,0 0 0,1 0 0,-1 0 0,0 0 0,1-1 0,15-2 0,-1 3 0,1 1 0,-1 1 0,0 0 0,0 1 0,0 0 0,24 10 0,-16-4 0,0 1 0,-1 1 0,29 18 0,-50-28 0,15 10 0,0 0 0,20 19 0,-33-27 0,-1-1 0,1 1 0,0-1 0,-1 1 0,0 0 0,1 0 0,-1 0 0,0 0 0,-1 0 0,1 1 0,0-1 0,-1 1 0,0-1 0,0 1 0,0-1 0,0 1 0,-1 0 0,1-1 0,-1 1 0,0 5 0,-1-6 0,-1 0 0,1 0 0,-1 0 0,1 0 0,-1 0 0,0 0 0,0-1 0,0 1 0,-1-1 0,1 1 0,-1-1 0,1 0 0,-1 0 0,0 0 0,0 0 0,0 0 0,0-1 0,0 1 0,0-1 0,0 0 0,-7 2 0,-1 0 0,-1 0 0,0-1 0,0 0 0,-22 0 0,27-2 0,0 0 0,0-1 0,0 0 0,0 0 0,1 0 0,-11-4 0,16 4 0,-1 1 0,1-1 0,-1 1 0,1-1 0,-1 0 0,1 0 0,0 0 0,0 1 0,-1-1 0,1 0 0,0-1 0,0 1 0,0 0 0,0 0 0,0 0 0,0-1 0,1 1 0,-1 0 0,0-1 0,1 1 0,-1-1 0,0 1 0,1-1 0,0 1 0,-1-1 0,1 1 0,0-1 0,0 1 0,0-1 0,0 1 0,0-1 0,0 1 0,1-1 0,0-2 0,1-4 0,1 0 0,1 1 0,-1 0 0,1 0 0,1 0 0,-1 0 0,1 0 0,0 1 0,1 0 0,11-11 0,5-1 0,41-28 0,-43 33-195,1 1 0,0 0 0,0 1 0,2 2 0,-1 0 0,40-9 0,-44 14-6631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25.7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1 131 24575,'1'-5'0,"0"1"0,1-1 0,0 1 0,0 0 0,1 0 0,-1-1 0,1 1 0,0 1 0,0-1 0,3-3 0,-1 0 0,-4 7 0,-1-1 0,0 0 0,1 1 0,-1-1 0,1 0 0,-1 0 0,1 1 0,-1-1 0,1 1 0,-1-1 0,1 0 0,0 1 0,-1-1 0,1 1 0,0 0 0,-1-1 0,1 1 0,0-1 0,0 1 0,-1 0 0,1 0 0,0 0 0,0-1 0,0 1 0,-1 0 0,1 0 0,0 0 0,0 0 0,0 0 0,0 0 0,-1 0 0,1 1 0,0-1 0,0 0 0,0 0 0,-1 1 0,1-1 0,0 0 0,0 1 0,-1-1 0,1 0 0,0 1 0,-1-1 0,1 1 0,-1 0 0,1-1 0,0 1 0,-1-1 0,1 1 0,-1 0 0,0 0 0,1-1 0,-1 1 0,1 1 0,3 7 0,0 0 0,0 1 0,4 17 0,-4-12 0,5 11 0,1 0 0,22 38 0,-26-53 0,1 0 0,1-1 0,0 1 0,0-1 0,1-1 0,0 1 0,17 12 0,-24-21 0,1 1 0,-1-1 0,0 0 0,1 0 0,-1 0 0,1 0 0,-1 0 0,1-1 0,0 1 0,-1-1 0,1 0 0,0 0 0,-1 0 0,1 0 0,0 0 0,-1 0 0,1-1 0,0 1 0,-1-1 0,1 0 0,-1 0 0,1 0 0,-1 0 0,0 0 0,1 0 0,-1-1 0,0 1 0,0-1 0,0 0 0,3-2 0,6-7 0,0 0 0,-1 0 0,0-1 0,8-13 0,-15 20 0,144-245 0,-142 241 0,-4 8 10,6-10 319,-7 11-354,0 0 0,0 0 0,0 0 0,0 0 0,0 1 0,0-1 0,0 0-1,0 0 1,0 0 0,0 0 0,0 0 0,0 1 0,0-1 0,0 0 0,0 0 0,0 0 0,0 0 0,0 0 0,0 0 0,0 0 0,0 1 0,1-1 0,-1 0 0,0 0-1,0 0 1,0 0 0,0 0 0,0 0 0,0 0 0,0 0 0,1 0 0,-1 0 0,0 0 0,0 0 0,0 0 0,0 0 0,0 0 0,0 0 0,1 0 0,-1 0 0,0 0-1,0 0 1,0 0 0,0 0 0,0 0 0,0 0 0,1 0 0,-1 0 0,0 0 0,0 0 0,0 0 0,0 0 0,0 0 0,0 0 0,0 0 0,1 0 0,-1 0 0,0 0 0,0 0-1,0-1 1,0 1 0,0 0 0,0 0 0,0 0 0,0 0 0,0 0 0,1-1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30.6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82 24575,'-1'0'0,"1"0"0,-1 0 0,0 0 0,1 0 0,-1-1 0,0 1 0,1 0 0,-1 0 0,0 0 0,1-1 0,-1 1 0,0 0 0,1-1 0,-1 1 0,1-1 0,-1 1 0,1-1 0,-1 1 0,0-1 0,1 0 0,0 1 0,0 0 0,0 0 0,0-1 0,0 1 0,-1 0 0,1-1 0,0 1 0,0 0 0,0 0 0,0-1 0,0 1 0,0 0 0,0-1 0,0 1 0,0 0 0,0-1 0,0 1 0,0 0 0,0-1 0,1 1 0,-1 0 0,0 0 0,0-1 0,0 1 0,0 0 0,0-1 0,1 1 0,-1 0 0,0 0 0,0-1 0,1 1 0,-1 0 0,0 0 0,0 0 0,1 0 0,-1-1 0,0 1 0,0 0 0,1 0 0,-1 0 0,1 0 0,11-5 0,1 0 0,0 2 0,0-1 0,1 2 0,-1 0 0,14-1 0,10-1 0,287-31 0,-317 34 153,-6 1-254,1 0-1,-1-1 1,0 1 0,0 0 0,1 0 0,-1 0-1,0 0 1,1 0 0,-1 1 0,0-1 0,0 0 0,0 1-1,1-1 1,1 1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32.5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209 341 24575,'3'-1'0,"1"1"0,-1 0 0,1-1 0,-1 0 0,1 0 0,-1 0 0,7-3 0,-10 4 0,1-1 0,0 1 0,-1 0 0,1-1 0,0 1 0,-1 0 0,1-1 0,-1 1 0,1-1 0,-1 1 0,1 0 0,-1-1 0,1 0 0,-1 1 0,1-1 0,-1 1 0,0-1 0,1 1 0,-1-1 0,0 0 0,0 1 0,1-1 0,-1 0 0,0 1 0,0-1 0,0 0 0,0 1 0,0-1 0,0 0 0,0 1 0,0-1 0,0 0 0,0 0 0,0 1 0,0-1 0,-1 0 0,1 1 0,0-1 0,0 1 0,-1-1 0,1 0 0,-1 1 0,1-1 0,0 1 0,-1-1 0,1 1 0,-1-1 0,0 0 0,-2-2 0,-1 1 0,1 0 0,0-1 0,-1 1 0,0 0 0,1 1 0,-1-1 0,0 1 0,0 0 0,0-1 0,-7 0 0,-45-2 0,50 4 0,0 1 0,0 0 0,0 0 0,0 0 0,0 1 0,0 0 0,0 1 0,0-1 0,1 1 0,0 0 0,-1 0 0,1 0 0,0 1 0,0 0 0,1 0 0,-1 0 0,1 1 0,0 0 0,0-1 0,0 1 0,1 1 0,0-1 0,0 0 0,0 1 0,1-1 0,-4 13 0,4-12 0,0 0 0,0 0 0,1 1 0,0-1 0,0 0 0,0 1 0,1-1 0,0 0 0,0 1 0,1-1 0,0 1 0,0-1 0,0 0 0,1 0 0,0 0 0,0 0 0,1 0 0,-1 0 0,1 0 0,1-1 0,-1 1 0,1-1 0,0 0 0,0 0 0,9 8 0,-7-8 0,1-1 0,-1 0 0,1 0 0,-1 0 0,1-1 0,0 0 0,0-1 0,1 1 0,-1-1 0,0-1 0,1 1 0,0-1 0,-1-1 0,1 1 0,-1-1 0,1-1 0,0 1 0,-1-1 0,1-1 0,-1 1 0,0-1 0,1 0 0,-1-1 0,0 0 0,0 0 0,0-1 0,11-7 0,-6 3 0,0-1 0,-1 0 0,0-1 0,-1 0 0,0-1 0,0 0 0,-1-1 0,0 0 0,-1 0 0,-1 0 0,0-1 0,0-1 0,7-23 0,-7 9 0,-1 0 0,-2-1 0,0 0 0,-2 0 0,-2-1 0,0 1 0,-2 0 0,-1 0 0,-11-48 0,3 48 0,11 28 0,0 1 0,0 0 0,-1 0 0,1 0 0,0-1 0,0 1 0,0 0 0,0 0 0,0 0 0,-1-1 0,1 1 0,0 0 0,0 0 0,0 0 0,0 0 0,-1 0 0,1 0 0,0-1 0,0 1 0,0 0 0,-1 0 0,1 0 0,0 0 0,0 0 0,-1 0 0,1 0 0,0 0 0,0 0 0,-1 0 0,1 0 0,0 0 0,0 0 0,0 0 0,-1 0 0,1 0 0,-8 16 0,6-1 0,-1 0 0,2 1 0,0-1 0,0 1 0,2 0 0,0-1 0,5 24 0,32 110 0,-25-104 0,25 70-1365,-32-101-5461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33.0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43 24575,'1'-2'0,"0"-1"0,-1 1 0,1 0 0,0-1 0,0 1 0,0 0 0,0-1 0,1 1 0,-1 0 0,1 0 0,-1 0 0,1 0 0,0 0 0,0 1 0,0-1 0,0 0 0,0 1 0,0-1 0,0 1 0,3-1 0,-5 2 0,1 0 0,0 0 0,-1 0 0,1 0 0,-1 1 0,1-1 0,-1 0 0,1 1 0,-1-1 0,1 0 0,-1 1 0,1-1 0,-1 1 0,1-1 0,-1 0 0,0 1 0,1-1 0,-1 1 0,0 0 0,1-1 0,-1 1 0,0-1 0,0 1 0,1 0 0,4 18 0,-4-15 0,22 119 0,-4-13 0,-11-73 0,20 108 0,-25-134 0,2-18 0,3-26 0,-6 25 0,2-5 0,0 0 0,1 1 0,1-1 0,0 1 0,0 0 0,1 1 0,1-1 0,0 1 0,0 1 0,1 0 0,1 0 0,10-8 0,-15 13 0,0 1 0,0 1 0,1-1 0,0 1 0,0 0 0,0 0 0,0 1 0,0-1 0,0 2 0,1-1 0,-1 1 0,1-1 0,-1 2 0,1-1 0,0 1 0,-1 0 0,1 0 0,-1 1 0,1 0 0,-1 0 0,1 1 0,-1-1 0,0 1 0,1 1 0,-1-1 0,8 6 0,-7-4 0,-1 0 0,0 1 0,0 0 0,-1 0 0,1 1 0,-1-1 0,0 1 0,-1 0 0,0 0 0,0 1 0,0-1 0,5 14 0,-7-17 0,-1-1 0,0 1 0,0 0 0,0 0 0,0 0 0,-1 0 0,1 0 0,-1 0 0,0 0 0,0 0 0,0 0 0,0 0 0,0 0 0,-1 0 0,1 0 0,-1 0 0,0 0 0,0 0 0,0 0 0,0 0 0,0 0 0,-1-1 0,1 1 0,-1-1 0,0 1 0,0-1 0,0 1 0,0-1 0,0 0 0,0 0 0,-1 0 0,1 0 0,-5 2 0,-4 1-114,0 0 1,0-1-1,0-1 0,0 0 0,0 0 1,-1-1-1,1-1 0,-1 0 0,1 0 1,-1-1-1,-16-2 0,4-1-6712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33.2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24575,'3'0'0,"3"0"0,7-2 0,3-2 0,5 1 0,4 0 0,3 1 0,3 0 0,-2 2 0,-2-3 0,-4-1 0,-5 1-8191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33.8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258 429 24575,'13'-34'0,"-10"25"0,0 0 0,-1-1 0,0 1 0,-1-1 0,1-17 0,-2 25 0,-1-1 0,1 0 0,-1 0 0,1 1 0,-1-1 0,0 0 0,0 1 0,0-1 0,-1 1 0,1-1 0,-1 1 0,1-1 0,-1 1 0,0 0 0,0 0 0,1 0 0,-2 0 0,1 0 0,0 0 0,0 1 0,-1-1 0,1 1 0,0-1 0,-5 0 0,2-1 0,0 1 0,0 1 0,0-1 0,-1 1 0,1 0 0,0 0 0,-1 0 0,1 1 0,0-1 0,-1 2 0,1-1 0,0 0 0,-1 1 0,-7 2 0,6 0 0,0-1 0,0 1 0,0 1 0,0-1 0,1 1 0,-1 0 0,1 1 0,0 0 0,-8 7 0,6-3 0,0 0 0,0 1 0,1 0 0,0 0 0,1 0 0,0 1 0,0 0 0,1 0 0,1 0 0,0 1 0,0-1 0,-2 21 0,5-27 0,1 1 0,-1-1 0,1 0 0,1 0 0,-1 1 0,1-1 0,0 0 0,0 0 0,0 0 0,1 0 0,0 0 0,0 0 0,0 0 0,0 0 0,1-1 0,0 1 0,0-1 0,0 0 0,0 0 0,1 0 0,0 0 0,-1-1 0,1 1 0,1-1 0,-1 0 0,0 0 0,1-1 0,0 1 0,7 2 0,-2-1 0,0-1 0,1 0 0,-1-1 0,1 0 0,0 0 0,0-1 0,0-1 0,0 1 0,0-2 0,-1 0 0,1 0 0,0-1 0,14-4 0,-11 1 0,-1 0 0,1-1 0,-1-1 0,-1 0 0,1-1 0,-1 0 0,0-1 0,-1 0 0,0-1 0,0 0 0,-1-1 0,-1 0 0,0 0 0,0-1 0,-1-1 0,-1 1 0,0-1 0,0 0 0,-2-1 0,8-24 0,-7 17 0,-1-1 0,0 0 0,-2 0 0,-1-1 0,-1 1 0,0 0 0,-2-1 0,-1 1 0,0 0 0,-2 0 0,0 0 0,-15-42 0,17 60 0,1 1 0,-1-1 0,0 0 0,0 1 0,0 0 0,-6-7 0,8 10 0,-1-1 0,1 1 0,-1-1 0,1 1 0,-1-1 0,1 1 0,-1 0 0,1-1 0,-1 1 0,0 0 0,1-1 0,-1 1 0,1 0 0,-1 0 0,0-1 0,1 1 0,-1 0 0,0 0 0,0 0 0,1 0 0,-1 0 0,0 0 0,1 0 0,-1 0 0,0 0 0,1 1 0,-1-1 0,0 0 0,1 0 0,-1 0 0,1 1 0,-1-1 0,0 0 0,1 1 0,-1-1 0,1 1 0,-1-1 0,1 1 0,-1-1 0,1 1 0,-1-1 0,1 1 0,-1-1 0,1 1 0,0-1 0,-1 1 0,1 1 0,-4 4 0,1 1 0,0 0 0,0 0 0,1 0 0,0 1 0,0-1 0,1 1 0,-2 13 0,2 65 0,1-70 0,1 14 69,2 1-1,0-1 0,2 0 0,10 33 1,-10-46-259,1 0 0,1 0 1,0-1-1,1 1 0,1-2 1,0 1-1,1-1 1,15 17-1,-10-17-6636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34.2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1 272 24575,'0'-2'0,"0"1"0,0-1 0,0 0 0,0 0 0,0 0 0,0 0 0,1 0 0,-1 0 0,1 0 0,0 0 0,-1 1 0,1-1 0,0 0 0,0 0 0,0 1 0,0-1 0,0 1 0,3-4 0,-1 4 0,-1-1 0,1 1 0,0-1 0,0 1 0,0 0 0,0 0 0,0 0 0,0 1 0,0-1 0,0 1 0,5-1 0,29 0 0,-23 2 0,0-2 0,0 1 0,-1-2 0,1 0 0,21-6 0,-32 7 0,0 0 0,0-1 0,-1 1 0,1 0 0,-1-1 0,1 0 0,-1 1 0,1-1 0,-1 0 0,0 0 0,0 0 0,0-1 0,0 1 0,0 0 0,-1-1 0,1 1 0,-1-1 0,0 0 0,1 0 0,-1 1 0,0-1 0,0 0 0,-1 0 0,1 0 0,-1 0 0,1 0 0,-1 0 0,0 0 0,0 0 0,0 0 0,-2-5 0,1 1 0,-1-1 0,0 1 0,0 0 0,0 0 0,-1 0 0,-1 0 0,1 0 0,-1 1 0,0-1 0,-9-9 0,11 12 0,-1 1 0,0-1 0,0 1 0,0 0 0,-1 0 0,1 0 0,-1 1 0,0-1 0,1 1 0,-1 0 0,0 0 0,0 0 0,-1 0 0,1 1 0,0 0 0,0 0 0,-1 0 0,1 0 0,-6 0 0,7 2 0,0 0 0,0 0 0,0 0 0,0 0 0,0 0 0,1 1 0,-1-1 0,0 1 0,1 0 0,-1 0 0,1-1 0,0 2 0,-1-1 0,1 0 0,0 0 0,0 1 0,1-1 0,-1 1 0,0 0 0,1-1 0,0 1 0,0 0 0,-2 3 0,-2 9 0,-1 1 0,-5 30 0,11-44 0,-3 12 0,1 0 0,0-1 0,1 1 0,1 0 0,0 0 0,1 0 0,0 0 0,1 0 0,4 14 0,-4-21 0,0-1 0,1 0 0,0 1 0,0-1 0,0 0 0,1-1 0,-1 1 0,2-1 0,-1 1 0,0-1 0,1 0 0,0-1 0,0 1 0,0-1 0,1 0 0,0 0 0,-1-1 0,1 0 0,1 0 0,9 4 0,-7-4-227,0-1-1,1 0 1,-1 0-1,1-1 1,12 0-1,9-2-6598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34.7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1 129 24575,'0'-128'0,"0"222"0,4 0 0,23 141 0,-22-207 0,-3-15 0,0-1 0,1 1 0,5 12 0,-8-24 0,0-1 0,0 0 0,0 1 0,0-1 0,0 0 0,0 1 0,0-1 0,0 0 0,0 1 0,1-1 0,-1 0 0,0 0 0,0 1 0,0-1 0,0 0 0,1 0 0,-1 1 0,0-1 0,0 0 0,1 0 0,-1 1 0,0-1 0,0 0 0,1 0 0,-1 0 0,0 0 0,0 0 0,1 1 0,-1-1 0,0 0 0,1 0 0,-1 0 0,4-10 0,-3-18 0,-21-71 0,12 63 0,-5-36 0,13 71 0,-3-31 0,0-49 0,4 72 0,-1 1 0,1 0 0,0-1 0,1 1 0,0 0 0,0 0 0,1 0 0,0 0 0,0 1 0,1-1 0,6-9 0,-8 14 0,0 0 0,1 1 0,-1-1 0,0 1 0,1 0 0,0 0 0,-1 0 0,1 0 0,0 0 0,0 1 0,0-1 0,0 1 0,0-1 0,0 1 0,0 0 0,7 0 0,-6 0 0,1 1 0,0 0 0,0 0 0,0 1 0,-1 0 0,1-1 0,0 2 0,0-1 0,-1 0 0,8 4 0,-3 0 0,-1 0 0,1 0 0,-1 0 0,0 1 0,0 0 0,-1 1 0,0 0 0,0 0 0,-1 0 0,10 15 0,-12-16 0,-1 0 0,0 0 0,-1 0 0,0 0 0,1 0 0,-2 0 0,1 0 0,-1 1 0,0-1 0,0 1 0,-1-1 0,0 13 0,-1-15 0,0 0 0,0 0 0,0 0 0,0 0 0,0 0 0,-1 0 0,0 0 0,0-1 0,0 1 0,0 0 0,-1-1 0,1 0 0,-1 0 0,0 1 0,0-2 0,0 1 0,0 0 0,0-1 0,-1 1 0,-6 3 0,5-4-85,1 1 0,-1-1-1,0 0 1,0-1 0,0 1-1,0-1 1,0 0 0,0 0-1,0 0 1,0-1 0,0 0-1,0 0 1,-1 0 0,1-1-1,-9-1 1,-3-5-6741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34.9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24575,'3'-2'0,"0"-5"0,1 3 0,-1 4 0,-2 5 0,1 4 0,1 7 0,1 5 0,2 8 0,3 4 0,0 5 0,1 4 0,2 3 0,-2 0 0,-1-1 0,-1-1 0,-1-6 0,-2-8-8191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35.8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116 109 24575,'0'-2'0,"0"1"0,0 0 0,0-1 0,0 1 0,-1 0 0,1 0 0,0 0 0,-1-1 0,1 1 0,-1 0 0,1 0 0,-1 0 0,0 0 0,0 0 0,1 0 0,-1 0 0,0 0 0,0 0 0,0 0 0,0 0 0,0 0 0,0 1 0,0-1 0,0 0 0,0 1 0,0-1 0,0 1 0,-1-1 0,1 1 0,0-1 0,0 1 0,-1 0 0,1 0 0,0 0 0,0 0 0,-1 0 0,0 0 0,-1 0 0,0 0 0,0 0 0,1 0 0,-1 1 0,0-1 0,1 1 0,-1 0 0,1 0 0,-1 0 0,1 0 0,-1 0 0,1 0 0,0 1 0,-1-1 0,1 1 0,0 0 0,-2 2 0,-1 2 0,1 0 0,0 1 0,1 0 0,0 0 0,0 0 0,0 0 0,1 0 0,0 1 0,-1 12 0,1-4 0,0-1 0,2 1 0,2 27 0,-2-41 0,0-1 0,0 1 0,0-1 0,1 1 0,-1-1 0,0 1 0,1-1 0,0 0 0,-1 1 0,1-1 0,0 1 0,0-1 0,-1 0 0,1 0 0,0 1 0,0-1 0,0 0 0,1 0 0,-1 0 0,0 0 0,0 0 0,1-1 0,-1 1 0,0 0 0,1 0 0,-1-1 0,0 1 0,1-1 0,-1 1 0,1-1 0,-1 0 0,1 0 0,0 1 0,-1-1 0,1 0 0,2-1 0,0 1 0,0-1 0,0 1 0,1-1 0,-1 0 0,0-1 0,0 1 0,-1-1 0,1 0 0,0 0 0,0 0 0,-1 0 0,6-5 0,0-1 0,-1-1 0,0 0 0,-1-1 0,0 0 0,-1 0 0,0 0 0,0-1 0,6-18 0,-9 22 0,0-1 0,-1 1 0,0-1 0,0 1 0,-1-1 0,0 0 0,-1 0 0,1 1 0,-2-1 0,1 0 0,-1 0 0,0 1 0,0-1 0,-4-10 0,4 17 0,1-1 0,-1 0 0,1 0 0,-1 1 0,0-1 0,0 1 0,0-1 0,0 0 0,0 1 0,0-1 0,0 1 0,0 0 0,-1-1 0,1 1 0,0 0 0,-1 0 0,1 0 0,-1 0 0,1 0 0,-1 0 0,0 1 0,1-1 0,-1 0 0,0 1 0,0-1 0,0 1 0,1 0 0,-1-1 0,0 1 0,0 0 0,0 0 0,0 0 0,1 1 0,-1-1 0,-3 1 0,3 0 0,0 0 0,-1 0 0,1 0 0,0 1 0,0-1 0,0 1 0,0 0 0,0-1 0,0 1 0,0 0 0,1 0 0,-1 0 0,1 1 0,-1-1 0,1 0 0,0 0 0,0 1 0,0-1 0,0 1 0,0-1 0,0 1 0,1-1 0,-1 1 0,1 4 0,0-4 0,0-1 0,0 1 0,0-1 0,0 1 0,0-1 0,1 1 0,-1-1 0,1 1 0,0-1 0,0 1 0,0-1 0,0 0 0,0 0 0,0 1 0,1-1 0,-1 0 0,4 3 0,-2-2 0,1 0 0,-1 0 0,1-1 0,0 0 0,-1 1 0,1-1 0,0-1 0,0 1 0,8 1 0,-1 0 0,1-1 0,0 0 0,0-1 0,0-1 0,0 0 0,21-2 0,-8-2 0,0 0 0,0-2 0,-1-1 0,0 0 0,0-2 0,-1-1 0,0-1 0,30-19 0,-25 5 0,-27 25 0,-1-1 0,1 0 0,0 1 0,0-1 0,-1 0 0,1 0 0,-1 0 0,1 0 0,0 1 0,-1-1 0,0 0 0,1 0 0,-1 0 0,0 0 0,1 0 0,-1 0 0,0 0 0,0 0 0,0 0 0,0 0 0,0 0 0,0-1 0,0 1 0,0 0 0,0 0 0,0 0 0,-1 0 0,1 0 0,0 0 0,-1 0 0,0 0 0,1 0 0,-1 0 0,0 1 0,0-1 0,0 1 0,0 0 0,0-1 0,0 1 0,0 0 0,0-1 0,0 1 0,0 0 0,0 0 0,0 0 0,0 0 0,0 0 0,0 0 0,0 0 0,0 0 0,0 1 0,0-1 0,0 0 0,0 1 0,0-1 0,0 0 0,0 1 0,0-1 0,0 1 0,1-1 0,-1 1 0,0 0 0,0-1 0,1 1 0,-1 0 0,0 0 0,0 1 0,-3 1 0,0 1 0,0 1 0,0-1 0,1 0 0,-4 6 0,4-3 0,0 0 0,0 0 0,1 0 0,-1 1 0,2-1 0,-1 1 0,1-1 0,0 1 0,1-1 0,-1 1 0,1-1 0,1 1 0,0-1 0,0 1 0,2 8 0,-1-11 0,0 1 0,0-1 0,0 0 0,0 0 0,1 0 0,0 0 0,0 0 0,0-1 0,1 1 0,0-1 0,-1 0 0,1 0 0,1 0 0,-1-1 0,0 1 0,1-1 0,0 0 0,0 0 0,0-1 0,9 4 0,-6-4 0,1 0 0,0 0 0,-1 0 0,1-2 0,-1 1 0,1-1 0,0 0 0,0 0 0,-1-1 0,1-1 0,-1 1 0,1-1 0,-1-1 0,1 0 0,-1 0 0,0 0 0,0-1 0,-1 0 0,1-1 0,13-10 0,-14 9 0,0 0 0,-1 0 0,1-1 0,-1 0 0,0 0 0,-1 0 0,0-1 0,0 0 0,-1 0 0,0 0 0,0-1 0,0 1 0,-2-1 0,1 0 0,-1 0 0,0 0 0,-1 0 0,1 0 0,-2-16 0,0 23 0,0 1 0,0-1 0,0 1 0,0-1 0,0 1 0,-1-1 0,1 0 0,0 1 0,-1 0 0,0-1 0,1 1 0,-1-1 0,0 1 0,0 0 0,1-1 0,-3-1 0,2 3 0,1-1 0,-1 1 0,0 0 0,1-1 0,-1 1 0,0 0 0,1 0 0,-1 0 0,0-1 0,1 1 0,-1 0 0,0 0 0,0 0 0,1 0 0,-1 0 0,0 0 0,1 1 0,-1-1 0,0 0 0,0 0 0,1 0 0,-1 1 0,0-1 0,0 1 0,-2 1 0,-1 0 0,1 0 0,0 1 0,1-1 0,-1 1 0,0 0 0,1-1 0,-1 1 0,1 0 0,0 1 0,-3 5 0,-1 6 0,1 0 0,1 0 0,1 0 0,0 0 0,1 0 0,-1 22 0,2 5 0,7 48 0,1-39 0,16 58 0,-12-61 0,8 72 0,-18-115 0,-1 0 0,0-1 0,0 1 0,-1 0 0,1 0 0,-1-1 0,0 1 0,0 0 0,-1-1 0,1 1 0,-5 7 0,5-10 0,0 0 0,-1 0 0,1 0 0,-1-1 0,0 1 0,1 0 0,-1-1 0,0 1 0,0-1 0,0 0 0,0 0 0,0 1 0,0-1 0,0 0 0,-1-1 0,1 1 0,0 0 0,-1-1 0,1 1 0,0-1 0,-1 0 0,1 0 0,0 0 0,-1 0 0,-2-1 0,-5 0 0,0-1 0,0-1 0,1 0 0,0 0 0,-1-1 0,1-1 0,1 1 0,-1-1 0,1 0 0,0-1 0,-9-7 0,-2-4 0,0-1 0,1 0 0,-17-24 0,28 33-273,0 0 0,0-1 0,1 1 0,-5-14 0,5 8-6553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36.3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80 222 24575,'-16'-9'0,"15"9"0,1-1 0,-1 1 0,0 0 0,1 0 0,-1 0 0,0-1 0,1 1 0,-1 0 0,0 0 0,1 0 0,-1 0 0,0 0 0,1 0 0,-1 0 0,0 1 0,1-1 0,-1 0 0,0 0 0,1 0 0,-1 1 0,0-1 0,1 0 0,-1 1 0,0-1 0,1 1 0,0-1 0,0 1 0,0-1 0,0 1 0,0-1 0,0 1 0,0-1 0,0 1 0,0-1 0,1 1 0,-1-1 0,0 0 0,0 1 0,0-1 0,1 1 0,-1-1 0,0 0 0,0 1 0,1-1 0,-1 0 0,0 1 0,1-1 0,-1 0 0,0 1 0,1-1 0,-1 0 0,1 0 0,-1 1 0,0-1 0,1 0 0,-1 0 0,1 0 0,-1 0 0,1 1 0,-1-1 0,1 0 0,19 7 0,-17-7 0,1 1 0,0 0 0,-1-1 0,1 0 0,0 0 0,-1 0 0,1 0 0,0 0 0,-1-1 0,1 0 0,-1 1 0,1-1 0,-1-1 0,1 1 0,-1 0 0,0-1 0,1 0 0,3-3 0,-3 2 0,-1 0 0,1 0 0,-1-1 0,0 0 0,0 0 0,0 0 0,0 0 0,-1 0 0,1-1 0,-1 1 0,0-1 0,-1 1 0,3-8 0,-3 4 0,0 0 0,0 0 0,0 0 0,-1 0 0,0 0 0,-1 0 0,1-1 0,-2 1 0,1 1 0,-1-1 0,-4-12 0,5 18 0,0-1 0,0 0 0,0 1 0,-1-1 0,1 1 0,0-1 0,-1 1 0,0-1 0,0 1 0,1 0 0,-1 0 0,-1 0 0,1 0 0,0 0 0,0 1 0,-1-1 0,1 1 0,-1-1 0,1 1 0,-1 0 0,1 0 0,-1 0 0,0 0 0,0 0 0,0 1 0,1 0 0,-1-1 0,0 1 0,0 0 0,0 0 0,0 0 0,1 1 0,-1-1 0,0 1 0,-3 0 0,1 1 0,0 0 0,0 1 0,0 0 0,0-1 0,1 2 0,-1-1 0,1 0 0,0 1 0,0 0 0,0 0 0,1 0 0,-1 0 0,1 0 0,0 1 0,0 0 0,0 0 0,1-1 0,-4 11 0,2-4 0,1 1 0,0-1 0,0 1 0,1-1 0,0 1 0,1 0 0,1 20 0,1-21 34,0 0 1,1 0-1,0 0 0,1-1 0,0 1 0,0-1 0,1 0 0,1 0 0,6 11 1,-7-14-157,0-1 0,1 0 0,0 0 0,0 0 0,1 0 0,0-1 0,0 0 0,0 0 0,0 0 1,1-1-1,0 0 0,0 0 0,9 3 0,11 2-6704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36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20 143 24575,'0'-1'0,"0"0"0,-1 0 0,1 0 0,0 0 0,-1 0 0,1 0 0,-1 0 0,1 0 0,-1 0 0,1 0 0,-1 0 0,0 0 0,1 0 0,-1 0 0,0 1 0,-1-2 0,-7-11 0,9 13 0,0-1 0,0 1 0,0 0 0,0 0 0,0 0 0,0 0 0,1-1 0,-1 1 0,0 0 0,0 0 0,0 0 0,0 0 0,0 0 0,0 0 0,1-1 0,-1 1 0,0 0 0,0 0 0,0 0 0,0 0 0,1 0 0,-1 0 0,0 0 0,0 0 0,0 0 0,0 0 0,1 0 0,-1 0 0,0 0 0,0 0 0,0 0 0,0 0 0,1 0 0,-1 0 0,0 0 0,0 0 0,0 0 0,1 0 0,-1 0 0,0 0 0,0 0 0,0 0 0,0 0 0,0 1 0,1-1 0,-1 0 0,0 0 0,0 0 0,0 0 0,0 0 0,0 0 0,1 1 0,10 5 0,12 11 0,-1 2 0,-1 0 0,0 2 0,-1 0 0,33 47 0,-49-61 0,0-1 0,-1 1 0,1 0 0,-1 0 0,-1 0 0,1 0 0,-1 1 0,0-1 0,-1 1 0,1 12 0,-2-17 0,0-1 0,0 1 0,0-1 0,0 0 0,0 1 0,-1-1 0,0 0 0,1 1 0,-1-1 0,0 0 0,0 1 0,0-1 0,0 0 0,0 0 0,-1 0 0,1 0 0,-1 0 0,1 0 0,-1-1 0,0 1 0,1 0 0,-1-1 0,0 1 0,0-1 0,0 0 0,0 0 0,-1 0 0,1 0 0,0 0 0,0 0 0,-1 0 0,1-1 0,0 1 0,-1-1 0,1 0 0,-5 1 0,5-1 0,1 0 0,0 0 0,-1 0 0,1 0 0,0 0 0,0 0 0,-1-1 0,1 1 0,0 0 0,0-1 0,-1 1 0,1-1 0,0 1 0,0-1 0,0 1 0,0-1 0,0 0 0,0 0 0,0 1 0,0-1 0,0 0 0,-1-1 0,1 0 0,0 0 0,0 0 0,0-1 0,0 1 0,0 0 0,0 0 0,1-1 0,-1 1 0,1 0 0,-1-5 0,1-4 0,0 0 0,1 1 0,1-1 0,2-11 0,2 0 0,0-1 0,2 1 0,1 1 0,0-1 0,2 1 0,13-19 0,-13 23 0,0 1 0,1 0 0,1 1 0,1 1 0,0 0 0,1 0 0,22-15 0,-31 26 0,-1 0 0,1 0 0,-1 0 0,1 0 0,0 1 0,0 0 0,10-2 0,-15 4 0,1 0 0,-1-1 0,1 1 0,-1 0 0,1 0 0,-1 0 0,1 0 0,-1 1 0,1-1 0,-1 0 0,1 1 0,-1-1 0,1 1 0,-1-1 0,1 1 0,-1-1 0,0 1 0,0 0 0,1 0 0,-1 0 0,0 0 0,0 0 0,0 0 0,0 0 0,0 0 0,0 0 0,0 1 0,0-1 0,0 0 0,-1 1 0,1-1 0,0 0 0,-1 1 0,1-1 0,-1 1 0,1 1 0,0 19-1365,-3-1-5461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26.9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31 266 24575,'-3'-3'0,"0"0"0,0-1 0,0 1 0,1-1 0,0 0 0,-1 0 0,1 0 0,0 0 0,1-1 0,-1 1 0,1 0 0,0-1 0,0 1 0,0-6 0,0 3 0,1 0 0,1 0 0,-1 0 0,1 0 0,0 0 0,1 0 0,-1 1 0,5-12 0,-2 9 0,1-1 0,-1 1 0,1 0 0,1 1 0,0-1 0,0 1 0,0 0 0,1 1 0,1-1 0,-1 1 0,1 1 0,13-9 0,-18 13 0,1 0 0,0 0 0,-1 0 0,1 1 0,0-1 0,0 1 0,0 0 0,0 1 0,0-1 0,0 1 0,0-1 0,0 1 0,0 0 0,0 1 0,0-1 0,0 1 0,0-1 0,0 1 0,5 2 0,-3 0 0,0 0 0,0 0 0,-1 1 0,1 0 0,-1 0 0,1 0 0,-1 1 0,-1-1 0,1 1 0,-1 1 0,5 5 0,2 5 0,-1 0 0,-1 1 0,0 1 0,-1-1 0,-1 2 0,5 18 0,-8-23 0,0 1 0,-1 0 0,-1 0 0,-1 0 0,0 0 0,-1 0 0,0 0 0,-4 20 0,3-27 0,-1-1 0,-1 1 0,0-1 0,0 1 0,-6 9 0,7-13 0,0 0 0,0-1 0,-1 1 0,0-1 0,1 0 0,-1 1 0,0-2 0,-1 1 0,1 0 0,0 0 0,-7 2 0,9-4 0,0-1 0,0 1 0,0-1 0,0 1 0,0-1 0,0 0 0,0 1 0,0-1 0,0 0 0,0 0 0,0 0 0,0 0 0,0 0 0,-1 0 0,1 0 0,0 0 0,0 0 0,0-1 0,0 1 0,0 0 0,0-1 0,0 1 0,0-1 0,0 1 0,0-1 0,0 1 0,1-1 0,-1 0 0,0 1 0,0-1 0,0 0 0,1 0 0,-1 0 0,0 0 0,1 1 0,-1-1 0,1 0 0,-1 0 0,1 0 0,0 0 0,-1 0 0,1 0 0,0 0 0,-1-1 0,1 1 0,0 0 0,0-1 0,-1-5 0,0 0 0,1 0 0,-1 0 0,2 0 0,0-12 0,4-8 0,1-1 0,1 2 0,1-1 0,2 1 0,0 0 0,2 1 0,20-33 0,-24 46 0,0 1 0,1 0 0,0 1 0,0 0 0,1 0 0,1 1 0,14-10 0,-17 14 0,0 0 0,1 1 0,0 0 0,0 0 0,0 1 0,0 0 0,0 1 0,0 0 0,1 0 0,-1 1 0,15 0 0,-21 0 0,0 1 0,1 1 0,-1-1 0,0 0 0,0 1 0,0-1 0,0 1 0,0 0 0,0 0 0,0 0 0,0 0 0,0 1 0,0-1 0,0 1 0,-1 0 0,1 0 0,-1 0 0,1 0 0,-1 0 0,3 4 0,-2-2 0,-1 0 0,0 1 0,0-1 0,0 1 0,0 0 0,-1-1 0,1 1 0,-1 0 0,-1 0 0,1 0 0,-1 0 0,0 7 0,-5 229 0,-7-154-1365,10-72-5461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27.3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85 86 24575,'0'-1'0,"1"-1"0,-1 1 0,-1-1 0,1 1 0,0-1 0,0 1 0,0-1 0,-1 1 0,1-1 0,-1 1 0,1-1 0,-1 1 0,0 0 0,1-1 0,-1 1 0,0 0 0,0 0 0,0 0 0,0-1 0,0 1 0,0 0 0,0 0 0,-1 1 0,1-1 0,0 0 0,0 0 0,-1 0 0,1 1 0,0-1 0,-3 0 0,2 1 0,1 0 0,-1 0 0,0 0 0,1 0 0,-1 0 0,0 0 0,1 0 0,-1 1 0,1-1 0,-1 1 0,0-1 0,1 1 0,-1 0 0,1-1 0,0 1 0,-1 0 0,1 0 0,-1 0 0,1 0 0,0 0 0,0 0 0,0 1 0,0-1 0,0 0 0,0 1 0,0-1 0,-1 3 0,-2 4 0,1 1 0,0 0 0,0 0 0,1 0 0,1 0 0,-1 0 0,1 0 0,1 0 0,0 1 0,0-1 0,0 0 0,2 0 0,-1 0 0,1 0 0,0 0 0,1 0 0,0 0 0,0 0 0,1-1 0,0 0 0,7 11 0,-7-15 0,-1 1 0,1-1 0,0-1 0,0 1 0,1 0 0,-1-1 0,1 0 0,0 0 0,0 0 0,0-1 0,0 1 0,0-1 0,0 0 0,1-1 0,-1 1 0,1-1 0,-1 0 0,1-1 0,-1 1 0,1-1 0,-1 0 0,1 0 0,0-1 0,-1 0 0,1 0 0,6-2 0,-6 1 0,1 0 0,-1-1 0,1 0 0,-1 0 0,0 0 0,0-1 0,0 0 0,-1 0 0,1 0 0,-1-1 0,0 0 0,0 0 0,-1 0 0,0-1 0,0 1 0,0-1 0,0 0 0,-1 0 0,0 0 0,4-12 0,-5 9 0,1 0 0,-2 0 0,1 0 0,-1-1 0,-1 1 0,0 0 0,0-1 0,0 1 0,-2 0 0,1-1 0,-5-14 0,4 18 0,0 1 0,0 0 0,0 1 0,-1-1 0,1 0 0,-1 1 0,0-1 0,-1 1 0,1 0 0,-1 0 0,0 0 0,0 1 0,0-1 0,0 1 0,-1 0 0,1 0 0,-1 1 0,0-1 0,0 1 0,1 0 0,-9-2 0,4 2-97,1 0-1,0 1 1,0 0-1,-1 1 1,1 0-1,0 0 1,-1 0-1,1 1 1,0 1-1,0-1 1,0 1-1,0 1 0,-14 5 1,5 0-6729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27.8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223 333 24575,'1'0'0,"1"0"0,-1 0 0,0-1 0,0 1 0,0 0 0,0-1 0,0 1 0,0 0 0,0-1 0,0 1 0,0-1 0,0 0 0,0 1 0,0-1 0,0 0 0,0 0 0,0 1 0,0-1 0,-1 0 0,1 0 0,0 0 0,-1 0 0,1 0 0,-1 0 0,1 0 0,-1 0 0,1 0 0,-1 0 0,0-1 0,1 1 0,-1 0 0,0 0 0,0 0 0,0 0 0,0 0 0,0-2 0,0 0 0,0 1 0,0-1 0,0 0 0,-1 0 0,1 0 0,-1 1 0,1-1 0,-1 0 0,0 1 0,0-1 0,0 0 0,-1 1 0,-2-5 0,1 4 0,0 1 0,-1-1 0,1 1 0,-1-1 0,0 1 0,1 0 0,-1 1 0,0-1 0,0 1 0,0-1 0,0 1 0,0 1 0,-1-1 0,1 0 0,0 1 0,0 0 0,0 0 0,-1 0 0,1 1 0,0-1 0,0 1 0,-7 2 0,3-1 0,0 0 0,0 1 0,1 0 0,-1 0 0,1 1 0,0 0 0,0 0 0,0 1 0,0 0 0,-10 10 0,12-9 0,0 1 0,0 0 0,0 0 0,1 0 0,0 0 0,1 1 0,-1-1 0,1 1 0,1 0 0,0 0 0,0 0 0,0 0 0,1 1 0,0-1 0,1 0 0,0 1 0,0-1 0,1 0 0,2 11 0,-2-13 0,0 0 0,1 0 0,0 0 0,0 0 0,1 0 0,0 0 0,0-1 0,0 1 0,0-1 0,1 0 0,0 0 0,0 0 0,0 0 0,1-1 0,0 0 0,0 0 0,0 0 0,0 0 0,1-1 0,-1 0 0,1 0 0,0-1 0,-1 1 0,1-1 0,11 2 0,-11-3 0,0 0 0,-1 0 0,1-1 0,0 0 0,-1 0 0,1 0 0,0-1 0,-1 0 0,1 0 0,-1 0 0,1-1 0,-1 0 0,8-3 0,-6 1 0,0-1 0,0 1 0,0-1 0,0-1 0,-1 1 0,0-1 0,0 0 0,7-10 0,-3 2 0,-1 0 0,-1-1 0,0 0 0,-1-1 0,0 1 0,-1-1 0,-1-1 0,4-23 0,-2-3 0,-2 0 0,-2-1 0,-3 0 0,-5-59 0,4 95 0,1 4 0,0 0 0,0 0 0,0 1 0,-1-1 0,0 0 0,0 0 0,0 1 0,0-1 0,0 0 0,-1 1 0,0 0 0,0-1 0,-3-4 0,5 8 0,0 0 0,-1 0 0,1-1 0,0 1 0,0 0 0,-1 0 0,1 0 0,0 0 0,-1-1 0,1 1 0,0 0 0,-1 0 0,1 0 0,0 0 0,0 0 0,-1 0 0,1 0 0,0 0 0,-1 0 0,1 0 0,0 0 0,-1 0 0,1 0 0,0 0 0,-1 0 0,1 0 0,0 1 0,0-1 0,-1 0 0,1 0 0,0 0 0,-1 0 0,1 1 0,0-1 0,-1 0 0,-7 14 0,1 18 0,4-3 0,1 1 0,2 0 0,1 0 0,1-1 0,7 35 0,4-7 0,32 93 0,-43-143-341,1 0 0,0 0-1,8 12 1,-1-7-6485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06:28.3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53 189 24575,'1'2'0,"0"0"0,-1 0 0,1 0 0,0 0 0,0 0 0,0-1 0,0 1 0,1 0 0,-1-1 0,0 1 0,1-1 0,-1 1 0,1-1 0,-1 1 0,1-1 0,0 0 0,0 0 0,-1 0 0,1 0 0,0 0 0,0 0 0,0-1 0,2 2 0,1-1 0,-1 1 0,1-1 0,0 1 0,-1-1 0,1-1 0,0 1 0,0-1 0,0 1 0,0-1 0,7-1 0,-5-2 0,0 0 0,-1 1 0,1-2 0,0 1 0,-1-1 0,0 0 0,0-1 0,0 1 0,-1-1 0,1 0 0,-1 0 0,8-12 0,-8 11 0,-1 1 0,0-1 0,0 0 0,-1 0 0,0-1 0,0 1 0,0-1 0,-1 1 0,0-1 0,0 0 0,-1 0 0,0 0 0,0-11 0,-1 15 0,0 0 0,0 0 0,-1 0 0,1 0 0,-1 0 0,0 0 0,0 1 0,0-1 0,0 0 0,0 1 0,-1-1 0,1 1 0,-1-1 0,0 1 0,0 0 0,1 0 0,-1-1 0,-1 1 0,1 1 0,0-1 0,0 0 0,-1 0 0,1 1 0,-1 0 0,0-1 0,1 1 0,-1 0 0,0 0 0,0 0 0,1 1 0,-1-1 0,0 1 0,0-1 0,0 1 0,-5 1 0,0-1 0,1 0 0,-1 1 0,1 0 0,-1 1 0,1-1 0,0 1 0,0 1 0,0-1 0,0 1 0,0 1 0,1-1 0,-1 1 0,-5 5 0,2 0 0,1 1 0,0-1 0,1 2 0,0-1 0,0 1 0,1 0 0,1 1 0,0-1 0,0 1 0,-4 17 0,7-22 0,1 1 0,1 0 0,-1 0 0,1-1 0,1 1 0,0 0 0,0 0 0,1 10 0,0-14 0,0 1 0,0 0 0,0 0 0,1-1 0,0 1 0,0-1 0,0 0 0,0 1 0,1-1 0,-1 0 0,1 0 0,0-1 0,1 1 0,3 4 0,-1-4 0,1 0 0,-1 0 0,1 0 0,0 0 0,0-1 0,0-1 0,0 1 0,1-1 0,-1 0 0,1-1 0,-1 1 0,1-2 0,0 1 0,7-1 0,6 0 0,0-2 0,0 0 0,39-10 0,-52 11-195,-1-1 0,1-1 0,0 0 0,-1 0 0,0 0 0,14-9 0,-9 2-6631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23.0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20 192 24575,'-1'0'0,"1"0"0,-1 0 0,0 0 0,1 0 0,-1 0 0,0 0 0,0 0 0,1 0 0,-1 0 0,0 0 0,1-1 0,-1 1 0,0 0 0,1 0 0,-1-1 0,0 1 0,1-1 0,-1 1 0,1 0 0,-1-1 0,1 1 0,-1-1 0,1 1 0,-1-1 0,1 1 0,-1-1 0,1 0 0,-1 1 0,1-1 0,0 1 0,0-1 0,-1 0 0,1 1 0,0-1 0,0 0 0,0 0 0,-1 1 0,1-1 0,0 0 0,0 1 0,0-1 0,0 0 0,0 0 0,1 1 0,-1-2 0,1 0 0,-1 0 0,1 0 0,0 0 0,-1 0 0,1 0 0,0 0 0,0 0 0,1 0 0,-1 1 0,0-1 0,1 0 0,-1 1 0,0-1 0,4-1 0,-3 1 0,1 1 0,0-1 0,0 1 0,0 0 0,0 0 0,0 0 0,0 0 0,0 0 0,0 1 0,0-1 0,0 1 0,1 0 0,-1 0 0,0 0 0,0 0 0,6 2 0,-3 0 0,0 0 0,-1 0 0,1 0 0,-1 1 0,0 0 0,0 0 0,0 0 0,7 7 0,1 2 0,-1 0 0,0 1 0,-1 1 0,-1-1 0,12 21 0,-16-24 0,-1 1 0,0 0 0,0 0 0,5 21 0,-9-29 0,0 0 0,-1 0 0,0 1 0,1-1 0,-1 0 0,0 0 0,-1 1 0,1-1 0,-1 0 0,0 4 0,0-5 0,1-1 0,-1 1 0,0-1 0,0 1 0,0-1 0,0 0 0,0 1 0,0-1 0,0 0 0,0 0 0,0 0 0,-1 0 0,1 0 0,-1 0 0,1 0 0,0 0 0,-1 0 0,1-1 0,-1 1 0,-3 0 0,4 0 0,0-1 0,-1 1 0,1-1 0,0 0 0,-1 1 0,1-1 0,-1 0 0,1 0 0,0 0 0,-1 0 0,1 0 0,-1 0 0,1-1 0,0 1 0,-1 0 0,1-1 0,0 1 0,-1-1 0,1 0 0,0 1 0,0-1 0,0 0 0,-1 0 0,0-1 0,0 0 0,1 0 0,-1 0 0,1 0 0,0 0 0,0 0 0,0-1 0,0 1 0,0-1 0,0 1 0,1 0 0,-1-1 0,1-3 0,-1-4 0,1 0 0,0 1 0,1-1 0,0 1 0,0-1 0,4-9 0,2-5 0,2 1 0,1-1 0,1 2 0,18-30 0,-19 37 0,0 0 0,1 1 0,1 1 0,0 0 0,0 0 0,29-21 0,-39 32-72,1 0 1,-1 0-1,1 0 0,0 1 0,0-1 0,0 1 0,-1-1 0,1 1 1,1 0-1,-1 0 0,0 0 0,0 1 0,0-1 0,0 1 0,1 0 1,-1-1-1,0 2 0,7-1 0,0 6-6754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23.8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1 109 24575,'0'5'0,"1"0"0,0 0 0,0 0 0,0 0 0,1 0 0,0 0 0,0-1 0,0 1 0,1 0 0,-1-1 0,1 0 0,0 0 0,0 0 0,1 0 0,-1 0 0,1 0 0,0-1 0,5 4 0,-7-5 0,1 0 0,-1 0 0,1 0 0,0 0 0,0-1 0,0 1 0,0-1 0,0 0 0,1 0 0,-1 0 0,0 0 0,0 0 0,1-1 0,-1 1 0,1-1 0,-1 0 0,0 0 0,1 0 0,-1-1 0,0 1 0,1-1 0,-1 0 0,0 0 0,0 0 0,0 0 0,1-1 0,-1 1 0,3-3 0,-2 0 0,0 1 0,0-1 0,-1 0 0,1 0 0,-1 0 0,0-1 0,0 1 0,-1-1 0,0 1 0,1-1 0,-1 0 0,-1 0 0,1 0 0,-1 0 0,0 0 0,0 0 0,0-1 0,-1 1 0,0 0 0,0-6 0,0 8 0,0 0 0,-1 0 0,1-1 0,-1 1 0,0 0 0,0 0 0,0 0 0,0 0 0,0 0 0,-1 0 0,1 0 0,-1 1 0,0-1 0,0 0 0,0 1 0,0-1 0,0 1 0,-1 0 0,1 0 0,-1 0 0,1 0 0,-1 0 0,0 1 0,0-1 0,0 1 0,0-1 0,0 1 0,0 0 0,0 0 0,0 1 0,0-1 0,0 1 0,-6-1 0,6 1 0,0 1 0,0-1 0,0 0 0,0 1 0,0 0 0,0 0 0,0 0 0,0 0 0,1 0 0,-1 1 0,0-1 0,1 1 0,-1 0 0,1 0 0,0 0 0,-1 0 0,1 0 0,0 0 0,0 0 0,0 1 0,1-1 0,-1 1 0,1-1 0,-1 1 0,1 0 0,-2 4 0,-1 2 0,1 0 0,0 1 0,1-1 0,0 1 0,0 0 0,1 0 0,-1 10 0,2-15 0,0 1 0,1-1 0,-1 1 0,1-1 0,0 0 0,0 1 0,1-1 0,0 0 0,0 0 0,0 1 0,0-1 0,1-1 0,-1 1 0,2 0 0,-1-1 0,0 0 0,1 1 0,0-1 0,-1-1 0,2 1 0,-1 0 0,0-1 0,1 0 0,-1 0 0,1 0 0,0-1 0,0 0 0,0 0 0,0 0 0,11 2 0,-2-1 0,1-1 0,-1 0 0,1-1 0,-1 0 0,1-2 0,0 1 0,-1-2 0,1 0 0,-1-1 0,23-7 0,-19 4 0,0-1 0,-1-1 0,0 0 0,0-1 0,0-2 0,-2 1 0,23-20 0,-33 26 0,1-1 0,-1 0 0,0-1 0,0 1 0,-1-1 0,0 0 0,0 0 0,0-1 0,-1 1 0,0-1 0,0 1 0,0-1 0,-1 0 0,0 0 0,-1 0 0,0-1 0,0 1 0,0 0 0,-1 0 0,0-1 0,0 1 0,-2-12 0,1 17 0,1 0 0,0 1 0,-1-1 0,1 0 0,-1 0 0,1 1 0,-1-1 0,0 1 0,0-1 0,0 0 0,0 1 0,0 0 0,0-1 0,0 1 0,0-1 0,0 1 0,-1 0 0,1 0 0,-1 0 0,-1-1 0,1 1 0,1 1 0,-1 0 0,1-1 0,-1 1 0,0 0 0,1 0 0,-1 0 0,0 0 0,1 0 0,-1 0 0,0 1 0,1-1 0,-1 0 0,1 1 0,-1 0 0,0-1 0,-1 2 0,-3 1 0,1 1 0,-1 0 0,1 0 0,0 0 0,0 0 0,1 1 0,-1-1 0,1 1 0,-6 10 0,6-7 0,0 0 0,1 1 0,0-1 0,0 1 0,1-1 0,1 1 0,-1 0 0,1-1 0,1 1 0,-1 0 0,2 0 0,1 17 0,-1-21 0,0 0 0,0 0 0,0 0 0,0-1 0,1 1 0,-1-1 0,1 1 0,1-1 0,-1 1 0,1-1 0,-1 0 0,1 0 0,0 0 0,0 0 0,1-1 0,-1 1 0,1-1 0,0 0 0,0 0 0,0 0 0,0-1 0,1 1 0,-1-1 0,8 3 0,-9-5 0,0 1 0,0 0 0,0-1 0,0 0 0,0 0 0,0 1 0,1-2 0,-1 1 0,0 0 0,0-1 0,0 1 0,0-1 0,0 0 0,0 0 0,0 0 0,2-2 0,0 0 0,0 0 0,-1 0 0,1-1 0,-1 0 0,0 0 0,0 0 0,0 0 0,4-6 0,3-8 0,-1 0 0,0 0 0,11-34 0,-19 47 0,7-10 0,-9 15 0,1 0 0,-1 0 0,0 0 0,0 0 0,1 0 0,-1 0 0,0 1 0,0-1 0,0 0 0,1 0 0,-1 0 0,0 0 0,0 1 0,0-1 0,0 0 0,1 0 0,-1 1 0,0-1 0,0 0 0,0 0 0,0 1 0,0-1 0,0 0 0,0 0 0,0 1 0,0-1 0,0 0 0,0 0 0,0 1 0,0-1 0,0 0 0,0 0 0,0 1 0,0 41 0,-1-32 0,0 36 78,2 82 159,0-108-573,2 0 0,0-1 0,1 1 0,9 25 0,-5-23-6490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25.9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22 24575,'0'0'0,"0"1"0,0-1 0,0 0 0,0 0 0,0 0 0,0 0 0,-1 0 0,1 0 0,0 0 0,0 0 0,0 0 0,0 0 0,0 0 0,-1 0 0,1 0 0,0 0 0,0 0 0,0 0 0,0 0 0,-1 0 0,1 0 0,0 0 0,0 0 0,0 0 0,0 0 0,-1 0 0,1 0 0,0 0 0,0 0 0,0 0 0,0 0 0,0 0 0,0 0 0,-1-1 0,1 1 0,0 0 0,0 0 0,0 0 0,0 0 0,0 0 0,0 0 0,0-1 0,0 1 0,-1 0 0,1 0 0,0 0 0,0 0 0,0 0 0,0-1 0,0 1 0,0 0 0,0 0 0,0 0 0,0 0 0,0-1 0,0 1 0,0 0 0,0 0 0,0 0 0,0 0 0,0 0 0,0-1 0,1 1 0,-1 0 0,0 0 0,-7 12 0,5 1 0,1 1 0,0-1 0,0 0 0,2 0 0,0 1 0,0-1 0,5 17 0,-6-25 0,2 0 0,-1 1 0,1-1 0,-1 0 0,2 0 0,-1-1 0,0 1 0,1 0 0,0-1 0,0 0 0,0 1 0,1-1 0,-1 0 0,1-1 0,0 1 0,0-1 0,0 0 0,0 0 0,1 0 0,0 0 0,4 2 0,-4-4 0,-1 0 0,0-1 0,1 1 0,-1-1 0,1 0 0,-1 0 0,1 0 0,-1 0 0,1-1 0,-1 0 0,0 0 0,1 0 0,-1 0 0,0-1 0,0 0 0,0 0 0,0 0 0,0 0 0,0-1 0,-1 1 0,1-1 0,-1 0 0,5-5 0,-2 2 0,0 0 0,0-1 0,-1 0 0,0 0 0,0 0 0,-1 0 0,0-1 0,0 0 0,-1 0 0,0 0 0,3-11 0,-4 10-136,-1-1-1,0 1 1,0 0-1,-1-1 1,0 1-1,-1 0 1,0 0-1,0-1 0,-4-11 1,1 9-6690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26.1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 24575,'3'-2'0,"1"-5"0,-1 3 0,0 4 0,-1 5 0,-1 4 0,0 7 0,-1 2 0,0 5 0,0 0 0,0 0 0,0-5-8191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26.2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20 24575,'-2'-3'0,"-2"-3"0,-2-1 0,-1 3 0,2 6 0,1 5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26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0 196 24575,'1'-1'0,"0"1"0,1 0 0,-1-1 0,0 1 0,0 0 0,0-1 0,0 0 0,0 1 0,0-1 0,0 1 0,0-1 0,0 0 0,1-1 0,-1 1 0,0 0 0,0 0 0,0 0 0,0 0 0,1 0 0,-1 1 0,0-1 0,0 0 0,1 1 0,-1-1 0,1 1 0,1-1 0,0 1 0,0 0 0,0 1 0,-1 0 0,1 0 0,0-1 0,-1 2 0,1-1 0,0 0 0,-1 0 0,0 1 0,1-1 0,-1 1 0,0 0 0,0 0 0,1 0 0,-2 0 0,1 0 0,0 0 0,0 1 0,-1-1 0,2 3 0,5 7 0,-1 0 0,10 25 0,-13-24 0,2 2 0,-5-16 0,-1 0 0,1 1 0,-1-1 0,0 1 0,1-1 0,-1 0 0,0 1 0,0-1 0,1 0 0,-1 1 0,0-1 0,0 0 0,0 1 0,0-1 0,0 0 0,0 1 0,0-1 0,0 0 0,0 0 0,0 1 0,-1-1 0,1-1 0,0-19 0,-1-10 0,2-1 0,5-34 0,-5 57 0,1 1 0,0-1 0,0 1 0,1 0 0,0 0 0,0 0 0,1 0 0,0 0 0,1 1 0,-1 0 0,1 0 0,11-11 0,-14 16-76,0 0 1,0 0-1,0 0 0,0 1 0,1-1 0,-1 1 0,1-1 0,-1 1 1,1 0-1,-1 0 0,1 0 0,-1 0 0,1 1 0,0-1 1,0 1-1,-1 0 0,6 0 0,7 2-6750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27.0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37 177 24575,'6'0'0,"0"-1"0,0 1 0,0-1 0,0 0 0,0 0 0,0 0 0,0-1 0,-1 0 0,1 0 0,-1-1 0,11-6 0,-13 7 0,0 0 0,-1-1 0,1 1 0,0-1 0,-1 0 0,0 1 0,0-1 0,0 0 0,0-1 0,0 1 0,-1 0 0,1 0 0,-1-1 0,0 1 0,0-1 0,0 1 0,0-1 0,-1 0 0,1 1 0,-1-1 0,0-4 0,-1 4 0,1 0 0,-1 1 0,1-1 0,-1 0 0,0 1 0,-1-1 0,1 1 0,-1-1 0,1 1 0,-1-1 0,0 1 0,0 0 0,-1 0 0,1 0 0,-1 0 0,1 1 0,-1-1 0,0 1 0,0-1 0,0 1 0,0 0 0,-7-3 0,8 4 0,0 0 0,-1 0 0,1 0 0,-1 0 0,1 1 0,-1-1 0,1 1 0,-1-1 0,1 1 0,-1 0 0,1 0 0,-1 0 0,0 1 0,1-1 0,-1 1 0,1-1 0,-1 1 0,1 0 0,-1 0 0,1 0 0,0 0 0,0 0 0,-1 0 0,1 1 0,0-1 0,0 1 0,0 0 0,0-1 0,0 1 0,1 0 0,-1 0 0,1 0 0,-1 0 0,-1 3 0,0 1 0,0 0 0,0 1 0,1-1 0,0 0 0,0 1 0,0-1 0,1 1 0,0 0 0,0 0 0,1-1 0,0 1 0,0 0 0,0 0 0,1 0 0,0-1 0,1 1 0,-1-1 0,1 1 0,0-1 0,1 1 0,0-1 0,0 0 0,0 0 0,5 7 0,-3-7 0,-1 1 0,1-1 0,1 0 0,-1 0 0,1 0 0,0-1 0,0 0 0,1 0 0,-1-1 0,1 0 0,0 0 0,1 0 0,-1-1 0,0 0 0,1-1 0,0 1 0,-1-1 0,1-1 0,0 0 0,11 1 0,-7-3-273,0 0 0,-1 0 0,1-2 0,12-3 0,8-4-6553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27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1 24575,'-2'0'0,"-2"2"0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27.3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24575,'0'3'0,"2"0"0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28.3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 24575,'0'-3'0,"2"2"0,5 4 0,5 4 0,4 4 0,5 5 0,4 5 0,4 6 0,1 2 0,0 2 0,-1 2 0,-2-2 0,-4-2 0,-2-2 0,-5-6-8191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28.5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283 8 24575,'-3'-3'0,"-3"-1"0,-4 3 0,-3 5 0,-1 7 0,-2 6 0,-1 7 0,-2 4 0,-2 6 0,-1 3 0,-1 2 0,-2 1 0,1-1 0,2-2 0,2-4 0,4-5 0,5-8-8191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28.9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179 113 24575,'3'-4'0,"1"-1"0,-1 1 0,0-1 0,0 0 0,-1 0 0,1 0 0,-1-1 0,2-5 0,-4 9 0,1 0 0,0-1 0,0 1 0,-1 0 0,1-1 0,-1 1 0,0-1 0,0 1 0,0-1 0,0 1 0,0-1 0,0 1 0,-1-1 0,1 1 0,-1-1 0,0 1 0,1 0 0,-1-1 0,-3-3 0,3 4 0,-1 1 0,0 0 0,0 0 0,0 0 0,1 0 0,-1 1 0,0-1 0,0 0 0,0 1 0,0-1 0,0 1 0,0 0 0,-1 0 0,1 0 0,0 0 0,0 0 0,0 0 0,0 0 0,0 1 0,0-1 0,-2 1 0,-45 15 0,48-15 0,-9 3 0,0 1 0,0 0 0,0 1 0,0 0 0,-8 8 0,14-11 0,1 0 0,0 0 0,0 0 0,0 0 0,1 0 0,-1 0 0,1 1 0,-1 0 0,1-1 0,0 1 0,0 0 0,1 0 0,-1 0 0,1 0 0,0 0 0,-1 7 0,2-8 0,1-1 0,-1 1 0,1 0 0,-1-1 0,1 1 0,0-1 0,0 1 0,0-1 0,0 0 0,1 1 0,-1-1 0,0 0 0,1 0 0,0 0 0,-1 0 0,1 0 0,0 0 0,0 0 0,0-1 0,4 3 0,6 4 0,0-1 0,20 10 0,-25-14 0,51 24 0,45 23 0,-101-49 0,0 0 0,-1-1 0,1 1 0,-1 0 0,1 1 0,-1-1 0,1 0 0,-1 0 0,1 1 0,-1-1 0,0 0 0,0 1 0,0-1 0,0 1 0,0 0 0,0-1 0,0 1 0,0 0 0,-1 0 0,1-1 0,0 4 0,-2-3 0,1 0 0,0 0 0,-1-1 0,0 1 0,1 0 0,-1 0 0,0-1 0,0 1 0,0 0 0,0-1 0,0 1 0,0-1 0,0 1 0,-1-1 0,1 0 0,0 1 0,-1-1 0,1 0 0,-1 0 0,0 0 0,-2 1 0,-5 3-170,0-1-1,0 0 0,-1 0 1,0-1-1,0-1 0,0 1 1,-14 0-1,-9 1-6655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29.2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24575,'2'14'0,"1"1"0,0 0 0,1-1 0,0 0 0,1 0 0,1 0 0,7 12 0,-11-21 0,3 6 0,1 1 0,1-1 0,0 0 0,0 0 0,1-1 0,0 0 0,1 0 0,11 9 0,-17-16 0,1-1 0,-1 1 0,0-1 0,1 0 0,-1 0 0,1 0 0,-1-1 0,1 1 0,0-1 0,0 0 0,-1 0 0,1 0 0,0-1 0,0 1 0,0-1 0,0 0 0,0 0 0,0 0 0,0-1 0,0 1 0,0-1 0,0 0 0,0 0 0,0-1 0,-1 1 0,1-1 0,-1 1 0,1-1 0,-1 0 0,6-4 0,-4 1 22,1 0-1,-1 0 0,0-1 1,0 1-1,-1-1 0,1 0 1,-1 0-1,-1 0 0,1-1 1,-1 0-1,0 1 0,-1-1 1,1 0-1,-1 0 0,1-11 1,1-7-449,-2-1 0,-1 1 1,-1-29-1,-1 37-6399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29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354 174 24575,'0'-6'0,"0"-1"0,-1 1 0,1 0 0,-1 0 0,-1-1 0,1 1 0,-1 0 0,-1 0 0,-3-9 0,0 6 0,0-1 0,-1 1 0,0 0 0,-13-12 0,16 17 0,-1-1 0,1 1 0,-1 0 0,0 0 0,0 1 0,-1-1 0,1 1 0,-1 0 0,0 1 0,-6-3 0,8 4 0,-1 0 0,1 0 0,0 1 0,-1 0 0,1 0 0,-1 0 0,1 0 0,0 1 0,-1 0 0,1 0 0,0 0 0,0 0 0,-1 0 0,1 1 0,-5 3 0,-3 1 0,1 2 0,0-1 0,0 1 0,0 1 0,1 0 0,1 0 0,-16 19 0,19-19 0,-1-1 0,1 2 0,1-1 0,-1 1 0,2-1 0,-1 1 0,1 1 0,1-1 0,-4 21 0,6-27 0,0 0 0,1-1 0,0 1 0,0 0 0,0-1 0,1 1 0,-1 0 0,1-1 0,0 1 0,0 0 0,0-1 0,0 1 0,0-1 0,1 0 0,0 1 0,0-1 0,0 0 0,0 0 0,0 0 0,0 0 0,1-1 0,0 1 0,-1-1 0,1 1 0,0-1 0,0 0 0,0 0 0,0 0 0,1-1 0,-1 1 0,1-1 0,-1 1 0,1-1 0,-1 0 0,5 0 0,-1 0 0,0 1 0,0-2 0,0 1 0,1-1 0,-1 0 0,0-1 0,0 1 0,0-2 0,0 1 0,0-1 0,0 0 0,-1 0 0,1-1 0,-1 1 0,1-2 0,-1 1 0,10-8 0,-9 6 0,-1-1 0,0 0 0,-1-1 0,1 1 0,-1-1 0,-1 0 0,1-1 0,-1 1 0,0-1 0,-1 0 0,0 1 0,0-2 0,-1 1 0,0 0 0,0 0 0,-1-1 0,1-9 0,-4 8 0,-2 13 0,-3 15 0,5-4-114,1-1 1,1 1-1,0 0 0,1-1 0,1 1 1,0-1-1,0 1 0,2-1 0,-1 0 1,2 0-1,8 18 0,-2-13-6712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0:30.1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100 209 24575,'10'-11'0,"0"0"0,0-2 0,-1 1 0,-1-1 0,0 0 0,0-1 0,-2 0 0,1 0 0,6-26 0,-12 38 0,-1 0 0,1 0 0,-1 0 0,0 0 0,0-1 0,1 1 0,-1 0 0,-1 0 0,1 0 0,0 0 0,-1 0 0,1 0 0,-1 0 0,1 0 0,-3-4 0,2 4 0,1 1 0,-1 0 0,0 0 0,0 0 0,-1 0 0,1 0 0,0 0 0,0 0 0,0 0 0,-1 1 0,1-1 0,0 0 0,-1 1 0,1-1 0,0 1 0,-1-1 0,-2 1 0,0-1 0,0 1 0,0 0 0,-1 0 0,1 0 0,0 1 0,0 0 0,0 0 0,0 0 0,0 0 0,0 0 0,1 1 0,-1 0 0,0 0 0,1 0 0,-5 2 0,-1 3 0,1 1 0,0-1 0,0 1 0,0 1 0,1-1 0,1 1 0,-8 12 0,10-14 0,0 0 0,1 0 0,0 0 0,0 1 0,1 0 0,0-1 0,0 1 0,0 0 0,1 0 0,0 15 0,1-21 0,0 0 0,0 1 0,0-1 0,1 1 0,-1-1 0,1 0 0,-1 1 0,1-1 0,0 0 0,0 1 0,0-1 0,0 0 0,0 0 0,1 0 0,-1 0 0,1 0 0,-1 0 0,1-1 0,-1 1 0,1 0 0,0-1 0,0 1 0,0-1 0,0 0 0,4 3 0,-2-3 0,-1-1 0,0 1 0,1 0 0,-1-1 0,1 0 0,-1 1 0,1-1 0,-1-1 0,1 1 0,-1 0 0,1-1 0,-1 0 0,1 0 0,-1 0 0,0 0 0,0-1 0,4-1 0,4-3 0,-1 0 0,0-1 0,0-1 0,-1 1 0,0-1 0,-1-1 0,1 0 0,12-17 0,-9 7 0,-1 1 0,0-2 0,15-38 0,-25 56 0,-1 0 0,1 0 0,0 0 0,0 0 0,0 0 0,0 0 0,0 0 0,0 1 0,0-1 0,1 0 0,1-2 0,-2 4 0,-1 0 0,0 0 0,0 0 0,0 0 0,1 0 0,-1 0 0,0 0 0,1 0 0,-1 0 0,0 0 0,0 0 0,1 0 0,-1 0 0,0 0 0,0 0 0,1 0 0,-1 1 0,0-1 0,0 0 0,0 0 0,1 0 0,-1 0 0,0 0 0,0 1 0,0-1 0,1 0 0,-1 0 0,0 0 0,0 0 0,0 1 0,1-1 0,6 16 0,0 5 69,0-2-1,2 1 0,0-1 0,18 27 1,-21-37-225,1 0 1,0-1 0,0 0 0,1 0 0,0-1 0,0 0 0,0 0-1,1-1 1,0 0 0,18 8 0,-9-7-6671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18.6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35 24575,'0'-30'0,"0"26"0,0 20 0,-1 40 0,-1-24 0,2-1 0,1 1 0,11 59 0,-12-89 0,0-1 0,0 0 0,0 0 0,1 0 0,-1 0 0,1 1 0,-1-1 0,1 0 0,-1 0 0,1 0 0,-1 0 0,1 0 0,0 0 0,0 0 0,-1 0 0,1 0 0,0 0 0,0-1 0,0 1 0,1 1 0,-1-2 0,0 0 0,0 0 0,0 0 0,0 0 0,0 0 0,-1 0 0,1-1 0,0 1 0,0 0 0,0 0 0,0-1 0,-1 1 0,1 0 0,0-1 0,0 1 0,-1-1 0,1 1 0,0-1 0,-1 1 0,1-1 0,1-1 0,5-5 0,-1-2 0,0 1 0,9-17 0,-9 15 0,-4 7 0,6-9 0,-1 1 0,2-1 0,-1 1 0,21-18 0,-28 27 0,1 1 0,-1-1 0,1 1 0,0 0 0,-1 0 0,1-1 0,0 1 0,0 0 0,0 1 0,0-1 0,0 0 0,0 1 0,0-1 0,0 1 0,0-1 0,0 1 0,0 0 0,0 0 0,1 0 0,-1 0 0,0 1 0,0-1 0,0 0 0,0 1 0,0-1 0,0 1 0,0 0 0,0 0 0,0 0 0,0 0 0,-1 0 0,1 0 0,0 0 0,0 1 0,-1-1 0,1 0 0,-1 1 0,0 0 0,1-1 0,-1 1 0,2 2 0,6 11 76,0 0 0,0 0 1,9 25-1,11 21-1746,-20-46-5156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19.0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178 136 24575,'1'-2'0,"-1"1"0,0-1 0,0 0 0,0 1 0,0-1 0,0 1 0,-1-1 0,1 0 0,-1 1 0,1-1 0,-1 1 0,1-1 0,-1 1 0,0-1 0,1 1 0,-1 0 0,0-1 0,0 1 0,0 0 0,0 0 0,0 0 0,-1-1 0,1 1 0,0 0 0,0 1 0,-1-1 0,1 0 0,-1 0 0,1 0 0,-1 1 0,1-1 0,-1 1 0,1-1 0,-1 1 0,1 0 0,-1 0 0,0-1 0,1 1 0,-1 0 0,1 0 0,-1 1 0,0-1 0,-1 1 0,-4 0 0,0 0 0,0 1 0,0 0 0,0 1 0,1-1 0,0 1 0,-1 0 0,-9 8 0,10-6 0,0 0 0,1 0 0,0 1 0,0 0 0,0 0 0,1 1 0,-1-1 0,2 1 0,-1 0 0,1 0 0,-5 14 0,7-18 0,0 0 0,1 1 0,-1-1 0,1 0 0,0 0 0,0 1 0,0-1 0,0 0 0,0 0 0,1 1 0,-1-1 0,1 0 0,1 4 0,-1-5 0,1 1 0,-1-1 0,0 0 0,1 0 0,-1 0 0,1 0 0,0-1 0,0 1 0,0 0 0,0-1 0,0 1 0,0-1 0,0 0 0,0 0 0,0 1 0,1-1 0,-1-1 0,0 1 0,5 1 0,-3-2 0,0 1 0,1-1 0,-1 0 0,0 0 0,1 0 0,-1-1 0,0 0 0,1 0 0,-1 0 0,0 0 0,0 0 0,0-1 0,0 0 0,0 0 0,5-3 0,-2 1 0,-1 0 0,0-1 0,0 1 0,-1-1 0,0 0 0,1-1 0,-2 1 0,7-9 0,0-8 0,0 0 0,-2-1 0,0 0 0,-2 0 0,5-27 0,-1 10 0,-3 19 0,-8 21 0,1 0 0,-1 1 0,0-1 0,0 0 0,1 0 0,-1 0 0,0 0 0,0 0 0,0 1 0,1-1 0,-1 0 0,0 0 0,0 0 0,0 0 0,1 1 0,-1-1 0,0 0 0,0 0 0,0 1 0,0-1 0,0 0 0,1 0 0,-1 1 0,0-1 0,0 0 0,0 0 0,0 1 0,0-1 0,0 0 0,0 1 0,0-1 0,0 0 0,0 0 0,0 1 0,0-1 0,0 1 0,2 46 0,-1-38 0,0 14 171,8 43 0,-7-59-327,0 0 1,0 0 0,0 0 0,1-1 0,0 1 0,0 0 0,1-1-1,-1 0 1,2 0 0,4 6 0,2-1-6671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19.2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24575,'3'0'0,"0"2"0,1 5 0,-1 3 0,-1 2 0,-1 6 0,0 1 0,-1 1 0,0 0 0,2-2 0,2 0 0,2-1 0,0-3-8191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19.3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51 24575,'0'-6'0,"-3"-4"0,-3-3 0,-4 0 0,0 6 0,2 6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08:11:25.9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271 1 24575,'-12'13'0,"0"2"0,1-1 0,1 1 0,-16 30 0,-26 69 0,44-95 0,-22 60 0,4 2 0,3 1 0,4 1 0,3 1 0,4 0 0,4 0 0,3 119 0,8-113 0,3-1 0,4 0 0,5-1 0,3 0 0,58 168 0,-64-228 0,0 0 0,2-1 0,28 42 0,-30-53 0,1-1 0,0 0 0,1 0 0,1-1 0,0-1 0,26 17 0,-34-25-170,-1 1-1,1-1 0,-1 1 1,0 0-1,0 1 0,-1 0 1,6 7-1,-6-6-6655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28T14:23:08.6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18 24575,'0'-1'0,"0"1"0,0 0 0,0-1 0,0 1 0,0-1 0,0 1 0,1-1 0,-1 1 0,0-1 0,0 1 0,0-1 0,0 1 0,1 0 0,-1-1 0,0 1 0,0-1 0,1 1 0,-1 0 0,0-1 0,1 1 0,-1 0 0,0-1 0,1 1 0,0 0 0,-1 0 0,0 0 0,0 0 0,0 0 0,1 0 0,-1 0 0,0 0 0,0 0 0,1 0 0,-1 0 0,0 0 0,0 0 0,0 0 0,1 0 0,-1 0 0,0 0 0,0 0 0,0 1 0,1-1 0,-1 0 0,0 0 0,0 0 0,0 0 0,1 0 0,-1 1 0,0-1 0,0 0 0,0 0 0,0 0 0,0 1 0,0-1 0,0 0 0,0 0 0,1 1 0,-1-1 0,0 0 0,0 0 0,0 0 0,0 1 0,0-1 0,0 0 0,0 0 0,0 1 0,0-1 0,0 0 0,-1 0 0,1 1 0,1 0 0,-1 1 0,0 0 0,0-1 0,1 1 0,-1 0 0,-1 0 0,1-1 0,0 1 0,0 0 0,-1-1 0,1 1 0,0-1 0,-1 1 0,0 0 0,1-1 0,-1 1 0,0-1 0,0 1 0,0-1 0,0 0 0,0 1 0,0-1 0,0 0 0,0 0 0,-1 0 0,1 0 0,0 0 0,-1 0 0,1 0 0,-1 0 0,1 0 0,-1-1 0,0 1 0,1-1 0,-1 1 0,1-1 0,-1 1 0,-2-1 0,-2-2 0,13-2 0,15-3 0,21 9 0,-42-2 0,0 0 0,0 1 0,0-1 0,0 0 0,0 0 0,0 1 0,0-1 0,-1 1 0,1-1 0,0 1 0,0-1 0,0 1 0,-1-1 0,1 1 0,0 0 0,1 1 0,-2-2 0,0 1 0,0 0 0,0-1 0,0 1 0,0 0 0,0-1 0,-1 1 0,1 0 0,0-1 0,0 1 0,0 0 0,-1-1 0,1 1 0,0-1 0,-1 1 0,1-1 0,0 1 0,-1 0 0,1-1 0,-1 1 0,1-1 0,-1 0 0,1 1 0,-1-1 0,1 1 0,-1-1 0,0 0 0,0 1 0,-1 0 0,0 0 0,0 0 0,0 0 0,0 0 0,-1 0 0,1-1 0,0 1 0,0-1 0,-1 1 0,1-1 0,0 0 0,0 0 0,-1 0 0,1 0 0,0 0 0,-1-1 0,1 1 0,-4-2 0,5 2 0,0 0 0,0-1 0,0 1 0,1-1 0,-1 1 0,0 0 0,0-1 0,1 0 0,-1 1 0,0-1 0,1 1 0,-1-1 0,0 0 0,1 1 0,-1-1 0,1 0 0,-1 0 0,1 1 0,-1-1 0,1 0 0,0 0 0,-1 0 0,1 0 0,0 1 0,0-1 0,0 0 0,-1 0 0,1 0 0,0 0 0,0 0 0,0 0 0,1 0 0,-1 0 0,0 1 0,0-1 0,0 0 0,1 0 0,-1 0 0,0 0 0,1 0 0,-1 1 0,1-1 0,-1 0 0,1 0 0,-1 1 0,1-1 0,-1 0 0,1 1 0,1-2 0,-1 1 0,0-1 0,0 1 0,0 0 0,1-1 0,-1 1 0,0 0 0,1 0 0,-1 0 0,1 0 0,0 0 0,-1 0 0,1 0 0,0 1 0,0-1 0,-1 0 0,1 1 0,0 0 0,0-1 0,0 1 0,0 0 0,-1 0 0,1 0 0,0 0 0,0 0 0,0 0 0,0 1 0,-1-1 0,4 1 0,-5 0 0,1-1 0,0 0 0,-1 1 0,1-1 0,0 1 0,-1-1 0,1 1 0,0-1 0,-1 1 0,1-1 0,-1 1 0,1 0 0,-1-1 0,0 1 0,1 0 0,-1-1 0,1 1 0,-1 0 0,0 0 0,0-1 0,0 1 0,1 0 0,-1 0 0,0 1 0,0-1 0,-1 1 0,1 0 0,0-1 0,-1 1 0,0 0 0,1-1 0,-1 1 0,0-1 0,0 1 0,0-1 0,0 1 0,0-1 0,0 0 0,0 1 0,0-1 0,-2 2 0,-1-1 0,1 0 0,0 0 0,-1 0 0,1 0 0,-1 0 0,0-1 0,0 1 0,1-1 0,-1 0 0,0-1 0,0 1 0,0 0 0,0-1 0,0 0 0,0 0 0,0 0 0,0-1 0,-4 0 0,6 1 0,1-1 0,-1 1 0,1-1 0,-1 1 0,1-1 0,-1 1 0,1-1 0,0 0 0,-1 0 0,1 0 0,0 0 0,-1 0 0,1 0 0,0 0 0,0 0 0,0 0 0,0-1 0,-1-1 0,1 1 0,1 0 0,-1 0 0,1 0 0,0 1 0,0-1 0,-1 0 0,1 0 0,1 0 0,-1 0 0,0 1 0,0-1 0,1 0 0,-1 0 0,1 1 0,-1-1 0,1 0 0,0 0 0,0 1 0,0-1 0,1-1 0,0 0-68,-1 1 0,1 0-1,0-1 1,0 1 0,-1 0 0,1 0-1,1 0 1,-1 1 0,0-1 0,0 1-1,1-1 1,-1 1 0,0-1 0,1 1-1,0 0 1,-1 0 0,1 1-1,0-1 1,3 0 0,10 1-6758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74.2029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6-03-26T09:44:36.209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28700 8781 0,'0'0'16,"0"-13"-16,13 0 47,0-13-16,0 26-31,1 26 31,-14 40 0,0-53-31,0 67 32,0-67-32,0 40 15,13-53 1,53-13 0,-39-1-1,131-144 1,1-14 15,-133 145-15,41-26-1,-67 40 1,13 13 0</inkml:trace>
  <inkml:trace contextRef="#ctx0" brushRef="#br0" timeOffset="1097.05">28316 10342 0,'27'-26'31,"-14"12"0,0 14 1,-13 14-1,0-1-16,0 40 1,0-40 0,0 0-16,0 14 15,27-41 17,105-144-1,-106 118-16,107-106 1,-107 120 0,27-27-1,-53 66 17</inkml:trace>
  <inkml:trace contextRef="#ctx0" brushRef="#br0" timeOffset="2220.94">28713 12220 0,'0'0'0,"13"-27"32,14 14-1,-27 40 16,13 52-16,13-13-15,14-53 15,-27-26-15,67-53-1,-41 40 1,94-93-1,-94 92 1,67-39 0,-106 53-1,27 39 1</inkml:trace>
  <inkml:trace contextRef="#ctx0" brushRef="#br0" timeOffset="3455.92">28197 13846 0,'13'-13'15,"1"13"17,-14 27-1,0-14-15,0 40-1,0-40 1,13 40-1,13-40 17,-12-26-17,65-66 1,-53 52 0,120-118-1,-106 118 1,79-79-1,-93 80-15,14 26 32,-54 40-17</inkml:trace>
  <inkml:trace contextRef="#ctx0" brushRef="#br0" timeOffset="4800.1">28964 15671 0,'14'-13'32,"-14"0"-17,13 13 1,0 0 15,-13 13 0,13 67 1,-13-67-32,0 0 15,27 40 1,-14-53-1,66-27 17,-52 14-32,-1 0 15,106-93 1,-79 67 0,93-54-1,-120 80 1,40 0-1,-66 26 17</inkml:trace>
  <inkml:trace contextRef="#ctx0" brushRef="#br0" timeOffset="6730.84">28568 17602 0,'0'-13'32,"13"0"-17,0 13 1,27 0 0,-27 0-1,27 26 16,-40-13-31,13 1 0,0 39 32,0-27-32,0 53 15,-13-52 1,27 13 0,52-107 15,-52 41-16,118-120 1,-105 107 0,158-67-1,-158 80 1,0 26-16,-1-14 0,-12 14 16,-1 0-16</inkml:trace>
  <inkml:trace contextRef="#ctx0" brushRef="#br0" timeOffset="23393.88">17022 5832 0,'13'14'32,"0"-1"-1,-13 0 0,13 14-15,0-14-1,1 66 1,-1-66 0,-13 14-16,40 39 15,-27-53 1,93 40-1,66-93 17,-93 1-17,13-14 1,-65 26 0,52-39-1,-66 53 1,27-53-1,-40 39 17,0 14-1,-13 13 0</inkml:trace>
  <inkml:trace contextRef="#ctx0" brushRef="#br0" timeOffset="24112.67">17074 5303 0,'-13'-13'0,"26"26"0,-26-39 15,0 0 16,26 12-15,0 14 0,1 0-16,-1 0 15,13 0 1,-26 14 0,27 12-1,-27-13 1,0 0-1,0 1-15,-53-1 32,40 0-17,-67-13 1,67 0 0,-13-13-1,12 13 1,28-66-1,25 13 17,-12 40-1,-14 13-15</inkml:trace>
  <inkml:trace contextRef="#ctx0" brushRef="#br0" timeOffset="25000.54">17934 5251 0,'0'0'0,"-13"-14"31,26 14 0,0 27 1,-13 12-1,-13-39-15,13 14-16,-40 12 15,27-26 1,0 13-16,-27-13 15,27 0 1,-27-13 0,27 0-1,0-53 1,13 53 0,13-40-1,0 53 1,27 0-1,-27 0 1,40 53 0,-40-53-1,14 39 1,-27-26 0,-40 1-1,27-1 1,-27-13-1,40-13 1,-39-1 0,39 1-1,0-13 1,0 13 0,26-1-1</inkml:trace>
  <inkml:trace contextRef="#ctx0" brushRef="#br0" timeOffset="26707.62">15739 3082 0,'0'13'32,"0"-26"-32,0-14 31,0 1-31,13-93 31,13-13 0,14 79 1,26 39-1,-53 28-31,27 52 31,0 40 0,-40-93-31,13 66 32,-13-66-17,-13-26 1,13-53-1,0 40 1,39-80 0,-25 79-1,52-26 1,-53 40 0,53 40-1,-53-14 1,1 0-16,12 66 15,-26 14 17,-13-53-17,0-1 1</inkml:trace>
  <inkml:trace contextRef="#ctx0" brushRef="#br0" timeOffset="27731.42">16532 2923 0,'0'0'0,"0"-13"15,0 0-15,-26-40 31,12 26-15,1 14-16,-26 26 31,12 67 1,27-54-32,0-13 15,0 40 1,53-13 15,-40-40-15,40-40-1,-40 0 1,27-52 15,-27 105 0,-13 53 1,0-39-32,0-14 15,27 27 1,39-40 15,-53-14-15,40-52-1,-27 13 17,-12 27-1,-41 66 0,40 39 0,-13-66-31,14 0 16,25 40 0,14-53 15,-26-79 0,-27 26 0,0 106 1,0-13-32,0 118 31,0 14 0,0-145-31,-53 12 31,-106-105 1,119-26-1,93 39-15</inkml:trace>
  <inkml:trace contextRef="#ctx0" brushRef="#br0" timeOffset="28001.67">17392 2791 0,'-13'0'31,"13"53"1,0 92-1,13 14 0,-13-133-31</inkml:trace>
  <inkml:trace contextRef="#ctx0" brushRef="#br0" timeOffset="28189.08">17260 3121 0,'0'0'32,"-53"-26"-32,79 13 31,1-1-31,131 1 31,-105 0-31,-13 0 0</inkml:trace>
  <inkml:trace contextRef="#ctx0" brushRef="#br0" timeOffset="28343.15">17339 2778 0,'-13'-14'15,"26"28"-15,-40-54 32,41 40-32,12 0 15,93 0 1</inkml:trace>
  <inkml:trace contextRef="#ctx0" brushRef="#br0" timeOffset="28793.51">17841 2764 0,'0'0'0,"-13"-13"16,13 53 15,0-27-15,0 106-1,0-93 1,13 107 0,-13-107-1,-26 27 1,39-106 15,0 40-15,40-93-1,-39 80 1,52-14 0,-53 40-1,13 66 1,-26-39-1,14-14-15,-1 53 16</inkml:trace>
  <inkml:trace contextRef="#ctx0" brushRef="#br0" timeOffset="29196.82">18159 2989 0,'0'0'0,"0"-13"16,0 26 15,53 14 1,13-54-1,-66 14-16,-27-66 17,14 79-17,-26-14 1,25 28 0,1 52-1,13-53 1,27 93-1,-1-93 1,67 27 0,-67-40-1,1-14-15</inkml:trace>
  <inkml:trace contextRef="#ctx0" brushRef="#br0" timeOffset="29418.92">18503 2844 0,'0'0'0,"-53"-80"15,53 67 1,-13 13-16,26 53 31,0-40-15,14 93 0,-27-80-1,13 1-15,0 26 16,0-27-1,-13-13-15</inkml:trace>
  <inkml:trace contextRef="#ctx0" brushRef="#br0" timeOffset="29900.3">18635 2870 0,'0'0'0,"0"13"31,0 14-15,13 65-1,-13-65 1,13 12-16,27 147 31,-40-160-15,0-13-16,13 14 15,-13-80 17,0 26-17,-13 1-15,13-14 0,-13 1 16,-27-199 15,27 211-31,13 1 16,26-14-1,94 93 17,-94-40-17,0 66 1,-26-65-16,-13 12 16,-40 14-1,27-40-15,13 13 16</inkml:trace>
  <inkml:trace contextRef="#ctx0" brushRef="#br0" timeOffset="31017.29">19045 2738 0,'0'0'15,"-53"-53"17,53 40-32,13-40 31,14 53-31,92-27 31,-66 93 0,-106 67 1,0-27-1,40-80-31,13-13 0</inkml:trace>
  <inkml:trace contextRef="#ctx0" brushRef="#br0" timeOffset="31197.82">19111 3148 0,'0'0'0,"0"39"31,13-25 0,1-28 0</inkml:trace>
  <inkml:trace contextRef="#ctx0" brushRef="#br0" timeOffset="53261.34">5251 10977 0,'-27'39'31,"54"-78"-31,-107 145 31,67-93-31,0 0 16,0 0-16,-54 80 31,41-14 1,39-79-17,67 40 1,-54-40-16,14 13 15,145 0 17,-159-13-17,1 0-15,12 0 16,-25 0 0</inkml:trace>
  <inkml:trace contextRef="#ctx0" brushRef="#br0" timeOffset="53580.63">5171 11202 0,'0'0'16,"-13"0"-16,-13 0 15,39 0 16,159-40 1,132-53-1,0-26 0,-264 106-31,39-13 31,-92 12 1,0 14-32</inkml:trace>
  <inkml:trace contextRef="#ctx0" brushRef="#br0" timeOffset="60599.25">2592 11704 0,'0'0'0,"-13"-26"15,13 12 1,0-12-1,-13 13 1,39 26 62,-13-13-62,54 13-1,52-39 17,-93 26-17,27 0 1,-40 0 0,0 0 15,-52 0 0,12 13-15,1-13-16,-93 26 15,79-12-15,-13-14 16,-53 26 0,80-26-1,13 0-15,0 0 31,171-26 1,-118 12-32,13 14 15,66-13 1,-66 13 0</inkml:trace>
  <inkml:trace contextRef="#ctx0" brushRef="#br0" timeOffset="65694.73">3730 14785 0,'-14'0'16,"1"-13"15,0 13-15,-13 13-1,12-13 1,14 14-16,-26 91 31,26-52-15,0-26-16,13 12 16,40 41-1,-27-67-15,-12 0 16,52-26-1,-53 0-15,13 0 16,1-93 0,-27 79-1,-53-78 1,27 91 0,-80-12-1,79 26 1,-26 13-1,40-13-15</inkml:trace>
  <inkml:trace contextRef="#ctx0" brushRef="#br0" timeOffset="66081.95">3835 14799 0,'0'-14'47,"106"-25"-16,13 12 0,-132 41 1,-93 12-1,93-13 0,53 40 0,-27-40-31,0 14 16,14 52 0,-14 14 15</inkml:trace>
  <inkml:trace contextRef="#ctx0" brushRef="#br0" timeOffset="66628.34">4166 14838 0,'0'0'0,"13"-13"15,14 0 17,-27 53-1,13-27-31,-13 0 15,0 0-15,13 53 32,-13-52-32,0-1 31,-13-66 0,-13-79 0,26 92-15,13-53 15,0 80-31,0 0 16,93 39 15,-66 41 0,-106-1 1,52-53-32,-12-13 0,13 0 15,-40 13 17,53-26-32</inkml:trace>
  <inkml:trace contextRef="#ctx0" brushRef="#br0" timeOffset="74807.89">5436 16637 0,'13'0'93,"0"0"-61,-13 40-1,0 52 0,27-13 0,-1-92 1,67-159-1,39-52 0,-106 197-31,54-52 31,-120 79 1</inkml:trace>
  <inkml:trace contextRef="#ctx0" brushRef="#br0" timeOffset="76668.66">1746 15671 0,'0'0'0,"-53"-105"16,40 65-1,13 0-15,-40-132 16,27 106-1,-14-225 1,14 212 0,0 0-16,-14-159 15,27 158-15,-39-184 32,39 211-17,0 0-15,-27-79 16,-12 52 15,25 80-15,1 0-1,13 14 17,0-1-17,0 13 1</inkml:trace>
  <inkml:trace contextRef="#ctx0" brushRef="#br0" timeOffset="77094.32">1204 14270 0,'13'-53'31,"0"26"-16,-13 14-15,26-53 16,-12 53-16,-14 0 16,39-80-1,-39 80-15,0 0 16,27-14 0,-14 40 15,0-13-16,0 14-15,14 25 16,-14-12 0,0-14-16,40 53 15,27 13 1</inkml:trace>
  <inkml:trace contextRef="#ctx0" brushRef="#br0" timeOffset="89352.23">15844 7195 0,'0'0'0,"0"13"32,0 26-1,0-25-16,-13 39 1,13-40 0,-13 93-1,13-80 1,-26 199 15,26-199-15,-14 80-1,-12 79 17,26-105-17,-13 52 1,-1 185 15,14-264-15,0 145-1,0-158 1,0 106 0,0-107-16,0 67 31,14 13 0,-14-106-15,13 40-1,-13-13 17,0-27-17,-13-13 17,26 0 30,40 0-31,-14 0-15,147 13 15,-67-13 0,-106 0-31,-13-13 32,-13 13-1</inkml:trace>
  <inkml:trace contextRef="#ctx0" brushRef="#br0" timeOffset="109833.8">17987 11281 0,'-13'-27'31,"26"67"31,13 119-30,-26-133-32,14 93 31,25-79 0,-39-53-31,53-80 16,-40 54-1,14-1-15,-14-13 16,40-145 0,-53 171-1,0 1 1</inkml:trace>
  <inkml:trace contextRef="#ctx0" brushRef="#br0" timeOffset="110255.09">18225 11545 0,'-13'14'16,"13"-28"15,26 14 0,-13 0-15,40 0-1,-39 0 1,-1-26 0,-13 13-1,-13-40 1,-27 40 15,27 26-15,-1 40-1,14-40-15,0 0 16,0 0-16,53 54 31,-26-67-31,-14 0 16</inkml:trace>
  <inkml:trace contextRef="#ctx0" brushRef="#br0" timeOffset="110714.22">18410 11545 0,'-13'-26'0,"26"52"0,-39-145 32,26 106-17,13 0-15,13 26 16,27 53 15,-39-52-15,-1 38-1,-13-38-15,0-41 47,0 14-31,0-40-1,13 40 1,146-40 15,-106 66 1,-53 0-17,0 14 1,0-14-16,0 0 15,0 27 1,13-14 0,0 1-1,0-14 1</inkml:trace>
  <inkml:trace contextRef="#ctx0" brushRef="#br0" timeOffset="110857.18">18781 11188 0,'0'0'0,"-27"0"32</inkml:trace>
  <inkml:trace contextRef="#ctx0" brushRef="#br0" timeOffset="111118.85">18952 11241 0,'0'0'0,"0"-13"16,27-40 15,-40 93 0,13-14-31,0 14 16,-14 92 0,28 93 15,-14-185-31,13-1 16,-13 27-1,0-52-15</inkml:trace>
  <inkml:trace contextRef="#ctx0" brushRef="#br0" timeOffset="111748.13">18847 11638 0,'0'0'0,"0"-40"15,0 14-15,66-53 32,-13 65-17,79 1 16,-66 13 1,-66-13-1,0 39 0,40 27 0,-27-40-31,40 1 32,13-28-1,-53-52 0,-26 40 0,0 39-31,13 0 16,0 14-16,-13 198 31,65-1 1,-38-171-1,-28-66-31,-25-106 31,65-79 0,-13 171-31,67-39 32,-27 79-17</inkml:trace>
  <inkml:trace contextRef="#ctx0" brushRef="#br0" timeOffset="117252.37">4021 7181 0,'26'0'63,"27"0"-32,-27-13-31,1 13 16,158 0-1,225 0 17,93 13-1,-398 1-16,358-1 1,-330-13-16,-14 13 16,661 27 15,-238-14 0,-105 1 0,-107-14 1,-290-13-17,105 0 17,-118 0-32,-14 0 15,0 0-15,27 13 31,-27-13 1,-13 13 46,0 27-47,0-27-31,0 0 0,0 14 16,0-1-16,0 1 0,40 171 47,26 146-16,-66-278-31,26 238 31,-26-224-31,14 277 31,-14 79-15,13-357 0,-13 14-16,13 13 15,-13-14-15,27 212 31,-27-211-31,13 13 0,0 264 16,14 93 15,-14-357-15,-13-14-16,0 1 16,26 357-1,-26-371 1,0 265-1,0-252 1,0 14-16,0 0 16,-13 0-16,-13 330 15,12-330 1,1-14-16,0 213 16,13-200-1,-27 292 1,14-304-1,-27 303 1,27-303 0,0 13-16,0 0 15,-80 396 1,80-409 0,0-14-16,0 0 15,-1 1-15,-39 171 16,53-198-1,-26 132 17,26-145-32,0-1 0,0-12 15,0 132 17,13-133-32,-13-13 0,13 14 15,-13-1-15,27 54 31,-14-67-31,14 53 16,-27-53 0,26 14-1,-26-14 1,26 40 0,-26-40-1,0 0-15,40 53 16,-27-39-1,1-1-15,65 80 16,-53-80 0,107 107-1,-94-107 1,160 93 0,-133-106-1,0 14-15,159 12 16,-133-39-1,1 14-15,370 12 16,317 1 15,-608-27-15,622 13 0,-583 0-1,689-13 1,-662 0-1,767 26 1,-741-26 0,1 14-16,542 25 15,-530-25-15,1 12 16,542 53 0,-555-52-1,-1-1-15,768 107 16,-781-94-1,767 80 1,-766-92 0,-14-1-16,0-13 15,0 14-15,-13-14 0,436 40 16,344 13 15,-806-53-15,515 14-1,-542-14 1,0 0-16,0 0 16,621 67-1,-634-67 1,-14 13-16,292 14 16,-305-27-1,-13 1-15,357 12 16,-357-26-1,238 13 1,-277-13 0,211 0-1,-238 0 1,13 0-16,79-13 16,-105 13-16,119-26 31,-67-1 0,-79 14-15,67-14-1,-67 27 1,13 0-16,-12 0 16,52-13-1,-13 13 16,-53-13 32,-27 0-32</inkml:trace>
  <inkml:trace contextRef="#ctx0" brushRef="#br0" timeOffset="117674.84">27483 17999 0,'0'0'16,"-13"66"0,13-53-1,26 1 1,40 12 15,-39-13-15,92 40-1,-79-40 1,-1 1-16,160 105 31,-173-106-15,-26 79 0,-13-65-1,-146 118 1,106-131-1,-119 38 1</inkml:trace>
  <inkml:trace contextRef="#ctx0" brushRef="#br0" timeOffset="137970.65">27708 7962 0,'0'-14'31,"-13"-39"0,13 40 0,-80 26 1,-105 27-1,26 26 0,133-39-31,-80 92 31,27 92 1,79-145-32,-13-13 15,66 357 17,-27-344-32,40 212 31,-53-199-31,67 226 31,25 131 0,-78-343-31,66 264 32,-1 211-1,-39-25 0,-53 12 0,-13-436-31,-67 370 32,-131 159-1,-40-185 0,-27-145 0,225-279-31,-146 14 32,14-93-1,172 27-31,13-40 31,93 40 0,-67 26-31,93 67 32,-79-54-32,79 172 15,-93-131 1,80 263-1,-79-237 1,52 304 0,-66-278-1,-26 343 1,13-343 0,-79 490-1,65-477 1,-12 291-1,26-317 1,53 225 0,-40-265-1,80 145 1,-67-171 0,14-14-16,-1 1 15,173-1 1,-159-26-1,92-13 1,-118 13 0,-1 0-16,14-13 15,-27 13 1</inkml:trace>
  <inkml:trace contextRef="#ctx0" brushRef="#br0" timeOffset="139964.01">27390 7459 0,'0'0'32,"14"53"-32,-1 13 31,0-53-31,40-52 47,-26 12-47,-14 1 0,13-14 15,106-317 17,-26-79-17,-93 356 1,27-131 15,-40 158-31,-26 132 47,12-39-47,-12 171 16,13-158-1,0 212 1,13-199 0,0-13-16,0 105 15,13-118 1,-13-13-16,26 12 15,27-145 17,-26 54-17,52-160 1,-66 172 0,14-39 15,-14 211-16,-13-79 1,13 159 15,0-173-31,1 54 16</inkml:trace>
  <inkml:trace contextRef="#ctx0" brushRef="#br0" timeOffset="140366.16">28356 6970 0,'0'0'16,"40"-40"-1,-40 27 1,0-27-1,0 27 1,-80 13 0,67 0-1,-40 40 1,53-27 0,0 13-16,53 80 15,26 53 16,-65-133-15,-14 80 0,-14-93-1,-65 14 1,53-41 0,-14-38-1</inkml:trace>
  <inkml:trace contextRef="#ctx0" brushRef="#br0" timeOffset="140748.91">28554 7128 0,'0'0'0,"0"14"16,0 12-1,0-13 1,14-13-16,52 40 31,-27-27-15,-12-13-16,26-13 15,-27 0 1,-13 0-16,-13-106 31,-26 79-15,-27 0-1,-40 120 17,93-41-32,-13 67 31,13-40-15,13-26-16,67 13 15</inkml:trace>
  <inkml:trace contextRef="#ctx0" brushRef="#br0" timeOffset="141083.44">28911 7089 0,'0'0'0,"0"-93"32,93 265 14,-40 0-14,-53-159-32,0 14 15,-53-67 17,40-145-1,39 145-31,1-13 15,-1 27-15,133-54 32</inkml:trace>
  <inkml:trace contextRef="#ctx0" brushRef="#br0" timeOffset="141415.14">29308 7023 0,'0'13'31,"13"40"0,-13-40-31,27 80 32,-14-67-32,27 53 31,-40-65-31,26-14 31,-26-14-31,13 1 0,-13-13 16,14-1-16,12-118 31,-13 118-31,-13 1 16,14-27 15,-14 66-31,0 0 15,13 40 1</inkml:trace>
  <inkml:trace contextRef="#ctx0" brushRef="#br0" timeOffset="141590.23">29599 7089 0,'13'-40'31,"-26"80"-31,26-80 31,-13 53-31,0 1 0,14 65 31,-1 40-15</inkml:trace>
  <inkml:trace contextRef="#ctx0" brushRef="#br0" timeOffset="141744.31">29731 6824 0,'0'0'0,"0"27"15</inkml:trace>
  <inkml:trace contextRef="#ctx0" brushRef="#br0" timeOffset="142007.49">29930 7009 0,'0'0'0,"39"-26"31,-39 39 0,-66 80 0,53-67-31,-13 93 32,118-66-1</inkml:trace>
  <inkml:trace contextRef="#ctx0" brushRef="#br0" timeOffset="142452.68">30194 7115 0,'0'-39'32,"0"78"-32,-13-78 31,40 65 0,25 0 0,-25-26-31,-14 0 0,0 0 16,27-26 0,-27 0-1,-13 12-15,0-12 0,0 13 16,-13-80 15,0 80-31,0 0 0,-1 13 0,1 0 16,-53 79-1,53-39 1,0-14-16,-14 80 16,27-80-1,53 67 1,-40-80-1,14 0-15,65-13 16,-52-13-16,-14 13 16,27-53-1</inkml:trace>
  <inkml:trace contextRef="#ctx0" brushRef="#br0" timeOffset="152579.91">20024 2778 0,'0'-14'0,"13"-25"31,0 118 0,-13-53-31,0 14 16,-13 92-1,0-105-15,-14 92 32,27-106-32,0 0 15</inkml:trace>
  <inkml:trace contextRef="#ctx0" brushRef="#br0" timeOffset="152804.1">20024 2645 0,'0'0'32,"39"-158"-32,28 144 31,-41 41-31,-13-1 16,106 186 15,-39-1 0,-80-184-31,0 13 0,-14-14 16</inkml:trace>
  <inkml:trace contextRef="#ctx0" brushRef="#br0" timeOffset="152972.04">20077 2857 0,'0'0'0,"0"-40"16,39 14 15,107 39-15</inkml:trace>
  <inkml:trace contextRef="#ctx0" brushRef="#br0" timeOffset="153394.65">20540 2791 0,'26'-27'32,"-52"54"-32,65-67 31,-39 53-31,0 14 16,13 118 15,-13 54 0,0-94 0,-13-171 1,13-132-1,13-14 0,54 106 0,-54 106-31,53 27 32,-53-14-32,0 14 0,1-1 0,-28 80 31</inkml:trace>
  <inkml:trace contextRef="#ctx0" brushRef="#br0" timeOffset="153880.81">20963 2830 0,'0'0'0,"0"27"16,0-14-1,0 0-15,0 67 16,0-54 0,13 106-1,-13-105 1,13 39-1,-13-53 1,-13-39 0,13 12-1,-13-118 1,13 93 0,0-147-1,0 160 1,13-14-16,-13 14 0,13-1 15,0 14-15,54 0 16,-54 13-16,53 66 31,-53-39-15,-13-1-16,-13 40 16,-27-26-1,27-27-15</inkml:trace>
  <inkml:trace contextRef="#ctx0" brushRef="#br0" timeOffset="154556.03">21505 2711 0,'-13'14'16,"26"-28"-16,-39 28 0,12-14 0,1 13 16,13 0-1,0 0-15,13 1 16,14 52 0,-27-53-16,13 27 0,0 52 31,-26-26 0,-27-119 0,27-132 1,13 146-32,0-14 15,66-172 1,-53 185-1,14 0-15,105-39 32,-92 119-17,26 198 17,-185-53-1,93-159-16,-107 1 1,107-27 0,13-40-1,26 27 1,79-13 0,-65 26-16,-1 13 15,93 159 16,-66-53 1</inkml:trace>
  <inkml:trace contextRef="#ctx0" brushRef="#br0" timeOffset="155426.2">22074 2764 0,'0'0'0,"13"-13"31,-26 26-31,13 1 16,-40 52 15,27-40-31,13-13 0,0 14 16,26 52 15,54-79 0,-41-92 1,-65-41-1,13 120-31,-1 0 15,-12 0 17,26 26-32,66 40 31,53-27 0,-26-39 0,-80 0-31,-13 0 0,13-1 16,-13-39 15,0 40-31,-13 26 32,13 93-1,0-66-31,13 66 15,0-80 1,53 27 15,-52-53-31,78-66 16,-26-66 15,-52 13 16,-14 105-47,-14 14 16,14 14-1,0 91 17,40 41-1,26-133 0,0-79-15</inkml:trace>
  <inkml:trace contextRef="#ctx0" brushRef="#br0" timeOffset="155612.57">22880 2751 0,'0'-53'0,"0"106"0,-13-251 31,0 184-31,13 1 0,-13 13 16,-14 80 15,27-54-31,0 14 16,14 13-16,-14-14 0,13 1 15,26 132 1,-25-146 0,-14 1-16</inkml:trace>
  <inkml:trace contextRef="#ctx0" brushRef="#br0" timeOffset="155954.43">22814 2910 0,'-13'-13'0,"26"26"0,-26-40 15,40 1 1,-1 26 0,159 0 15,-145 0-16,0-13-15,52-1 16,-79 14-16,14-66 31,-40 27-15,-67-1 0,54 40-1,-40 66 1,52-39-1,14-1-15,40 119 32,-27-118-17,14-14-15,-1 0 0</inkml:trace>
  <inkml:trace contextRef="#ctx0" brushRef="#br0" timeOffset="156312.22">23476 2738 0,'0'0'0,"-14"-27"16,14 1-16,-13 13 15,13 13 1,13 13-16,1 13 16,65 93-1,-66-92 1,67 79-1,-67-93 1,-40 13 0,-92-92 15,106-79 0,26 118-31,14-12 16,79-28-1,-67 54-15,-12 13 16,65 13 0,-92 1-16</inkml:trace>
  <inkml:trace contextRef="#ctx0" brushRef="#br0" timeOffset="156952.47">19640 3373 0,'0'0'0,"0"0"31,27 0-31,39 0 15,542-27 17,688 27-1,305 53 0,-1429-53-31,-27 0 16,212-13 15,-344 13-31,-39 0 31,13 0-31,-27 0 0</inkml:trace>
  <inkml:trace contextRef="#ctx0" brushRef="#br0" timeOffset="161791.91">21743 4325 0,'0'0'0,"27"0"31,-1 0-15,-13 0-16,0 0 0,1 13 16,-1-13-16,66 79 31,-39-26-15,105 185 15,-118-211-16,-14-1-15,27 14 16</inkml:trace>
  <inkml:trace contextRef="#ctx0" brushRef="#br0" timeOffset="162046.81">22153 4259 0,'0'0'0,"0"-14"16,-40 41 15,-92 118 1,106-118-32,-14 12 15,-26 67 1,53-79-16,-1-1 0,1 1 15,-13 39 1</inkml:trace>
  <inkml:trace contextRef="#ctx0" brushRef="#br0" timeOffset="162506.31">22510 4364 0,'13'-13'0,"-26"26"0,40-39 16,-14 26-16,0-66 31,-66 53 0,40 13-31,-106 53 31,66 39 1,159 40-1,-80-105-16,93 79 17,-172-27-1,-105-53 0,118-52-15</inkml:trace>
  <inkml:trace contextRef="#ctx0" brushRef="#br0" timeOffset="162773.76">22828 4536 0,'0'0'0,"52"0"47,120 0-15,-145 0-32,26-13 31,-66 0-16</inkml:trace>
  <inkml:trace contextRef="#ctx0" brushRef="#br0" timeOffset="163337.26">23674 4536 0,'0'0'15,"13"0"-15,-13-13 0,27-27 32,-14 27-32,0-53 15,-13 40 1,-53-54-1,27 67 1,-80 26 0,93 1-1,-40 91 1,40-65 0,13-14-16,26 80 31,-13-79-31,53-1 31,-39-26-31,26-39 31,-40 25-31,40-92 16,-40 80 0,-13 0-16,13-27 15,1 39 1,-1 81-1,27 78 32,-1-39-31</inkml:trace>
  <inkml:trace contextRef="#ctx0" brushRef="#br0" timeOffset="163817.78">23978 4510 0,'0'-27'0,"0"54"0,0-67 16,0 53 0,0 14-1,0-14-15,0 119 16,0-79-1,0 93 1,0-120 0,0 54-1,0-67 1,0-26 0,0-1-1,0-78 1,0 52-1,0-224 1,0 224 0,27-92-1,-14 118 1,40 14 0,-40 14-1,13 12-15,14 53 16,-40-39-1,0-13-15,-26 39 16,-1-40 0,14-13-16,-13-13 0,12 0 15</inkml:trace>
  <inkml:trace contextRef="#ctx0" brushRef="#br0" timeOffset="164336.67">24309 4510 0,'-13'0'15,"-1"0"1,14 13-16,0 14 16,14 105 15,-14-92-16,13 92 1,-13-106 0,0 40-1,-13-66 1,13-13 0,-14 0-1,14 0-15,-13-80 16,13 53-16,-13 1 15,13-14-15,0 0 16,26-145 0,-12 158-1,-1 13-15,13 1 16,80 52 0,-93 1-1,1-1-15,-1 80 16,-26-66-16,13-14 15,-67 40 1,54-52-16,-13-1 16,-27 0-1,40-26 1</inkml:trace>
  <inkml:trace contextRef="#ctx0" brushRef="#br0" timeOffset="164767.19">24785 4682 0,'0'0'0,"-13"-13"16,13 26 15,0 13 1,-27-26-1,14 0-16,0-13-15,-14-27 32,27 14-17,53 13 1,-39 13 0,12 13-1,-13 0 1,-13 0-16</inkml:trace>
  <inkml:trace contextRef="#ctx0" brushRef="#br0" timeOffset="165103.46">24970 4444 0,'0'0'0,"0"-27"16,13 27-16,1 40 31,-1-14-31,-13 1 16,40 92-1,-40-66-15,13 158 31,-40-131-15,14-41-16,0-12 16,-93 26-1,80-53-15,-1 0 16</inkml:trace>
  <inkml:trace contextRef="#ctx0" brushRef="#br0" timeOffset="165252.51">24957 4206 0,'13'-13'0,"-26"26"0</inkml:trace>
  <inkml:trace contextRef="#ctx0" brushRef="#br0" timeOffset="165687.21">25407 4483 0,'0'0'0,"-27"-66"31,14 53-31,0 13 16,-1 0-16,1-13 15,-40 39 16,53-12-31,0-1 16,80 79 15,-67-65-31,0-1 16,0-12-16,1 12 16,-1-13-16,0 14 0,-13-14 15,-53 53 16,27-66-31,-80-13 16,93 0 0,-1-14-16</inkml:trace>
  <inkml:trace contextRef="#ctx0" brushRef="#br0" timeOffset="166086.59">25698 4431 0,'0'0'0,"-40"0"32,0 52-1,27-38-16,0 12-15,13 1 16,-13 92 0,13-106-1,39 27 1,-26-40 0,67-27-1,-67 1 1,27-54-1,-40 54-15,-27-80 32,-52 80-1</inkml:trace>
  <inkml:trace contextRef="#ctx0" brushRef="#br0" timeOffset="166564.41">25883 4457 0,'0'0'0,"0"-26"15,26 39 16,-13 0-15,1 0-16,12 67 16,-26-54-16,13 80 31,-13-80-15,0-12-16,0-1 0,-13 0 31,13-79 0,0 39-31,13 1 16,27-67-1,53-12 17,-80 105-17,13 79 1,-13-39-16,14 105 31,-27-105-15,13-14-16,-13 1 0</inkml:trace>
  <inkml:trace contextRef="#ctx0" brushRef="#br0" timeOffset="167374.62">21531 4986 0,'0'0'31,"133"-13"-15,-54 0 0,688-1 15,-264 14-15,-239 14-16,14-14 0,13 13 15,1217 26 16,-1310-39-31,-39 14 16,277-1 15,-409-13-31,-1 0 0,-13 13 32,-26-13-17</inkml:trace>
  <inkml:trace contextRef="#ctx0" brushRef="#br0" timeOffset="176859.05">23886 5145 0,'0'0'0,"0"53"47,-14-27-31,14 146-1,14-119 1,-14 0-16,26 119 16,-13-133-1,1 14-15,12 66 16,-26-66 0,13-40-16</inkml:trace>
  <inkml:trace contextRef="#ctx0" brushRef="#br0" timeOffset="177294.37">23833 5171 0,'0'0'0,"-27"13"31,-39 54 0,53-41-15,-40 67-1,27-27 1</inkml:trace>
  <inkml:trace contextRef="#ctx0" brushRef="#br0" timeOffset="177581.6">23820 5131 0,'13'14'47,"0"-1"-31,27 27-1,79 79 17,-106-106-17,27 40 1</inkml:trace>
  <inkml:trace contextRef="#ctx0" brushRef="#br0" timeOffset="184309.21">25182 5555 0,'0'0'0,"-13"0"15,13 13-15,-14-13 0,1 0 16,0 0 0,26 0-1,14 0-15,-1 0 16,0 0-16,107 0 15,-120 0 1,13 0-16</inkml:trace>
  <inkml:trace contextRef="#ctx0" brushRef="#br0" timeOffset="184518.84">25050 5819 0,'0'0'0,"0"13"15,13-13-15,26 14 16,-12-14-16,105 0 31,-105 0-15,52 0-1</inkml:trace>
  <inkml:trace contextRef="#ctx0" brushRef="#br0" timeOffset="184738.81">25182 6018 0,'0'0'0,"-13"13"16,52 0 0,80 0 15,-92 0-15,12-13-16</inkml:trace>
  <inkml:trace contextRef="#ctx0" brushRef="#br0" timeOffset="184926.69">25089 6282 0,'0'13'0,"0"-26"0,0 39 15,13-26-15,54 14 16,-1-14-1,66 13 1</inkml:trace>
  <inkml:trace contextRef="#ctx0" brushRef="#br0" timeOffset="185112.25">25235 6401 0,'0'13'16,"0"-26"-16,-14 26 0,28-13 16,12 0-1,106 13 1,-92-13 0,66 0-16</inkml:trace>
  <inkml:trace contextRef="#ctx0" brushRef="#br0" timeOffset="187970.27">25116 6044 0,'0'0'0,"13"0"16,-66 13 15,27 0-15,12-13-1,-78 27 1,52-27 0,-158-27-1,132 14 1,-173-79-1,187 52 1,-1 0-16,-66-145 16,105-106 15,14 238-15,40-132-1,-40 159 1,13 12-16,-13 1 15,-13 53 1,-27 79 15,40-93-15,-13-12-16</inkml:trace>
  <inkml:trace contextRef="#ctx0" brushRef="#br0" timeOffset="188317.04">24097 5251 0,'0'0'0,"13"-40"16,1 27-1,-14-1-15,13 1 0,-13 0 16,26-53 15,-26 53-31,0-1 0,40 54 31,-27-27-15,67 93 0,-54-79-1</inkml:trace>
  <inkml:trace contextRef="#ctx0" brushRef="#br0" timeOffset="189095.73">24362 3849 0,'13'0'16,"0"0"-1,0-14-15,1 14 0,-1-13 16,13-13 0,-12 13-16,-1-1 15,13-65 1,-13 53-1,14-107 1,-54-92 15,14 173-15,-26-1-16,-213-159 31,173 172-15,26 27-1,13 0 1,27 13-16,13-13 47</inkml:trace>
  <inkml:trace contextRef="#ctx0" brushRef="#br0" timeOffset="189398.81">24137 2817 0,'-40'13'46,"-39"14"-14,66-27-32,-14 13 31,40 0 0,67 106 0</inkml:trace>
  <inkml:trace contextRef="#ctx0" brushRef="#br0" timeOffset="194815.86">21108 1759 0,'0'0'15,"0"40"17,-13 39-1,13 67 0,0-120-31,13 1 0,0 52 31</inkml:trace>
  <inkml:trace contextRef="#ctx0" brushRef="#br0" timeOffset="195276.73">21042 1534 0,'0'0'0,"-159"40"31,-13 132 0,159 92 0,40-211-31,118 106 32,-92-132-32,212-1 15,-27-185 16,-212 106-15,1-211 0,-41 211-1,-105-132 1,80 158 0,-14 14-16,-80 0 15,94 13 1,-67 26-1</inkml:trace>
  <inkml:trace contextRef="#ctx0" brushRef="#br0" timeOffset="197564.55">26729 4272 0,'0'0'0,"0"-13"15,0-1 17,13-25-1,27-14 0,0 13 0,13 67 1,-40-14-32,0 93 31,-79 26 0,40-106-31,-67 27 31,80-53-31,-14-13 32,80-53-1,66 39 0,-66 94 0,-26 12 1,-27-66-32,0 0 0</inkml:trace>
  <inkml:trace contextRef="#ctx0" brushRef="#br0" timeOffset="198032.09">26954 3875 0,'-40'-13'0,"80"26"0,-119-39 16,-80 39-1,119 0 1,-79 133-1,106-93 1,0 13-16,13 198 16,13-198-1,93 133 1,-80-160 0,159 14-1,-132-53 1,185-106-1,-171 67 1,65-186 0,-106 159-1,-26 13-15,-119-251 32,80 277-17,-107-39 1,120 66-16,-27 0 15</inkml:trace>
  <inkml:trace contextRef="#ctx0" brushRef="#br0" timeOffset="208956.72">14614 3862 0,'0'-13'31,"0"26"-31,0 0 31,0 14-31,0-14 16,27 93-1,-14-93 1,40 79 0,-40-78-1,67-1 1,12-66 15,-39-92 0,-53 118-31,0-13 16,-26-39 15</inkml:trace>
  <inkml:trace contextRef="#ctx0" brushRef="#br0" timeOffset="209485.87">15117 3902 0,'0'0'32,"13"105"-1,-13-91-16,27 78 17,-14-92-32,-13 13 15,-27-52 17,14 26-32,-13-93 31,26 66-31,39-79 31,80 79 0,-105 120 1,-120 12-1,27-52 0,145 13 0,-40-40-31,80 27 32,-53-14-32</inkml:trace>
  <inkml:trace contextRef="#ctx0" brushRef="#br0" timeOffset="209749.62">15434 3835 0,'0'-13'0,"0"26"0,0-39 15,14 52 1,-14 1-1,13 66 1,-13-67 0,26 40-1,-12-53 1,-1 1-16,13-14 0,1 0 16,92-14-1</inkml:trace>
  <inkml:trace contextRef="#ctx0" brushRef="#br0" timeOffset="210223.94">15765 3545 0,'0'0'0,"-172"-93"31,106 80-31,-331-14 16,278 41 0,-383 144-1,435-105 1,-25 198-1,105-184 1,199 197 0,-120-211-1,358 66 1,-331-119 0,304-93-1,-343 40 1,105-185-1,-172 159-15,-172-252 32,93 292-17,0-1-15,-13 14 0,-1 26 16,-78 0 0</inkml:trace>
  <inkml:trace contextRef="#ctx0" brushRef="#br0" timeOffset="-214088.22">5396 11625 0,'13'-27'16,"-26"27"-1,13 27 1,27 26 0,118 171 15,-119-197-16,1-1-15,13 14 16</inkml:trace>
  <inkml:trace contextRef="#ctx0" brushRef="#br0" timeOffset="-213866.01">5647 11625 0,'0'0'0,"-13"-27"16,-27 107 15,14-1-15,-119 172 15,118-211-15,14-14-16</inkml:trace>
  <inkml:trace contextRef="#ctx0" brushRef="#br0" timeOffset="-213448">5885 11664 0,'0'0'16,"0"-13"-16,14 13 0,-54-39 31,27 39-15,0 0-16,-120 52 31,120-38-15,13 39-1,13-40 1,1 0-16,105 80 31,-80-54-15,-26-26-16,-13 40 16,-119 27 15,0-80 0</inkml:trace>
  <inkml:trace contextRef="#ctx0" brushRef="#br0" timeOffset="-213062.42">5978 11638 0,'0'0'0,"0"13"31,26 27 0,27 119 0,40-54 1,-53-105-17,79-53 17,-80-92-1,-39 105-31,-66-92 31,27 106-15</inkml:trace>
  <inkml:trace contextRef="#ctx0" brushRef="#br0" timeOffset="-212616.31">6481 11638 0,'26'26'47,"14"80"-16,-27-79-31,-13-1 0,13 80 47,-26-133-32,13-118 17,0 105-17,40-132 1,-27 133-1,40-41 17,-40 80-32,13 27 0,27 52 15,-39-39 1,12 0-16,27 105 16,-53-105-1,26-1 1</inkml:trace>
  <inkml:trace contextRef="#ctx0" brushRef="#br0" timeOffset="-212042.25">6613 11717 0,'0'0'16,"-13"-13"-16,-14-27 15,107 14 16,-54 26-15,133-26 15,-80-1-15,-66 14-16,1 13 16,-1-27-1,-13 67 32,13-27-31,0 14-16,14 79 15,-1-14 17,-39-145 14,0 27-30,-40-146 0,53 132-1,0-132 1,13 133 0,40 12-1,-40 40 1,0 14-16,80 118 15,-80-105 1,40 119 15,-53-133-31,13 1 0,-13-14 0</inkml:trace>
  <inkml:trace contextRef="#ctx0" brushRef="#br0" timeOffset="-211856.83">7023 11638 0,'-27'-53'32,"54"106"-32,-1-132 31,1 65-31,12 14 0,-12-13 0,92 0 31</inkml:trace>
  <inkml:trace contextRef="#ctx0" brushRef="#br0" timeOffset="-209321.61">2777 13780 0,'0'0'0,"-13"0"15,13 27 32,0 26-31,13 66-1,-13 251 1,0-251 0,0 13-16,0 477 31,27-107 0,-27-449-15,0-13-16,13-1 0,-13-12 15,0-27 17</inkml:trace>
  <inkml:trace contextRef="#ctx0" brushRef="#br0" timeOffset="-208943.3">2632 15671 0,'-27'0'31,"54"0"-31,-40 0 32,13 14-32,66 39 31,26 26 0,-78-66-31,25 0 31,67-105 1,-13-27-1,-67 119 0,-39 26-31,-14 14 16</inkml:trace>
  <inkml:trace contextRef="#ctx0" brushRef="#br0" timeOffset="-208181.63">5594 15949 0,'-13'-26'15,"26"52"-15,-39-65 0,26 25 16,-13-25 0,39 92 15,54 185 0,-67-199-15,13 41-16</inkml:trace>
  <inkml:trace contextRef="#ctx0" brushRef="#br0" timeOffset="-208007.82">5542 16253 0,'-14'-13'15,"28"26"-15,-28-52 32,41 39-32,-1-14 15,93 1 1,-26 0 0,-40 0-16,26-14 15</inkml:trace>
  <inkml:trace contextRef="#ctx0" brushRef="#br0" timeOffset="-207850.67">5542 15843 0,'0'0'0,"-40"-13"16,27 0-16,-14 0 0,27-1 16,53 1-1,172 0 16</inkml:trace>
  <inkml:trace contextRef="#ctx0" brushRef="#br0" timeOffset="-207351.5">6309 15976 0,'0'0'0,"0"13"15,-14-40 17,-65-12-1,66 39-31,0 0 0,-1 13 16,-38 80 15,52-67-16,105 53 17,-78-79-32,-14 0 15,53-26 1,-53 13-16,1-1 16,-1-197 15,-26 171-31,13 0 15,-27-65 17,27 118-32,40 79 31,66 80 0,-93-145-31</inkml:trace>
  <inkml:trace contextRef="#ctx0" brushRef="#br0" timeOffset="-206944.86">6639 15870 0,'0'0'16,"0"-13"-16,0-1 0,0 1 16,27 53 15,-14-14-16,66 120 17,-65-120-32,-1 14 31,-79-133 0,-40-118 0,93-1 1,158 159-1,-26 185 0,-264 14 0</inkml:trace>
  <inkml:trace contextRef="#ctx0" brushRef="#br0" timeOffset="-203689.81">4497 17153 0,'0'-14'0,"0"28"0,0-41 46,13 40-14,13 106-1,-12 133 0,-14-199-31,26 158 31,-26-158-31,13 26 32,1-65-32,118-41 31,-13-12-15,-79 39-16,12-14 15,-12 14-15,-13 0 0,65 0 31,-13-13 1</inkml:trace>
  <inkml:trace contextRef="#ctx0" brushRef="#br0" timeOffset="-203196.43">5766 17496 0,'14'-13'0,"-28"26"0,28-39 16,-14 13-16,0 0 0,-53-14 47,-53 93-16,79-39-31,14-1 0,0 14 16,26 119 15,146-107 0,-119-52-31,-1-13 0,1 0 16,0-13-16,39-41 15,-79 41 1,0-1-16,-40-118 16,14 105-1,-93-92 1,92 119-1,1 0-15,13 13 16,-27 13-16</inkml:trace>
  <inkml:trace contextRef="#ctx0" brushRef="#br0" timeOffset="-202635.41">5528 17721 0,'0'14'0,"0"-28"0,14 41 16,-1-14-16,13 40 16,-13-40-1,-13 14-15,27 158 32,-27-159-17,-13 14-15,-1 52 16,1-65-16,0 39 31,13-53-15,0 0-16,79-26 31,-52 13-15,132-26-1,65-1 16,-197 27-31,13 0 16,52-26 15,-92 13-15,-40-106 15,27 79-15,-79-145 15,65 172-31,14-1 16,0 14-16,-27 40 31,27-27-31,13 0 16,0 1-16</inkml:trace>
  <inkml:trace contextRef="#ctx0" brushRef="#br0" timeOffset="-201630.6">6467 17589 0,'-13'-13'0,"26"26"0,-26-53 15,13 27-15,-13 0 0,13 0 16,13-1 15,-13 28-31,13-1 16,67 79 15,-67-78-31,13-1 16,-12-13-1,-1-13-15,0-1 0,0 1 16,1 0-16,52-146 31,-53 133-31,-13-14 16,26-66 15,-12 93-31</inkml:trace>
  <inkml:trace contextRef="#ctx0" brushRef="#br0" timeOffset="-201214.9">6586 17986 0,'0'0'15,"27"0"17,13-13-1,-14 52 0,-26-26-31,13 1 16,27 39 15,0-120 0,39-91 1,-66 118-32,0 0 0,1-12 15,25-94 16,-25 146-31</inkml:trace>
  <inkml:trace contextRef="#ctx0" brushRef="#br0" timeOffset="-196555.13">529 15182 0,'0'0'0,"-13"-40"16,13 27 0,-27 0-1,-52 79 17,53-53-32,-14 14 15,13-14-15,14 14 16,0 52-1,158 13 17,14-39-1,-146-39-31,1-1 16,-81 106 15,-104-53 0,144-53-31,1-13 16,12-13-16</inkml:trace>
  <inkml:trace contextRef="#ctx0" brushRef="#br0" timeOffset="-196163.39">635 15262 0,'0'0'0,"26"-14"15,-26 1-15,14 13 0,-1 0 16,0 53 15,-13-40-31,0 14 16,0-1-16,0 1 16,0-1-16,13 0 0,14 80 31,-27-93-31,-14 1 15,-25-28 17,39-12-32,0 0 15,0-199 17,0 172-32,0 13 0,0 0 15,66-12 16,-53 78-31,66 106 32,-65-92-32,-1 0 0,0-1 15,0 41 1</inkml:trace>
  <inkml:trace contextRef="#ctx0" brushRef="#br0" timeOffset="-195473.25">661 15394 0,'0'0'16,"0"-13"-16,27-14 15,39-26 17,-53 27-17,80-27 1,-80 40-1,13-1-15,-26 1 0,14 0 16,-14-27 0,0 27-1,13 66 17,0-40-17,0 93 1,-13-80-1,13 1-15,-13 13 16,14-40 0,-14 13-16,0-53 31,0 14-15,0-93-1,0 79 1,0 13-16,13-39 15,-13 53-15,13 26 32,-13 1-17,0-1-15,13 53 16,-13-53 0,0 14-1,14-67 16,-14 27-15,26-53 0,1 39-1,-1 27 1,14 40 0,-27-14-1,0 67 1,-13-67-1,0-12-15</inkml:trace>
  <inkml:trace contextRef="#ctx0" brushRef="#br0" timeOffset="-195213.03">1217 14984 0,'0'-40'0,"0"80"0,13-159 16,-13 106-1,13 13-15,0 26 16,-13-13 0,0 14-16,14 78 15,-14-78-15,13 13 16,27 39 0,-27-79-1,93-27 1,-67 1-1,1 13-15,0-14 0</inkml:trace>
  <inkml:trace contextRef="#ctx0" brushRef="#br0" timeOffset="-190280.46">106 9734 0,'0'0'0,"13"0"31,0 0-31,80-27 32,-40 14-17,-40 13-15,13-13 0,1 13 0,-14-13 0,0 13 16,67-40 15,-67 40-31,0 0 0,-53 0 47,67 26-16,-14-12-31,-13 144 32,0-118-17,40 92 1,-40-119-16,0 1 15,13-1-15,-53 26 32,27-65-1,0 13-31,0 0 16,-27-27-1,27 27-15,13-1 0,-13 14 16,13-13-16,-14 13 0,-78 53 31,79 40 0,52-67-15</inkml:trace>
  <inkml:trace contextRef="#ctx0" brushRef="#br0" timeOffset="-189720.6">688 9681 0,'0'0'0,"-13"-27"15,-1 14-15,1 0 0,0 13 16,0 13 15,66 146 0,-40-120-31,0-12 16,0-14-16,-13 14 0,0-14 16,13 13-16,1-13 0,-14 1 0,-14 12 31,14-39-15,0 0-16,0-146 31,0 133-16,0 12-15,14-52 32,-1 66-32,0 0 0,27 40 15,-27-14 1,0 1-16,27 39 31,-27-66-31,-13 13 0,13-13 0,-13 13 0,14-13 16,12-39 15,0-120 0,-26 119-31,-52-79 32,25 119-1,27 27-16</inkml:trace>
  <inkml:trace contextRef="#ctx0" brushRef="#br0" timeOffset="-189372.37">1071 9562 0,'0'0'0,"0"-14"31,14 14-16,-14-13-15,13 13 16,66-13 15,-39 0-31,-27 13 32,-39 0-1,26 39 16,13 1-32,-13-27-15,13 14 0,-13 13 16,53 158 0,-53-158-1,0-14-15,0-13 0</inkml:trace>
  <inkml:trace contextRef="#ctx0" brushRef="#br0" timeOffset="-189003.92">357 10263 0,'-26'13'0,"52"-26"0,-105 26 16,52 0-16,67-26 31,26 0-15,-13-1-16,0 14 0,211-66 15,-184 40 1,-1 13-16,0-14 0,1 14 0,-1-14 15,186-65 1,-212 65 0,66-39-1,-106 66-15,-40-13 32,14 13-17,-13 0-15</inkml:trace>
  <inkml:trace contextRef="#ctx0" brushRef="#br0" timeOffset="-188483.87">1309 9337 0,'0'-13'0,"0"26"0,27 0 46,12 80-14,-25-67-32,-14 1 15,26 330 17,-26-318-32,-13 14 0</inkml:trace>
  <inkml:trace contextRef="#ctx0" brushRef="#br0" timeOffset="-187745.75">13 9575 0,'-13'-13'0,"26"26"0</inkml:trace>
  <inkml:trace contextRef="#ctx0" brushRef="#br0" timeOffset="-187633.88">0 9575 0,'0'26'16,"0"-52"-16,119 343 31,-93-251-31,-12-13 0,12 13 0,-13-13 0,14 0 16,-1 0-16,40 146 16</inkml:trace>
  <inkml:trace contextRef="#ctx0" brushRef="#br0" timeOffset="-187201.9">132 9720 0,'-26'0'0,"52"0"0,-132-39 32,159-1-17,-39 27 1,-1-14-16,238-92 31,238-66-15,-422 172-1,237-66 1,-278 79 0,80 0-1,-93 0 1,14 0 15,-14 13 0</inkml:trace>
  <inkml:trace contextRef="#ctx0" brushRef="#br0" timeOffset="-186462.4">741 8689 0,'0'0'16,"-14"0"0,28 0-1,12 40 1,-26-27-1,13 0-15,27 80 16,-40-80 0,53 0-1,-40-13 1,106-145 0,-92 105-16,-1-13 15,186-211 1,-159 224-1,-1 0-15</inkml:trace>
  <inkml:trace contextRef="#ctx0" brushRef="#br0" timeOffset="-184448.65">4047 5951 0,'0'0'0,"13"0"15,146 0 17,158-26-1,-105 13-16,621-40 17,-66 13-1,-158 27 0,-332 0 0,-224 13 1,-39 0 30,39 0-31</inkml:trace>
  <inkml:trace contextRef="#ctx0" brushRef="#br0" timeOffset="-183172.95">10475 5978 0,'0'0'0,"39"0"62,-25 13-46,12-13-16,292 27 31,-239-14-15,357 0-1,-303-13 1,462 13 0,-437-13-1,557 13 1,-517-13 0,596 40-1,198 13 16,-662-40-15,-198-13-16,146 13 16,-225-13-1,26 0 1,-92 0 15,-40 0 0,40 0-15,0-13 0</inkml:trace>
  <inkml:trace contextRef="#ctx0" brushRef="#br0" timeOffset="-182815.69">15368 6018 0,'14'0'31,"52"13"1,-40-13-32,93 92 31,-119 67 0,-159-53-15</inkml:trace>
  <inkml:trace contextRef="#ctx0" brushRef="#br0" timeOffset="-177392.83">18357 10633 0,'14'0'31,"-1"-27"1,0 14-32,-13 0 0,13-40 47,-66 27-16,40 26-31,0 13 15,-53 93 17,66-93-32,0 13 15,0 1-15,0-14 0,0 13 16,13-12-16,0-1 16,40-13 15,-40-13-31,40-40 31,-40-53 0,-13 80 1,0 92-1,40 26 0,-40-79-31,40 14 31,-1-40 1,1-67-1,-27 54-31,1-1 0,-14 1 15,13-40 17,-13 92-1,0 67-15,0-67-1,13 40 1,27-52 15,26-67 0,-66 26-15,26-52 0,-26 53-1,0-27 1,-13 92 31,26 54-16,27-40 0,-27-40-31,40-13 16,-40-13-1,40-67 1,-40 54 0,27-119-1,-40 105-15,0-66 32,0 93-17,-13 13-15,13 79 16,0 106 15,0-145-15,26 66-1,-26-93 1,14 13 0</inkml:trace>
  <inkml:trace contextRef="#ctx0" brushRef="#br0" timeOffset="-176892.12">19005 10673 0,'0'0'15,"-13"-14"-15,13 1 0,0 0 16,-13-14-16,26 1 31,53-14 1,-53 27-17,67-40 1,-27-26 15,-53 66-31,0-27 31,0 93 1,0-27-17,-13 93 1,13-92-1,0 65 1,0-78 0,13-1-1,13-26 17,-13-14-17,54-39 1,-54 66-1,40 0 1,-40 13 0,0 0-16,14 40 15,12 13 17</inkml:trace>
  <inkml:trace contextRef="#ctx0" brushRef="#br0" timeOffset="-176720.03">19640 10646 0,'0'13'15</inkml:trace>
  <inkml:trace contextRef="#ctx0" brushRef="#br0" timeOffset="-171049.72">19878 9839 0,'0'14'0,"0"-28"0,0 1 32,0 26 15,27 93-16,-14-79-31,66 277 31,54 159 0,-94-344-31,14 0 16,132 304 0,-105-278-16,-1 1 15,14 13-15,489 687 31,132 93 1,132-27-1,120-131 0,65-239 0,-819-463-31,-27-13 0,0 0 16,595 186 15,-660-226-31,250 67 32,-185-54-1,-172-39-31,14 0 31,-80 0 0,26 14 1,14-14 46,-40-66-63</inkml:trace>
  <inkml:trace contextRef="#ctx0" brushRef="#br0" timeOffset="-170490.14">26174 15830 0,'0'0'15,"-27"-13"-15,-12 13 32,65 26-1,-13-12-31,27 39 31,39 66 0,-39-93-31,145 133 16,-132-106 0,251 185 15,-66-80-16,-211-144 1,-1 12 0,-26-13-1,-106-13 1,67 0 0,-146 13-1,132 1 1,-159 12-1,146-13 1,13 1-16,-106-1 16,106 0-16,-52 0 31,91-13-15,14-13-1,14 0 1</inkml:trace>
  <inkml:trace contextRef="#ctx0" brushRef="#br0" timeOffset="-168384.07">19680 9747 0,'0'-13'47,"13"13"-32,53-53 1,0 40 0,120-1-1,-107 14 1,13 14-16,662 157 31,-621-118-15,-1 0-16,265 146 15,-106-41 1,-146-65-16,14-1 16,462 318-1,-462-291 1,489 384-1,-489-371-15,436 397 32,-330-264-17,78 118 1,-157-145 0,105 212-1,-40 26 16,-212-397-15,81 173 0,-107-213-16,40 67 31,-40-93-15,-13 0-1,0-52 16,0 26-31,0-1 16,-13-39 0,13-66 15,53 40 0</inkml:trace>
  <inkml:trace contextRef="#ctx0" brushRef="#br0" timeOffset="-167915.75">26081 14005 0,'0'0'0,"13"-53"16,-13 40-16,0 0 0,0 0 15,0-1 17,0 28-1,14 25 0,-14-25-15,26 38-1,14 94 17,-1 79-1,-39-172-31,14 92 31,-14-118-31,0-1 16,0 27-1,-93-53 17,67 0-17,-14 0-15,-66-13 16,-92-14 15,52 1 0,107 13-31</inkml:trace>
  <inkml:trace contextRef="#ctx0" brushRef="#br0" timeOffset="-166832.68">19865 9866 0,'0'-79'32,"0"158"-32,106-330 31,-66 224-31,12 1 16,319-80 15,-265 79-31,423-39 31,-371 53-31,728-27 31,172 40 1,27 40-1,-146 53 0,-794-67-31,411 93 31,-292-26 1,-171-54-1,-66-25 0,-14-1 0,0-13 1,-13-13 14,0-1-30</inkml:trace>
  <inkml:trace contextRef="#ctx0" brushRef="#br0" timeOffset="-166323.4">26306 9535 0,'0'0'0,"0"-13"0,-13 0 16,13 0-16,-13-14 16,13 14-16,-14 13 15,14-13-15,-13 13 32,40 39-1,39 54 0,39 26 0,-91-106-31,12 67 32,-79 39-1,27-106-31,-133 106 31,27-53 0,92-26 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28T14:23:08.6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18 24575,'0'-1'0,"0"1"0,0 0 0,0-1 0,0 1 0,0-1 0,0 1 0,1-1 0,-1 1 0,0-1 0,0 1 0,0-1 0,0 1 0,1 0 0,-1-1 0,0 1 0,0-1 0,1 1 0,-1 0 0,0-1 0,1 1 0,-1 0 0,0-1 0,1 1 0,0 0 0,-1 0 0,0 0 0,0 0 0,0 0 0,1 0 0,-1 0 0,0 0 0,0 0 0,1 0 0,-1 0 0,0 0 0,0 0 0,0 0 0,1 0 0,-1 0 0,0 0 0,0 0 0,0 1 0,1-1 0,-1 0 0,0 0 0,0 0 0,0 0 0,1 0 0,-1 1 0,0-1 0,0 0 0,0 0 0,0 0 0,0 1 0,0-1 0,0 0 0,0 0 0,1 1 0,-1-1 0,0 0 0,0 0 0,0 0 0,0 1 0,0-1 0,0 0 0,0 0 0,0 1 0,0-1 0,0 0 0,-1 0 0,1 1 0,1 0 0,-1 1 0,0 0 0,0-1 0,1 1 0,-1 0 0,-1 0 0,1-1 0,0 1 0,0 0 0,-1-1 0,1 1 0,0-1 0,-1 1 0,0 0 0,1-1 0,-1 1 0,0-1 0,0 1 0,0-1 0,0 0 0,0 1 0,0-1 0,0 0 0,0 0 0,-1 0 0,1 0 0,0 0 0,-1 0 0,1 0 0,-1 0 0,1 0 0,-1-1 0,0 1 0,1-1 0,-1 1 0,1-1 0,-1 1 0,-2-1 0,-2-2 0,13-2 0,15-3 0,21 9 0,-42-2 0,0 0 0,0 1 0,0-1 0,0 0 0,0 0 0,0 1 0,0-1 0,-1 1 0,1-1 0,0 1 0,0-1 0,0 1 0,-1-1 0,1 1 0,0 0 0,1 1 0,-2-2 0,0 1 0,0 0 0,0-1 0,0 1 0,0 0 0,0-1 0,-1 1 0,1 0 0,0-1 0,0 1 0,0 0 0,-1-1 0,1 1 0,0-1 0,-1 1 0,1-1 0,0 1 0,-1 0 0,1-1 0,-1 1 0,1-1 0,-1 0 0,1 1 0,-1-1 0,1 1 0,-1-1 0,0 0 0,0 1 0,-1 0 0,0 0 0,0 0 0,0 0 0,0 0 0,-1 0 0,1-1 0,0 1 0,0-1 0,-1 1 0,1-1 0,0 0 0,0 0 0,-1 0 0,1 0 0,0 0 0,-1-1 0,1 1 0,-4-2 0,5 2 0,0 0 0,0-1 0,0 1 0,1-1 0,-1 1 0,0 0 0,0-1 0,1 0 0,-1 1 0,0-1 0,1 1 0,-1-1 0,0 0 0,1 1 0,-1-1 0,1 0 0,-1 0 0,1 1 0,-1-1 0,1 0 0,0 0 0,-1 0 0,1 0 0,0 1 0,0-1 0,0 0 0,-1 0 0,1 0 0,0 0 0,0 0 0,0 0 0,1 0 0,-1 0 0,0 1 0,0-1 0,0 0 0,1 0 0,-1 0 0,0 0 0,1 0 0,-1 1 0,1-1 0,-1 0 0,1 0 0,-1 1 0,1-1 0,-1 0 0,1 1 0,1-2 0,-1 1 0,0-1 0,0 1 0,0 0 0,1-1 0,-1 1 0,0 0 0,1 0 0,-1 0 0,1 0 0,0 0 0,-1 0 0,1 0 0,0 1 0,0-1 0,-1 0 0,1 1 0,0 0 0,0-1 0,0 1 0,0 0 0,-1 0 0,1 0 0,0 0 0,0 0 0,0 0 0,0 1 0,-1-1 0,4 1 0,-5 0 0,1-1 0,0 0 0,-1 1 0,1-1 0,0 1 0,-1-1 0,1 1 0,0-1 0,-1 1 0,1-1 0,-1 1 0,1 0 0,-1-1 0,0 1 0,1 0 0,-1-1 0,1 1 0,-1 0 0,0 0 0,0-1 0,0 1 0,1 0 0,-1 0 0,0 1 0,0-1 0,-1 1 0,1 0 0,0-1 0,-1 1 0,0 0 0,1-1 0,-1 1 0,0-1 0,0 1 0,0-1 0,0 1 0,0-1 0,0 0 0,0 1 0,0-1 0,-2 2 0,-1-1 0,1 0 0,0 0 0,-1 0 0,1 0 0,-1 0 0,0-1 0,0 1 0,1-1 0,-1 0 0,0-1 0,0 1 0,0 0 0,0-1 0,0 0 0,0 0 0,0 0 0,0-1 0,-4 0 0,6 1 0,1-1 0,-1 1 0,1-1 0,-1 1 0,1-1 0,-1 1 0,1-1 0,0 0 0,-1 0 0,1 0 0,0 0 0,-1 0 0,1 0 0,0 0 0,0 0 0,0 0 0,0-1 0,-1-1 0,1 1 0,1 0 0,-1 0 0,1 0 0,0 1 0,0-1 0,-1 0 0,1 0 0,1 0 0,-1 0 0,0 1 0,0-1 0,1 0 0,-1 0 0,1 1 0,-1-1 0,1 0 0,0 0 0,0 1 0,0-1 0,1-1 0,0 0-68,-1 1 0,1 0-1,0-1 1,0 1 0,-1 0 0,1 0-1,1 0 1,-1 1 0,0-1 0,0 1-1,1-1 1,-1 1 0,0-1 0,1 1-1,0 0 1,-1 0 0,1 1-1,0-1 1,3 0 0,10 1-6758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85" Type="http://schemas.openxmlformats.org/officeDocument/2006/relationships/image" Target="../media/image9.png"/><Relationship Id="rId3" Type="http://schemas.openxmlformats.org/officeDocument/2006/relationships/hyperlink" Target="https://jurnaloftalmologi.org/index.php/announce/viewarticle/122" TargetMode="External"/><Relationship Id="rId7" Type="http://schemas.openxmlformats.org/officeDocument/2006/relationships/hyperlink" Target="https://pixabay.com/en/computer-user-icon-peolpe-avatar-1331579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23" Type="http://schemas.openxmlformats.org/officeDocument/2006/relationships/image" Target="../media/image2700.png"/><Relationship Id="rId5" Type="http://schemas.openxmlformats.org/officeDocument/2006/relationships/image" Target="../media/image6.png"/><Relationship Id="rId86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1.xml"/><Relationship Id="rId21" Type="http://schemas.openxmlformats.org/officeDocument/2006/relationships/image" Target="../media/image18.png"/><Relationship Id="rId324" Type="http://schemas.openxmlformats.org/officeDocument/2006/relationships/customXml" Target="../ink/ink166.xml"/><Relationship Id="rId531" Type="http://schemas.openxmlformats.org/officeDocument/2006/relationships/image" Target="../media/image271.png"/><Relationship Id="rId629" Type="http://schemas.openxmlformats.org/officeDocument/2006/relationships/image" Target="../media/image319.png"/><Relationship Id="rId170" Type="http://schemas.openxmlformats.org/officeDocument/2006/relationships/customXml" Target="../ink/ink89.xml"/><Relationship Id="rId268" Type="http://schemas.openxmlformats.org/officeDocument/2006/relationships/customXml" Target="../ink/ink138.xml"/><Relationship Id="rId475" Type="http://schemas.openxmlformats.org/officeDocument/2006/relationships/image" Target="../media/image243.png"/><Relationship Id="rId32" Type="http://schemas.openxmlformats.org/officeDocument/2006/relationships/customXml" Target="../ink/ink18.xml"/><Relationship Id="rId128" Type="http://schemas.openxmlformats.org/officeDocument/2006/relationships/customXml" Target="../ink/ink67.xml"/><Relationship Id="rId335" Type="http://schemas.openxmlformats.org/officeDocument/2006/relationships/image" Target="../media/image173.png"/><Relationship Id="rId542" Type="http://schemas.openxmlformats.org/officeDocument/2006/relationships/customXml" Target="../ink/ink275.xml"/><Relationship Id="rId181" Type="http://schemas.openxmlformats.org/officeDocument/2006/relationships/image" Target="../media/image96.png"/><Relationship Id="rId402" Type="http://schemas.openxmlformats.org/officeDocument/2006/relationships/customXml" Target="../ink/ink205.xml"/><Relationship Id="rId279" Type="http://schemas.openxmlformats.org/officeDocument/2006/relationships/image" Target="../media/image145.png"/><Relationship Id="rId486" Type="http://schemas.openxmlformats.org/officeDocument/2006/relationships/customXml" Target="../ink/ink247.xml"/><Relationship Id="rId43" Type="http://schemas.openxmlformats.org/officeDocument/2006/relationships/image" Target="../media/image29.png"/><Relationship Id="rId139" Type="http://schemas.openxmlformats.org/officeDocument/2006/relationships/image" Target="../media/image76.png"/><Relationship Id="rId346" Type="http://schemas.openxmlformats.org/officeDocument/2006/relationships/customXml" Target="../ink/ink177.xml"/><Relationship Id="rId553" Type="http://schemas.openxmlformats.org/officeDocument/2006/relationships/customXml" Target="../ink/ink281.xml"/><Relationship Id="rId192" Type="http://schemas.openxmlformats.org/officeDocument/2006/relationships/customXml" Target="../ink/ink100.xml"/><Relationship Id="rId206" Type="http://schemas.openxmlformats.org/officeDocument/2006/relationships/customXml" Target="../ink/ink107.xml"/><Relationship Id="rId413" Type="http://schemas.openxmlformats.org/officeDocument/2006/relationships/image" Target="../media/image212.png"/><Relationship Id="rId497" Type="http://schemas.openxmlformats.org/officeDocument/2006/relationships/image" Target="../media/image254.png"/><Relationship Id="rId620" Type="http://schemas.openxmlformats.org/officeDocument/2006/relationships/customXml" Target="../ink/ink315.xml"/><Relationship Id="rId357" Type="http://schemas.openxmlformats.org/officeDocument/2006/relationships/image" Target="../media/image184.png"/><Relationship Id="rId54" Type="http://schemas.openxmlformats.org/officeDocument/2006/relationships/customXml" Target="../ink/ink29.xml"/><Relationship Id="rId217" Type="http://schemas.openxmlformats.org/officeDocument/2006/relationships/image" Target="../media/image114.png"/><Relationship Id="rId564" Type="http://schemas.openxmlformats.org/officeDocument/2006/relationships/image" Target="../media/image287.png"/><Relationship Id="rId424" Type="http://schemas.openxmlformats.org/officeDocument/2006/relationships/customXml" Target="../ink/ink216.xml"/><Relationship Id="rId631" Type="http://schemas.openxmlformats.org/officeDocument/2006/relationships/image" Target="../media/image320.png"/><Relationship Id="rId270" Type="http://schemas.openxmlformats.org/officeDocument/2006/relationships/customXml" Target="../ink/ink139.xml"/><Relationship Id="rId65" Type="http://schemas.openxmlformats.org/officeDocument/2006/relationships/image" Target="../media/image40.png"/><Relationship Id="rId130" Type="http://schemas.openxmlformats.org/officeDocument/2006/relationships/customXml" Target="../ink/ink68.xml"/><Relationship Id="rId368" Type="http://schemas.openxmlformats.org/officeDocument/2006/relationships/customXml" Target="../ink/ink188.xml"/><Relationship Id="rId575" Type="http://schemas.openxmlformats.org/officeDocument/2006/relationships/customXml" Target="../ink/ink292.xml"/><Relationship Id="rId228" Type="http://schemas.openxmlformats.org/officeDocument/2006/relationships/customXml" Target="../ink/ink118.xml"/><Relationship Id="rId435" Type="http://schemas.openxmlformats.org/officeDocument/2006/relationships/image" Target="../media/image223.png"/><Relationship Id="rId281" Type="http://schemas.openxmlformats.org/officeDocument/2006/relationships/image" Target="../media/image146.png"/><Relationship Id="rId502" Type="http://schemas.openxmlformats.org/officeDocument/2006/relationships/customXml" Target="../ink/ink255.xml"/><Relationship Id="rId76" Type="http://schemas.openxmlformats.org/officeDocument/2006/relationships/customXml" Target="../ink/ink40.xml"/><Relationship Id="rId141" Type="http://schemas.openxmlformats.org/officeDocument/2006/relationships/image" Target="../media/image77.png"/><Relationship Id="rId379" Type="http://schemas.openxmlformats.org/officeDocument/2006/relationships/image" Target="../media/image195.png"/><Relationship Id="rId586" Type="http://schemas.openxmlformats.org/officeDocument/2006/relationships/image" Target="../media/image298.png"/><Relationship Id="rId7" Type="http://schemas.openxmlformats.org/officeDocument/2006/relationships/image" Target="../media/image11.png"/><Relationship Id="rId239" Type="http://schemas.openxmlformats.org/officeDocument/2006/relationships/image" Target="../media/image125.png"/><Relationship Id="rId446" Type="http://schemas.openxmlformats.org/officeDocument/2006/relationships/customXml" Target="../ink/ink227.xml"/><Relationship Id="rId292" Type="http://schemas.openxmlformats.org/officeDocument/2006/relationships/customXml" Target="../ink/ink150.xml"/><Relationship Id="rId306" Type="http://schemas.openxmlformats.org/officeDocument/2006/relationships/customXml" Target="../ink/ink157.xml"/><Relationship Id="rId87" Type="http://schemas.openxmlformats.org/officeDocument/2006/relationships/image" Target="../media/image51.png"/><Relationship Id="rId513" Type="http://schemas.openxmlformats.org/officeDocument/2006/relationships/image" Target="../media/image262.png"/><Relationship Id="rId597" Type="http://schemas.openxmlformats.org/officeDocument/2006/relationships/customXml" Target="../ink/ink303.xml"/><Relationship Id="rId152" Type="http://schemas.openxmlformats.org/officeDocument/2006/relationships/customXml" Target="../ink/ink79.xml"/><Relationship Id="rId457" Type="http://schemas.openxmlformats.org/officeDocument/2006/relationships/image" Target="../media/image234.png"/><Relationship Id="rId14" Type="http://schemas.openxmlformats.org/officeDocument/2006/relationships/customXml" Target="../ink/ink9.xml"/><Relationship Id="rId317" Type="http://schemas.openxmlformats.org/officeDocument/2006/relationships/image" Target="../media/image164.png"/><Relationship Id="rId524" Type="http://schemas.openxmlformats.org/officeDocument/2006/relationships/customXml" Target="../ink/ink266.xml"/><Relationship Id="rId98" Type="http://schemas.openxmlformats.org/officeDocument/2006/relationships/customXml" Target="../ink/ink51.xml"/><Relationship Id="rId163" Type="http://schemas.openxmlformats.org/officeDocument/2006/relationships/image" Target="../media/image87.png"/><Relationship Id="rId370" Type="http://schemas.openxmlformats.org/officeDocument/2006/relationships/customXml" Target="../ink/ink189.xml"/><Relationship Id="rId230" Type="http://schemas.openxmlformats.org/officeDocument/2006/relationships/customXml" Target="../ink/ink119.xml"/><Relationship Id="rId468" Type="http://schemas.openxmlformats.org/officeDocument/2006/relationships/customXml" Target="../ink/ink238.xml"/><Relationship Id="rId25" Type="http://schemas.openxmlformats.org/officeDocument/2006/relationships/image" Target="../media/image20.png"/><Relationship Id="rId328" Type="http://schemas.openxmlformats.org/officeDocument/2006/relationships/customXml" Target="../ink/ink168.xml"/><Relationship Id="rId535" Type="http://schemas.openxmlformats.org/officeDocument/2006/relationships/image" Target="../media/image273.png"/><Relationship Id="rId174" Type="http://schemas.openxmlformats.org/officeDocument/2006/relationships/customXml" Target="../ink/ink91.xml"/><Relationship Id="rId381" Type="http://schemas.openxmlformats.org/officeDocument/2006/relationships/image" Target="../media/image196.png"/><Relationship Id="rId602" Type="http://schemas.openxmlformats.org/officeDocument/2006/relationships/image" Target="../media/image306.png"/><Relationship Id="rId241" Type="http://schemas.openxmlformats.org/officeDocument/2006/relationships/image" Target="../media/image126.png"/><Relationship Id="rId479" Type="http://schemas.openxmlformats.org/officeDocument/2006/relationships/image" Target="../media/image245.png"/><Relationship Id="rId36" Type="http://schemas.openxmlformats.org/officeDocument/2006/relationships/customXml" Target="../ink/ink20.xml"/><Relationship Id="rId339" Type="http://schemas.openxmlformats.org/officeDocument/2006/relationships/image" Target="../media/image175.png"/><Relationship Id="rId546" Type="http://schemas.openxmlformats.org/officeDocument/2006/relationships/image" Target="../media/image278.png"/><Relationship Id="rId78" Type="http://schemas.openxmlformats.org/officeDocument/2006/relationships/customXml" Target="../ink/ink41.xml"/><Relationship Id="rId101" Type="http://schemas.openxmlformats.org/officeDocument/2006/relationships/image" Target="../media/image58.png"/><Relationship Id="rId143" Type="http://schemas.openxmlformats.org/officeDocument/2006/relationships/image" Target="../media/image78.png"/><Relationship Id="rId185" Type="http://schemas.openxmlformats.org/officeDocument/2006/relationships/image" Target="../media/image98.png"/><Relationship Id="rId350" Type="http://schemas.openxmlformats.org/officeDocument/2006/relationships/customXml" Target="../ink/ink179.xml"/><Relationship Id="rId406" Type="http://schemas.openxmlformats.org/officeDocument/2006/relationships/customXml" Target="../ink/ink207.xml"/><Relationship Id="rId588" Type="http://schemas.openxmlformats.org/officeDocument/2006/relationships/image" Target="../media/image299.png"/><Relationship Id="rId9" Type="http://schemas.openxmlformats.org/officeDocument/2006/relationships/image" Target="../media/image12.png"/><Relationship Id="rId210" Type="http://schemas.openxmlformats.org/officeDocument/2006/relationships/customXml" Target="../ink/ink109.xml"/><Relationship Id="rId392" Type="http://schemas.openxmlformats.org/officeDocument/2006/relationships/customXml" Target="../ink/ink200.xml"/><Relationship Id="rId448" Type="http://schemas.openxmlformats.org/officeDocument/2006/relationships/customXml" Target="../ink/ink228.xml"/><Relationship Id="rId613" Type="http://schemas.openxmlformats.org/officeDocument/2006/relationships/image" Target="../media/image311.png"/><Relationship Id="rId252" Type="http://schemas.openxmlformats.org/officeDocument/2006/relationships/customXml" Target="../ink/ink130.xml"/><Relationship Id="rId294" Type="http://schemas.openxmlformats.org/officeDocument/2006/relationships/customXml" Target="../ink/ink151.xml"/><Relationship Id="rId308" Type="http://schemas.openxmlformats.org/officeDocument/2006/relationships/customXml" Target="../ink/ink158.xml"/><Relationship Id="rId515" Type="http://schemas.openxmlformats.org/officeDocument/2006/relationships/image" Target="../media/image263.png"/><Relationship Id="rId47" Type="http://schemas.openxmlformats.org/officeDocument/2006/relationships/image" Target="../media/image31.png"/><Relationship Id="rId89" Type="http://schemas.openxmlformats.org/officeDocument/2006/relationships/image" Target="../media/image52.png"/><Relationship Id="rId112" Type="http://schemas.openxmlformats.org/officeDocument/2006/relationships/image" Target="../media/image63.png"/><Relationship Id="rId154" Type="http://schemas.openxmlformats.org/officeDocument/2006/relationships/customXml" Target="../ink/ink80.xml"/><Relationship Id="rId361" Type="http://schemas.openxmlformats.org/officeDocument/2006/relationships/image" Target="../media/image186.png"/><Relationship Id="rId557" Type="http://schemas.openxmlformats.org/officeDocument/2006/relationships/customXml" Target="../ink/ink283.xml"/><Relationship Id="rId599" Type="http://schemas.openxmlformats.org/officeDocument/2006/relationships/customXml" Target="../ink/ink304.xml"/><Relationship Id="rId196" Type="http://schemas.openxmlformats.org/officeDocument/2006/relationships/customXml" Target="../ink/ink102.xml"/><Relationship Id="rId417" Type="http://schemas.openxmlformats.org/officeDocument/2006/relationships/image" Target="../media/image214.png"/><Relationship Id="rId459" Type="http://schemas.openxmlformats.org/officeDocument/2006/relationships/image" Target="../media/image235.png"/><Relationship Id="rId624" Type="http://schemas.openxmlformats.org/officeDocument/2006/relationships/customXml" Target="../ink/ink317.xml"/><Relationship Id="rId16" Type="http://schemas.openxmlformats.org/officeDocument/2006/relationships/customXml" Target="../ink/ink10.xml"/><Relationship Id="rId221" Type="http://schemas.openxmlformats.org/officeDocument/2006/relationships/image" Target="../media/image116.png"/><Relationship Id="rId263" Type="http://schemas.openxmlformats.org/officeDocument/2006/relationships/image" Target="../media/image137.png"/><Relationship Id="rId319" Type="http://schemas.openxmlformats.org/officeDocument/2006/relationships/image" Target="../media/image165.png"/><Relationship Id="rId470" Type="http://schemas.openxmlformats.org/officeDocument/2006/relationships/customXml" Target="../ink/ink239.xml"/><Relationship Id="rId526" Type="http://schemas.openxmlformats.org/officeDocument/2006/relationships/customXml" Target="../ink/ink267.xml"/><Relationship Id="rId58" Type="http://schemas.openxmlformats.org/officeDocument/2006/relationships/customXml" Target="../ink/ink31.xml"/><Relationship Id="rId123" Type="http://schemas.openxmlformats.org/officeDocument/2006/relationships/customXml" Target="../ink/ink64.xml"/><Relationship Id="rId330" Type="http://schemas.openxmlformats.org/officeDocument/2006/relationships/customXml" Target="../ink/ink169.xml"/><Relationship Id="rId568" Type="http://schemas.openxmlformats.org/officeDocument/2006/relationships/image" Target="../media/image289.png"/><Relationship Id="rId165" Type="http://schemas.openxmlformats.org/officeDocument/2006/relationships/image" Target="../media/image88.png"/><Relationship Id="rId372" Type="http://schemas.openxmlformats.org/officeDocument/2006/relationships/customXml" Target="../ink/ink190.xml"/><Relationship Id="rId428" Type="http://schemas.openxmlformats.org/officeDocument/2006/relationships/customXml" Target="../ink/ink218.xml"/><Relationship Id="rId232" Type="http://schemas.openxmlformats.org/officeDocument/2006/relationships/customXml" Target="../ink/ink120.xml"/><Relationship Id="rId274" Type="http://schemas.openxmlformats.org/officeDocument/2006/relationships/customXml" Target="../ink/ink141.xml"/><Relationship Id="rId481" Type="http://schemas.openxmlformats.org/officeDocument/2006/relationships/image" Target="../media/image246.png"/><Relationship Id="rId27" Type="http://schemas.openxmlformats.org/officeDocument/2006/relationships/image" Target="../media/image21.png"/><Relationship Id="rId69" Type="http://schemas.openxmlformats.org/officeDocument/2006/relationships/image" Target="../media/image42.png"/><Relationship Id="rId134" Type="http://schemas.openxmlformats.org/officeDocument/2006/relationships/customXml" Target="../ink/ink70.xml"/><Relationship Id="rId537" Type="http://schemas.openxmlformats.org/officeDocument/2006/relationships/image" Target="../media/image274.png"/><Relationship Id="rId579" Type="http://schemas.openxmlformats.org/officeDocument/2006/relationships/customXml" Target="../ink/ink294.xml"/><Relationship Id="rId80" Type="http://schemas.openxmlformats.org/officeDocument/2006/relationships/customXml" Target="../ink/ink42.xml"/><Relationship Id="rId176" Type="http://schemas.openxmlformats.org/officeDocument/2006/relationships/customXml" Target="../ink/ink92.xml"/><Relationship Id="rId341" Type="http://schemas.openxmlformats.org/officeDocument/2006/relationships/image" Target="../media/image176.png"/><Relationship Id="rId383" Type="http://schemas.openxmlformats.org/officeDocument/2006/relationships/image" Target="../media/image197.png"/><Relationship Id="rId439" Type="http://schemas.openxmlformats.org/officeDocument/2006/relationships/image" Target="../media/image225.png"/><Relationship Id="rId590" Type="http://schemas.openxmlformats.org/officeDocument/2006/relationships/image" Target="../media/image300.png"/><Relationship Id="rId604" Type="http://schemas.openxmlformats.org/officeDocument/2006/relationships/image" Target="../media/image307.png"/><Relationship Id="rId201" Type="http://schemas.openxmlformats.org/officeDocument/2006/relationships/image" Target="../media/image106.png"/><Relationship Id="rId243" Type="http://schemas.openxmlformats.org/officeDocument/2006/relationships/image" Target="../media/image127.png"/><Relationship Id="rId285" Type="http://schemas.openxmlformats.org/officeDocument/2006/relationships/image" Target="../media/image148.png"/><Relationship Id="rId450" Type="http://schemas.openxmlformats.org/officeDocument/2006/relationships/customXml" Target="../ink/ink229.xml"/><Relationship Id="rId506" Type="http://schemas.openxmlformats.org/officeDocument/2006/relationships/customXml" Target="../ink/ink257.xml"/><Relationship Id="rId38" Type="http://schemas.openxmlformats.org/officeDocument/2006/relationships/customXml" Target="../ink/ink21.xml"/><Relationship Id="rId103" Type="http://schemas.openxmlformats.org/officeDocument/2006/relationships/image" Target="../media/image59.png"/><Relationship Id="rId310" Type="http://schemas.openxmlformats.org/officeDocument/2006/relationships/customXml" Target="../ink/ink159.xml"/><Relationship Id="rId492" Type="http://schemas.openxmlformats.org/officeDocument/2006/relationships/customXml" Target="../ink/ink250.xml"/><Relationship Id="rId548" Type="http://schemas.openxmlformats.org/officeDocument/2006/relationships/image" Target="../media/image279.png"/><Relationship Id="rId91" Type="http://schemas.openxmlformats.org/officeDocument/2006/relationships/image" Target="../media/image53.png"/><Relationship Id="rId145" Type="http://schemas.openxmlformats.org/officeDocument/2006/relationships/image" Target="../media/image79.png"/><Relationship Id="rId187" Type="http://schemas.openxmlformats.org/officeDocument/2006/relationships/image" Target="../media/image99.png"/><Relationship Id="rId352" Type="http://schemas.openxmlformats.org/officeDocument/2006/relationships/customXml" Target="../ink/ink180.xml"/><Relationship Id="rId394" Type="http://schemas.openxmlformats.org/officeDocument/2006/relationships/customXml" Target="../ink/ink201.xml"/><Relationship Id="rId408" Type="http://schemas.openxmlformats.org/officeDocument/2006/relationships/customXml" Target="../ink/ink208.xml"/><Relationship Id="rId615" Type="http://schemas.openxmlformats.org/officeDocument/2006/relationships/image" Target="../media/image312.png"/><Relationship Id="rId212" Type="http://schemas.openxmlformats.org/officeDocument/2006/relationships/customXml" Target="../ink/ink110.xml"/><Relationship Id="rId254" Type="http://schemas.openxmlformats.org/officeDocument/2006/relationships/customXml" Target="../ink/ink131.xml"/><Relationship Id="rId49" Type="http://schemas.openxmlformats.org/officeDocument/2006/relationships/image" Target="../media/image32.png"/><Relationship Id="rId114" Type="http://schemas.openxmlformats.org/officeDocument/2006/relationships/image" Target="../media/image64.png"/><Relationship Id="rId296" Type="http://schemas.openxmlformats.org/officeDocument/2006/relationships/customXml" Target="../ink/ink152.xml"/><Relationship Id="rId461" Type="http://schemas.openxmlformats.org/officeDocument/2006/relationships/image" Target="../media/image236.png"/><Relationship Id="rId517" Type="http://schemas.openxmlformats.org/officeDocument/2006/relationships/image" Target="../media/image264.png"/><Relationship Id="rId559" Type="http://schemas.openxmlformats.org/officeDocument/2006/relationships/customXml" Target="../ink/ink284.xml"/><Relationship Id="rId60" Type="http://schemas.openxmlformats.org/officeDocument/2006/relationships/customXml" Target="../ink/ink32.xml"/><Relationship Id="rId156" Type="http://schemas.openxmlformats.org/officeDocument/2006/relationships/customXml" Target="../ink/ink81.xml"/><Relationship Id="rId198" Type="http://schemas.openxmlformats.org/officeDocument/2006/relationships/customXml" Target="../ink/ink103.xml"/><Relationship Id="rId321" Type="http://schemas.openxmlformats.org/officeDocument/2006/relationships/image" Target="../media/image166.png"/><Relationship Id="rId363" Type="http://schemas.openxmlformats.org/officeDocument/2006/relationships/image" Target="../media/image187.png"/><Relationship Id="rId419" Type="http://schemas.openxmlformats.org/officeDocument/2006/relationships/image" Target="../media/image215.png"/><Relationship Id="rId570" Type="http://schemas.openxmlformats.org/officeDocument/2006/relationships/image" Target="../media/image290.png"/><Relationship Id="rId626" Type="http://schemas.openxmlformats.org/officeDocument/2006/relationships/customXml" Target="../ink/ink318.xml"/><Relationship Id="rId223" Type="http://schemas.openxmlformats.org/officeDocument/2006/relationships/image" Target="../media/image117.png"/><Relationship Id="rId430" Type="http://schemas.openxmlformats.org/officeDocument/2006/relationships/customXml" Target="../ink/ink219.xml"/><Relationship Id="rId18" Type="http://schemas.openxmlformats.org/officeDocument/2006/relationships/customXml" Target="../ink/ink11.xml"/><Relationship Id="rId265" Type="http://schemas.openxmlformats.org/officeDocument/2006/relationships/image" Target="../media/image138.png"/><Relationship Id="rId472" Type="http://schemas.openxmlformats.org/officeDocument/2006/relationships/customXml" Target="../ink/ink240.xml"/><Relationship Id="rId528" Type="http://schemas.openxmlformats.org/officeDocument/2006/relationships/customXml" Target="../ink/ink268.xml"/><Relationship Id="rId125" Type="http://schemas.openxmlformats.org/officeDocument/2006/relationships/customXml" Target="../ink/ink65.xml"/><Relationship Id="rId167" Type="http://schemas.openxmlformats.org/officeDocument/2006/relationships/image" Target="../media/image89.png"/><Relationship Id="rId332" Type="http://schemas.openxmlformats.org/officeDocument/2006/relationships/customXml" Target="../ink/ink170.xml"/><Relationship Id="rId374" Type="http://schemas.openxmlformats.org/officeDocument/2006/relationships/customXml" Target="../ink/ink191.xml"/><Relationship Id="rId581" Type="http://schemas.openxmlformats.org/officeDocument/2006/relationships/customXml" Target="../ink/ink295.xml"/><Relationship Id="rId71" Type="http://schemas.openxmlformats.org/officeDocument/2006/relationships/image" Target="../media/image43.png"/><Relationship Id="rId234" Type="http://schemas.openxmlformats.org/officeDocument/2006/relationships/customXml" Target="../ink/ink121.xml"/><Relationship Id="rId2" Type="http://schemas.openxmlformats.org/officeDocument/2006/relationships/customXml" Target="../ink/ink3.xml"/><Relationship Id="rId29" Type="http://schemas.openxmlformats.org/officeDocument/2006/relationships/image" Target="../media/image22.png"/><Relationship Id="rId276" Type="http://schemas.openxmlformats.org/officeDocument/2006/relationships/customXml" Target="../ink/ink142.xml"/><Relationship Id="rId441" Type="http://schemas.openxmlformats.org/officeDocument/2006/relationships/image" Target="../media/image226.png"/><Relationship Id="rId483" Type="http://schemas.openxmlformats.org/officeDocument/2006/relationships/image" Target="../media/image247.png"/><Relationship Id="rId539" Type="http://schemas.openxmlformats.org/officeDocument/2006/relationships/image" Target="../media/image275.png"/><Relationship Id="rId40" Type="http://schemas.openxmlformats.org/officeDocument/2006/relationships/customXml" Target="../ink/ink22.xml"/><Relationship Id="rId136" Type="http://schemas.openxmlformats.org/officeDocument/2006/relationships/customXml" Target="../ink/ink71.xml"/><Relationship Id="rId178" Type="http://schemas.openxmlformats.org/officeDocument/2006/relationships/customXml" Target="../ink/ink93.xml"/><Relationship Id="rId301" Type="http://schemas.openxmlformats.org/officeDocument/2006/relationships/image" Target="../media/image156.png"/><Relationship Id="rId343" Type="http://schemas.openxmlformats.org/officeDocument/2006/relationships/image" Target="../media/image177.png"/><Relationship Id="rId550" Type="http://schemas.openxmlformats.org/officeDocument/2006/relationships/image" Target="../media/image280.png"/><Relationship Id="rId82" Type="http://schemas.openxmlformats.org/officeDocument/2006/relationships/customXml" Target="../ink/ink43.xml"/><Relationship Id="rId203" Type="http://schemas.openxmlformats.org/officeDocument/2006/relationships/image" Target="../media/image107.png"/><Relationship Id="rId385" Type="http://schemas.openxmlformats.org/officeDocument/2006/relationships/image" Target="../media/image198.png"/><Relationship Id="rId592" Type="http://schemas.openxmlformats.org/officeDocument/2006/relationships/image" Target="../media/image301.png"/><Relationship Id="rId606" Type="http://schemas.openxmlformats.org/officeDocument/2006/relationships/image" Target="../media/image308.png"/><Relationship Id="rId245" Type="http://schemas.openxmlformats.org/officeDocument/2006/relationships/image" Target="../media/image128.png"/><Relationship Id="rId287" Type="http://schemas.openxmlformats.org/officeDocument/2006/relationships/image" Target="../media/image149.png"/><Relationship Id="rId410" Type="http://schemas.openxmlformats.org/officeDocument/2006/relationships/customXml" Target="../ink/ink209.xml"/><Relationship Id="rId452" Type="http://schemas.openxmlformats.org/officeDocument/2006/relationships/customXml" Target="../ink/ink230.xml"/><Relationship Id="rId494" Type="http://schemas.openxmlformats.org/officeDocument/2006/relationships/customXml" Target="../ink/ink251.xml"/><Relationship Id="rId508" Type="http://schemas.openxmlformats.org/officeDocument/2006/relationships/customXml" Target="../ink/ink258.xml"/><Relationship Id="rId105" Type="http://schemas.openxmlformats.org/officeDocument/2006/relationships/image" Target="../media/image60.png"/><Relationship Id="rId147" Type="http://schemas.openxmlformats.org/officeDocument/2006/relationships/image" Target="../media/image80.png"/><Relationship Id="rId312" Type="http://schemas.openxmlformats.org/officeDocument/2006/relationships/customXml" Target="../ink/ink160.xml"/><Relationship Id="rId354" Type="http://schemas.openxmlformats.org/officeDocument/2006/relationships/customXml" Target="../ink/ink181.xml"/><Relationship Id="rId51" Type="http://schemas.openxmlformats.org/officeDocument/2006/relationships/image" Target="../media/image33.png"/><Relationship Id="rId93" Type="http://schemas.openxmlformats.org/officeDocument/2006/relationships/image" Target="../media/image54.png"/><Relationship Id="rId189" Type="http://schemas.openxmlformats.org/officeDocument/2006/relationships/image" Target="../media/image100.png"/><Relationship Id="rId396" Type="http://schemas.openxmlformats.org/officeDocument/2006/relationships/customXml" Target="../ink/ink202.xml"/><Relationship Id="rId561" Type="http://schemas.openxmlformats.org/officeDocument/2006/relationships/customXml" Target="../ink/ink285.xml"/><Relationship Id="rId617" Type="http://schemas.openxmlformats.org/officeDocument/2006/relationships/image" Target="../media/image313.png"/><Relationship Id="rId214" Type="http://schemas.openxmlformats.org/officeDocument/2006/relationships/customXml" Target="../ink/ink111.xml"/><Relationship Id="rId256" Type="http://schemas.openxmlformats.org/officeDocument/2006/relationships/customXml" Target="../ink/ink132.xml"/><Relationship Id="rId298" Type="http://schemas.openxmlformats.org/officeDocument/2006/relationships/customXml" Target="../ink/ink153.xml"/><Relationship Id="rId421" Type="http://schemas.openxmlformats.org/officeDocument/2006/relationships/image" Target="../media/image216.png"/><Relationship Id="rId463" Type="http://schemas.openxmlformats.org/officeDocument/2006/relationships/image" Target="../media/image237.png"/><Relationship Id="rId519" Type="http://schemas.openxmlformats.org/officeDocument/2006/relationships/image" Target="../media/image265.png"/><Relationship Id="rId116" Type="http://schemas.openxmlformats.org/officeDocument/2006/relationships/image" Target="../media/image65.png"/><Relationship Id="rId158" Type="http://schemas.openxmlformats.org/officeDocument/2006/relationships/customXml" Target="../ink/ink82.xml"/><Relationship Id="rId323" Type="http://schemas.openxmlformats.org/officeDocument/2006/relationships/image" Target="../media/image167.png"/><Relationship Id="rId530" Type="http://schemas.openxmlformats.org/officeDocument/2006/relationships/customXml" Target="../ink/ink269.xml"/><Relationship Id="rId20" Type="http://schemas.openxmlformats.org/officeDocument/2006/relationships/customXml" Target="../ink/ink12.xml"/><Relationship Id="rId62" Type="http://schemas.openxmlformats.org/officeDocument/2006/relationships/customXml" Target="../ink/ink33.xml"/><Relationship Id="rId365" Type="http://schemas.openxmlformats.org/officeDocument/2006/relationships/image" Target="../media/image188.png"/><Relationship Id="rId572" Type="http://schemas.openxmlformats.org/officeDocument/2006/relationships/image" Target="../media/image291.png"/><Relationship Id="rId628" Type="http://schemas.openxmlformats.org/officeDocument/2006/relationships/customXml" Target="../ink/ink319.xml"/><Relationship Id="rId225" Type="http://schemas.openxmlformats.org/officeDocument/2006/relationships/image" Target="../media/image118.png"/><Relationship Id="rId267" Type="http://schemas.openxmlformats.org/officeDocument/2006/relationships/image" Target="../media/image139.png"/><Relationship Id="rId432" Type="http://schemas.openxmlformats.org/officeDocument/2006/relationships/customXml" Target="../ink/ink220.xml"/><Relationship Id="rId474" Type="http://schemas.openxmlformats.org/officeDocument/2006/relationships/customXml" Target="../ink/ink241.xml"/><Relationship Id="rId127" Type="http://schemas.openxmlformats.org/officeDocument/2006/relationships/image" Target="../media/image70.png"/><Relationship Id="rId31" Type="http://schemas.openxmlformats.org/officeDocument/2006/relationships/image" Target="../media/image23.png"/><Relationship Id="rId73" Type="http://schemas.openxmlformats.org/officeDocument/2006/relationships/image" Target="../media/image44.png"/><Relationship Id="rId169" Type="http://schemas.openxmlformats.org/officeDocument/2006/relationships/image" Target="../media/image90.png"/><Relationship Id="rId334" Type="http://schemas.openxmlformats.org/officeDocument/2006/relationships/customXml" Target="../ink/ink171.xml"/><Relationship Id="rId376" Type="http://schemas.openxmlformats.org/officeDocument/2006/relationships/customXml" Target="../ink/ink192.xml"/><Relationship Id="rId541" Type="http://schemas.openxmlformats.org/officeDocument/2006/relationships/image" Target="../media/image276.png"/><Relationship Id="rId583" Type="http://schemas.openxmlformats.org/officeDocument/2006/relationships/customXml" Target="../ink/ink296.xml"/><Relationship Id="rId4" Type="http://schemas.openxmlformats.org/officeDocument/2006/relationships/customXml" Target="../ink/ink4.xml"/><Relationship Id="rId180" Type="http://schemas.openxmlformats.org/officeDocument/2006/relationships/customXml" Target="../ink/ink94.xml"/><Relationship Id="rId236" Type="http://schemas.openxmlformats.org/officeDocument/2006/relationships/customXml" Target="../ink/ink122.xml"/><Relationship Id="rId278" Type="http://schemas.openxmlformats.org/officeDocument/2006/relationships/customXml" Target="../ink/ink143.xml"/><Relationship Id="rId401" Type="http://schemas.openxmlformats.org/officeDocument/2006/relationships/image" Target="../media/image206.png"/><Relationship Id="rId443" Type="http://schemas.openxmlformats.org/officeDocument/2006/relationships/image" Target="../media/image227.png"/><Relationship Id="rId303" Type="http://schemas.openxmlformats.org/officeDocument/2006/relationships/image" Target="../media/image157.png"/><Relationship Id="rId485" Type="http://schemas.openxmlformats.org/officeDocument/2006/relationships/image" Target="../media/image248.png"/><Relationship Id="rId42" Type="http://schemas.openxmlformats.org/officeDocument/2006/relationships/customXml" Target="../ink/ink23.xml"/><Relationship Id="rId84" Type="http://schemas.openxmlformats.org/officeDocument/2006/relationships/customXml" Target="../ink/ink44.xml"/><Relationship Id="rId138" Type="http://schemas.openxmlformats.org/officeDocument/2006/relationships/customXml" Target="../ink/ink72.xml"/><Relationship Id="rId345" Type="http://schemas.openxmlformats.org/officeDocument/2006/relationships/image" Target="../media/image178.png"/><Relationship Id="rId387" Type="http://schemas.openxmlformats.org/officeDocument/2006/relationships/image" Target="../media/image199.png"/><Relationship Id="rId510" Type="http://schemas.openxmlformats.org/officeDocument/2006/relationships/customXml" Target="../ink/ink259.xml"/><Relationship Id="rId552" Type="http://schemas.openxmlformats.org/officeDocument/2006/relationships/image" Target="../media/image281.png"/><Relationship Id="rId594" Type="http://schemas.openxmlformats.org/officeDocument/2006/relationships/image" Target="../media/image302.png"/><Relationship Id="rId608" Type="http://schemas.openxmlformats.org/officeDocument/2006/relationships/customXml" Target="../ink/ink309.xml"/><Relationship Id="rId191" Type="http://schemas.openxmlformats.org/officeDocument/2006/relationships/image" Target="../media/image101.png"/><Relationship Id="rId205" Type="http://schemas.openxmlformats.org/officeDocument/2006/relationships/image" Target="../media/image108.png"/><Relationship Id="rId247" Type="http://schemas.openxmlformats.org/officeDocument/2006/relationships/image" Target="../media/image129.png"/><Relationship Id="rId412" Type="http://schemas.openxmlformats.org/officeDocument/2006/relationships/customXml" Target="../ink/ink210.xml"/><Relationship Id="rId107" Type="http://schemas.openxmlformats.org/officeDocument/2006/relationships/customXml" Target="../ink/ink56.xml"/><Relationship Id="rId289" Type="http://schemas.openxmlformats.org/officeDocument/2006/relationships/image" Target="../media/image150.png"/><Relationship Id="rId454" Type="http://schemas.openxmlformats.org/officeDocument/2006/relationships/customXml" Target="../ink/ink231.xml"/><Relationship Id="rId496" Type="http://schemas.openxmlformats.org/officeDocument/2006/relationships/customXml" Target="../ink/ink252.xml"/><Relationship Id="rId11" Type="http://schemas.openxmlformats.org/officeDocument/2006/relationships/image" Target="../media/image13.png"/><Relationship Id="rId53" Type="http://schemas.openxmlformats.org/officeDocument/2006/relationships/image" Target="../media/image34.png"/><Relationship Id="rId149" Type="http://schemas.openxmlformats.org/officeDocument/2006/relationships/image" Target="../media/image81.png"/><Relationship Id="rId314" Type="http://schemas.openxmlformats.org/officeDocument/2006/relationships/customXml" Target="../ink/ink161.xml"/><Relationship Id="rId356" Type="http://schemas.openxmlformats.org/officeDocument/2006/relationships/customXml" Target="../ink/ink182.xml"/><Relationship Id="rId398" Type="http://schemas.openxmlformats.org/officeDocument/2006/relationships/customXml" Target="../ink/ink203.xml"/><Relationship Id="rId521" Type="http://schemas.openxmlformats.org/officeDocument/2006/relationships/image" Target="../media/image266.png"/><Relationship Id="rId563" Type="http://schemas.openxmlformats.org/officeDocument/2006/relationships/customXml" Target="../ink/ink286.xml"/><Relationship Id="rId619" Type="http://schemas.openxmlformats.org/officeDocument/2006/relationships/image" Target="../media/image314.png"/><Relationship Id="rId95" Type="http://schemas.openxmlformats.org/officeDocument/2006/relationships/image" Target="../media/image55.png"/><Relationship Id="rId160" Type="http://schemas.openxmlformats.org/officeDocument/2006/relationships/customXml" Target="../ink/ink84.xml"/><Relationship Id="rId216" Type="http://schemas.openxmlformats.org/officeDocument/2006/relationships/customXml" Target="../ink/ink112.xml"/><Relationship Id="rId423" Type="http://schemas.openxmlformats.org/officeDocument/2006/relationships/image" Target="../media/image217.png"/><Relationship Id="rId258" Type="http://schemas.openxmlformats.org/officeDocument/2006/relationships/customXml" Target="../ink/ink133.xml"/><Relationship Id="rId465" Type="http://schemas.openxmlformats.org/officeDocument/2006/relationships/image" Target="../media/image238.png"/><Relationship Id="rId630" Type="http://schemas.openxmlformats.org/officeDocument/2006/relationships/customXml" Target="../ink/ink320.xml"/><Relationship Id="rId22" Type="http://schemas.openxmlformats.org/officeDocument/2006/relationships/customXml" Target="../ink/ink13.xml"/><Relationship Id="rId64" Type="http://schemas.openxmlformats.org/officeDocument/2006/relationships/customXml" Target="../ink/ink34.xml"/><Relationship Id="rId118" Type="http://schemas.openxmlformats.org/officeDocument/2006/relationships/image" Target="../media/image66.png"/><Relationship Id="rId325" Type="http://schemas.openxmlformats.org/officeDocument/2006/relationships/image" Target="../media/image168.png"/><Relationship Id="rId367" Type="http://schemas.openxmlformats.org/officeDocument/2006/relationships/image" Target="../media/image189.png"/><Relationship Id="rId532" Type="http://schemas.openxmlformats.org/officeDocument/2006/relationships/customXml" Target="../ink/ink270.xml"/><Relationship Id="rId574" Type="http://schemas.openxmlformats.org/officeDocument/2006/relationships/image" Target="../media/image292.png"/><Relationship Id="rId171" Type="http://schemas.openxmlformats.org/officeDocument/2006/relationships/image" Target="../media/image91.png"/><Relationship Id="rId227" Type="http://schemas.openxmlformats.org/officeDocument/2006/relationships/image" Target="../media/image119.png"/><Relationship Id="rId269" Type="http://schemas.openxmlformats.org/officeDocument/2006/relationships/image" Target="../media/image140.png"/><Relationship Id="rId434" Type="http://schemas.openxmlformats.org/officeDocument/2006/relationships/customXml" Target="../ink/ink221.xml"/><Relationship Id="rId476" Type="http://schemas.openxmlformats.org/officeDocument/2006/relationships/customXml" Target="../ink/ink242.xml"/><Relationship Id="rId33" Type="http://schemas.openxmlformats.org/officeDocument/2006/relationships/image" Target="../media/image24.png"/><Relationship Id="rId129" Type="http://schemas.openxmlformats.org/officeDocument/2006/relationships/image" Target="../media/image71.png"/><Relationship Id="rId280" Type="http://schemas.openxmlformats.org/officeDocument/2006/relationships/customXml" Target="../ink/ink144.xml"/><Relationship Id="rId336" Type="http://schemas.openxmlformats.org/officeDocument/2006/relationships/customXml" Target="../ink/ink172.xml"/><Relationship Id="rId501" Type="http://schemas.openxmlformats.org/officeDocument/2006/relationships/image" Target="../media/image256.png"/><Relationship Id="rId543" Type="http://schemas.openxmlformats.org/officeDocument/2006/relationships/image" Target="../media/image277.png"/><Relationship Id="rId75" Type="http://schemas.openxmlformats.org/officeDocument/2006/relationships/image" Target="../media/image45.png"/><Relationship Id="rId140" Type="http://schemas.openxmlformats.org/officeDocument/2006/relationships/customXml" Target="../ink/ink73.xml"/><Relationship Id="rId182" Type="http://schemas.openxmlformats.org/officeDocument/2006/relationships/customXml" Target="../ink/ink95.xml"/><Relationship Id="rId378" Type="http://schemas.openxmlformats.org/officeDocument/2006/relationships/customXml" Target="../ink/ink193.xml"/><Relationship Id="rId403" Type="http://schemas.openxmlformats.org/officeDocument/2006/relationships/image" Target="../media/image207.png"/><Relationship Id="rId585" Type="http://schemas.openxmlformats.org/officeDocument/2006/relationships/customXml" Target="../ink/ink297.xml"/><Relationship Id="rId6" Type="http://schemas.openxmlformats.org/officeDocument/2006/relationships/customXml" Target="../ink/ink5.xml"/><Relationship Id="rId238" Type="http://schemas.openxmlformats.org/officeDocument/2006/relationships/customXml" Target="../ink/ink123.xml"/><Relationship Id="rId445" Type="http://schemas.openxmlformats.org/officeDocument/2006/relationships/image" Target="../media/image228.png"/><Relationship Id="rId487" Type="http://schemas.openxmlformats.org/officeDocument/2006/relationships/image" Target="../media/image249.png"/><Relationship Id="rId610" Type="http://schemas.openxmlformats.org/officeDocument/2006/relationships/customXml" Target="../ink/ink310.xml"/><Relationship Id="rId291" Type="http://schemas.openxmlformats.org/officeDocument/2006/relationships/image" Target="../media/image151.png"/><Relationship Id="rId305" Type="http://schemas.openxmlformats.org/officeDocument/2006/relationships/image" Target="../media/image158.png"/><Relationship Id="rId347" Type="http://schemas.openxmlformats.org/officeDocument/2006/relationships/image" Target="../media/image179.png"/><Relationship Id="rId512" Type="http://schemas.openxmlformats.org/officeDocument/2006/relationships/customXml" Target="../ink/ink260.xml"/><Relationship Id="rId44" Type="http://schemas.openxmlformats.org/officeDocument/2006/relationships/customXml" Target="../ink/ink24.xml"/><Relationship Id="rId86" Type="http://schemas.openxmlformats.org/officeDocument/2006/relationships/customXml" Target="../ink/ink45.xml"/><Relationship Id="rId151" Type="http://schemas.openxmlformats.org/officeDocument/2006/relationships/image" Target="../media/image82.png"/><Relationship Id="rId389" Type="http://schemas.openxmlformats.org/officeDocument/2006/relationships/image" Target="../media/image200.png"/><Relationship Id="rId554" Type="http://schemas.openxmlformats.org/officeDocument/2006/relationships/image" Target="../media/image282.png"/><Relationship Id="rId596" Type="http://schemas.openxmlformats.org/officeDocument/2006/relationships/image" Target="../media/image303.png"/><Relationship Id="rId193" Type="http://schemas.openxmlformats.org/officeDocument/2006/relationships/image" Target="../media/image102.png"/><Relationship Id="rId207" Type="http://schemas.openxmlformats.org/officeDocument/2006/relationships/image" Target="../media/image109.png"/><Relationship Id="rId249" Type="http://schemas.openxmlformats.org/officeDocument/2006/relationships/image" Target="../media/image130.png"/><Relationship Id="rId414" Type="http://schemas.openxmlformats.org/officeDocument/2006/relationships/customXml" Target="../ink/ink211.xml"/><Relationship Id="rId456" Type="http://schemas.openxmlformats.org/officeDocument/2006/relationships/customXml" Target="../ink/ink232.xml"/><Relationship Id="rId498" Type="http://schemas.openxmlformats.org/officeDocument/2006/relationships/customXml" Target="../ink/ink253.xml"/><Relationship Id="rId621" Type="http://schemas.openxmlformats.org/officeDocument/2006/relationships/image" Target="../media/image315.png"/><Relationship Id="rId13" Type="http://schemas.openxmlformats.org/officeDocument/2006/relationships/image" Target="../media/image14.png"/><Relationship Id="rId109" Type="http://schemas.openxmlformats.org/officeDocument/2006/relationships/customXml" Target="../ink/ink57.xml"/><Relationship Id="rId260" Type="http://schemas.openxmlformats.org/officeDocument/2006/relationships/customXml" Target="../ink/ink134.xml"/><Relationship Id="rId316" Type="http://schemas.openxmlformats.org/officeDocument/2006/relationships/customXml" Target="../ink/ink162.xml"/><Relationship Id="rId523" Type="http://schemas.openxmlformats.org/officeDocument/2006/relationships/image" Target="../media/image267.png"/><Relationship Id="rId55" Type="http://schemas.openxmlformats.org/officeDocument/2006/relationships/image" Target="../media/image35.png"/><Relationship Id="rId97" Type="http://schemas.openxmlformats.org/officeDocument/2006/relationships/image" Target="../media/image56.png"/><Relationship Id="rId120" Type="http://schemas.openxmlformats.org/officeDocument/2006/relationships/image" Target="../media/image67.png"/><Relationship Id="rId358" Type="http://schemas.openxmlformats.org/officeDocument/2006/relationships/customXml" Target="../ink/ink183.xml"/><Relationship Id="rId565" Type="http://schemas.openxmlformats.org/officeDocument/2006/relationships/customXml" Target="../ink/ink287.xml"/><Relationship Id="rId162" Type="http://schemas.openxmlformats.org/officeDocument/2006/relationships/customXml" Target="../ink/ink85.xml"/><Relationship Id="rId218" Type="http://schemas.openxmlformats.org/officeDocument/2006/relationships/customXml" Target="../ink/ink113.xml"/><Relationship Id="rId425" Type="http://schemas.openxmlformats.org/officeDocument/2006/relationships/image" Target="../media/image218.png"/><Relationship Id="rId467" Type="http://schemas.openxmlformats.org/officeDocument/2006/relationships/image" Target="../media/image239.png"/><Relationship Id="rId271" Type="http://schemas.openxmlformats.org/officeDocument/2006/relationships/image" Target="../media/image141.png"/><Relationship Id="rId24" Type="http://schemas.openxmlformats.org/officeDocument/2006/relationships/customXml" Target="../ink/ink14.xml"/><Relationship Id="rId66" Type="http://schemas.openxmlformats.org/officeDocument/2006/relationships/customXml" Target="../ink/ink35.xml"/><Relationship Id="rId131" Type="http://schemas.openxmlformats.org/officeDocument/2006/relationships/image" Target="../media/image72.png"/><Relationship Id="rId327" Type="http://schemas.openxmlformats.org/officeDocument/2006/relationships/image" Target="../media/image169.png"/><Relationship Id="rId369" Type="http://schemas.openxmlformats.org/officeDocument/2006/relationships/image" Target="../media/image190.png"/><Relationship Id="rId534" Type="http://schemas.openxmlformats.org/officeDocument/2006/relationships/customXml" Target="../ink/ink271.xml"/><Relationship Id="rId576" Type="http://schemas.openxmlformats.org/officeDocument/2006/relationships/image" Target="../media/image293.png"/><Relationship Id="rId173" Type="http://schemas.openxmlformats.org/officeDocument/2006/relationships/image" Target="../media/image92.png"/><Relationship Id="rId229" Type="http://schemas.openxmlformats.org/officeDocument/2006/relationships/image" Target="../media/image120.png"/><Relationship Id="rId380" Type="http://schemas.openxmlformats.org/officeDocument/2006/relationships/customXml" Target="../ink/ink194.xml"/><Relationship Id="rId436" Type="http://schemas.openxmlformats.org/officeDocument/2006/relationships/customXml" Target="../ink/ink222.xml"/><Relationship Id="rId601" Type="http://schemas.openxmlformats.org/officeDocument/2006/relationships/customXml" Target="../ink/ink305.xml"/><Relationship Id="rId240" Type="http://schemas.openxmlformats.org/officeDocument/2006/relationships/customXml" Target="../ink/ink124.xml"/><Relationship Id="rId478" Type="http://schemas.openxmlformats.org/officeDocument/2006/relationships/customXml" Target="../ink/ink243.xml"/><Relationship Id="rId35" Type="http://schemas.openxmlformats.org/officeDocument/2006/relationships/image" Target="../media/image25.png"/><Relationship Id="rId77" Type="http://schemas.openxmlformats.org/officeDocument/2006/relationships/image" Target="../media/image46.png"/><Relationship Id="rId100" Type="http://schemas.openxmlformats.org/officeDocument/2006/relationships/customXml" Target="../ink/ink52.xml"/><Relationship Id="rId282" Type="http://schemas.openxmlformats.org/officeDocument/2006/relationships/customXml" Target="../ink/ink145.xml"/><Relationship Id="rId338" Type="http://schemas.openxmlformats.org/officeDocument/2006/relationships/customXml" Target="../ink/ink173.xml"/><Relationship Id="rId503" Type="http://schemas.openxmlformats.org/officeDocument/2006/relationships/image" Target="../media/image257.png"/><Relationship Id="rId545" Type="http://schemas.openxmlformats.org/officeDocument/2006/relationships/customXml" Target="../ink/ink277.xml"/><Relationship Id="rId587" Type="http://schemas.openxmlformats.org/officeDocument/2006/relationships/customXml" Target="../ink/ink298.xml"/><Relationship Id="rId8" Type="http://schemas.openxmlformats.org/officeDocument/2006/relationships/customXml" Target="../ink/ink6.xml"/><Relationship Id="rId142" Type="http://schemas.openxmlformats.org/officeDocument/2006/relationships/customXml" Target="../ink/ink74.xml"/><Relationship Id="rId184" Type="http://schemas.openxmlformats.org/officeDocument/2006/relationships/customXml" Target="../ink/ink96.xml"/><Relationship Id="rId391" Type="http://schemas.openxmlformats.org/officeDocument/2006/relationships/image" Target="../media/image201.png"/><Relationship Id="rId405" Type="http://schemas.openxmlformats.org/officeDocument/2006/relationships/image" Target="../media/image208.png"/><Relationship Id="rId447" Type="http://schemas.openxmlformats.org/officeDocument/2006/relationships/image" Target="../media/image229.png"/><Relationship Id="rId612" Type="http://schemas.openxmlformats.org/officeDocument/2006/relationships/customXml" Target="../ink/ink311.xml"/><Relationship Id="rId251" Type="http://schemas.openxmlformats.org/officeDocument/2006/relationships/image" Target="../media/image131.png"/><Relationship Id="rId489" Type="http://schemas.openxmlformats.org/officeDocument/2006/relationships/image" Target="../media/image250.png"/><Relationship Id="rId46" Type="http://schemas.openxmlformats.org/officeDocument/2006/relationships/customXml" Target="../ink/ink25.xml"/><Relationship Id="rId293" Type="http://schemas.openxmlformats.org/officeDocument/2006/relationships/image" Target="../media/image152.png"/><Relationship Id="rId307" Type="http://schemas.openxmlformats.org/officeDocument/2006/relationships/image" Target="../media/image159.png"/><Relationship Id="rId349" Type="http://schemas.openxmlformats.org/officeDocument/2006/relationships/image" Target="../media/image180.png"/><Relationship Id="rId514" Type="http://schemas.openxmlformats.org/officeDocument/2006/relationships/customXml" Target="../ink/ink261.xml"/><Relationship Id="rId556" Type="http://schemas.openxmlformats.org/officeDocument/2006/relationships/image" Target="../media/image283.png"/><Relationship Id="rId88" Type="http://schemas.openxmlformats.org/officeDocument/2006/relationships/customXml" Target="../ink/ink46.xml"/><Relationship Id="rId111" Type="http://schemas.openxmlformats.org/officeDocument/2006/relationships/customXml" Target="../ink/ink58.xml"/><Relationship Id="rId153" Type="http://schemas.openxmlformats.org/officeDocument/2006/relationships/image" Target="../media/image83.png"/><Relationship Id="rId195" Type="http://schemas.openxmlformats.org/officeDocument/2006/relationships/image" Target="../media/image103.png"/><Relationship Id="rId209" Type="http://schemas.openxmlformats.org/officeDocument/2006/relationships/image" Target="../media/image110.png"/><Relationship Id="rId360" Type="http://schemas.openxmlformats.org/officeDocument/2006/relationships/customXml" Target="../ink/ink184.xml"/><Relationship Id="rId416" Type="http://schemas.openxmlformats.org/officeDocument/2006/relationships/customXml" Target="../ink/ink212.xml"/><Relationship Id="rId598" Type="http://schemas.openxmlformats.org/officeDocument/2006/relationships/image" Target="../media/image304.png"/><Relationship Id="rId220" Type="http://schemas.openxmlformats.org/officeDocument/2006/relationships/customXml" Target="../ink/ink114.xml"/><Relationship Id="rId458" Type="http://schemas.openxmlformats.org/officeDocument/2006/relationships/customXml" Target="../ink/ink233.xml"/><Relationship Id="rId623" Type="http://schemas.openxmlformats.org/officeDocument/2006/relationships/image" Target="../media/image316.png"/><Relationship Id="rId15" Type="http://schemas.openxmlformats.org/officeDocument/2006/relationships/image" Target="../media/image15.png"/><Relationship Id="rId57" Type="http://schemas.openxmlformats.org/officeDocument/2006/relationships/image" Target="../media/image36.png"/><Relationship Id="rId262" Type="http://schemas.openxmlformats.org/officeDocument/2006/relationships/customXml" Target="../ink/ink135.xml"/><Relationship Id="rId318" Type="http://schemas.openxmlformats.org/officeDocument/2006/relationships/customXml" Target="../ink/ink163.xml"/><Relationship Id="rId525" Type="http://schemas.openxmlformats.org/officeDocument/2006/relationships/image" Target="../media/image268.png"/><Relationship Id="rId567" Type="http://schemas.openxmlformats.org/officeDocument/2006/relationships/customXml" Target="../ink/ink288.xml"/><Relationship Id="rId99" Type="http://schemas.openxmlformats.org/officeDocument/2006/relationships/image" Target="../media/image57.png"/><Relationship Id="rId122" Type="http://schemas.openxmlformats.org/officeDocument/2006/relationships/image" Target="../media/image68.png"/><Relationship Id="rId164" Type="http://schemas.openxmlformats.org/officeDocument/2006/relationships/customXml" Target="../ink/ink86.xml"/><Relationship Id="rId371" Type="http://schemas.openxmlformats.org/officeDocument/2006/relationships/image" Target="../media/image191.png"/><Relationship Id="rId427" Type="http://schemas.openxmlformats.org/officeDocument/2006/relationships/image" Target="../media/image219.png"/><Relationship Id="rId469" Type="http://schemas.openxmlformats.org/officeDocument/2006/relationships/image" Target="../media/image240.png"/><Relationship Id="rId26" Type="http://schemas.openxmlformats.org/officeDocument/2006/relationships/customXml" Target="../ink/ink15.xml"/><Relationship Id="rId231" Type="http://schemas.openxmlformats.org/officeDocument/2006/relationships/image" Target="../media/image121.png"/><Relationship Id="rId273" Type="http://schemas.openxmlformats.org/officeDocument/2006/relationships/image" Target="../media/image142.png"/><Relationship Id="rId329" Type="http://schemas.openxmlformats.org/officeDocument/2006/relationships/image" Target="../media/image170.png"/><Relationship Id="rId480" Type="http://schemas.openxmlformats.org/officeDocument/2006/relationships/customXml" Target="../ink/ink244.xml"/><Relationship Id="rId536" Type="http://schemas.openxmlformats.org/officeDocument/2006/relationships/customXml" Target="../ink/ink272.xml"/><Relationship Id="rId68" Type="http://schemas.openxmlformats.org/officeDocument/2006/relationships/customXml" Target="../ink/ink36.xml"/><Relationship Id="rId133" Type="http://schemas.openxmlformats.org/officeDocument/2006/relationships/image" Target="../media/image73.png"/><Relationship Id="rId175" Type="http://schemas.openxmlformats.org/officeDocument/2006/relationships/image" Target="../media/image93.png"/><Relationship Id="rId340" Type="http://schemas.openxmlformats.org/officeDocument/2006/relationships/customXml" Target="../ink/ink174.xml"/><Relationship Id="rId578" Type="http://schemas.openxmlformats.org/officeDocument/2006/relationships/image" Target="../media/image294.png"/><Relationship Id="rId200" Type="http://schemas.openxmlformats.org/officeDocument/2006/relationships/customXml" Target="../ink/ink104.xml"/><Relationship Id="rId382" Type="http://schemas.openxmlformats.org/officeDocument/2006/relationships/customXml" Target="../ink/ink195.xml"/><Relationship Id="rId438" Type="http://schemas.openxmlformats.org/officeDocument/2006/relationships/customXml" Target="../ink/ink223.xml"/><Relationship Id="rId603" Type="http://schemas.openxmlformats.org/officeDocument/2006/relationships/customXml" Target="../ink/ink306.xml"/><Relationship Id="rId242" Type="http://schemas.openxmlformats.org/officeDocument/2006/relationships/customXml" Target="../ink/ink125.xml"/><Relationship Id="rId284" Type="http://schemas.openxmlformats.org/officeDocument/2006/relationships/customXml" Target="../ink/ink146.xml"/><Relationship Id="rId491" Type="http://schemas.openxmlformats.org/officeDocument/2006/relationships/image" Target="../media/image251.png"/><Relationship Id="rId505" Type="http://schemas.openxmlformats.org/officeDocument/2006/relationships/image" Target="../media/image258.png"/><Relationship Id="rId37" Type="http://schemas.openxmlformats.org/officeDocument/2006/relationships/image" Target="../media/image26.png"/><Relationship Id="rId79" Type="http://schemas.openxmlformats.org/officeDocument/2006/relationships/image" Target="../media/image47.png"/><Relationship Id="rId102" Type="http://schemas.openxmlformats.org/officeDocument/2006/relationships/customXml" Target="../ink/ink53.xml"/><Relationship Id="rId144" Type="http://schemas.openxmlformats.org/officeDocument/2006/relationships/customXml" Target="../ink/ink75.xml"/><Relationship Id="rId547" Type="http://schemas.openxmlformats.org/officeDocument/2006/relationships/customXml" Target="../ink/ink278.xml"/><Relationship Id="rId589" Type="http://schemas.openxmlformats.org/officeDocument/2006/relationships/customXml" Target="../ink/ink299.xml"/><Relationship Id="rId90" Type="http://schemas.openxmlformats.org/officeDocument/2006/relationships/customXml" Target="../ink/ink47.xml"/><Relationship Id="rId186" Type="http://schemas.openxmlformats.org/officeDocument/2006/relationships/customXml" Target="../ink/ink97.xml"/><Relationship Id="rId351" Type="http://schemas.openxmlformats.org/officeDocument/2006/relationships/image" Target="../media/image181.png"/><Relationship Id="rId393" Type="http://schemas.openxmlformats.org/officeDocument/2006/relationships/image" Target="../media/image202.png"/><Relationship Id="rId407" Type="http://schemas.openxmlformats.org/officeDocument/2006/relationships/image" Target="../media/image209.png"/><Relationship Id="rId449" Type="http://schemas.openxmlformats.org/officeDocument/2006/relationships/image" Target="../media/image230.png"/><Relationship Id="rId614" Type="http://schemas.openxmlformats.org/officeDocument/2006/relationships/customXml" Target="../ink/ink312.xml"/><Relationship Id="rId211" Type="http://schemas.openxmlformats.org/officeDocument/2006/relationships/image" Target="../media/image111.png"/><Relationship Id="rId253" Type="http://schemas.openxmlformats.org/officeDocument/2006/relationships/image" Target="../media/image132.png"/><Relationship Id="rId295" Type="http://schemas.openxmlformats.org/officeDocument/2006/relationships/image" Target="../media/image153.png"/><Relationship Id="rId309" Type="http://schemas.openxmlformats.org/officeDocument/2006/relationships/image" Target="../media/image160.png"/><Relationship Id="rId460" Type="http://schemas.openxmlformats.org/officeDocument/2006/relationships/customXml" Target="../ink/ink234.xml"/><Relationship Id="rId516" Type="http://schemas.openxmlformats.org/officeDocument/2006/relationships/customXml" Target="../ink/ink262.xml"/><Relationship Id="rId48" Type="http://schemas.openxmlformats.org/officeDocument/2006/relationships/customXml" Target="../ink/ink26.xml"/><Relationship Id="rId113" Type="http://schemas.openxmlformats.org/officeDocument/2006/relationships/customXml" Target="../ink/ink59.xml"/><Relationship Id="rId320" Type="http://schemas.openxmlformats.org/officeDocument/2006/relationships/customXml" Target="../ink/ink164.xml"/><Relationship Id="rId558" Type="http://schemas.openxmlformats.org/officeDocument/2006/relationships/image" Target="../media/image284.png"/><Relationship Id="rId155" Type="http://schemas.openxmlformats.org/officeDocument/2006/relationships/image" Target="../media/image84.png"/><Relationship Id="rId197" Type="http://schemas.openxmlformats.org/officeDocument/2006/relationships/image" Target="../media/image104.png"/><Relationship Id="rId362" Type="http://schemas.openxmlformats.org/officeDocument/2006/relationships/customXml" Target="../ink/ink185.xml"/><Relationship Id="rId418" Type="http://schemas.openxmlformats.org/officeDocument/2006/relationships/customXml" Target="../ink/ink213.xml"/><Relationship Id="rId625" Type="http://schemas.openxmlformats.org/officeDocument/2006/relationships/image" Target="../media/image317.png"/><Relationship Id="rId222" Type="http://schemas.openxmlformats.org/officeDocument/2006/relationships/customXml" Target="../ink/ink115.xml"/><Relationship Id="rId264" Type="http://schemas.openxmlformats.org/officeDocument/2006/relationships/customXml" Target="../ink/ink136.xml"/><Relationship Id="rId471" Type="http://schemas.openxmlformats.org/officeDocument/2006/relationships/image" Target="../media/image241.png"/><Relationship Id="rId17" Type="http://schemas.openxmlformats.org/officeDocument/2006/relationships/image" Target="../media/image16.png"/><Relationship Id="rId59" Type="http://schemas.openxmlformats.org/officeDocument/2006/relationships/image" Target="../media/image37.png"/><Relationship Id="rId124" Type="http://schemas.openxmlformats.org/officeDocument/2006/relationships/image" Target="../media/image69.png"/><Relationship Id="rId527" Type="http://schemas.openxmlformats.org/officeDocument/2006/relationships/image" Target="../media/image269.png"/><Relationship Id="rId569" Type="http://schemas.openxmlformats.org/officeDocument/2006/relationships/customXml" Target="../ink/ink289.xml"/><Relationship Id="rId70" Type="http://schemas.openxmlformats.org/officeDocument/2006/relationships/customXml" Target="../ink/ink37.xml"/><Relationship Id="rId166" Type="http://schemas.openxmlformats.org/officeDocument/2006/relationships/customXml" Target="../ink/ink87.xml"/><Relationship Id="rId331" Type="http://schemas.openxmlformats.org/officeDocument/2006/relationships/image" Target="../media/image171.png"/><Relationship Id="rId373" Type="http://schemas.openxmlformats.org/officeDocument/2006/relationships/image" Target="../media/image192.png"/><Relationship Id="rId429" Type="http://schemas.openxmlformats.org/officeDocument/2006/relationships/image" Target="../media/image220.png"/><Relationship Id="rId580" Type="http://schemas.openxmlformats.org/officeDocument/2006/relationships/image" Target="../media/image295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22.png"/><Relationship Id="rId440" Type="http://schemas.openxmlformats.org/officeDocument/2006/relationships/customXml" Target="../ink/ink224.xml"/><Relationship Id="rId28" Type="http://schemas.openxmlformats.org/officeDocument/2006/relationships/customXml" Target="../ink/ink16.xml"/><Relationship Id="rId275" Type="http://schemas.openxmlformats.org/officeDocument/2006/relationships/image" Target="../media/image143.png"/><Relationship Id="rId300" Type="http://schemas.openxmlformats.org/officeDocument/2006/relationships/customXml" Target="../ink/ink154.xml"/><Relationship Id="rId482" Type="http://schemas.openxmlformats.org/officeDocument/2006/relationships/customXml" Target="../ink/ink245.xml"/><Relationship Id="rId538" Type="http://schemas.openxmlformats.org/officeDocument/2006/relationships/customXml" Target="../ink/ink273.xml"/><Relationship Id="rId81" Type="http://schemas.openxmlformats.org/officeDocument/2006/relationships/image" Target="../media/image48.png"/><Relationship Id="rId135" Type="http://schemas.openxmlformats.org/officeDocument/2006/relationships/image" Target="../media/image74.png"/><Relationship Id="rId177" Type="http://schemas.openxmlformats.org/officeDocument/2006/relationships/image" Target="../media/image94.png"/><Relationship Id="rId342" Type="http://schemas.openxmlformats.org/officeDocument/2006/relationships/customXml" Target="../ink/ink175.xml"/><Relationship Id="rId384" Type="http://schemas.openxmlformats.org/officeDocument/2006/relationships/customXml" Target="../ink/ink196.xml"/><Relationship Id="rId591" Type="http://schemas.openxmlformats.org/officeDocument/2006/relationships/customXml" Target="../ink/ink300.xml"/><Relationship Id="rId605" Type="http://schemas.openxmlformats.org/officeDocument/2006/relationships/customXml" Target="../ink/ink307.xml"/><Relationship Id="rId202" Type="http://schemas.openxmlformats.org/officeDocument/2006/relationships/customXml" Target="../ink/ink105.xml"/><Relationship Id="rId244" Type="http://schemas.openxmlformats.org/officeDocument/2006/relationships/customXml" Target="../ink/ink126.xml"/><Relationship Id="rId39" Type="http://schemas.openxmlformats.org/officeDocument/2006/relationships/image" Target="../media/image27.png"/><Relationship Id="rId286" Type="http://schemas.openxmlformats.org/officeDocument/2006/relationships/customXml" Target="../ink/ink147.xml"/><Relationship Id="rId451" Type="http://schemas.openxmlformats.org/officeDocument/2006/relationships/image" Target="../media/image231.png"/><Relationship Id="rId493" Type="http://schemas.openxmlformats.org/officeDocument/2006/relationships/image" Target="../media/image252.png"/><Relationship Id="rId507" Type="http://schemas.openxmlformats.org/officeDocument/2006/relationships/image" Target="../media/image259.png"/><Relationship Id="rId549" Type="http://schemas.openxmlformats.org/officeDocument/2006/relationships/customXml" Target="../ink/ink279.xml"/><Relationship Id="rId50" Type="http://schemas.openxmlformats.org/officeDocument/2006/relationships/customXml" Target="../ink/ink27.xml"/><Relationship Id="rId104" Type="http://schemas.openxmlformats.org/officeDocument/2006/relationships/customXml" Target="../ink/ink54.xml"/><Relationship Id="rId146" Type="http://schemas.openxmlformats.org/officeDocument/2006/relationships/customXml" Target="../ink/ink76.xml"/><Relationship Id="rId188" Type="http://schemas.openxmlformats.org/officeDocument/2006/relationships/customXml" Target="../ink/ink98.xml"/><Relationship Id="rId311" Type="http://schemas.openxmlformats.org/officeDocument/2006/relationships/image" Target="../media/image161.png"/><Relationship Id="rId353" Type="http://schemas.openxmlformats.org/officeDocument/2006/relationships/image" Target="../media/image182.png"/><Relationship Id="rId395" Type="http://schemas.openxmlformats.org/officeDocument/2006/relationships/image" Target="../media/image203.png"/><Relationship Id="rId409" Type="http://schemas.openxmlformats.org/officeDocument/2006/relationships/image" Target="../media/image210.png"/><Relationship Id="rId560" Type="http://schemas.openxmlformats.org/officeDocument/2006/relationships/image" Target="../media/image285.png"/><Relationship Id="rId92" Type="http://schemas.openxmlformats.org/officeDocument/2006/relationships/customXml" Target="../ink/ink48.xml"/><Relationship Id="rId213" Type="http://schemas.openxmlformats.org/officeDocument/2006/relationships/image" Target="../media/image112.png"/><Relationship Id="rId420" Type="http://schemas.openxmlformats.org/officeDocument/2006/relationships/customXml" Target="../ink/ink214.xml"/><Relationship Id="rId616" Type="http://schemas.openxmlformats.org/officeDocument/2006/relationships/customXml" Target="../ink/ink313.xml"/><Relationship Id="rId255" Type="http://schemas.openxmlformats.org/officeDocument/2006/relationships/image" Target="../media/image133.png"/><Relationship Id="rId297" Type="http://schemas.openxmlformats.org/officeDocument/2006/relationships/image" Target="../media/image154.png"/><Relationship Id="rId462" Type="http://schemas.openxmlformats.org/officeDocument/2006/relationships/customXml" Target="../ink/ink235.xml"/><Relationship Id="rId518" Type="http://schemas.openxmlformats.org/officeDocument/2006/relationships/customXml" Target="../ink/ink263.xml"/><Relationship Id="rId115" Type="http://schemas.openxmlformats.org/officeDocument/2006/relationships/customXml" Target="../ink/ink60.xml"/><Relationship Id="rId157" Type="http://schemas.openxmlformats.org/officeDocument/2006/relationships/image" Target="../media/image85.png"/><Relationship Id="rId322" Type="http://schemas.openxmlformats.org/officeDocument/2006/relationships/customXml" Target="../ink/ink165.xml"/><Relationship Id="rId364" Type="http://schemas.openxmlformats.org/officeDocument/2006/relationships/customXml" Target="../ink/ink186.xml"/><Relationship Id="rId61" Type="http://schemas.openxmlformats.org/officeDocument/2006/relationships/image" Target="../media/image38.png"/><Relationship Id="rId199" Type="http://schemas.openxmlformats.org/officeDocument/2006/relationships/image" Target="../media/image105.png"/><Relationship Id="rId571" Type="http://schemas.openxmlformats.org/officeDocument/2006/relationships/customXml" Target="../ink/ink290.xml"/><Relationship Id="rId627" Type="http://schemas.openxmlformats.org/officeDocument/2006/relationships/image" Target="../media/image318.png"/><Relationship Id="rId19" Type="http://schemas.openxmlformats.org/officeDocument/2006/relationships/image" Target="../media/image17.png"/><Relationship Id="rId224" Type="http://schemas.openxmlformats.org/officeDocument/2006/relationships/customXml" Target="../ink/ink116.xml"/><Relationship Id="rId266" Type="http://schemas.openxmlformats.org/officeDocument/2006/relationships/customXml" Target="../ink/ink137.xml"/><Relationship Id="rId431" Type="http://schemas.openxmlformats.org/officeDocument/2006/relationships/image" Target="../media/image221.png"/><Relationship Id="rId473" Type="http://schemas.openxmlformats.org/officeDocument/2006/relationships/image" Target="../media/image242.png"/><Relationship Id="rId529" Type="http://schemas.openxmlformats.org/officeDocument/2006/relationships/image" Target="../media/image270.png"/><Relationship Id="rId30" Type="http://schemas.openxmlformats.org/officeDocument/2006/relationships/customXml" Target="../ink/ink17.xml"/><Relationship Id="rId126" Type="http://schemas.openxmlformats.org/officeDocument/2006/relationships/customXml" Target="../ink/ink66.xml"/><Relationship Id="rId168" Type="http://schemas.openxmlformats.org/officeDocument/2006/relationships/customXml" Target="../ink/ink88.xml"/><Relationship Id="rId333" Type="http://schemas.openxmlformats.org/officeDocument/2006/relationships/image" Target="../media/image172.png"/><Relationship Id="rId540" Type="http://schemas.openxmlformats.org/officeDocument/2006/relationships/customXml" Target="../ink/ink274.xml"/><Relationship Id="rId72" Type="http://schemas.openxmlformats.org/officeDocument/2006/relationships/customXml" Target="../ink/ink38.xml"/><Relationship Id="rId375" Type="http://schemas.openxmlformats.org/officeDocument/2006/relationships/image" Target="../media/image193.png"/><Relationship Id="rId582" Type="http://schemas.openxmlformats.org/officeDocument/2006/relationships/image" Target="../media/image296.png"/><Relationship Id="rId3" Type="http://schemas.openxmlformats.org/officeDocument/2006/relationships/image" Target="../media/image8.png"/><Relationship Id="rId235" Type="http://schemas.openxmlformats.org/officeDocument/2006/relationships/image" Target="../media/image123.png"/><Relationship Id="rId277" Type="http://schemas.openxmlformats.org/officeDocument/2006/relationships/image" Target="../media/image144.png"/><Relationship Id="rId400" Type="http://schemas.openxmlformats.org/officeDocument/2006/relationships/customXml" Target="../ink/ink204.xml"/><Relationship Id="rId442" Type="http://schemas.openxmlformats.org/officeDocument/2006/relationships/customXml" Target="../ink/ink225.xml"/><Relationship Id="rId484" Type="http://schemas.openxmlformats.org/officeDocument/2006/relationships/customXml" Target="../ink/ink246.xml"/><Relationship Id="rId137" Type="http://schemas.openxmlformats.org/officeDocument/2006/relationships/image" Target="../media/image75.png"/><Relationship Id="rId302" Type="http://schemas.openxmlformats.org/officeDocument/2006/relationships/customXml" Target="../ink/ink155.xml"/><Relationship Id="rId344" Type="http://schemas.openxmlformats.org/officeDocument/2006/relationships/customXml" Target="../ink/ink176.xml"/><Relationship Id="rId41" Type="http://schemas.openxmlformats.org/officeDocument/2006/relationships/image" Target="../media/image28.png"/><Relationship Id="rId83" Type="http://schemas.openxmlformats.org/officeDocument/2006/relationships/image" Target="../media/image49.png"/><Relationship Id="rId179" Type="http://schemas.openxmlformats.org/officeDocument/2006/relationships/image" Target="../media/image95.png"/><Relationship Id="rId386" Type="http://schemas.openxmlformats.org/officeDocument/2006/relationships/customXml" Target="../ink/ink197.xml"/><Relationship Id="rId551" Type="http://schemas.openxmlformats.org/officeDocument/2006/relationships/customXml" Target="../ink/ink280.xml"/><Relationship Id="rId593" Type="http://schemas.openxmlformats.org/officeDocument/2006/relationships/customXml" Target="../ink/ink301.xml"/><Relationship Id="rId607" Type="http://schemas.openxmlformats.org/officeDocument/2006/relationships/customXml" Target="../ink/ink308.xml"/><Relationship Id="rId190" Type="http://schemas.openxmlformats.org/officeDocument/2006/relationships/customXml" Target="../ink/ink99.xml"/><Relationship Id="rId204" Type="http://schemas.openxmlformats.org/officeDocument/2006/relationships/customXml" Target="../ink/ink106.xml"/><Relationship Id="rId246" Type="http://schemas.openxmlformats.org/officeDocument/2006/relationships/customXml" Target="../ink/ink127.xml"/><Relationship Id="rId288" Type="http://schemas.openxmlformats.org/officeDocument/2006/relationships/customXml" Target="../ink/ink148.xml"/><Relationship Id="rId411" Type="http://schemas.openxmlformats.org/officeDocument/2006/relationships/image" Target="../media/image211.png"/><Relationship Id="rId453" Type="http://schemas.openxmlformats.org/officeDocument/2006/relationships/image" Target="../media/image232.png"/><Relationship Id="rId509" Type="http://schemas.openxmlformats.org/officeDocument/2006/relationships/image" Target="../media/image260.png"/><Relationship Id="rId106" Type="http://schemas.openxmlformats.org/officeDocument/2006/relationships/customXml" Target="../ink/ink55.xml"/><Relationship Id="rId313" Type="http://schemas.openxmlformats.org/officeDocument/2006/relationships/image" Target="../media/image162.png"/><Relationship Id="rId495" Type="http://schemas.openxmlformats.org/officeDocument/2006/relationships/image" Target="../media/image253.png"/><Relationship Id="rId10" Type="http://schemas.openxmlformats.org/officeDocument/2006/relationships/customXml" Target="../ink/ink7.xml"/><Relationship Id="rId52" Type="http://schemas.openxmlformats.org/officeDocument/2006/relationships/customXml" Target="../ink/ink28.xml"/><Relationship Id="rId94" Type="http://schemas.openxmlformats.org/officeDocument/2006/relationships/customXml" Target="../ink/ink49.xml"/><Relationship Id="rId148" Type="http://schemas.openxmlformats.org/officeDocument/2006/relationships/customXml" Target="../ink/ink77.xml"/><Relationship Id="rId355" Type="http://schemas.openxmlformats.org/officeDocument/2006/relationships/image" Target="../media/image183.png"/><Relationship Id="rId397" Type="http://schemas.openxmlformats.org/officeDocument/2006/relationships/image" Target="../media/image204.png"/><Relationship Id="rId520" Type="http://schemas.openxmlformats.org/officeDocument/2006/relationships/customXml" Target="../ink/ink264.xml"/><Relationship Id="rId562" Type="http://schemas.openxmlformats.org/officeDocument/2006/relationships/image" Target="../media/image286.png"/><Relationship Id="rId618" Type="http://schemas.openxmlformats.org/officeDocument/2006/relationships/customXml" Target="../ink/ink314.xml"/><Relationship Id="rId215" Type="http://schemas.openxmlformats.org/officeDocument/2006/relationships/image" Target="../media/image113.png"/><Relationship Id="rId257" Type="http://schemas.openxmlformats.org/officeDocument/2006/relationships/image" Target="../media/image134.png"/><Relationship Id="rId422" Type="http://schemas.openxmlformats.org/officeDocument/2006/relationships/customXml" Target="../ink/ink215.xml"/><Relationship Id="rId464" Type="http://schemas.openxmlformats.org/officeDocument/2006/relationships/customXml" Target="../ink/ink236.xml"/><Relationship Id="rId299" Type="http://schemas.openxmlformats.org/officeDocument/2006/relationships/image" Target="../media/image155.png"/><Relationship Id="rId63" Type="http://schemas.openxmlformats.org/officeDocument/2006/relationships/image" Target="../media/image39.png"/><Relationship Id="rId159" Type="http://schemas.openxmlformats.org/officeDocument/2006/relationships/customXml" Target="../ink/ink83.xml"/><Relationship Id="rId366" Type="http://schemas.openxmlformats.org/officeDocument/2006/relationships/customXml" Target="../ink/ink187.xml"/><Relationship Id="rId573" Type="http://schemas.openxmlformats.org/officeDocument/2006/relationships/customXml" Target="../ink/ink291.xml"/><Relationship Id="rId226" Type="http://schemas.openxmlformats.org/officeDocument/2006/relationships/customXml" Target="../ink/ink117.xml"/><Relationship Id="rId433" Type="http://schemas.openxmlformats.org/officeDocument/2006/relationships/image" Target="../media/image222.png"/><Relationship Id="rId74" Type="http://schemas.openxmlformats.org/officeDocument/2006/relationships/customXml" Target="../ink/ink39.xml"/><Relationship Id="rId377" Type="http://schemas.openxmlformats.org/officeDocument/2006/relationships/image" Target="../media/image194.png"/><Relationship Id="rId500" Type="http://schemas.openxmlformats.org/officeDocument/2006/relationships/customXml" Target="../ink/ink254.xml"/><Relationship Id="rId584" Type="http://schemas.openxmlformats.org/officeDocument/2006/relationships/image" Target="../media/image297.png"/><Relationship Id="rId5" Type="http://schemas.openxmlformats.org/officeDocument/2006/relationships/image" Target="../media/image10.png"/><Relationship Id="rId237" Type="http://schemas.openxmlformats.org/officeDocument/2006/relationships/image" Target="../media/image124.png"/><Relationship Id="rId444" Type="http://schemas.openxmlformats.org/officeDocument/2006/relationships/customXml" Target="../ink/ink226.xml"/><Relationship Id="rId290" Type="http://schemas.openxmlformats.org/officeDocument/2006/relationships/customXml" Target="../ink/ink149.xml"/><Relationship Id="rId304" Type="http://schemas.openxmlformats.org/officeDocument/2006/relationships/customXml" Target="../ink/ink156.xml"/><Relationship Id="rId388" Type="http://schemas.openxmlformats.org/officeDocument/2006/relationships/customXml" Target="../ink/ink198.xml"/><Relationship Id="rId511" Type="http://schemas.openxmlformats.org/officeDocument/2006/relationships/image" Target="../media/image261.png"/><Relationship Id="rId609" Type="http://schemas.openxmlformats.org/officeDocument/2006/relationships/image" Target="../media/image309.png"/><Relationship Id="rId85" Type="http://schemas.openxmlformats.org/officeDocument/2006/relationships/image" Target="../media/image50.png"/><Relationship Id="rId150" Type="http://schemas.openxmlformats.org/officeDocument/2006/relationships/customXml" Target="../ink/ink78.xml"/><Relationship Id="rId595" Type="http://schemas.openxmlformats.org/officeDocument/2006/relationships/customXml" Target="../ink/ink302.xml"/><Relationship Id="rId248" Type="http://schemas.openxmlformats.org/officeDocument/2006/relationships/customXml" Target="../ink/ink128.xml"/><Relationship Id="rId455" Type="http://schemas.openxmlformats.org/officeDocument/2006/relationships/image" Target="../media/image233.png"/><Relationship Id="rId12" Type="http://schemas.openxmlformats.org/officeDocument/2006/relationships/customXml" Target="../ink/ink8.xml"/><Relationship Id="rId108" Type="http://schemas.openxmlformats.org/officeDocument/2006/relationships/image" Target="../media/image61.png"/><Relationship Id="rId315" Type="http://schemas.openxmlformats.org/officeDocument/2006/relationships/image" Target="../media/image163.png"/><Relationship Id="rId522" Type="http://schemas.openxmlformats.org/officeDocument/2006/relationships/customXml" Target="../ink/ink265.xml"/><Relationship Id="rId96" Type="http://schemas.openxmlformats.org/officeDocument/2006/relationships/customXml" Target="../ink/ink50.xml"/><Relationship Id="rId161" Type="http://schemas.openxmlformats.org/officeDocument/2006/relationships/image" Target="../media/image86.png"/><Relationship Id="rId399" Type="http://schemas.openxmlformats.org/officeDocument/2006/relationships/image" Target="../media/image205.png"/><Relationship Id="rId259" Type="http://schemas.openxmlformats.org/officeDocument/2006/relationships/image" Target="../media/image135.png"/><Relationship Id="rId466" Type="http://schemas.openxmlformats.org/officeDocument/2006/relationships/customXml" Target="../ink/ink237.xml"/><Relationship Id="rId23" Type="http://schemas.openxmlformats.org/officeDocument/2006/relationships/image" Target="../media/image19.png"/><Relationship Id="rId119" Type="http://schemas.openxmlformats.org/officeDocument/2006/relationships/customXml" Target="../ink/ink62.xml"/><Relationship Id="rId326" Type="http://schemas.openxmlformats.org/officeDocument/2006/relationships/customXml" Target="../ink/ink167.xml"/><Relationship Id="rId533" Type="http://schemas.openxmlformats.org/officeDocument/2006/relationships/image" Target="../media/image272.png"/><Relationship Id="rId172" Type="http://schemas.openxmlformats.org/officeDocument/2006/relationships/customXml" Target="../ink/ink90.xml"/><Relationship Id="rId477" Type="http://schemas.openxmlformats.org/officeDocument/2006/relationships/image" Target="../media/image244.png"/><Relationship Id="rId600" Type="http://schemas.openxmlformats.org/officeDocument/2006/relationships/image" Target="../media/image305.png"/><Relationship Id="rId337" Type="http://schemas.openxmlformats.org/officeDocument/2006/relationships/image" Target="../media/image174.png"/><Relationship Id="rId34" Type="http://schemas.openxmlformats.org/officeDocument/2006/relationships/customXml" Target="../ink/ink19.xml"/><Relationship Id="rId544" Type="http://schemas.openxmlformats.org/officeDocument/2006/relationships/customXml" Target="../ink/ink276.xml"/><Relationship Id="rId183" Type="http://schemas.openxmlformats.org/officeDocument/2006/relationships/image" Target="../media/image97.png"/><Relationship Id="rId390" Type="http://schemas.openxmlformats.org/officeDocument/2006/relationships/customXml" Target="../ink/ink199.xml"/><Relationship Id="rId404" Type="http://schemas.openxmlformats.org/officeDocument/2006/relationships/customXml" Target="../ink/ink206.xml"/><Relationship Id="rId611" Type="http://schemas.openxmlformats.org/officeDocument/2006/relationships/image" Target="../media/image310.png"/><Relationship Id="rId250" Type="http://schemas.openxmlformats.org/officeDocument/2006/relationships/customXml" Target="../ink/ink129.xml"/><Relationship Id="rId488" Type="http://schemas.openxmlformats.org/officeDocument/2006/relationships/customXml" Target="../ink/ink248.xml"/><Relationship Id="rId45" Type="http://schemas.openxmlformats.org/officeDocument/2006/relationships/image" Target="../media/image30.png"/><Relationship Id="rId110" Type="http://schemas.openxmlformats.org/officeDocument/2006/relationships/image" Target="../media/image62.png"/><Relationship Id="rId348" Type="http://schemas.openxmlformats.org/officeDocument/2006/relationships/customXml" Target="../ink/ink178.xml"/><Relationship Id="rId555" Type="http://schemas.openxmlformats.org/officeDocument/2006/relationships/customXml" Target="../ink/ink282.xml"/><Relationship Id="rId194" Type="http://schemas.openxmlformats.org/officeDocument/2006/relationships/customXml" Target="../ink/ink101.xml"/><Relationship Id="rId208" Type="http://schemas.openxmlformats.org/officeDocument/2006/relationships/customXml" Target="../ink/ink108.xml"/><Relationship Id="rId415" Type="http://schemas.openxmlformats.org/officeDocument/2006/relationships/image" Target="../media/image213.png"/><Relationship Id="rId622" Type="http://schemas.openxmlformats.org/officeDocument/2006/relationships/customXml" Target="../ink/ink316.xml"/><Relationship Id="rId261" Type="http://schemas.openxmlformats.org/officeDocument/2006/relationships/image" Target="../media/image136.png"/><Relationship Id="rId499" Type="http://schemas.openxmlformats.org/officeDocument/2006/relationships/image" Target="../media/image255.png"/><Relationship Id="rId56" Type="http://schemas.openxmlformats.org/officeDocument/2006/relationships/customXml" Target="../ink/ink30.xml"/><Relationship Id="rId359" Type="http://schemas.openxmlformats.org/officeDocument/2006/relationships/image" Target="../media/image185.png"/><Relationship Id="rId566" Type="http://schemas.openxmlformats.org/officeDocument/2006/relationships/image" Target="../media/image288.png"/><Relationship Id="rId121" Type="http://schemas.openxmlformats.org/officeDocument/2006/relationships/customXml" Target="../ink/ink63.xml"/><Relationship Id="rId219" Type="http://schemas.openxmlformats.org/officeDocument/2006/relationships/image" Target="../media/image115.png"/><Relationship Id="rId426" Type="http://schemas.openxmlformats.org/officeDocument/2006/relationships/customXml" Target="../ink/ink217.xml"/><Relationship Id="rId67" Type="http://schemas.openxmlformats.org/officeDocument/2006/relationships/image" Target="../media/image41.png"/><Relationship Id="rId272" Type="http://schemas.openxmlformats.org/officeDocument/2006/relationships/customXml" Target="../ink/ink140.xml"/><Relationship Id="rId577" Type="http://schemas.openxmlformats.org/officeDocument/2006/relationships/customXml" Target="../ink/ink293.xml"/><Relationship Id="rId132" Type="http://schemas.openxmlformats.org/officeDocument/2006/relationships/customXml" Target="../ink/ink69.xml"/><Relationship Id="rId437" Type="http://schemas.openxmlformats.org/officeDocument/2006/relationships/image" Target="../media/image224.png"/><Relationship Id="rId283" Type="http://schemas.openxmlformats.org/officeDocument/2006/relationships/image" Target="../media/image147.png"/><Relationship Id="rId490" Type="http://schemas.openxmlformats.org/officeDocument/2006/relationships/customXml" Target="../ink/ink249.xml"/><Relationship Id="rId504" Type="http://schemas.openxmlformats.org/officeDocument/2006/relationships/customXml" Target="../ink/ink25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/3.0/" TargetMode="External"/><Relationship Id="rId13" Type="http://schemas.openxmlformats.org/officeDocument/2006/relationships/customXml" Target="../ink/ink322.xml"/><Relationship Id="rId3" Type="http://schemas.openxmlformats.org/officeDocument/2006/relationships/hyperlink" Target="http://commons.wikimedia.org/wiki/File:User_icon_2.svg" TargetMode="External"/><Relationship Id="rId7" Type="http://schemas.openxmlformats.org/officeDocument/2006/relationships/hyperlink" Target="https://www.flickr.com/photos/jeepersmedia/14765960308/" TargetMode="External"/><Relationship Id="rId12" Type="http://schemas.openxmlformats.org/officeDocument/2006/relationships/image" Target="../media/image2000.pn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3.jpeg"/><Relationship Id="rId11" Type="http://schemas.openxmlformats.org/officeDocument/2006/relationships/customXml" Target="../ink/ink321.xml"/><Relationship Id="rId5" Type="http://schemas.openxmlformats.org/officeDocument/2006/relationships/hyperlink" Target="https://pixabay.com/illustrations/icon-business-user-business-icons-1740415/" TargetMode="External"/><Relationship Id="rId10" Type="http://schemas.openxmlformats.org/officeDocument/2006/relationships/hyperlink" Target="https://openclipart.org/detail/22037/notes-by-agone" TargetMode="External"/><Relationship Id="rId4" Type="http://schemas.openxmlformats.org/officeDocument/2006/relationships/image" Target="../media/image322.png"/><Relationship Id="rId9" Type="http://schemas.openxmlformats.org/officeDocument/2006/relationships/image" Target="../media/image324.png"/><Relationship Id="rId14" Type="http://schemas.openxmlformats.org/officeDocument/2006/relationships/image" Target="../media/image13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/3.0/" TargetMode="External"/><Relationship Id="rId3" Type="http://schemas.openxmlformats.org/officeDocument/2006/relationships/hyperlink" Target="http://commons.wikimedia.org/wiki/File:User_icon_2.svg" TargetMode="External"/><Relationship Id="rId7" Type="http://schemas.openxmlformats.org/officeDocument/2006/relationships/hyperlink" Target="https://www.flickr.com/photos/jeepersmedia/14765960308/" TargetMode="External"/><Relationship Id="rId12" Type="http://schemas.openxmlformats.org/officeDocument/2006/relationships/image" Target="../media/image20000.pn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3.jpeg"/><Relationship Id="rId11" Type="http://schemas.openxmlformats.org/officeDocument/2006/relationships/customXml" Target="../ink/ink323.xml"/><Relationship Id="rId5" Type="http://schemas.openxmlformats.org/officeDocument/2006/relationships/hyperlink" Target="https://pixabay.com/illustrations/icon-business-user-business-icons-1740415/" TargetMode="External"/><Relationship Id="rId10" Type="http://schemas.openxmlformats.org/officeDocument/2006/relationships/hyperlink" Target="https://openclipart.org/detail/22037/notes-by-agone" TargetMode="External"/><Relationship Id="rId4" Type="http://schemas.openxmlformats.org/officeDocument/2006/relationships/image" Target="../media/image322.png"/><Relationship Id="rId9" Type="http://schemas.openxmlformats.org/officeDocument/2006/relationships/image" Target="../media/image3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5.jpeg"/><Relationship Id="rId2" Type="http://schemas.openxmlformats.org/officeDocument/2006/relationships/hyperlink" Target="https://github.com/soyuztechnologies/BTP_Architect_Training/blob/master/Day%203/04approuter.zi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6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27.png"/><Relationship Id="rId4" Type="http://schemas.openxmlformats.org/officeDocument/2006/relationships/hyperlink" Target="http://www.dribbble.com/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jpeg"/><Relationship Id="rId3" Type="http://schemas.openxmlformats.org/officeDocument/2006/relationships/image" Target="../media/image328.jpeg"/><Relationship Id="rId7" Type="http://schemas.openxmlformats.org/officeDocument/2006/relationships/image" Target="../media/image33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1.tiff"/><Relationship Id="rId5" Type="http://schemas.openxmlformats.org/officeDocument/2006/relationships/image" Target="../media/image330.tiff"/><Relationship Id="rId4" Type="http://schemas.openxmlformats.org/officeDocument/2006/relationships/image" Target="../media/image329.tiff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13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3453886" y="134076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3453886" y="309649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3453886" y="485221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4118572" y="1593781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Authentication v/s Authorization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4118572" y="3349500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XSUAA</a:t>
              </a: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4118572" y="5105223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243563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algn="l" rtl="0" eaLnBrk="1" latinLnBrk="0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kern="120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Adding Security</a:t>
              </a:r>
              <a:endParaRPr lang="en-US" sz="1400" dirty="0">
                <a:effectLst/>
              </a:endParaRP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13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 behind scenes</a:t>
            </a:r>
            <a:endParaRPr lang="en-IN" dirty="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814846B4-B965-238F-DDE0-4674D196BA3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512" t="9401" r="10243" b="17538"/>
          <a:stretch/>
        </p:blipFill>
        <p:spPr>
          <a:xfrm>
            <a:off x="306857" y="773693"/>
            <a:ext cx="982807" cy="99111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B771F5C-5323-B558-B82A-B5BD808B9CD2}"/>
              </a:ext>
            </a:extLst>
          </p:cNvPr>
          <p:cNvSpPr/>
          <p:nvPr/>
        </p:nvSpPr>
        <p:spPr>
          <a:xfrm>
            <a:off x="4536797" y="1917179"/>
            <a:ext cx="2015699" cy="8638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App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337487-243A-994B-4FAA-77EE83073B1D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415112" y="2349114"/>
            <a:ext cx="312168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1E2EEC2-0FD1-4EF2-2CEF-862F70DDF4F5}"/>
              </a:ext>
            </a:extLst>
          </p:cNvPr>
          <p:cNvSpPr/>
          <p:nvPr/>
        </p:nvSpPr>
        <p:spPr>
          <a:xfrm>
            <a:off x="6382444" y="2699961"/>
            <a:ext cx="1511774" cy="4319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ourxsuaa</a:t>
            </a:r>
            <a:endParaRPr kumimoji="0" lang="en-US" sz="239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496F2E-B052-6CF3-F4F6-A3F880430DE7}"/>
              </a:ext>
            </a:extLst>
          </p:cNvPr>
          <p:cNvSpPr/>
          <p:nvPr/>
        </p:nvSpPr>
        <p:spPr>
          <a:xfrm>
            <a:off x="4766365" y="1648114"/>
            <a:ext cx="1511774" cy="4319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code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E86AEA-54EF-33A3-5854-9BC5C342905A}"/>
              </a:ext>
            </a:extLst>
          </p:cNvPr>
          <p:cNvCxnSpPr>
            <a:cxnSpLocks/>
          </p:cNvCxnSpPr>
          <p:nvPr/>
        </p:nvCxnSpPr>
        <p:spPr>
          <a:xfrm flipH="1">
            <a:off x="1289663" y="2603549"/>
            <a:ext cx="324713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DD80DE9-A6FA-9AF2-B628-38DF7869A775}"/>
              </a:ext>
            </a:extLst>
          </p:cNvPr>
          <p:cNvSpPr/>
          <p:nvPr/>
        </p:nvSpPr>
        <p:spPr>
          <a:xfrm>
            <a:off x="191294" y="2061206"/>
            <a:ext cx="1151828" cy="7198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Browser</a:t>
            </a:r>
          </a:p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postman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1200EF-86F1-DED3-88FA-2AE359C65A33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67209" y="2781052"/>
            <a:ext cx="3769589" cy="14647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44D77AC-6B43-B0F9-C898-A96C51C6F15E}"/>
              </a:ext>
            </a:extLst>
          </p:cNvPr>
          <p:cNvSpPr/>
          <p:nvPr/>
        </p:nvSpPr>
        <p:spPr>
          <a:xfrm>
            <a:off x="4536797" y="4051173"/>
            <a:ext cx="2015699" cy="8638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XSUAA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0E1B0E9-F615-7826-1EFF-CC76DA4E6B5A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479252" y="2853088"/>
            <a:ext cx="4057546" cy="163002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744B89-AE01-1AFE-2D0C-7B80EAD834E7}"/>
              </a:ext>
            </a:extLst>
          </p:cNvPr>
          <p:cNvCxnSpPr/>
          <p:nvPr/>
        </p:nvCxnSpPr>
        <p:spPr>
          <a:xfrm>
            <a:off x="191294" y="2806829"/>
            <a:ext cx="0" cy="263787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A7D5A2F-2282-43D3-91D7-A4E86F116D4C}"/>
              </a:ext>
            </a:extLst>
          </p:cNvPr>
          <p:cNvSpPr/>
          <p:nvPr/>
        </p:nvSpPr>
        <p:spPr>
          <a:xfrm>
            <a:off x="119304" y="5444701"/>
            <a:ext cx="1655753" cy="7198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IdP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BA8F46-8075-2E91-8004-686B5EF95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433" y="5114448"/>
            <a:ext cx="2015699" cy="136108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6141F9-53BD-36FF-9942-866DDB5002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337" y="5075713"/>
            <a:ext cx="2428420" cy="1390183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A99372-D1C6-AE14-51F0-4C81FB668B99}"/>
              </a:ext>
            </a:extLst>
          </p:cNvPr>
          <p:cNvCxnSpPr/>
          <p:nvPr/>
        </p:nvCxnSpPr>
        <p:spPr>
          <a:xfrm flipV="1">
            <a:off x="479251" y="2806829"/>
            <a:ext cx="0" cy="263787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19FBE10-64FE-EB83-3880-2BD272348A3D}"/>
              </a:ext>
            </a:extLst>
          </p:cNvPr>
          <p:cNvSpPr txBox="1"/>
          <p:nvPr/>
        </p:nvSpPr>
        <p:spPr>
          <a:xfrm>
            <a:off x="623229" y="4652819"/>
            <a:ext cx="1799731" cy="4712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SAML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AF08C7-9B1E-5055-6265-B06EBF10AFCB}"/>
              </a:ext>
            </a:extLst>
          </p:cNvPr>
          <p:cNvCxnSpPr/>
          <p:nvPr/>
        </p:nvCxnSpPr>
        <p:spPr>
          <a:xfrm flipH="1">
            <a:off x="1775058" y="4854133"/>
            <a:ext cx="2761740" cy="590566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8CCD73E-4261-3A94-70B7-1A81CE4325B8}"/>
              </a:ext>
            </a:extLst>
          </p:cNvPr>
          <p:cNvSpPr txBox="1"/>
          <p:nvPr/>
        </p:nvSpPr>
        <p:spPr>
          <a:xfrm>
            <a:off x="2422960" y="4915045"/>
            <a:ext cx="1079839" cy="461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trust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E0A965-EFB8-7809-B73B-AB5E04FB25C2}"/>
              </a:ext>
            </a:extLst>
          </p:cNvPr>
          <p:cNvSpPr txBox="1"/>
          <p:nvPr/>
        </p:nvSpPr>
        <p:spPr>
          <a:xfrm>
            <a:off x="6614252" y="4145382"/>
            <a:ext cx="1243510" cy="461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Scope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CF7A11-09D3-9A03-994C-9B5415A0635B}"/>
              </a:ext>
            </a:extLst>
          </p:cNvPr>
          <p:cNvSpPr txBox="1"/>
          <p:nvPr/>
        </p:nvSpPr>
        <p:spPr>
          <a:xfrm>
            <a:off x="1598314" y="3429001"/>
            <a:ext cx="1112605" cy="461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JWT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874FC5-7E19-DFA2-286C-82B3AB00B89A}"/>
              </a:ext>
            </a:extLst>
          </p:cNvPr>
          <p:cNvSpPr txBox="1"/>
          <p:nvPr/>
        </p:nvSpPr>
        <p:spPr>
          <a:xfrm>
            <a:off x="2356928" y="1870833"/>
            <a:ext cx="1112605" cy="461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JWT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1D0116CF-EE39-A7C8-9798-757DF33C7C88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5400000">
            <a:off x="5881851" y="2794692"/>
            <a:ext cx="919277" cy="1593684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76D3AC8-122B-01F5-F952-46EB61FF54A8}"/>
              </a:ext>
            </a:extLst>
          </p:cNvPr>
          <p:cNvSpPr txBox="1"/>
          <p:nvPr/>
        </p:nvSpPr>
        <p:spPr>
          <a:xfrm>
            <a:off x="6342839" y="3246283"/>
            <a:ext cx="1079839" cy="461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trust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AEC2F2-77E4-4A70-FC14-BFC5C17C8189}"/>
              </a:ext>
            </a:extLst>
          </p:cNvPr>
          <p:cNvSpPr txBox="1"/>
          <p:nvPr/>
        </p:nvSpPr>
        <p:spPr>
          <a:xfrm>
            <a:off x="6614251" y="969725"/>
            <a:ext cx="5383280" cy="156873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xs-security.json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contains information which we need to register to define what are all permissions required in our app</a:t>
            </a:r>
          </a:p>
        </p:txBody>
      </p:sp>
      <p:pic>
        <p:nvPicPr>
          <p:cNvPr id="46" name="Picture 45" descr="Icon&#10;&#10;Description automatically generated">
            <a:extLst>
              <a:ext uri="{FF2B5EF4-FFF2-40B4-BE49-F238E27FC236}">
                <a16:creationId xmlns:a16="http://schemas.microsoft.com/office/drawing/2014/main" id="{C5D15A3F-1701-C50C-9063-827697F8AEE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386852" y="5607186"/>
            <a:ext cx="666351" cy="666351"/>
          </a:xfrm>
          <a:prstGeom prst="rect">
            <a:avLst/>
          </a:prstGeom>
          <a:ln>
            <a:solidFill>
              <a:schemeClr val="bg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0C3F50C-0F81-5543-8B72-884B7F88A756}"/>
                  </a:ext>
                </a:extLst>
              </p14:cNvPr>
              <p14:cNvContentPartPr/>
              <p14:nvPr/>
            </p14:nvContentPartPr>
            <p14:xfrm>
              <a:off x="7033478" y="3106223"/>
              <a:ext cx="484560" cy="133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0C3F50C-0F81-5543-8B72-884B7F88A75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024478" y="3097583"/>
                <a:ext cx="5022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8DD99D3-493D-07C2-E24F-74957CF9BE19}"/>
                  </a:ext>
                </a:extLst>
              </p14:cNvPr>
              <p14:cNvContentPartPr/>
              <p14:nvPr/>
            </p14:nvContentPartPr>
            <p14:xfrm>
              <a:off x="2911838" y="4533983"/>
              <a:ext cx="360" cy="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8DD99D3-493D-07C2-E24F-74957CF9BE1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903198" y="452534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121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D6396-E810-E0BE-8F94-FE5417513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Mta.yaml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6FE453B-519E-82A4-0499-75482329AD44}"/>
                  </a:ext>
                </a:extLst>
              </p14:cNvPr>
              <p14:cNvContentPartPr/>
              <p14:nvPr/>
            </p14:nvContentPartPr>
            <p14:xfrm>
              <a:off x="642213" y="686361"/>
              <a:ext cx="202320" cy="82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6FE453B-519E-82A4-0499-75482329AD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3573" y="677361"/>
                <a:ext cx="21996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4B89628-B5E4-A6F2-9E72-99DEC1682D2C}"/>
                  </a:ext>
                </a:extLst>
              </p14:cNvPr>
              <p14:cNvContentPartPr/>
              <p14:nvPr/>
            </p14:nvContentPartPr>
            <p14:xfrm>
              <a:off x="1035693" y="693921"/>
              <a:ext cx="133560" cy="122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4B89628-B5E4-A6F2-9E72-99DEC1682D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7053" y="685281"/>
                <a:ext cx="151200" cy="2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4BB4BF8F-4721-DD68-1CD4-ACED894E2BED}"/>
              </a:ext>
            </a:extLst>
          </p:cNvPr>
          <p:cNvGrpSpPr/>
          <p:nvPr/>
        </p:nvGrpSpPr>
        <p:grpSpPr>
          <a:xfrm>
            <a:off x="211653" y="659361"/>
            <a:ext cx="243360" cy="478800"/>
            <a:chOff x="211653" y="659361"/>
            <a:chExt cx="243360" cy="47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503D2CB-88F7-F0E8-B748-3F163A041819}"/>
                    </a:ext>
                  </a:extLst>
                </p14:cNvPr>
                <p14:cNvContentPartPr/>
                <p14:nvPr/>
              </p14:nvContentPartPr>
              <p14:xfrm>
                <a:off x="211653" y="659361"/>
                <a:ext cx="237600" cy="6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503D2CB-88F7-F0E8-B748-3F163A04181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3013" y="650721"/>
                  <a:ext cx="255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ECFE15B-0448-18EC-9287-91274CDEAC58}"/>
                    </a:ext>
                  </a:extLst>
                </p14:cNvPr>
                <p14:cNvContentPartPr/>
                <p14:nvPr/>
              </p14:nvContentPartPr>
              <p14:xfrm>
                <a:off x="370053" y="725961"/>
                <a:ext cx="12240" cy="402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ECFE15B-0448-18EC-9287-91274CDEAC5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1413" y="716961"/>
                  <a:ext cx="2988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07A1147-4866-58F3-39D1-E15023211A70}"/>
                    </a:ext>
                  </a:extLst>
                </p14:cNvPr>
                <p14:cNvContentPartPr/>
                <p14:nvPr/>
              </p14:nvContentPartPr>
              <p14:xfrm>
                <a:off x="312453" y="1082001"/>
                <a:ext cx="51480" cy="54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07A1147-4866-58F3-39D1-E15023211A7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3453" y="1073361"/>
                  <a:ext cx="69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85EE2DC-75B9-2E16-00BA-094801EB8B56}"/>
                    </a:ext>
                  </a:extLst>
                </p14:cNvPr>
                <p14:cNvContentPartPr/>
                <p14:nvPr/>
              </p14:nvContentPartPr>
              <p14:xfrm>
                <a:off x="376173" y="1084881"/>
                <a:ext cx="78840" cy="53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85EE2DC-75B9-2E16-00BA-094801EB8B5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7533" y="1076241"/>
                  <a:ext cx="9648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B48BBDF-53A9-EFC0-528A-29F10ABC36BC}"/>
              </a:ext>
            </a:extLst>
          </p:cNvPr>
          <p:cNvGrpSpPr/>
          <p:nvPr/>
        </p:nvGrpSpPr>
        <p:grpSpPr>
          <a:xfrm>
            <a:off x="155853" y="1247601"/>
            <a:ext cx="1226520" cy="307800"/>
            <a:chOff x="155853" y="1247601"/>
            <a:chExt cx="1226520" cy="30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5D921F8-7D5A-2C82-F84E-75E24F93A627}"/>
                    </a:ext>
                  </a:extLst>
                </p14:cNvPr>
                <p14:cNvContentPartPr/>
                <p14:nvPr/>
              </p14:nvContentPartPr>
              <p14:xfrm>
                <a:off x="155853" y="1313121"/>
                <a:ext cx="283320" cy="165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5D921F8-7D5A-2C82-F84E-75E24F93A62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7213" y="1304121"/>
                  <a:ext cx="300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A3D65A1-A293-612C-1DB8-6104984AEBD8}"/>
                    </a:ext>
                  </a:extLst>
                </p14:cNvPr>
                <p14:cNvContentPartPr/>
                <p14:nvPr/>
              </p14:nvContentPartPr>
              <p14:xfrm>
                <a:off x="503253" y="1302321"/>
                <a:ext cx="105480" cy="161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A3D65A1-A293-612C-1DB8-6104984AEBD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4613" y="1293321"/>
                  <a:ext cx="1231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6847B63-0194-D9DB-38B5-EFAB59509539}"/>
                    </a:ext>
                  </a:extLst>
                </p14:cNvPr>
                <p14:cNvContentPartPr/>
                <p14:nvPr/>
              </p14:nvContentPartPr>
              <p14:xfrm>
                <a:off x="682893" y="1255161"/>
                <a:ext cx="12240" cy="203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6847B63-0194-D9DB-38B5-EFAB5950953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3893" y="1246521"/>
                  <a:ext cx="298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F635EED-DEB2-989A-5CEB-222C4372F5C3}"/>
                    </a:ext>
                  </a:extLst>
                </p14:cNvPr>
                <p14:cNvContentPartPr/>
                <p14:nvPr/>
              </p14:nvContentPartPr>
              <p14:xfrm>
                <a:off x="792693" y="1260201"/>
                <a:ext cx="10800" cy="196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F635EED-DEB2-989A-5CEB-222C4372F5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3693" y="1251201"/>
                  <a:ext cx="284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4A387ED-87EB-694D-4E22-39FB893A94AD}"/>
                    </a:ext>
                  </a:extLst>
                </p14:cNvPr>
                <p14:cNvContentPartPr/>
                <p14:nvPr/>
              </p14:nvContentPartPr>
              <p14:xfrm>
                <a:off x="758133" y="1335081"/>
                <a:ext cx="177480" cy="100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4A387ED-87EB-694D-4E22-39FB893A94A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9133" y="1326081"/>
                  <a:ext cx="1951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A947FDD-0E33-BCAC-48E6-B9DD82D34054}"/>
                    </a:ext>
                  </a:extLst>
                </p14:cNvPr>
                <p14:cNvContentPartPr/>
                <p14:nvPr/>
              </p14:nvContentPartPr>
              <p14:xfrm>
                <a:off x="953613" y="1247601"/>
                <a:ext cx="1440" cy="2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A947FDD-0E33-BCAC-48E6-B9DD82D3405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44973" y="1238601"/>
                  <a:ext cx="190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2CB3FF9-3D09-0E94-D05C-CE6AEA925B97}"/>
                    </a:ext>
                  </a:extLst>
                </p14:cNvPr>
                <p14:cNvContentPartPr/>
                <p14:nvPr/>
              </p14:nvContentPartPr>
              <p14:xfrm>
                <a:off x="1000053" y="1330401"/>
                <a:ext cx="82800" cy="225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2CB3FF9-3D09-0E94-D05C-CE6AEA925B9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91413" y="1321761"/>
                  <a:ext cx="100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6C6A3AE-C7E8-9C41-391D-FFB260B65C14}"/>
                    </a:ext>
                  </a:extLst>
                </p14:cNvPr>
                <p14:cNvContentPartPr/>
                <p14:nvPr/>
              </p14:nvContentPartPr>
              <p14:xfrm>
                <a:off x="1140093" y="1303041"/>
                <a:ext cx="32760" cy="173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6C6A3AE-C7E8-9C41-391D-FFB260B65C1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31093" y="1294041"/>
                  <a:ext cx="504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4B726D0-74D6-D4AC-BE73-1FD20C586E94}"/>
                    </a:ext>
                  </a:extLst>
                </p14:cNvPr>
                <p14:cNvContentPartPr/>
                <p14:nvPr/>
              </p14:nvContentPartPr>
              <p14:xfrm>
                <a:off x="1220733" y="1367841"/>
                <a:ext cx="161640" cy="126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4B726D0-74D6-D4AC-BE73-1FD20C586E9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12093" y="1359201"/>
                  <a:ext cx="179280" cy="14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ECCC534-7435-7247-3514-CCE659103528}"/>
                  </a:ext>
                </a:extLst>
              </p14:cNvPr>
              <p14:cNvContentPartPr/>
              <p14:nvPr/>
            </p14:nvContentPartPr>
            <p14:xfrm>
              <a:off x="469413" y="1616961"/>
              <a:ext cx="136800" cy="1591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ECCC534-7435-7247-3514-CCE65910352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60773" y="1608321"/>
                <a:ext cx="154440" cy="17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0DD4EFA0-9953-A94D-AD92-984723BD5966}"/>
              </a:ext>
            </a:extLst>
          </p:cNvPr>
          <p:cNvGrpSpPr/>
          <p:nvPr/>
        </p:nvGrpSpPr>
        <p:grpSpPr>
          <a:xfrm>
            <a:off x="190773" y="1888041"/>
            <a:ext cx="157320" cy="154800"/>
            <a:chOff x="190773" y="1888041"/>
            <a:chExt cx="157320" cy="15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B4210EE-08D3-3ABB-ABEF-F8531AE6A2DB}"/>
                    </a:ext>
                  </a:extLst>
                </p14:cNvPr>
                <p14:cNvContentPartPr/>
                <p14:nvPr/>
              </p14:nvContentPartPr>
              <p14:xfrm>
                <a:off x="190773" y="1898121"/>
                <a:ext cx="12240" cy="144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B4210EE-08D3-3ABB-ABEF-F8531AE6A2D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1773" y="1889121"/>
                  <a:ext cx="298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32E0430-762B-E681-9FD8-DF044736C0DC}"/>
                    </a:ext>
                  </a:extLst>
                </p14:cNvPr>
                <p14:cNvContentPartPr/>
                <p14:nvPr/>
              </p14:nvContentPartPr>
              <p14:xfrm>
                <a:off x="219573" y="1888041"/>
                <a:ext cx="128520" cy="126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32E0430-762B-E681-9FD8-DF044736C0D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10933" y="1879401"/>
                  <a:ext cx="146160" cy="14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4BF88E8-9EEF-0C50-04E8-DE50A3BFF483}"/>
                  </a:ext>
                </a:extLst>
              </p14:cNvPr>
              <p14:cNvContentPartPr/>
              <p14:nvPr/>
            </p14:nvContentPartPr>
            <p14:xfrm>
              <a:off x="798453" y="1625961"/>
              <a:ext cx="23760" cy="1270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4BF88E8-9EEF-0C50-04E8-DE50A3BFF48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89813" y="1617321"/>
                <a:ext cx="41400" cy="14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69E9550E-B3F4-0BDD-0117-C334C3AE6D93}"/>
              </a:ext>
            </a:extLst>
          </p:cNvPr>
          <p:cNvGrpSpPr/>
          <p:nvPr/>
        </p:nvGrpSpPr>
        <p:grpSpPr>
          <a:xfrm>
            <a:off x="691893" y="1873281"/>
            <a:ext cx="165240" cy="150120"/>
            <a:chOff x="691893" y="1873281"/>
            <a:chExt cx="165240" cy="15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0E505D6-A6F5-87F8-2602-98ECFDC872A4}"/>
                    </a:ext>
                  </a:extLst>
                </p14:cNvPr>
                <p14:cNvContentPartPr/>
                <p14:nvPr/>
              </p14:nvContentPartPr>
              <p14:xfrm>
                <a:off x="691893" y="1925841"/>
                <a:ext cx="14400" cy="97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0E505D6-A6F5-87F8-2602-98ECFDC872A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2893" y="1916841"/>
                  <a:ext cx="320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BA7B236-8C44-D2D1-CD61-17243198BE64}"/>
                    </a:ext>
                  </a:extLst>
                </p14:cNvPr>
                <p14:cNvContentPartPr/>
                <p14:nvPr/>
              </p14:nvContentPartPr>
              <p14:xfrm>
                <a:off x="711333" y="1873281"/>
                <a:ext cx="145800" cy="112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BA7B236-8C44-D2D1-CD61-17243198BE6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2693" y="1864641"/>
                  <a:ext cx="16344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235BAC8-AB90-691C-CDEE-121C5A27B70E}"/>
              </a:ext>
            </a:extLst>
          </p:cNvPr>
          <p:cNvGrpSpPr/>
          <p:nvPr/>
        </p:nvGrpSpPr>
        <p:grpSpPr>
          <a:xfrm>
            <a:off x="1041453" y="1652601"/>
            <a:ext cx="208800" cy="337680"/>
            <a:chOff x="1041453" y="1652601"/>
            <a:chExt cx="20880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D101859-2E5A-A1DF-816C-38AC9A5ACF2E}"/>
                    </a:ext>
                  </a:extLst>
                </p14:cNvPr>
                <p14:cNvContentPartPr/>
                <p14:nvPr/>
              </p14:nvContentPartPr>
              <p14:xfrm>
                <a:off x="1041453" y="1652601"/>
                <a:ext cx="155880" cy="97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D101859-2E5A-A1DF-816C-38AC9A5ACF2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32813" y="1643601"/>
                  <a:ext cx="1735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E9F094E-BF0C-055D-2A80-F14510A57C4C}"/>
                    </a:ext>
                  </a:extLst>
                </p14:cNvPr>
                <p14:cNvContentPartPr/>
                <p14:nvPr/>
              </p14:nvContentPartPr>
              <p14:xfrm>
                <a:off x="1151253" y="1851681"/>
                <a:ext cx="6480" cy="138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E9F094E-BF0C-055D-2A80-F14510A57C4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42613" y="1843041"/>
                  <a:ext cx="241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81A2A19-A670-027B-5DDC-776299F0C628}"/>
                    </a:ext>
                  </a:extLst>
                </p14:cNvPr>
                <p14:cNvContentPartPr/>
                <p14:nvPr/>
              </p14:nvContentPartPr>
              <p14:xfrm>
                <a:off x="1145853" y="1822881"/>
                <a:ext cx="75600" cy="17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81A2A19-A670-027B-5DDC-776299F0C62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36853" y="1813881"/>
                  <a:ext cx="93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85EBA00-81F0-481C-7860-194A092F2FD9}"/>
                    </a:ext>
                  </a:extLst>
                </p14:cNvPr>
                <p14:cNvContentPartPr/>
                <p14:nvPr/>
              </p14:nvContentPartPr>
              <p14:xfrm>
                <a:off x="1151613" y="1904241"/>
                <a:ext cx="98640" cy="5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85EBA00-81F0-481C-7860-194A092F2FD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42613" y="1895601"/>
                  <a:ext cx="116280" cy="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88DD966-DFC1-EAED-D0B8-74383E0B38F2}"/>
                  </a:ext>
                </a:extLst>
              </p14:cNvPr>
              <p14:cNvContentPartPr/>
              <p14:nvPr/>
            </p14:nvContentPartPr>
            <p14:xfrm>
              <a:off x="154773" y="2141121"/>
              <a:ext cx="104760" cy="64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88DD966-DFC1-EAED-D0B8-74383E0B38F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45773" y="2132121"/>
                <a:ext cx="1224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3D7C6F92-FC4E-4621-4401-E49F9446239B}"/>
                  </a:ext>
                </a:extLst>
              </p14:cNvPr>
              <p14:cNvContentPartPr/>
              <p14:nvPr/>
            </p14:nvContentPartPr>
            <p14:xfrm>
              <a:off x="607653" y="2167761"/>
              <a:ext cx="225720" cy="25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3D7C6F92-FC4E-4621-4401-E49F9446239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98653" y="2159121"/>
                <a:ext cx="24336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A9F599C-0F2B-A287-53E4-6E39AAB2C04C}"/>
                  </a:ext>
                </a:extLst>
              </p14:cNvPr>
              <p14:cNvContentPartPr/>
              <p14:nvPr/>
            </p14:nvContentPartPr>
            <p14:xfrm>
              <a:off x="1186173" y="2129241"/>
              <a:ext cx="125280" cy="64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A9F599C-0F2B-A287-53E4-6E39AAB2C04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77533" y="2120601"/>
                <a:ext cx="1429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6113F87-385D-7206-3E12-F8F0AF8F6472}"/>
                  </a:ext>
                </a:extLst>
              </p14:cNvPr>
              <p14:cNvContentPartPr/>
              <p14:nvPr/>
            </p14:nvContentPartPr>
            <p14:xfrm>
              <a:off x="1782333" y="1422921"/>
              <a:ext cx="103680" cy="159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6113F87-385D-7206-3E12-F8F0AF8F647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773333" y="1414281"/>
                <a:ext cx="12132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02F2F9A-2764-E206-B5E9-700148B23D1D}"/>
                  </a:ext>
                </a:extLst>
              </p14:cNvPr>
              <p14:cNvContentPartPr/>
              <p14:nvPr/>
            </p14:nvContentPartPr>
            <p14:xfrm>
              <a:off x="1855773" y="1330761"/>
              <a:ext cx="19440" cy="2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02F2F9A-2764-E206-B5E9-700148B23D1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847133" y="1322121"/>
                <a:ext cx="3708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7B97BF3-1250-D9E7-B62D-481A92B2CF72}"/>
                  </a:ext>
                </a:extLst>
              </p14:cNvPr>
              <p14:cNvContentPartPr/>
              <p14:nvPr/>
            </p14:nvContentPartPr>
            <p14:xfrm>
              <a:off x="1978893" y="1304481"/>
              <a:ext cx="151920" cy="228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7B97BF3-1250-D9E7-B62D-481A92B2CF7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970253" y="1295841"/>
                <a:ext cx="16956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26C57B2-888E-F1E6-501F-CEA5BB3F3B8C}"/>
                  </a:ext>
                </a:extLst>
              </p14:cNvPr>
              <p14:cNvContentPartPr/>
              <p14:nvPr/>
            </p14:nvContentPartPr>
            <p14:xfrm>
              <a:off x="2406573" y="1576641"/>
              <a:ext cx="20160" cy="72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26C57B2-888E-F1E6-501F-CEA5BB3F3B8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397933" y="1568001"/>
                <a:ext cx="3780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75C520C-0CA5-BD13-0C79-43A371D9DE97}"/>
                  </a:ext>
                </a:extLst>
              </p14:cNvPr>
              <p14:cNvContentPartPr/>
              <p14:nvPr/>
            </p14:nvContentPartPr>
            <p14:xfrm>
              <a:off x="3454893" y="1253001"/>
              <a:ext cx="6120" cy="19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75C520C-0CA5-BD13-0C79-43A371D9DE9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446253" y="1244361"/>
                <a:ext cx="237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60C141E-E513-1D19-E38B-C34A69B43C36}"/>
                  </a:ext>
                </a:extLst>
              </p14:cNvPr>
              <p14:cNvContentPartPr/>
              <p14:nvPr/>
            </p14:nvContentPartPr>
            <p14:xfrm>
              <a:off x="2679093" y="1401321"/>
              <a:ext cx="154080" cy="175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60C141E-E513-1D19-E38B-C34A69B43C3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670453" y="1392681"/>
                <a:ext cx="17172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C88DCA2-1742-84EA-E653-3FE94147F3B4}"/>
                  </a:ext>
                </a:extLst>
              </p14:cNvPr>
              <p14:cNvContentPartPr/>
              <p14:nvPr/>
            </p14:nvContentPartPr>
            <p14:xfrm>
              <a:off x="2910213" y="1417881"/>
              <a:ext cx="73440" cy="156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C88DCA2-1742-84EA-E653-3FE94147F3B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901213" y="1408881"/>
                <a:ext cx="9108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229315F-81E9-9E41-54F1-AA4362D5DC1F}"/>
                  </a:ext>
                </a:extLst>
              </p14:cNvPr>
              <p14:cNvContentPartPr/>
              <p14:nvPr/>
            </p14:nvContentPartPr>
            <p14:xfrm>
              <a:off x="3057093" y="1371081"/>
              <a:ext cx="114480" cy="1612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229315F-81E9-9E41-54F1-AA4362D5DC1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048453" y="1362081"/>
                <a:ext cx="1321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716878D-FE7A-5921-4A86-1F9AD3E3D6FC}"/>
                  </a:ext>
                </a:extLst>
              </p14:cNvPr>
              <p14:cNvContentPartPr/>
              <p14:nvPr/>
            </p14:nvContentPartPr>
            <p14:xfrm>
              <a:off x="3235653" y="1381881"/>
              <a:ext cx="114840" cy="176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716878D-FE7A-5921-4A86-1F9AD3E3D6F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227013" y="1373241"/>
                <a:ext cx="13248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900DDEF-3A99-F896-32C1-AC573CAB2C86}"/>
                  </a:ext>
                </a:extLst>
              </p14:cNvPr>
              <p14:cNvContentPartPr/>
              <p14:nvPr/>
            </p14:nvContentPartPr>
            <p14:xfrm>
              <a:off x="3419973" y="1417881"/>
              <a:ext cx="40320" cy="1044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900DDEF-3A99-F896-32C1-AC573CAB2C8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411333" y="1408881"/>
                <a:ext cx="5796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5110140-8712-2A7A-5866-92257D09F1EF}"/>
                  </a:ext>
                </a:extLst>
              </p14:cNvPr>
              <p14:cNvContentPartPr/>
              <p14:nvPr/>
            </p14:nvContentPartPr>
            <p14:xfrm>
              <a:off x="3536613" y="1397001"/>
              <a:ext cx="304920" cy="154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5110140-8712-2A7A-5866-92257D09F1E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527613" y="1388361"/>
                <a:ext cx="32256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2B09887-C9FD-A9DC-733C-1D07FDB5CBFF}"/>
                  </a:ext>
                </a:extLst>
              </p14:cNvPr>
              <p14:cNvContentPartPr/>
              <p14:nvPr/>
            </p14:nvContentPartPr>
            <p14:xfrm>
              <a:off x="3981933" y="1550721"/>
              <a:ext cx="17280" cy="518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2B09887-C9FD-A9DC-733C-1D07FDB5CBF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972933" y="1542081"/>
                <a:ext cx="3492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082189D-A79E-AE77-7639-A18B053C8C9F}"/>
                  </a:ext>
                </a:extLst>
              </p14:cNvPr>
              <p14:cNvContentPartPr/>
              <p14:nvPr/>
            </p14:nvContentPartPr>
            <p14:xfrm>
              <a:off x="4211253" y="1279281"/>
              <a:ext cx="220320" cy="2602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082189D-A79E-AE77-7639-A18B053C8C9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202613" y="1270641"/>
                <a:ext cx="23796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D41142B-9CF4-5AA3-0F05-91ADAFC5225E}"/>
                  </a:ext>
                </a:extLst>
              </p14:cNvPr>
              <p14:cNvContentPartPr/>
              <p14:nvPr/>
            </p14:nvContentPartPr>
            <p14:xfrm>
              <a:off x="4500333" y="1408161"/>
              <a:ext cx="152640" cy="143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D41142B-9CF4-5AA3-0F05-91ADAFC5225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491333" y="1399521"/>
                <a:ext cx="1702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07D51E6-1F3D-64CD-EB54-C862615358C3}"/>
                  </a:ext>
                </a:extLst>
              </p14:cNvPr>
              <p14:cNvContentPartPr/>
              <p14:nvPr/>
            </p14:nvContentPartPr>
            <p14:xfrm>
              <a:off x="4719933" y="1416801"/>
              <a:ext cx="98280" cy="1360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07D51E6-1F3D-64CD-EB54-C862615358C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710933" y="1407801"/>
                <a:ext cx="11592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67BB6E6-F9C4-6829-7890-696CE08449F4}"/>
                  </a:ext>
                </a:extLst>
              </p14:cNvPr>
              <p14:cNvContentPartPr/>
              <p14:nvPr/>
            </p14:nvContentPartPr>
            <p14:xfrm>
              <a:off x="4907493" y="1466121"/>
              <a:ext cx="28440" cy="133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67BB6E6-F9C4-6829-7890-696CE08449F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898493" y="1457481"/>
                <a:ext cx="460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2C59928-1C07-98E2-7769-370D5364EA02}"/>
                  </a:ext>
                </a:extLst>
              </p14:cNvPr>
              <p14:cNvContentPartPr/>
              <p14:nvPr/>
            </p14:nvContentPartPr>
            <p14:xfrm>
              <a:off x="1788093" y="2134641"/>
              <a:ext cx="294840" cy="1738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2C59928-1C07-98E2-7769-370D5364EA0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779453" y="2126001"/>
                <a:ext cx="31248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A647775-0479-3F7C-5202-BB6B89DB6B68}"/>
                  </a:ext>
                </a:extLst>
              </p14:cNvPr>
              <p14:cNvContentPartPr/>
              <p14:nvPr/>
            </p14:nvContentPartPr>
            <p14:xfrm>
              <a:off x="2174733" y="2151201"/>
              <a:ext cx="99000" cy="1094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A647775-0479-3F7C-5202-BB6B89DB6B6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165733" y="2142201"/>
                <a:ext cx="11664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AB82C52-452E-B388-0F11-2AFDC87ABC69}"/>
                  </a:ext>
                </a:extLst>
              </p14:cNvPr>
              <p14:cNvContentPartPr/>
              <p14:nvPr/>
            </p14:nvContentPartPr>
            <p14:xfrm>
              <a:off x="2348973" y="2065161"/>
              <a:ext cx="135720" cy="198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AB82C52-452E-B388-0F11-2AFDC87ABC6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340333" y="2056521"/>
                <a:ext cx="1533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1F7D20C-0A13-FF4A-BDB6-4E57EA40AD72}"/>
                  </a:ext>
                </a:extLst>
              </p14:cNvPr>
              <p14:cNvContentPartPr/>
              <p14:nvPr/>
            </p14:nvContentPartPr>
            <p14:xfrm>
              <a:off x="2552013" y="2151561"/>
              <a:ext cx="117360" cy="112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1F7D20C-0A13-FF4A-BDB6-4E57EA40AD7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543373" y="2142921"/>
                <a:ext cx="13500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8DD7E0F-1AC2-9FF2-3A0F-F510A3DD58EA}"/>
                  </a:ext>
                </a:extLst>
              </p14:cNvPr>
              <p14:cNvContentPartPr/>
              <p14:nvPr/>
            </p14:nvContentPartPr>
            <p14:xfrm>
              <a:off x="2730933" y="2110521"/>
              <a:ext cx="18720" cy="140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8DD7E0F-1AC2-9FF2-3A0F-F510A3DD58E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722293" y="2101521"/>
                <a:ext cx="363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A5BAA56-D254-ECF6-18C0-51CFEC00355C}"/>
                  </a:ext>
                </a:extLst>
              </p14:cNvPr>
              <p14:cNvContentPartPr/>
              <p14:nvPr/>
            </p14:nvContentPartPr>
            <p14:xfrm>
              <a:off x="2850813" y="2165241"/>
              <a:ext cx="78120" cy="1166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A5BAA56-D254-ECF6-18C0-51CFEC00355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842173" y="2156601"/>
                <a:ext cx="957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05251CA-C290-4E98-EACF-421E09EDDB56}"/>
                  </a:ext>
                </a:extLst>
              </p14:cNvPr>
              <p14:cNvContentPartPr/>
              <p14:nvPr/>
            </p14:nvContentPartPr>
            <p14:xfrm>
              <a:off x="2991573" y="2135361"/>
              <a:ext cx="121680" cy="145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05251CA-C290-4E98-EACF-421E09EDDB5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982933" y="2126721"/>
                <a:ext cx="1393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CE70318-82E1-7FD2-F3B3-6D246B5593E3}"/>
                  </a:ext>
                </a:extLst>
              </p14:cNvPr>
              <p14:cNvContentPartPr/>
              <p14:nvPr/>
            </p14:nvContentPartPr>
            <p14:xfrm>
              <a:off x="3215133" y="2144361"/>
              <a:ext cx="2880" cy="28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CE70318-82E1-7FD2-F3B3-6D246B5593E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206133" y="2135721"/>
                <a:ext cx="205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258EF2B-F232-D819-40A1-9CF97B182326}"/>
                  </a:ext>
                </a:extLst>
              </p14:cNvPr>
              <p14:cNvContentPartPr/>
              <p14:nvPr/>
            </p14:nvContentPartPr>
            <p14:xfrm>
              <a:off x="3229173" y="2285841"/>
              <a:ext cx="3960" cy="28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258EF2B-F232-D819-40A1-9CF97B18232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220173" y="2276841"/>
                <a:ext cx="2160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F98287D3-51A4-CCF9-835D-BBD067E073F2}"/>
                  </a:ext>
                </a:extLst>
              </p14:cNvPr>
              <p14:cNvContentPartPr/>
              <p14:nvPr/>
            </p14:nvContentPartPr>
            <p14:xfrm>
              <a:off x="1829493" y="4708281"/>
              <a:ext cx="163440" cy="21456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F98287D3-51A4-CCF9-835D-BBD067E073F2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820493" y="4699641"/>
                <a:ext cx="18108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D27D8D74-63AD-F6C9-59E7-9C038ACFCCC9}"/>
                  </a:ext>
                </a:extLst>
              </p14:cNvPr>
              <p14:cNvContentPartPr/>
              <p14:nvPr/>
            </p14:nvContentPartPr>
            <p14:xfrm>
              <a:off x="2036853" y="4734921"/>
              <a:ext cx="97920" cy="17352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D27D8D74-63AD-F6C9-59E7-9C038ACFCCC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028213" y="4726281"/>
                <a:ext cx="1155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48AB9E25-68D9-01FA-1023-50B46942F372}"/>
                  </a:ext>
                </a:extLst>
              </p14:cNvPr>
              <p14:cNvContentPartPr/>
              <p14:nvPr/>
            </p14:nvContentPartPr>
            <p14:xfrm>
              <a:off x="2208933" y="4750041"/>
              <a:ext cx="97560" cy="16992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48AB9E25-68D9-01FA-1023-50B46942F37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2199933" y="4741401"/>
                <a:ext cx="1152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5506C1B4-A617-C381-1364-625D134A4A12}"/>
                  </a:ext>
                </a:extLst>
              </p14:cNvPr>
              <p14:cNvContentPartPr/>
              <p14:nvPr/>
            </p14:nvContentPartPr>
            <p14:xfrm>
              <a:off x="2371653" y="4734561"/>
              <a:ext cx="346680" cy="15660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5506C1B4-A617-C381-1364-625D134A4A12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362653" y="4725561"/>
                <a:ext cx="36432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74130247-4C08-9BB1-8615-604389F3275E}"/>
                  </a:ext>
                </a:extLst>
              </p14:cNvPr>
              <p14:cNvContentPartPr/>
              <p14:nvPr/>
            </p14:nvContentPartPr>
            <p14:xfrm>
              <a:off x="2774853" y="4722681"/>
              <a:ext cx="133920" cy="17244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74130247-4C08-9BB1-8615-604389F3275E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2765853" y="4713681"/>
                <a:ext cx="15156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3F01E663-226C-E715-5617-221AE613B882}"/>
                  </a:ext>
                </a:extLst>
              </p14:cNvPr>
              <p14:cNvContentPartPr/>
              <p14:nvPr/>
            </p14:nvContentPartPr>
            <p14:xfrm>
              <a:off x="2911293" y="4730601"/>
              <a:ext cx="62280" cy="14904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3F01E663-226C-E715-5617-221AE613B882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2902293" y="4721961"/>
                <a:ext cx="7992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4CD9A580-29F3-EBD2-11FC-EF4D3788BCF8}"/>
                  </a:ext>
                </a:extLst>
              </p14:cNvPr>
              <p14:cNvContentPartPr/>
              <p14:nvPr/>
            </p14:nvContentPartPr>
            <p14:xfrm>
              <a:off x="3037653" y="4724121"/>
              <a:ext cx="89640" cy="15300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4CD9A580-29F3-EBD2-11FC-EF4D3788BCF8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3029013" y="4715481"/>
                <a:ext cx="10728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3E6D7301-25D3-90E1-764D-46F1F23C36A8}"/>
                  </a:ext>
                </a:extLst>
              </p14:cNvPr>
              <p14:cNvContentPartPr/>
              <p14:nvPr/>
            </p14:nvContentPartPr>
            <p14:xfrm>
              <a:off x="3186693" y="4728081"/>
              <a:ext cx="104400" cy="16200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3E6D7301-25D3-90E1-764D-46F1F23C36A8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3177693" y="4719441"/>
                <a:ext cx="12204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61C98F76-7468-EB45-5998-582955C02A76}"/>
                  </a:ext>
                </a:extLst>
              </p14:cNvPr>
              <p14:cNvContentPartPr/>
              <p14:nvPr/>
            </p14:nvContentPartPr>
            <p14:xfrm>
              <a:off x="3405573" y="4740681"/>
              <a:ext cx="9360" cy="1080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61C98F76-7468-EB45-5998-582955C02A76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396573" y="4732041"/>
                <a:ext cx="270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4B75AA67-4D87-87D8-464F-6CB8772865BF}"/>
                  </a:ext>
                </a:extLst>
              </p14:cNvPr>
              <p14:cNvContentPartPr/>
              <p14:nvPr/>
            </p14:nvContentPartPr>
            <p14:xfrm>
              <a:off x="3437613" y="4872801"/>
              <a:ext cx="1440" cy="252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4B75AA67-4D87-87D8-464F-6CB8772865B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428613" y="4863801"/>
                <a:ext cx="1908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9C84012E-7601-B24F-7B85-85BA38FE83FE}"/>
                  </a:ext>
                </a:extLst>
              </p14:cNvPr>
              <p14:cNvContentPartPr/>
              <p14:nvPr/>
            </p14:nvContentPartPr>
            <p14:xfrm>
              <a:off x="2628333" y="5306241"/>
              <a:ext cx="126360" cy="1224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9C84012E-7601-B24F-7B85-85BA38FE83FE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619333" y="5297601"/>
                <a:ext cx="14400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4F39CE98-75F4-F3CD-B39D-1454CC5ABD69}"/>
                  </a:ext>
                </a:extLst>
              </p14:cNvPr>
              <p14:cNvContentPartPr/>
              <p14:nvPr/>
            </p14:nvContentPartPr>
            <p14:xfrm>
              <a:off x="2961693" y="5175201"/>
              <a:ext cx="163080" cy="18684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4F39CE98-75F4-F3CD-B39D-1454CC5ABD6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953053" y="5166201"/>
                <a:ext cx="18072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8A20A54E-59A6-23E0-5138-FB31B82F16E6}"/>
                  </a:ext>
                </a:extLst>
              </p14:cNvPr>
              <p14:cNvContentPartPr/>
              <p14:nvPr/>
            </p14:nvContentPartPr>
            <p14:xfrm>
              <a:off x="3200733" y="5191401"/>
              <a:ext cx="186480" cy="16812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8A20A54E-59A6-23E0-5138-FB31B82F16E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192093" y="5182761"/>
                <a:ext cx="20412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608695D5-99D7-4454-F9F0-065F1F18288F}"/>
                  </a:ext>
                </a:extLst>
              </p14:cNvPr>
              <p14:cNvContentPartPr/>
              <p14:nvPr/>
            </p14:nvContentPartPr>
            <p14:xfrm>
              <a:off x="3449133" y="5273481"/>
              <a:ext cx="14040" cy="6660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608695D5-99D7-4454-F9F0-065F1F18288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440133" y="5264841"/>
                <a:ext cx="3168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36C97590-E428-937F-A586-95C0CEF89035}"/>
                  </a:ext>
                </a:extLst>
              </p14:cNvPr>
              <p14:cNvContentPartPr/>
              <p14:nvPr/>
            </p14:nvContentPartPr>
            <p14:xfrm>
              <a:off x="3425373" y="5170161"/>
              <a:ext cx="12600" cy="2124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36C97590-E428-937F-A586-95C0CEF89035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416733" y="5161521"/>
                <a:ext cx="302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2A4E5CDE-89C9-9A4A-303F-7ABD9CB7B60D}"/>
                  </a:ext>
                </a:extLst>
              </p14:cNvPr>
              <p14:cNvContentPartPr/>
              <p14:nvPr/>
            </p14:nvContentPartPr>
            <p14:xfrm>
              <a:off x="3153573" y="4088721"/>
              <a:ext cx="172080" cy="20844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2A4E5CDE-89C9-9A4A-303F-7ABD9CB7B60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144933" y="4079721"/>
                <a:ext cx="1897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281E6584-0372-EE15-2468-585C6FF01A1C}"/>
                  </a:ext>
                </a:extLst>
              </p14:cNvPr>
              <p14:cNvContentPartPr/>
              <p14:nvPr/>
            </p14:nvContentPartPr>
            <p14:xfrm>
              <a:off x="3396213" y="4091601"/>
              <a:ext cx="100800" cy="17208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281E6584-0372-EE15-2468-585C6FF01A1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387573" y="4082601"/>
                <a:ext cx="1184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1FE0C02C-4A78-B67B-1ABA-2BE1FD843D03}"/>
                  </a:ext>
                </a:extLst>
              </p14:cNvPr>
              <p14:cNvContentPartPr/>
              <p14:nvPr/>
            </p14:nvContentPartPr>
            <p14:xfrm>
              <a:off x="3541653" y="4126161"/>
              <a:ext cx="146160" cy="15660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1FE0C02C-4A78-B67B-1ABA-2BE1FD843D0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533013" y="4117521"/>
                <a:ext cx="16380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08A516B7-F07F-88A0-8D04-68030AFEB47F}"/>
                  </a:ext>
                </a:extLst>
              </p14:cNvPr>
              <p14:cNvContentPartPr/>
              <p14:nvPr/>
            </p14:nvContentPartPr>
            <p14:xfrm>
              <a:off x="3154653" y="4368441"/>
              <a:ext cx="184320" cy="13356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08A516B7-F07F-88A0-8D04-68030AFEB47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145653" y="4359801"/>
                <a:ext cx="20196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184FCF18-E3EB-3C48-FA2C-71BDA0CF1C67}"/>
                  </a:ext>
                </a:extLst>
              </p14:cNvPr>
              <p14:cNvContentPartPr/>
              <p14:nvPr/>
            </p14:nvContentPartPr>
            <p14:xfrm>
              <a:off x="3373893" y="4392201"/>
              <a:ext cx="92520" cy="11700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184FCF18-E3EB-3C48-FA2C-71BDA0CF1C67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364893" y="4383201"/>
                <a:ext cx="1101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EDA43E04-71EF-7EF9-1B05-013B58C9A2F7}"/>
                  </a:ext>
                </a:extLst>
              </p14:cNvPr>
              <p14:cNvContentPartPr/>
              <p14:nvPr/>
            </p14:nvContentPartPr>
            <p14:xfrm>
              <a:off x="3529773" y="4387161"/>
              <a:ext cx="109440" cy="16812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EDA43E04-71EF-7EF9-1B05-013B58C9A2F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520773" y="4378521"/>
                <a:ext cx="1270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837DFA97-2D84-713E-0604-AC9534BF66A9}"/>
                  </a:ext>
                </a:extLst>
              </p14:cNvPr>
              <p14:cNvContentPartPr/>
              <p14:nvPr/>
            </p14:nvContentPartPr>
            <p14:xfrm>
              <a:off x="3711573" y="4389681"/>
              <a:ext cx="109440" cy="10872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837DFA97-2D84-713E-0604-AC9534BF66A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702933" y="4380681"/>
                <a:ext cx="1270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B4DCB4C5-681A-DBC4-FC9C-D3D785059833}"/>
                  </a:ext>
                </a:extLst>
              </p14:cNvPr>
              <p14:cNvContentPartPr/>
              <p14:nvPr/>
            </p14:nvContentPartPr>
            <p14:xfrm>
              <a:off x="3900573" y="4416321"/>
              <a:ext cx="25560" cy="9000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B4DCB4C5-681A-DBC4-FC9C-D3D78505983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891573" y="4407681"/>
                <a:ext cx="4320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BB66B76A-80A4-78F1-FDA8-02BC1BA76BDE}"/>
                  </a:ext>
                </a:extLst>
              </p14:cNvPr>
              <p14:cNvContentPartPr/>
              <p14:nvPr/>
            </p14:nvContentPartPr>
            <p14:xfrm>
              <a:off x="3923613" y="4325601"/>
              <a:ext cx="6120" cy="1512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BB66B76A-80A4-78F1-FDA8-02BC1BA76BDE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914613" y="4316961"/>
                <a:ext cx="237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86506254-FDE1-D023-6483-93405C02E2C3}"/>
                  </a:ext>
                </a:extLst>
              </p14:cNvPr>
              <p14:cNvContentPartPr/>
              <p14:nvPr/>
            </p14:nvContentPartPr>
            <p14:xfrm>
              <a:off x="3964293" y="4386081"/>
              <a:ext cx="121320" cy="10872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86506254-FDE1-D023-6483-93405C02E2C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955293" y="4377081"/>
                <a:ext cx="13896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3ECE19DA-7F18-FACC-49F1-D05FCE73C7C3}"/>
                  </a:ext>
                </a:extLst>
              </p14:cNvPr>
              <p14:cNvContentPartPr/>
              <p14:nvPr/>
            </p14:nvContentPartPr>
            <p14:xfrm>
              <a:off x="4118373" y="4358721"/>
              <a:ext cx="69480" cy="13140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3ECE19DA-7F18-FACC-49F1-D05FCE73C7C3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109733" y="4350081"/>
                <a:ext cx="871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66D79F25-4159-0DFC-F6F0-138B99A8A6A7}"/>
                  </a:ext>
                </a:extLst>
              </p14:cNvPr>
              <p14:cNvContentPartPr/>
              <p14:nvPr/>
            </p14:nvContentPartPr>
            <p14:xfrm>
              <a:off x="4344813" y="4363401"/>
              <a:ext cx="3960" cy="252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66D79F25-4159-0DFC-F6F0-138B99A8A6A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335813" y="4354761"/>
                <a:ext cx="2160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E0126EF2-7493-27C7-20FD-A5CB5D2E07BB}"/>
                  </a:ext>
                </a:extLst>
              </p14:cNvPr>
              <p14:cNvContentPartPr/>
              <p14:nvPr/>
            </p14:nvContentPartPr>
            <p14:xfrm>
              <a:off x="4346253" y="4479321"/>
              <a:ext cx="3600" cy="396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E0126EF2-7493-27C7-20FD-A5CB5D2E07B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337253" y="4470321"/>
                <a:ext cx="212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21856676-DC3E-8018-364F-807F54FB9A19}"/>
                  </a:ext>
                </a:extLst>
              </p14:cNvPr>
              <p14:cNvContentPartPr/>
              <p14:nvPr/>
            </p14:nvContentPartPr>
            <p14:xfrm>
              <a:off x="4467573" y="4273041"/>
              <a:ext cx="174240" cy="20988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21856676-DC3E-8018-364F-807F54FB9A1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458933" y="4264041"/>
                <a:ext cx="1918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781EDFD5-49EE-8071-C673-2A977DD681FC}"/>
                  </a:ext>
                </a:extLst>
              </p14:cNvPr>
              <p14:cNvContentPartPr/>
              <p14:nvPr/>
            </p14:nvContentPartPr>
            <p14:xfrm>
              <a:off x="4672053" y="4277721"/>
              <a:ext cx="165600" cy="20124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781EDFD5-49EE-8071-C673-2A977DD681FC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663413" y="4268721"/>
                <a:ext cx="18324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9F75E224-9BF0-C81B-B830-F09F482A7A08}"/>
                  </a:ext>
                </a:extLst>
              </p14:cNvPr>
              <p14:cNvContentPartPr/>
              <p14:nvPr/>
            </p14:nvContentPartPr>
            <p14:xfrm>
              <a:off x="4861053" y="4411281"/>
              <a:ext cx="36360" cy="5976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9F75E224-9BF0-C81B-B830-F09F482A7A08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852413" y="4402641"/>
                <a:ext cx="5400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DFD7FC6C-14DE-EECA-0F7B-DDCD66232C70}"/>
                  </a:ext>
                </a:extLst>
              </p14:cNvPr>
              <p14:cNvContentPartPr/>
              <p14:nvPr/>
            </p14:nvContentPartPr>
            <p14:xfrm>
              <a:off x="4862853" y="4331361"/>
              <a:ext cx="16200" cy="936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DFD7FC6C-14DE-EECA-0F7B-DDCD66232C7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853853" y="4322721"/>
                <a:ext cx="338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9203FC10-869E-75B7-BDDA-6D1F49EE69B3}"/>
                  </a:ext>
                </a:extLst>
              </p14:cNvPr>
              <p14:cNvContentPartPr/>
              <p14:nvPr/>
            </p14:nvContentPartPr>
            <p14:xfrm>
              <a:off x="2662173" y="5769921"/>
              <a:ext cx="164520" cy="2916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9203FC10-869E-75B7-BDDA-6D1F49EE69B3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653173" y="5761281"/>
                <a:ext cx="1821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9A103330-6926-63D8-7ED6-AA1AC7EB5E8C}"/>
                  </a:ext>
                </a:extLst>
              </p14:cNvPr>
              <p14:cNvContentPartPr/>
              <p14:nvPr/>
            </p14:nvContentPartPr>
            <p14:xfrm>
              <a:off x="3105693" y="5718801"/>
              <a:ext cx="124200" cy="11700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9A103330-6926-63D8-7ED6-AA1AC7EB5E8C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096693" y="5710161"/>
                <a:ext cx="14184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91A68DE7-1F8D-0775-8331-3EE15E1771C9}"/>
                  </a:ext>
                </a:extLst>
              </p14:cNvPr>
              <p14:cNvContentPartPr/>
              <p14:nvPr/>
            </p14:nvContentPartPr>
            <p14:xfrm>
              <a:off x="3130893" y="5729241"/>
              <a:ext cx="115920" cy="12780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91A68DE7-1F8D-0775-8331-3EE15E1771C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122253" y="5720601"/>
                <a:ext cx="1335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7097248F-E627-0C36-4FE2-031B03E0D03A}"/>
                  </a:ext>
                </a:extLst>
              </p14:cNvPr>
              <p14:cNvContentPartPr/>
              <p14:nvPr/>
            </p14:nvContentPartPr>
            <p14:xfrm>
              <a:off x="3345093" y="5699721"/>
              <a:ext cx="88560" cy="12744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7097248F-E627-0C36-4FE2-031B03E0D03A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336093" y="5691081"/>
                <a:ext cx="1062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289B5063-173C-84E2-D223-D848149D993D}"/>
                  </a:ext>
                </a:extLst>
              </p14:cNvPr>
              <p14:cNvContentPartPr/>
              <p14:nvPr/>
            </p14:nvContentPartPr>
            <p14:xfrm>
              <a:off x="3495213" y="5693961"/>
              <a:ext cx="114840" cy="10296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289B5063-173C-84E2-D223-D848149D993D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486573" y="5685321"/>
                <a:ext cx="1324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6CF0CFBC-92B9-B33E-7A63-F1FF46AD087C}"/>
                  </a:ext>
                </a:extLst>
              </p14:cNvPr>
              <p14:cNvContentPartPr/>
              <p14:nvPr/>
            </p14:nvContentPartPr>
            <p14:xfrm>
              <a:off x="3691053" y="5672001"/>
              <a:ext cx="150120" cy="11340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6CF0CFBC-92B9-B33E-7A63-F1FF46AD087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682413" y="5663361"/>
                <a:ext cx="16776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E0A2D593-A3C8-4100-B985-704EDB61AAD7}"/>
                  </a:ext>
                </a:extLst>
              </p14:cNvPr>
              <p14:cNvContentPartPr/>
              <p14:nvPr/>
            </p14:nvContentPartPr>
            <p14:xfrm>
              <a:off x="3907413" y="5642121"/>
              <a:ext cx="193320" cy="11124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E0A2D593-A3C8-4100-B985-704EDB61AAD7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898413" y="5633481"/>
                <a:ext cx="21096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3CF65C6B-03D6-B983-9420-03ED24AF6AAB}"/>
                  </a:ext>
                </a:extLst>
              </p14:cNvPr>
              <p14:cNvContentPartPr/>
              <p14:nvPr/>
            </p14:nvContentPartPr>
            <p14:xfrm>
              <a:off x="10655253" y="1713081"/>
              <a:ext cx="173880" cy="1177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3CF65C6B-03D6-B983-9420-03ED24AF6AAB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0646253" y="1704441"/>
                <a:ext cx="1915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F391B5C-D58C-1D0B-627F-B39A774414CC}"/>
                  </a:ext>
                </a:extLst>
              </p14:cNvPr>
              <p14:cNvContentPartPr/>
              <p14:nvPr/>
            </p14:nvContentPartPr>
            <p14:xfrm>
              <a:off x="10688733" y="1867161"/>
              <a:ext cx="130680" cy="1404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F391B5C-D58C-1D0B-627F-B39A774414C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0680093" y="1858161"/>
                <a:ext cx="14832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A5FF2C1-8C3A-E64E-783C-25210B7872CD}"/>
                  </a:ext>
                </a:extLst>
              </p14:cNvPr>
              <p14:cNvContentPartPr/>
              <p14:nvPr/>
            </p14:nvContentPartPr>
            <p14:xfrm>
              <a:off x="10954413" y="1740441"/>
              <a:ext cx="105840" cy="892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A5FF2C1-8C3A-E64E-783C-25210B7872CD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0945413" y="1731801"/>
                <a:ext cx="12348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547CD53F-3353-6535-5434-E215C71B5499}"/>
                  </a:ext>
                </a:extLst>
              </p14:cNvPr>
              <p14:cNvContentPartPr/>
              <p14:nvPr/>
            </p14:nvContentPartPr>
            <p14:xfrm>
              <a:off x="10978533" y="1872561"/>
              <a:ext cx="116640" cy="1191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547CD53F-3353-6535-5434-E215C71B5499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0969533" y="1863921"/>
                <a:ext cx="1342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A01E9EE-0F2B-2B3C-F690-FA642E794721}"/>
                  </a:ext>
                </a:extLst>
              </p14:cNvPr>
              <p14:cNvContentPartPr/>
              <p14:nvPr/>
            </p14:nvContentPartPr>
            <p14:xfrm>
              <a:off x="10983573" y="1840161"/>
              <a:ext cx="41400" cy="1346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A01E9EE-0F2B-2B3C-F690-FA642E794721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974573" y="1831521"/>
                <a:ext cx="590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90FBF2A6-CF91-6EE7-A760-9DA2471D89DC}"/>
                  </a:ext>
                </a:extLst>
              </p14:cNvPr>
              <p14:cNvContentPartPr/>
              <p14:nvPr/>
            </p14:nvContentPartPr>
            <p14:xfrm>
              <a:off x="11175813" y="1744041"/>
              <a:ext cx="116280" cy="903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90FBF2A6-CF91-6EE7-A760-9DA2471D89D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1166813" y="1735401"/>
                <a:ext cx="13392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D2C2BD5-B2B6-7EA5-A8DF-9F034E5BDA65}"/>
                  </a:ext>
                </a:extLst>
              </p14:cNvPr>
              <p14:cNvContentPartPr/>
              <p14:nvPr/>
            </p14:nvContentPartPr>
            <p14:xfrm>
              <a:off x="11219733" y="1873641"/>
              <a:ext cx="127080" cy="15228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D2C2BD5-B2B6-7EA5-A8DF-9F034E5BDA65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1211093" y="1864641"/>
                <a:ext cx="14472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D65B864-A45A-133F-B5ED-75B68F777D20}"/>
                  </a:ext>
                </a:extLst>
              </p14:cNvPr>
              <p14:cNvContentPartPr/>
              <p14:nvPr/>
            </p14:nvContentPartPr>
            <p14:xfrm>
              <a:off x="11438973" y="1766361"/>
              <a:ext cx="130320" cy="1447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D65B864-A45A-133F-B5ED-75B68F777D2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1430333" y="1757721"/>
                <a:ext cx="1479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387CBFF-111C-BF6B-7C0C-C84FD035F93E}"/>
                  </a:ext>
                </a:extLst>
              </p14:cNvPr>
              <p14:cNvContentPartPr/>
              <p14:nvPr/>
            </p14:nvContentPartPr>
            <p14:xfrm>
              <a:off x="11465613" y="1972281"/>
              <a:ext cx="104040" cy="1155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387CBFF-111C-BF6B-7C0C-C84FD035F93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1456613" y="1963641"/>
                <a:ext cx="12168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B92D1354-25CB-E296-24DA-AAFD8C031F44}"/>
                  </a:ext>
                </a:extLst>
              </p14:cNvPr>
              <p14:cNvContentPartPr/>
              <p14:nvPr/>
            </p14:nvContentPartPr>
            <p14:xfrm>
              <a:off x="11678013" y="1802001"/>
              <a:ext cx="133200" cy="13572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B92D1354-25CB-E296-24DA-AAFD8C031F44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1669373" y="1793361"/>
                <a:ext cx="15084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2402A84B-8A34-2B94-6215-7A3496021314}"/>
                  </a:ext>
                </a:extLst>
              </p14:cNvPr>
              <p14:cNvContentPartPr/>
              <p14:nvPr/>
            </p14:nvContentPartPr>
            <p14:xfrm>
              <a:off x="11726253" y="1996401"/>
              <a:ext cx="110520" cy="1000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2402A84B-8A34-2B94-6215-7A3496021314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1717253" y="1987761"/>
                <a:ext cx="12816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59E48F1-8E5B-3CDE-EA66-2718E7D0D5A8}"/>
                  </a:ext>
                </a:extLst>
              </p14:cNvPr>
              <p14:cNvContentPartPr/>
              <p14:nvPr/>
            </p14:nvContentPartPr>
            <p14:xfrm>
              <a:off x="11581173" y="1458201"/>
              <a:ext cx="120240" cy="11628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59E48F1-8E5B-3CDE-EA66-2718E7D0D5A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1572173" y="1449561"/>
                <a:ext cx="13788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49E6803C-AE89-9E61-C973-C53E71A06006}"/>
                  </a:ext>
                </a:extLst>
              </p14:cNvPr>
              <p14:cNvContentPartPr/>
              <p14:nvPr/>
            </p14:nvContentPartPr>
            <p14:xfrm>
              <a:off x="11626533" y="1602561"/>
              <a:ext cx="128160" cy="7704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49E6803C-AE89-9E61-C973-C53E71A06006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1617893" y="1593561"/>
                <a:ext cx="14580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39158F94-F32C-3D16-4A76-F2847FE49105}"/>
                  </a:ext>
                </a:extLst>
              </p14:cNvPr>
              <p14:cNvContentPartPr/>
              <p14:nvPr/>
            </p14:nvContentPartPr>
            <p14:xfrm>
              <a:off x="11366973" y="1464321"/>
              <a:ext cx="122400" cy="810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39158F94-F32C-3D16-4A76-F2847FE49105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1357973" y="1455321"/>
                <a:ext cx="1400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29681768-E766-D909-544C-84BEEC12E84E}"/>
                  </a:ext>
                </a:extLst>
              </p14:cNvPr>
              <p14:cNvContentPartPr/>
              <p14:nvPr/>
            </p14:nvContentPartPr>
            <p14:xfrm>
              <a:off x="11354373" y="1571241"/>
              <a:ext cx="123840" cy="849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29681768-E766-D909-544C-84BEEC12E84E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1345733" y="1562241"/>
                <a:ext cx="14148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3B1F9CDE-5684-ED86-720C-CCE246AD4637}"/>
                  </a:ext>
                </a:extLst>
              </p14:cNvPr>
              <p14:cNvContentPartPr/>
              <p14:nvPr/>
            </p14:nvContentPartPr>
            <p14:xfrm>
              <a:off x="11134053" y="1454241"/>
              <a:ext cx="106920" cy="9684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3B1F9CDE-5684-ED86-720C-CCE246AD4637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1125053" y="1445241"/>
                <a:ext cx="12456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A5E2B45-EB6D-1917-1AD0-E7303C6BB58C}"/>
                  </a:ext>
                </a:extLst>
              </p14:cNvPr>
              <p14:cNvContentPartPr/>
              <p14:nvPr/>
            </p14:nvContentPartPr>
            <p14:xfrm>
              <a:off x="11129733" y="1549281"/>
              <a:ext cx="103680" cy="8784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A5E2B45-EB6D-1917-1AD0-E7303C6BB58C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1121093" y="1540641"/>
                <a:ext cx="12132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280A40E9-9213-193D-06AD-BDC08AF54C8C}"/>
                  </a:ext>
                </a:extLst>
              </p14:cNvPr>
              <p14:cNvContentPartPr/>
              <p14:nvPr/>
            </p14:nvContentPartPr>
            <p14:xfrm>
              <a:off x="10864053" y="1453161"/>
              <a:ext cx="142200" cy="849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280A40E9-9213-193D-06AD-BDC08AF54C8C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0855053" y="1444521"/>
                <a:ext cx="15984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675C1E6F-F2E5-682C-DB6C-015C84DF5188}"/>
                  </a:ext>
                </a:extLst>
              </p14:cNvPr>
              <p14:cNvContentPartPr/>
              <p14:nvPr/>
            </p14:nvContentPartPr>
            <p14:xfrm>
              <a:off x="10867293" y="1542081"/>
              <a:ext cx="106560" cy="950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675C1E6F-F2E5-682C-DB6C-015C84DF5188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0858293" y="1533081"/>
                <a:ext cx="1242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0845F52C-B819-A0C4-EED2-6402870259EE}"/>
                  </a:ext>
                </a:extLst>
              </p14:cNvPr>
              <p14:cNvContentPartPr/>
              <p14:nvPr/>
            </p14:nvContentPartPr>
            <p14:xfrm>
              <a:off x="10596213" y="1451721"/>
              <a:ext cx="129600" cy="9324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0845F52C-B819-A0C4-EED2-6402870259EE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0587573" y="1442721"/>
                <a:ext cx="1472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7EB1D21D-481D-62CD-E354-D5E8C988EA35}"/>
                  </a:ext>
                </a:extLst>
              </p14:cNvPr>
              <p14:cNvContentPartPr/>
              <p14:nvPr/>
            </p14:nvContentPartPr>
            <p14:xfrm>
              <a:off x="10550493" y="1533441"/>
              <a:ext cx="174240" cy="1108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7EB1D21D-481D-62CD-E354-D5E8C988EA35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0541493" y="1524801"/>
                <a:ext cx="19188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72845E23-A55A-AE0B-B70C-59B48AF7BEFA}"/>
                  </a:ext>
                </a:extLst>
              </p14:cNvPr>
              <p14:cNvContentPartPr/>
              <p14:nvPr/>
            </p14:nvContentPartPr>
            <p14:xfrm>
              <a:off x="10433853" y="1762761"/>
              <a:ext cx="129960" cy="982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72845E23-A55A-AE0B-B70C-59B48AF7BEFA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0424853" y="1753761"/>
                <a:ext cx="14760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33256840-9603-8BBE-C2B2-297F8DAD09DE}"/>
                  </a:ext>
                </a:extLst>
              </p14:cNvPr>
              <p14:cNvContentPartPr/>
              <p14:nvPr/>
            </p14:nvContentPartPr>
            <p14:xfrm>
              <a:off x="10416933" y="1854201"/>
              <a:ext cx="140040" cy="13248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33256840-9603-8BBE-C2B2-297F8DAD09DE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0407933" y="1845201"/>
                <a:ext cx="15768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22EB64AC-6A01-3CEA-28D1-182F91E14247}"/>
                  </a:ext>
                </a:extLst>
              </p14:cNvPr>
              <p14:cNvContentPartPr/>
              <p14:nvPr/>
            </p14:nvContentPartPr>
            <p14:xfrm>
              <a:off x="11603493" y="1267041"/>
              <a:ext cx="6480" cy="13392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22EB64AC-6A01-3CEA-28D1-182F91E14247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1594493" y="1258041"/>
                <a:ext cx="241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2057BE7-D7EF-C678-8BD0-39A739F6C3C9}"/>
                  </a:ext>
                </a:extLst>
              </p14:cNvPr>
              <p14:cNvContentPartPr/>
              <p14:nvPr/>
            </p14:nvContentPartPr>
            <p14:xfrm>
              <a:off x="8926173" y="457761"/>
              <a:ext cx="206280" cy="1857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2057BE7-D7EF-C678-8BD0-39A739F6C3C9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8917533" y="449121"/>
                <a:ext cx="2239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BEFF49E-CE25-6F39-9EEC-3F3E301854B5}"/>
                  </a:ext>
                </a:extLst>
              </p14:cNvPr>
              <p14:cNvContentPartPr/>
              <p14:nvPr/>
            </p14:nvContentPartPr>
            <p14:xfrm>
              <a:off x="8878653" y="659361"/>
              <a:ext cx="173880" cy="1684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BEFF49E-CE25-6F39-9EEC-3F3E301854B5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8870013" y="650721"/>
                <a:ext cx="19152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C6397E4E-6807-5DD9-A6D4-421E6A00092A}"/>
                  </a:ext>
                </a:extLst>
              </p14:cNvPr>
              <p14:cNvContentPartPr/>
              <p14:nvPr/>
            </p14:nvContentPartPr>
            <p14:xfrm>
              <a:off x="8895213" y="994881"/>
              <a:ext cx="178560" cy="1526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C6397E4E-6807-5DD9-A6D4-421E6A00092A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8886573" y="985881"/>
                <a:ext cx="19620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0F6DBC60-717B-E94C-64AB-D011580E0147}"/>
                  </a:ext>
                </a:extLst>
              </p14:cNvPr>
              <p14:cNvContentPartPr/>
              <p14:nvPr/>
            </p14:nvContentPartPr>
            <p14:xfrm>
              <a:off x="8926893" y="1190721"/>
              <a:ext cx="170640" cy="1504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0F6DBC60-717B-E94C-64AB-D011580E0147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8918253" y="1182081"/>
                <a:ext cx="18828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9A18254B-A5B5-6EE8-E957-4C147B999B8F}"/>
                  </a:ext>
                </a:extLst>
              </p14:cNvPr>
              <p14:cNvContentPartPr/>
              <p14:nvPr/>
            </p14:nvContentPartPr>
            <p14:xfrm>
              <a:off x="9345573" y="901641"/>
              <a:ext cx="957240" cy="3312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9A18254B-A5B5-6EE8-E957-4C147B999B8F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9336933" y="892641"/>
                <a:ext cx="97488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07972B6E-7382-FFC8-9518-886144C59783}"/>
                  </a:ext>
                </a:extLst>
              </p14:cNvPr>
              <p14:cNvContentPartPr/>
              <p14:nvPr/>
            </p14:nvContentPartPr>
            <p14:xfrm>
              <a:off x="9381213" y="566841"/>
              <a:ext cx="796680" cy="1692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07972B6E-7382-FFC8-9518-886144C59783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9372213" y="558201"/>
                <a:ext cx="81432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976CF16-D566-9D84-764A-4AAAF396A275}"/>
                  </a:ext>
                </a:extLst>
              </p14:cNvPr>
              <p14:cNvContentPartPr/>
              <p14:nvPr/>
            </p14:nvContentPartPr>
            <p14:xfrm>
              <a:off x="10133613" y="578721"/>
              <a:ext cx="864720" cy="5853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976CF16-D566-9D84-764A-4AAAF396A275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0124613" y="569721"/>
                <a:ext cx="88236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6B9E6216-6A86-2C02-D4B1-310F5B69DC42}"/>
                  </a:ext>
                </a:extLst>
              </p14:cNvPr>
              <p14:cNvContentPartPr/>
              <p14:nvPr/>
            </p14:nvContentPartPr>
            <p14:xfrm>
              <a:off x="10152333" y="503121"/>
              <a:ext cx="877680" cy="69984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6B9E6216-6A86-2C02-D4B1-310F5B69DC42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0143693" y="494481"/>
                <a:ext cx="895320" cy="71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6E009EB8-2834-E1BF-89F7-6FAE9FB0FAA3}"/>
                  </a:ext>
                </a:extLst>
              </p14:cNvPr>
              <p14:cNvContentPartPr/>
              <p14:nvPr/>
            </p14:nvContentPartPr>
            <p14:xfrm>
              <a:off x="10376613" y="224121"/>
              <a:ext cx="29880" cy="1602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6E009EB8-2834-E1BF-89F7-6FAE9FB0FAA3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0367613" y="215481"/>
                <a:ext cx="475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6D57E4B8-152A-DE9A-198C-A47879776F96}"/>
                  </a:ext>
                </a:extLst>
              </p14:cNvPr>
              <p14:cNvContentPartPr/>
              <p14:nvPr/>
            </p14:nvContentPartPr>
            <p14:xfrm>
              <a:off x="10422693" y="271641"/>
              <a:ext cx="82080" cy="1479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6D57E4B8-152A-DE9A-198C-A47879776F96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0414053" y="263001"/>
                <a:ext cx="9972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45A0A7BB-A397-B844-0D21-3814D1C953BC}"/>
                  </a:ext>
                </a:extLst>
              </p14:cNvPr>
              <p14:cNvContentPartPr/>
              <p14:nvPr/>
            </p14:nvContentPartPr>
            <p14:xfrm>
              <a:off x="10341693" y="605361"/>
              <a:ext cx="136440" cy="651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45A0A7BB-A397-B844-0D21-3814D1C953BC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0332693" y="596361"/>
                <a:ext cx="15408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5FF8BB8C-BB99-5DCA-B385-5D84B7D884E3}"/>
                  </a:ext>
                </a:extLst>
              </p14:cNvPr>
              <p14:cNvContentPartPr/>
              <p14:nvPr/>
            </p14:nvContentPartPr>
            <p14:xfrm>
              <a:off x="10416933" y="909201"/>
              <a:ext cx="8280" cy="766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5FF8BB8C-BB99-5DCA-B385-5D84B7D884E3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0408293" y="900561"/>
                <a:ext cx="2592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2438BDC6-5136-3CE2-664F-839E69316884}"/>
                  </a:ext>
                </a:extLst>
              </p14:cNvPr>
              <p14:cNvContentPartPr/>
              <p14:nvPr/>
            </p14:nvContentPartPr>
            <p14:xfrm>
              <a:off x="10400013" y="885801"/>
              <a:ext cx="108000" cy="1112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2438BDC6-5136-3CE2-664F-839E69316884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0391373" y="877161"/>
                <a:ext cx="12564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EB88DB55-7A5D-2728-7220-DFB1AE6E1657}"/>
                  </a:ext>
                </a:extLst>
              </p14:cNvPr>
              <p14:cNvContentPartPr/>
              <p14:nvPr/>
            </p14:nvContentPartPr>
            <p14:xfrm>
              <a:off x="11057013" y="868161"/>
              <a:ext cx="536760" cy="3823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EB88DB55-7A5D-2728-7220-DFB1AE6E1657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1048013" y="859161"/>
                <a:ext cx="55440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DB3C7887-E757-788E-3D5E-B51C171D7DF5}"/>
                  </a:ext>
                </a:extLst>
              </p14:cNvPr>
              <p14:cNvContentPartPr/>
              <p14:nvPr/>
            </p14:nvContentPartPr>
            <p14:xfrm>
              <a:off x="10967733" y="802641"/>
              <a:ext cx="115200" cy="1292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DB3C7887-E757-788E-3D5E-B51C171D7DF5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0959093" y="793641"/>
                <a:ext cx="13284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C1C36AEC-D78F-73D3-840D-27068EA1ACBE}"/>
                  </a:ext>
                </a:extLst>
              </p14:cNvPr>
              <p14:cNvContentPartPr/>
              <p14:nvPr/>
            </p14:nvContentPartPr>
            <p14:xfrm>
              <a:off x="10776213" y="751161"/>
              <a:ext cx="158040" cy="9000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C1C36AEC-D78F-73D3-840D-27068EA1ACBE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0767213" y="742521"/>
                <a:ext cx="1756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6F77FA4C-D304-C002-72EC-0252085CFC9D}"/>
                  </a:ext>
                </a:extLst>
              </p14:cNvPr>
              <p14:cNvContentPartPr/>
              <p14:nvPr/>
            </p14:nvContentPartPr>
            <p14:xfrm>
              <a:off x="10747053" y="801561"/>
              <a:ext cx="187200" cy="17676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6F77FA4C-D304-C002-72EC-0252085CFC9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0738053" y="792561"/>
                <a:ext cx="20484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9D8A5BB1-FFCD-9037-1BC6-DD6654D9A4C1}"/>
                  </a:ext>
                </a:extLst>
              </p14:cNvPr>
              <p14:cNvContentPartPr/>
              <p14:nvPr/>
            </p14:nvContentPartPr>
            <p14:xfrm>
              <a:off x="10295973" y="1429401"/>
              <a:ext cx="195840" cy="6325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9D8A5BB1-FFCD-9037-1BC6-DD6654D9A4C1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0286973" y="1420401"/>
                <a:ext cx="213480" cy="65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E762CA4C-BA70-847B-0FD0-1AC9EB7C0933}"/>
                  </a:ext>
                </a:extLst>
              </p14:cNvPr>
              <p14:cNvContentPartPr/>
              <p14:nvPr/>
            </p14:nvContentPartPr>
            <p14:xfrm>
              <a:off x="11898333" y="1479081"/>
              <a:ext cx="99000" cy="6606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E762CA4C-BA70-847B-0FD0-1AC9EB7C0933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1889693" y="1470081"/>
                <a:ext cx="116640" cy="67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6B060E2-FCCA-5A69-6127-DA8C82FCAFE5}"/>
                  </a:ext>
                </a:extLst>
              </p14:cNvPr>
              <p14:cNvContentPartPr/>
              <p14:nvPr/>
            </p14:nvContentPartPr>
            <p14:xfrm>
              <a:off x="7141653" y="405921"/>
              <a:ext cx="98640" cy="932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6B060E2-FCCA-5A69-6127-DA8C82FCAFE5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7132653" y="396921"/>
                <a:ext cx="1162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322EBA3-DB0B-D972-A263-0169322AF70F}"/>
                  </a:ext>
                </a:extLst>
              </p14:cNvPr>
              <p14:cNvContentPartPr/>
              <p14:nvPr/>
            </p14:nvContentPartPr>
            <p14:xfrm>
              <a:off x="7297893" y="328521"/>
              <a:ext cx="123480" cy="1530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322EBA3-DB0B-D972-A263-0169322AF70F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7289253" y="319881"/>
                <a:ext cx="14112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974DB1D0-8D6E-70A2-ED78-E5D253C462AC}"/>
                  </a:ext>
                </a:extLst>
              </p14:cNvPr>
              <p14:cNvContentPartPr/>
              <p14:nvPr/>
            </p14:nvContentPartPr>
            <p14:xfrm>
              <a:off x="7488693" y="382161"/>
              <a:ext cx="105120" cy="11052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974DB1D0-8D6E-70A2-ED78-E5D253C462AC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7480053" y="373521"/>
                <a:ext cx="12276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BA16EBD4-BEDB-5A33-4EC0-1C3E81DA0853}"/>
                  </a:ext>
                </a:extLst>
              </p14:cNvPr>
              <p14:cNvContentPartPr/>
              <p14:nvPr/>
            </p14:nvContentPartPr>
            <p14:xfrm>
              <a:off x="7778133" y="283881"/>
              <a:ext cx="126000" cy="1850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BA16EBD4-BEDB-5A33-4EC0-1C3E81DA0853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7769133" y="275241"/>
                <a:ext cx="14364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35474AFD-5F6A-C42E-1609-BB86A08F4A6D}"/>
                  </a:ext>
                </a:extLst>
              </p14:cNvPr>
              <p14:cNvContentPartPr/>
              <p14:nvPr/>
            </p14:nvContentPartPr>
            <p14:xfrm>
              <a:off x="7951653" y="360201"/>
              <a:ext cx="76680" cy="12672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35474AFD-5F6A-C42E-1609-BB86A08F4A6D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942653" y="351201"/>
                <a:ext cx="943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E4D80F9B-D0F9-5FCE-B394-9F7966BA4BA6}"/>
                  </a:ext>
                </a:extLst>
              </p14:cNvPr>
              <p14:cNvContentPartPr/>
              <p14:nvPr/>
            </p14:nvContentPartPr>
            <p14:xfrm>
              <a:off x="8096373" y="369921"/>
              <a:ext cx="72720" cy="1749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E4D80F9B-D0F9-5FCE-B394-9F7966BA4BA6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8087733" y="361281"/>
                <a:ext cx="9036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24E8B910-E95F-ABFA-C3DE-74B2835D7E72}"/>
                  </a:ext>
                </a:extLst>
              </p14:cNvPr>
              <p14:cNvContentPartPr/>
              <p14:nvPr/>
            </p14:nvContentPartPr>
            <p14:xfrm>
              <a:off x="8217693" y="305121"/>
              <a:ext cx="24120" cy="11592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24E8B910-E95F-ABFA-C3DE-74B2835D7E72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8209053" y="296481"/>
                <a:ext cx="41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E4A56D15-7D41-85CD-ED55-009EBA7E7F3E}"/>
                  </a:ext>
                </a:extLst>
              </p14:cNvPr>
              <p14:cNvContentPartPr/>
              <p14:nvPr/>
            </p14:nvContentPartPr>
            <p14:xfrm>
              <a:off x="8341893" y="356961"/>
              <a:ext cx="186840" cy="22464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E4A56D15-7D41-85CD-ED55-009EBA7E7F3E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8332893" y="348321"/>
                <a:ext cx="20448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B4B7E799-2440-7B00-90A6-F68681069A81}"/>
                  </a:ext>
                </a:extLst>
              </p14:cNvPr>
              <p14:cNvContentPartPr/>
              <p14:nvPr/>
            </p14:nvContentPartPr>
            <p14:xfrm>
              <a:off x="8685333" y="350481"/>
              <a:ext cx="52920" cy="864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B4B7E799-2440-7B00-90A6-F68681069A81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676333" y="341481"/>
                <a:ext cx="705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B6E20323-C351-19FB-80EF-5D0CD5D50CA0}"/>
                  </a:ext>
                </a:extLst>
              </p14:cNvPr>
              <p14:cNvContentPartPr/>
              <p14:nvPr/>
            </p14:nvContentPartPr>
            <p14:xfrm>
              <a:off x="8802333" y="329601"/>
              <a:ext cx="68040" cy="648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B6E20323-C351-19FB-80EF-5D0CD5D50CA0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793693" y="320961"/>
                <a:ext cx="8568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E8A02739-DF90-610C-BE1E-7CC079F955D4}"/>
                  </a:ext>
                </a:extLst>
              </p14:cNvPr>
              <p14:cNvContentPartPr/>
              <p14:nvPr/>
            </p14:nvContentPartPr>
            <p14:xfrm>
              <a:off x="8891253" y="217281"/>
              <a:ext cx="16200" cy="19080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E8A02739-DF90-610C-BE1E-7CC079F955D4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882613" y="208281"/>
                <a:ext cx="338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04449CD6-215E-D3CB-42FF-A0E651350EE5}"/>
                  </a:ext>
                </a:extLst>
              </p14:cNvPr>
              <p14:cNvContentPartPr/>
              <p14:nvPr/>
            </p14:nvContentPartPr>
            <p14:xfrm>
              <a:off x="8883333" y="314121"/>
              <a:ext cx="181080" cy="864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04449CD6-215E-D3CB-42FF-A0E651350EE5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8874693" y="305121"/>
                <a:ext cx="19872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075D6D5A-16F0-C35F-A46A-099C4FCD4088}"/>
                  </a:ext>
                </a:extLst>
              </p14:cNvPr>
              <p14:cNvContentPartPr/>
              <p14:nvPr/>
            </p14:nvContentPartPr>
            <p14:xfrm>
              <a:off x="9145413" y="206841"/>
              <a:ext cx="102960" cy="20736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075D6D5A-16F0-C35F-A46A-099C4FCD4088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9136773" y="198201"/>
                <a:ext cx="1206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4515B221-9CEC-93EC-C81F-F65A38C4405A}"/>
                  </a:ext>
                </a:extLst>
              </p14:cNvPr>
              <p14:cNvContentPartPr/>
              <p14:nvPr/>
            </p14:nvContentPartPr>
            <p14:xfrm>
              <a:off x="9298773" y="283881"/>
              <a:ext cx="90720" cy="11160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4515B221-9CEC-93EC-C81F-F65A38C4405A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9290133" y="274881"/>
                <a:ext cx="1083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D19AC923-C0EF-221B-2517-86D51206BCA0}"/>
                  </a:ext>
                </a:extLst>
              </p14:cNvPr>
              <p14:cNvContentPartPr/>
              <p14:nvPr/>
            </p14:nvContentPartPr>
            <p14:xfrm>
              <a:off x="9435573" y="287121"/>
              <a:ext cx="116280" cy="1018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D19AC923-C0EF-221B-2517-86D51206BCA0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9426573" y="278481"/>
                <a:ext cx="13392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5170F240-FCF2-4D83-2721-E57A12AB1496}"/>
                  </a:ext>
                </a:extLst>
              </p14:cNvPr>
              <p14:cNvContentPartPr/>
              <p14:nvPr/>
            </p14:nvContentPartPr>
            <p14:xfrm>
              <a:off x="9576693" y="266241"/>
              <a:ext cx="132120" cy="13356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5170F240-FCF2-4D83-2721-E57A12AB1496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9568053" y="257241"/>
                <a:ext cx="14976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D04E7237-263F-F811-3F4D-A9A57BD48579}"/>
                  </a:ext>
                </a:extLst>
              </p14:cNvPr>
              <p14:cNvContentPartPr/>
              <p14:nvPr/>
            </p14:nvContentPartPr>
            <p14:xfrm>
              <a:off x="6823053" y="450921"/>
              <a:ext cx="129960" cy="1800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D04E7237-263F-F811-3F4D-A9A57BD48579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6814413" y="442281"/>
                <a:ext cx="1476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A500093E-4636-6162-0CD8-2925B992D056}"/>
                  </a:ext>
                </a:extLst>
              </p14:cNvPr>
              <p14:cNvContentPartPr/>
              <p14:nvPr/>
            </p14:nvContentPartPr>
            <p14:xfrm>
              <a:off x="6916293" y="399081"/>
              <a:ext cx="97920" cy="11988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A500093E-4636-6162-0CD8-2925B992D056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6907293" y="390441"/>
                <a:ext cx="11556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8E417964-109E-192A-D86B-F8C21D2BB4AC}"/>
                  </a:ext>
                </a:extLst>
              </p14:cNvPr>
              <p14:cNvContentPartPr/>
              <p14:nvPr/>
            </p14:nvContentPartPr>
            <p14:xfrm>
              <a:off x="10629693" y="664041"/>
              <a:ext cx="424440" cy="37404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8E417964-109E-192A-D86B-F8C21D2BB4AC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0621053" y="655041"/>
                <a:ext cx="44208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B7FB220B-864A-4EDE-2FA5-2F2FE2DDBEEB}"/>
                  </a:ext>
                </a:extLst>
              </p14:cNvPr>
              <p14:cNvContentPartPr/>
              <p14:nvPr/>
            </p14:nvContentPartPr>
            <p14:xfrm>
              <a:off x="10416933" y="2112321"/>
              <a:ext cx="1578960" cy="10440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B7FB220B-864A-4EDE-2FA5-2F2FE2DDBEEB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0408293" y="2103321"/>
                <a:ext cx="159660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1A9F32EC-1CBD-D861-218C-15E4CEA40315}"/>
                  </a:ext>
                </a:extLst>
              </p14:cNvPr>
              <p14:cNvContentPartPr/>
              <p14:nvPr/>
            </p14:nvContentPartPr>
            <p14:xfrm>
              <a:off x="11221533" y="648921"/>
              <a:ext cx="156600" cy="1652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1A9F32EC-1CBD-D861-218C-15E4CEA40315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1212533" y="640281"/>
                <a:ext cx="1742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47A51894-3626-03C7-B9D2-8B056DC4250E}"/>
                  </a:ext>
                </a:extLst>
              </p14:cNvPr>
              <p14:cNvContentPartPr/>
              <p14:nvPr/>
            </p14:nvContentPartPr>
            <p14:xfrm>
              <a:off x="11411973" y="710481"/>
              <a:ext cx="82440" cy="12168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47A51894-3626-03C7-B9D2-8B056DC4250E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1403333" y="701481"/>
                <a:ext cx="10008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E552F95B-34CE-830F-3A4F-357DC8C338E3}"/>
                  </a:ext>
                </a:extLst>
              </p14:cNvPr>
              <p14:cNvContentPartPr/>
              <p14:nvPr/>
            </p14:nvContentPartPr>
            <p14:xfrm>
              <a:off x="11548413" y="731001"/>
              <a:ext cx="88200" cy="13140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E552F95B-34CE-830F-3A4F-357DC8C338E3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1539773" y="722361"/>
                <a:ext cx="10584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8840D045-5FBD-C343-332D-286E91F824B2}"/>
                  </a:ext>
                </a:extLst>
              </p14:cNvPr>
              <p14:cNvContentPartPr/>
              <p14:nvPr/>
            </p14:nvContentPartPr>
            <p14:xfrm>
              <a:off x="11689533" y="724161"/>
              <a:ext cx="24120" cy="14724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8840D045-5FBD-C343-332D-286E91F824B2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1680893" y="715521"/>
                <a:ext cx="4176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CB2879BE-8A01-8284-958D-0AFE6FBB473E}"/>
                  </a:ext>
                </a:extLst>
              </p14:cNvPr>
              <p14:cNvContentPartPr/>
              <p14:nvPr/>
            </p14:nvContentPartPr>
            <p14:xfrm>
              <a:off x="11670453" y="778161"/>
              <a:ext cx="133920" cy="12636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CB2879BE-8A01-8284-958D-0AFE6FBB473E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1661453" y="769161"/>
                <a:ext cx="1515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CCEE04F6-6FEB-6EDE-E89B-A3C2F9081B6B}"/>
                  </a:ext>
                </a:extLst>
              </p14:cNvPr>
              <p14:cNvContentPartPr/>
              <p14:nvPr/>
            </p14:nvContentPartPr>
            <p14:xfrm>
              <a:off x="11828853" y="671241"/>
              <a:ext cx="18000" cy="50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CCEE04F6-6FEB-6EDE-E89B-A3C2F9081B6B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1819853" y="662241"/>
                <a:ext cx="3564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CE8DF4DB-D70E-F9DC-C615-EE4BF5EE0870}"/>
                  </a:ext>
                </a:extLst>
              </p14:cNvPr>
              <p14:cNvContentPartPr/>
              <p14:nvPr/>
            </p14:nvContentPartPr>
            <p14:xfrm>
              <a:off x="11869533" y="751521"/>
              <a:ext cx="236880" cy="18000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CE8DF4DB-D70E-F9DC-C615-EE4BF5EE0870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1860893" y="742881"/>
                <a:ext cx="2545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F1FBEF09-56A3-55C7-C558-8478ABF76997}"/>
                  </a:ext>
                </a:extLst>
              </p14:cNvPr>
              <p14:cNvContentPartPr/>
              <p14:nvPr/>
            </p14:nvContentPartPr>
            <p14:xfrm>
              <a:off x="8537373" y="566841"/>
              <a:ext cx="157320" cy="75348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F1FBEF09-56A3-55C7-C558-8478ABF76997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8528373" y="558201"/>
                <a:ext cx="174960" cy="77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848C618F-45BA-5361-B316-B4E3ECC3E7B5}"/>
                  </a:ext>
                </a:extLst>
              </p14:cNvPr>
              <p14:cNvContentPartPr/>
              <p14:nvPr/>
            </p14:nvContentPartPr>
            <p14:xfrm>
              <a:off x="7597413" y="756201"/>
              <a:ext cx="177840" cy="26928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848C618F-45BA-5361-B316-B4E3ECC3E7B5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7588773" y="747561"/>
                <a:ext cx="19548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7FBCE734-90EE-7A5B-123E-1F7829224469}"/>
                  </a:ext>
                </a:extLst>
              </p14:cNvPr>
              <p14:cNvContentPartPr/>
              <p14:nvPr/>
            </p14:nvContentPartPr>
            <p14:xfrm>
              <a:off x="7841493" y="891921"/>
              <a:ext cx="74880" cy="11736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7FBCE734-90EE-7A5B-123E-1F7829224469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7832853" y="882921"/>
                <a:ext cx="9252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6A6DD760-C5A9-9E23-CFCB-B955C2B77052}"/>
                  </a:ext>
                </a:extLst>
              </p14:cNvPr>
              <p14:cNvContentPartPr/>
              <p14:nvPr/>
            </p14:nvContentPartPr>
            <p14:xfrm>
              <a:off x="7998813" y="840801"/>
              <a:ext cx="85320" cy="17928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6A6DD760-C5A9-9E23-CFCB-B955C2B77052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7990173" y="831801"/>
                <a:ext cx="10296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42FDD077-C05D-9D59-77CA-EF3CE5697848}"/>
                  </a:ext>
                </a:extLst>
              </p14:cNvPr>
              <p14:cNvContentPartPr/>
              <p14:nvPr/>
            </p14:nvContentPartPr>
            <p14:xfrm>
              <a:off x="8125173" y="900201"/>
              <a:ext cx="19440" cy="8892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42FDD077-C05D-9D59-77CA-EF3CE5697848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8116533" y="891201"/>
                <a:ext cx="3708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648FA83A-AF18-92C4-2311-74C9A83852B3}"/>
                  </a:ext>
                </a:extLst>
              </p14:cNvPr>
              <p14:cNvContentPartPr/>
              <p14:nvPr/>
            </p14:nvContentPartPr>
            <p14:xfrm>
              <a:off x="8150733" y="778881"/>
              <a:ext cx="3600" cy="252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648FA83A-AF18-92C4-2311-74C9A83852B3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8142093" y="769881"/>
                <a:ext cx="2124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E2890B6D-4610-9FAF-7D35-AA8D378D08D6}"/>
                  </a:ext>
                </a:extLst>
              </p14:cNvPr>
              <p14:cNvContentPartPr/>
              <p14:nvPr/>
            </p14:nvContentPartPr>
            <p14:xfrm>
              <a:off x="8231733" y="918201"/>
              <a:ext cx="55440" cy="7164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E2890B6D-4610-9FAF-7D35-AA8D378D08D6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8223093" y="909201"/>
                <a:ext cx="7308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EA20B074-8090-2E87-0576-DCB1B2DC39D1}"/>
                  </a:ext>
                </a:extLst>
              </p14:cNvPr>
              <p14:cNvContentPartPr/>
              <p14:nvPr/>
            </p14:nvContentPartPr>
            <p14:xfrm>
              <a:off x="7704693" y="1104681"/>
              <a:ext cx="646200" cy="4140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EA20B074-8090-2E87-0576-DCB1B2DC39D1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7695693" y="1096041"/>
                <a:ext cx="66384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70AF5429-A4DD-31BA-58C9-003429D5EE0F}"/>
                  </a:ext>
                </a:extLst>
              </p14:cNvPr>
              <p14:cNvContentPartPr/>
              <p14:nvPr/>
            </p14:nvContentPartPr>
            <p14:xfrm>
              <a:off x="5434173" y="3718281"/>
              <a:ext cx="256320" cy="936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70AF5429-A4DD-31BA-58C9-003429D5EE0F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5425173" y="3709281"/>
                <a:ext cx="2739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A936026D-B758-3058-7AB7-52D6BFC19584}"/>
                  </a:ext>
                </a:extLst>
              </p14:cNvPr>
              <p14:cNvContentPartPr/>
              <p14:nvPr/>
            </p14:nvContentPartPr>
            <p14:xfrm>
              <a:off x="5650533" y="3641601"/>
              <a:ext cx="117360" cy="19440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A936026D-B758-3058-7AB7-52D6BFC19584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5641533" y="3632961"/>
                <a:ext cx="13500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1EC62567-CFDC-7A8C-460E-75BFDB84BA25}"/>
                  </a:ext>
                </a:extLst>
              </p14:cNvPr>
              <p14:cNvContentPartPr/>
              <p14:nvPr/>
            </p14:nvContentPartPr>
            <p14:xfrm>
              <a:off x="5953653" y="3604881"/>
              <a:ext cx="204480" cy="12960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1EC62567-CFDC-7A8C-460E-75BFDB84BA25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5945013" y="3595881"/>
                <a:ext cx="22212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3B9DF5A3-880D-5C47-AB4E-79560A0BFEBC}"/>
                  </a:ext>
                </a:extLst>
              </p14:cNvPr>
              <p14:cNvContentPartPr/>
              <p14:nvPr/>
            </p14:nvContentPartPr>
            <p14:xfrm>
              <a:off x="5949333" y="3698841"/>
              <a:ext cx="233280" cy="22104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3B9DF5A3-880D-5C47-AB4E-79560A0BFEBC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5940333" y="3689841"/>
                <a:ext cx="25092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FF4AAF04-A1F1-D879-4289-92217FB7B269}"/>
                  </a:ext>
                </a:extLst>
              </p14:cNvPr>
              <p14:cNvContentPartPr/>
              <p14:nvPr/>
            </p14:nvContentPartPr>
            <p14:xfrm>
              <a:off x="6347853" y="3776601"/>
              <a:ext cx="202320" cy="2016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FF4AAF04-A1F1-D879-4289-92217FB7B269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6338853" y="3767961"/>
                <a:ext cx="2199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E89E410C-4044-AFFD-E600-A5D1B7A5D65B}"/>
                  </a:ext>
                </a:extLst>
              </p14:cNvPr>
              <p14:cNvContentPartPr/>
              <p14:nvPr/>
            </p14:nvContentPartPr>
            <p14:xfrm>
              <a:off x="6516333" y="3703881"/>
              <a:ext cx="91800" cy="12060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E89E410C-4044-AFFD-E600-A5D1B7A5D65B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6507693" y="3694881"/>
                <a:ext cx="10944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3DD2FEDB-F67A-57F5-F6F2-BB700633210C}"/>
                  </a:ext>
                </a:extLst>
              </p14:cNvPr>
              <p14:cNvContentPartPr/>
              <p14:nvPr/>
            </p14:nvContentPartPr>
            <p14:xfrm>
              <a:off x="5462973" y="3975681"/>
              <a:ext cx="1233720" cy="2736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3DD2FEDB-F67A-57F5-F6F2-BB700633210C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5454333" y="3967041"/>
                <a:ext cx="12513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B62E3B9B-57FB-70DC-C04D-CD6274A1DCBD}"/>
                  </a:ext>
                </a:extLst>
              </p14:cNvPr>
              <p14:cNvContentPartPr/>
              <p14:nvPr/>
            </p14:nvContentPartPr>
            <p14:xfrm>
              <a:off x="8835093" y="1781121"/>
              <a:ext cx="780840" cy="34164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B62E3B9B-57FB-70DC-C04D-CD6274A1DCBD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8826093" y="1772121"/>
                <a:ext cx="79848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03A21039-DDD9-C422-74BE-EA0CAAAB9CD2}"/>
                  </a:ext>
                </a:extLst>
              </p14:cNvPr>
              <p14:cNvContentPartPr/>
              <p14:nvPr/>
            </p14:nvContentPartPr>
            <p14:xfrm>
              <a:off x="9108693" y="1875081"/>
              <a:ext cx="79920" cy="16632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03A21039-DDD9-C422-74BE-EA0CAAAB9CD2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9099693" y="1866081"/>
                <a:ext cx="9756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FF4BDCD0-024E-A15B-62AA-267AA08BC5B3}"/>
                  </a:ext>
                </a:extLst>
              </p14:cNvPr>
              <p14:cNvContentPartPr/>
              <p14:nvPr/>
            </p14:nvContentPartPr>
            <p14:xfrm>
              <a:off x="9247293" y="1914321"/>
              <a:ext cx="69480" cy="12348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FF4BDCD0-024E-A15B-62AA-267AA08BC5B3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9238293" y="1905321"/>
                <a:ext cx="8712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BE3AF6DB-E017-1A21-8AC5-AB7582FD6F6A}"/>
                  </a:ext>
                </a:extLst>
              </p14:cNvPr>
              <p14:cNvContentPartPr/>
              <p14:nvPr/>
            </p14:nvContentPartPr>
            <p14:xfrm>
              <a:off x="9375453" y="1977681"/>
              <a:ext cx="12960" cy="7020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BE3AF6DB-E017-1A21-8AC5-AB7582FD6F6A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9366453" y="1969041"/>
                <a:ext cx="3060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CEC5C2F1-579E-D0FE-E009-D22EEFD26922}"/>
                  </a:ext>
                </a:extLst>
              </p14:cNvPr>
              <p14:cNvContentPartPr/>
              <p14:nvPr/>
            </p14:nvContentPartPr>
            <p14:xfrm>
              <a:off x="9401373" y="1924761"/>
              <a:ext cx="9000" cy="3132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CEC5C2F1-579E-D0FE-E009-D22EEFD26922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9392373" y="1916121"/>
                <a:ext cx="2664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3CE32B9E-2636-972E-E024-7CF0E5E09A3D}"/>
                  </a:ext>
                </a:extLst>
              </p14:cNvPr>
              <p14:cNvContentPartPr/>
              <p14:nvPr/>
            </p14:nvContentPartPr>
            <p14:xfrm>
              <a:off x="8662653" y="2360721"/>
              <a:ext cx="122760" cy="10908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3CE32B9E-2636-972E-E024-7CF0E5E09A3D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8653653" y="2351721"/>
                <a:ext cx="1404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316786C6-DE5D-5EEA-A351-B3228CE5B4A0}"/>
                  </a:ext>
                </a:extLst>
              </p14:cNvPr>
              <p14:cNvContentPartPr/>
              <p14:nvPr/>
            </p14:nvContentPartPr>
            <p14:xfrm>
              <a:off x="8808093" y="2349561"/>
              <a:ext cx="17280" cy="11484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316786C6-DE5D-5EEA-A351-B3228CE5B4A0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8799453" y="2340561"/>
                <a:ext cx="3492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D809F53F-315E-58F4-C769-22C7A035F6C0}"/>
                  </a:ext>
                </a:extLst>
              </p14:cNvPr>
              <p14:cNvContentPartPr/>
              <p14:nvPr/>
            </p14:nvContentPartPr>
            <p14:xfrm>
              <a:off x="8894853" y="2351721"/>
              <a:ext cx="113400" cy="14076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D809F53F-315E-58F4-C769-22C7A035F6C0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8886213" y="2343081"/>
                <a:ext cx="13104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E71277F6-5C86-4593-A8F2-166A3D7A1DF6}"/>
                  </a:ext>
                </a:extLst>
              </p14:cNvPr>
              <p14:cNvContentPartPr/>
              <p14:nvPr/>
            </p14:nvContentPartPr>
            <p14:xfrm>
              <a:off x="5300973" y="2110521"/>
              <a:ext cx="3751920" cy="148932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E71277F6-5C86-4593-A8F2-166A3D7A1DF6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5292333" y="2101881"/>
                <a:ext cx="3769560" cy="150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BF00AD48-8667-391B-1D78-C2A5837A4BA9}"/>
                  </a:ext>
                </a:extLst>
              </p14:cNvPr>
              <p14:cNvContentPartPr/>
              <p14:nvPr/>
            </p14:nvContentPartPr>
            <p14:xfrm>
              <a:off x="8923653" y="2086401"/>
              <a:ext cx="169200" cy="6588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BF00AD48-8667-391B-1D78-C2A5837A4BA9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8915013" y="2077761"/>
                <a:ext cx="1868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B25D6F4F-FDC1-A314-76B9-054CB2389FF2}"/>
                  </a:ext>
                </a:extLst>
              </p14:cNvPr>
              <p14:cNvContentPartPr/>
              <p14:nvPr/>
            </p14:nvContentPartPr>
            <p14:xfrm>
              <a:off x="9376893" y="1011801"/>
              <a:ext cx="1498680" cy="74196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B25D6F4F-FDC1-A314-76B9-054CB2389FF2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9368253" y="1002801"/>
                <a:ext cx="1516320" cy="75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1B78591D-E3B2-A6F8-9E47-BF6848439554}"/>
                  </a:ext>
                </a:extLst>
              </p14:cNvPr>
              <p14:cNvContentPartPr/>
              <p14:nvPr/>
            </p14:nvContentPartPr>
            <p14:xfrm>
              <a:off x="10770093" y="1024761"/>
              <a:ext cx="145440" cy="5328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1B78591D-E3B2-A6F8-9E47-BF6848439554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10761093" y="1015761"/>
                <a:ext cx="16308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6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8880C9E5-0501-B926-5D76-3085144F3CBA}"/>
                  </a:ext>
                </a:extLst>
              </p14:cNvPr>
              <p14:cNvContentPartPr/>
              <p14:nvPr/>
            </p14:nvContentPartPr>
            <p14:xfrm>
              <a:off x="7099533" y="4872801"/>
              <a:ext cx="626760" cy="30204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8880C9E5-0501-B926-5D76-3085144F3CBA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7090533" y="4864161"/>
                <a:ext cx="64440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C16C95B4-C7FE-CEC2-9FC4-EB64295F5F02}"/>
                  </a:ext>
                </a:extLst>
              </p14:cNvPr>
              <p14:cNvContentPartPr/>
              <p14:nvPr/>
            </p14:nvContentPartPr>
            <p14:xfrm>
              <a:off x="7285653" y="5006001"/>
              <a:ext cx="23760" cy="7956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C16C95B4-C7FE-CEC2-9FC4-EB64295F5F02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7277013" y="4997001"/>
                <a:ext cx="4140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0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45A8DFF0-368E-5438-D300-C1221E3C6C0F}"/>
                  </a:ext>
                </a:extLst>
              </p14:cNvPr>
              <p14:cNvContentPartPr/>
              <p14:nvPr/>
            </p14:nvContentPartPr>
            <p14:xfrm>
              <a:off x="7341453" y="4949121"/>
              <a:ext cx="131760" cy="12888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45A8DFF0-368E-5438-D300-C1221E3C6C0F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7332813" y="4940121"/>
                <a:ext cx="14940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2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17DD36CD-36CC-A0A5-B057-FE7F9EC45BB9}"/>
                  </a:ext>
                </a:extLst>
              </p14:cNvPr>
              <p14:cNvContentPartPr/>
              <p14:nvPr/>
            </p14:nvContentPartPr>
            <p14:xfrm>
              <a:off x="7505973" y="4964961"/>
              <a:ext cx="96840" cy="13392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17DD36CD-36CC-A0A5-B057-FE7F9EC45BB9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7497333" y="4956321"/>
                <a:ext cx="11448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4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C0B26F49-E67C-3833-22BE-1635FEE5A841}"/>
                  </a:ext>
                </a:extLst>
              </p14:cNvPr>
              <p14:cNvContentPartPr/>
              <p14:nvPr/>
            </p14:nvContentPartPr>
            <p14:xfrm>
              <a:off x="8497053" y="3189081"/>
              <a:ext cx="984960" cy="62712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C0B26F49-E67C-3833-22BE-1635FEE5A841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8488413" y="3180081"/>
                <a:ext cx="1002600" cy="64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6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F9FD62EB-C179-0C8B-33F2-D462F196951F}"/>
                  </a:ext>
                </a:extLst>
              </p14:cNvPr>
              <p14:cNvContentPartPr/>
              <p14:nvPr/>
            </p14:nvContentPartPr>
            <p14:xfrm>
              <a:off x="8830413" y="3396801"/>
              <a:ext cx="183240" cy="10980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F9FD62EB-C179-0C8B-33F2-D462F196951F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8821413" y="3388161"/>
                <a:ext cx="2008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1FE5DD08-D24E-2F65-DA0F-DAEA7F70A107}"/>
                  </a:ext>
                </a:extLst>
              </p14:cNvPr>
              <p14:cNvContentPartPr/>
              <p14:nvPr/>
            </p14:nvContentPartPr>
            <p14:xfrm>
              <a:off x="9091773" y="3396801"/>
              <a:ext cx="97200" cy="21024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1FE5DD08-D24E-2F65-DA0F-DAEA7F70A107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9082773" y="3387801"/>
                <a:ext cx="11484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A022FE1F-321D-BC9F-9F6D-A315E2F477C0}"/>
                  </a:ext>
                </a:extLst>
              </p14:cNvPr>
              <p14:cNvContentPartPr/>
              <p14:nvPr/>
            </p14:nvContentPartPr>
            <p14:xfrm>
              <a:off x="9207333" y="3407601"/>
              <a:ext cx="124920" cy="20736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A022FE1F-321D-BC9F-9F6D-A315E2F477C0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9198693" y="3398961"/>
                <a:ext cx="1425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108836C1-1F14-BC80-D270-D568357BABF1}"/>
                  </a:ext>
                </a:extLst>
              </p14:cNvPr>
              <p14:cNvContentPartPr/>
              <p14:nvPr/>
            </p14:nvContentPartPr>
            <p14:xfrm>
              <a:off x="7810533" y="3499041"/>
              <a:ext cx="531360" cy="1476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108836C1-1F14-BC80-D270-D568357BABF1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7801533" y="3490401"/>
                <a:ext cx="5490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6BFE0A6A-11C7-1186-A85C-77E4DA4D5FEB}"/>
                  </a:ext>
                </a:extLst>
              </p14:cNvPr>
              <p14:cNvContentPartPr/>
              <p14:nvPr/>
            </p14:nvContentPartPr>
            <p14:xfrm>
              <a:off x="8251533" y="3439281"/>
              <a:ext cx="131760" cy="14652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6BFE0A6A-11C7-1186-A85C-77E4DA4D5FEB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8242533" y="3430281"/>
                <a:ext cx="14940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6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AF1650B7-14B3-47F6-D974-B9FB246EFAC5}"/>
                  </a:ext>
                </a:extLst>
              </p14:cNvPr>
              <p14:cNvContentPartPr/>
              <p14:nvPr/>
            </p14:nvContentPartPr>
            <p14:xfrm>
              <a:off x="7876773" y="3692001"/>
              <a:ext cx="543960" cy="6480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AF1650B7-14B3-47F6-D974-B9FB246EFAC5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7867773" y="3683361"/>
                <a:ext cx="56160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8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CDA009AC-9473-E988-451C-70708EBBC457}"/>
                  </a:ext>
                </a:extLst>
              </p14:cNvPr>
              <p14:cNvContentPartPr/>
              <p14:nvPr/>
            </p14:nvContentPartPr>
            <p14:xfrm>
              <a:off x="7800453" y="3692001"/>
              <a:ext cx="82080" cy="12456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CDA009AC-9473-E988-451C-70708EBBC457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7791453" y="3683361"/>
                <a:ext cx="9972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0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4BE2417D-08BA-3F04-3213-0F3C6F43AD1B}"/>
                  </a:ext>
                </a:extLst>
              </p14:cNvPr>
              <p14:cNvContentPartPr/>
              <p14:nvPr/>
            </p14:nvContentPartPr>
            <p14:xfrm>
              <a:off x="7575453" y="3917721"/>
              <a:ext cx="770040" cy="30924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4BE2417D-08BA-3F04-3213-0F3C6F43AD1B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7566453" y="3909081"/>
                <a:ext cx="78768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2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3094C24E-9979-A486-733C-124A26F5B169}"/>
                  </a:ext>
                </a:extLst>
              </p14:cNvPr>
              <p14:cNvContentPartPr/>
              <p14:nvPr/>
            </p14:nvContentPartPr>
            <p14:xfrm>
              <a:off x="8295453" y="4113921"/>
              <a:ext cx="96840" cy="18072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3094C24E-9979-A486-733C-124A26F5B169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8286813" y="4104921"/>
                <a:ext cx="11448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4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A3C27C89-1422-21A6-BF29-3829D130813D}"/>
                  </a:ext>
                </a:extLst>
              </p14:cNvPr>
              <p14:cNvContentPartPr/>
              <p14:nvPr/>
            </p14:nvContentPartPr>
            <p14:xfrm>
              <a:off x="8483733" y="4270881"/>
              <a:ext cx="1096200" cy="41760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A3C27C89-1422-21A6-BF29-3829D130813D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8474733" y="4262241"/>
                <a:ext cx="1113840" cy="4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6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1F9148D0-6AFE-AF0E-6B4F-28845499CC86}"/>
                  </a:ext>
                </a:extLst>
              </p14:cNvPr>
              <p14:cNvContentPartPr/>
              <p14:nvPr/>
            </p14:nvContentPartPr>
            <p14:xfrm>
              <a:off x="8593893" y="4427121"/>
              <a:ext cx="187200" cy="8712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1F9148D0-6AFE-AF0E-6B4F-28845499CC86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8585253" y="4418481"/>
                <a:ext cx="20484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8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E67C2CB3-9877-08CC-847A-A8C5836C0519}"/>
                  </a:ext>
                </a:extLst>
              </p14:cNvPr>
              <p14:cNvContentPartPr/>
              <p14:nvPr/>
            </p14:nvContentPartPr>
            <p14:xfrm>
              <a:off x="8669853" y="4421361"/>
              <a:ext cx="80640" cy="9108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E67C2CB3-9877-08CC-847A-A8C5836C0519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8661213" y="4412361"/>
                <a:ext cx="9828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0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A30F34BF-5CC3-2BA4-08FF-F097D9FB1CAF}"/>
                  </a:ext>
                </a:extLst>
              </p14:cNvPr>
              <p14:cNvContentPartPr/>
              <p14:nvPr/>
            </p14:nvContentPartPr>
            <p14:xfrm>
              <a:off x="8845173" y="4421361"/>
              <a:ext cx="65520" cy="10332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A30F34BF-5CC3-2BA4-08FF-F097D9FB1CAF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8836173" y="4412721"/>
                <a:ext cx="8316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2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73E3C67C-0F7A-95C9-C9FB-4FF7B6BC55C0}"/>
                  </a:ext>
                </a:extLst>
              </p14:cNvPr>
              <p14:cNvContentPartPr/>
              <p14:nvPr/>
            </p14:nvContentPartPr>
            <p14:xfrm>
              <a:off x="8941293" y="4450161"/>
              <a:ext cx="115560" cy="8100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73E3C67C-0F7A-95C9-C9FB-4FF7B6BC55C0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8932293" y="4441521"/>
                <a:ext cx="1332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4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2D42BA34-0BE8-A98C-415D-09EA146575D2}"/>
                  </a:ext>
                </a:extLst>
              </p14:cNvPr>
              <p14:cNvContentPartPr/>
              <p14:nvPr/>
            </p14:nvContentPartPr>
            <p14:xfrm>
              <a:off x="9096813" y="4440081"/>
              <a:ext cx="93600" cy="10080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2D42BA34-0BE8-A98C-415D-09EA146575D2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9087813" y="4431441"/>
                <a:ext cx="11124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6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999E3302-CFBE-1DFD-481B-01D929EB4A80}"/>
                  </a:ext>
                </a:extLst>
              </p14:cNvPr>
              <p14:cNvContentPartPr/>
              <p14:nvPr/>
            </p14:nvContentPartPr>
            <p14:xfrm>
              <a:off x="9241533" y="4451601"/>
              <a:ext cx="60120" cy="6300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999E3302-CFBE-1DFD-481B-01D929EB4A80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9232533" y="4442961"/>
                <a:ext cx="777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8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F9628F25-B2B4-DC5B-0021-D20FAE645D28}"/>
                  </a:ext>
                </a:extLst>
              </p14:cNvPr>
              <p14:cNvContentPartPr/>
              <p14:nvPr/>
            </p14:nvContentPartPr>
            <p14:xfrm>
              <a:off x="7410933" y="4067121"/>
              <a:ext cx="996480" cy="47052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F9628F25-B2B4-DC5B-0021-D20FAE645D28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7401933" y="4058121"/>
                <a:ext cx="101412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0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32F07A79-4F51-01D7-8163-711C5E241B78}"/>
                  </a:ext>
                </a:extLst>
              </p14:cNvPr>
              <p14:cNvContentPartPr/>
              <p14:nvPr/>
            </p14:nvContentPartPr>
            <p14:xfrm>
              <a:off x="7401933" y="4067841"/>
              <a:ext cx="150480" cy="13248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32F07A79-4F51-01D7-8163-711C5E241B78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7393293" y="4059201"/>
                <a:ext cx="16812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E5F815A3-24D0-6730-B6B2-41076EC32FE5}"/>
                  </a:ext>
                </a:extLst>
              </p14:cNvPr>
              <p14:cNvContentPartPr/>
              <p14:nvPr/>
            </p14:nvContentPartPr>
            <p14:xfrm>
              <a:off x="7106733" y="4253601"/>
              <a:ext cx="57960" cy="46872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E5F815A3-24D0-6730-B6B2-41076EC32FE5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7097733" y="4244601"/>
                <a:ext cx="75600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5ECE17B8-5025-A83B-72A7-78EE92F06112}"/>
                  </a:ext>
                </a:extLst>
              </p14:cNvPr>
              <p14:cNvContentPartPr/>
              <p14:nvPr/>
            </p14:nvContentPartPr>
            <p14:xfrm>
              <a:off x="7100973" y="4700721"/>
              <a:ext cx="140400" cy="6300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5ECE17B8-5025-A83B-72A7-78EE92F06112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7091973" y="4691721"/>
                <a:ext cx="15804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ED371677-4471-8723-3F7E-97A078D5F0DB}"/>
                  </a:ext>
                </a:extLst>
              </p14:cNvPr>
              <p14:cNvContentPartPr/>
              <p14:nvPr/>
            </p14:nvContentPartPr>
            <p14:xfrm>
              <a:off x="7341813" y="4211121"/>
              <a:ext cx="79200" cy="49500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ED371677-4471-8723-3F7E-97A078D5F0DB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7332813" y="4202481"/>
                <a:ext cx="96840" cy="51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8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270EE830-BDC8-C3A6-244F-9BF6FE18F207}"/>
                  </a:ext>
                </a:extLst>
              </p14:cNvPr>
              <p14:cNvContentPartPr/>
              <p14:nvPr/>
            </p14:nvContentPartPr>
            <p14:xfrm>
              <a:off x="7410933" y="4669041"/>
              <a:ext cx="9360" cy="2052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270EE830-BDC8-C3A6-244F-9BF6FE18F207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7401933" y="4660041"/>
                <a:ext cx="270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0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B7F93B85-81CB-011C-C22F-C9BDB4B2080E}"/>
                  </a:ext>
                </a:extLst>
              </p14:cNvPr>
              <p14:cNvContentPartPr/>
              <p14:nvPr/>
            </p14:nvContentPartPr>
            <p14:xfrm>
              <a:off x="7278813" y="4181961"/>
              <a:ext cx="134280" cy="13788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B7F93B85-81CB-011C-C22F-C9BDB4B2080E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7269813" y="4172961"/>
                <a:ext cx="15192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2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B059456C-42BB-DF4F-46A6-DB21C221CF52}"/>
                  </a:ext>
                </a:extLst>
              </p14:cNvPr>
              <p14:cNvContentPartPr/>
              <p14:nvPr/>
            </p14:nvContentPartPr>
            <p14:xfrm>
              <a:off x="7053813" y="3508041"/>
              <a:ext cx="200520" cy="21888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B059456C-42BB-DF4F-46A6-DB21C221CF52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7045173" y="3499401"/>
                <a:ext cx="21816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4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D8A48D27-6D20-265A-C7F2-27FD7094EA24}"/>
                  </a:ext>
                </a:extLst>
              </p14:cNvPr>
              <p14:cNvContentPartPr/>
              <p14:nvPr/>
            </p14:nvContentPartPr>
            <p14:xfrm>
              <a:off x="7071453" y="3720081"/>
              <a:ext cx="176040" cy="18252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D8A48D27-6D20-265A-C7F2-27FD7094EA24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7062813" y="3711441"/>
                <a:ext cx="1936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6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A3AC1147-85FA-F768-7417-D22215A19D6C}"/>
                  </a:ext>
                </a:extLst>
              </p14:cNvPr>
              <p14:cNvContentPartPr/>
              <p14:nvPr/>
            </p14:nvContentPartPr>
            <p14:xfrm>
              <a:off x="7494453" y="4247841"/>
              <a:ext cx="72360" cy="56016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A3AC1147-85FA-F768-7417-D22215A19D6C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7485453" y="4238841"/>
                <a:ext cx="90000" cy="57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F89F6039-A143-3CCD-1FC1-507BAB07ECCB}"/>
                  </a:ext>
                </a:extLst>
              </p14:cNvPr>
              <p14:cNvContentPartPr/>
              <p14:nvPr/>
            </p14:nvContentPartPr>
            <p14:xfrm>
              <a:off x="7534773" y="4718361"/>
              <a:ext cx="79920" cy="7668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F89F6039-A143-3CCD-1FC1-507BAB07ECCB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7526133" y="4709721"/>
                <a:ext cx="97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B00D7A99-7924-3C2F-8C94-CDC3C865FCC8}"/>
                  </a:ext>
                </a:extLst>
              </p14:cNvPr>
              <p14:cNvContentPartPr/>
              <p14:nvPr/>
            </p14:nvContentPartPr>
            <p14:xfrm>
              <a:off x="7685613" y="4456281"/>
              <a:ext cx="767880" cy="40500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B00D7A99-7924-3C2F-8C94-CDC3C865FCC8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7676613" y="4447641"/>
                <a:ext cx="78552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2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3F658EF0-EBE5-579E-C342-AD57C5468180}"/>
                  </a:ext>
                </a:extLst>
              </p14:cNvPr>
              <p14:cNvContentPartPr/>
              <p14:nvPr/>
            </p14:nvContentPartPr>
            <p14:xfrm>
              <a:off x="8384373" y="4558521"/>
              <a:ext cx="59400" cy="9900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3F658EF0-EBE5-579E-C342-AD57C5468180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8375373" y="4549521"/>
                <a:ext cx="770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4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DEEEC726-A8F5-0966-35EF-C5DDDC299FCA}"/>
                  </a:ext>
                </a:extLst>
              </p14:cNvPr>
              <p14:cNvContentPartPr/>
              <p14:nvPr/>
            </p14:nvContentPartPr>
            <p14:xfrm>
              <a:off x="7779573" y="4600281"/>
              <a:ext cx="79920" cy="8820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DEEEC726-A8F5-0966-35EF-C5DDDC299FCA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7770573" y="4591641"/>
                <a:ext cx="9756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6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B50F20DA-425D-543F-F32B-8641114B8FDF}"/>
                  </a:ext>
                </a:extLst>
              </p14:cNvPr>
              <p14:cNvContentPartPr/>
              <p14:nvPr/>
            </p14:nvContentPartPr>
            <p14:xfrm>
              <a:off x="7877493" y="4608561"/>
              <a:ext cx="72000" cy="7236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B50F20DA-425D-543F-F32B-8641114B8FDF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7868853" y="4599921"/>
                <a:ext cx="896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8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634496E8-F966-C8A7-6393-380A640B17BC}"/>
                  </a:ext>
                </a:extLst>
              </p14:cNvPr>
              <p14:cNvContentPartPr/>
              <p14:nvPr/>
            </p14:nvContentPartPr>
            <p14:xfrm>
              <a:off x="7980453" y="4617921"/>
              <a:ext cx="55800" cy="11664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634496E8-F966-C8A7-6393-380A640B17BC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7971813" y="4608921"/>
                <a:ext cx="7344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0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5955A489-66CB-141A-9DC1-31219CB67C64}"/>
                  </a:ext>
                </a:extLst>
              </p14:cNvPr>
              <p14:cNvContentPartPr/>
              <p14:nvPr/>
            </p14:nvContentPartPr>
            <p14:xfrm>
              <a:off x="8049933" y="4631961"/>
              <a:ext cx="89280" cy="4284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5955A489-66CB-141A-9DC1-31219CB67C64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8041293" y="4622961"/>
                <a:ext cx="1069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2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177F6222-C7FC-4E54-3201-3D7523942938}"/>
                  </a:ext>
                </a:extLst>
              </p14:cNvPr>
              <p14:cNvContentPartPr/>
              <p14:nvPr/>
            </p14:nvContentPartPr>
            <p14:xfrm>
              <a:off x="7626573" y="3819081"/>
              <a:ext cx="996840" cy="46368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177F6222-C7FC-4E54-3201-3D7523942938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7617573" y="3810081"/>
                <a:ext cx="101448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4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53591038-FFC3-AE22-5E9E-B71ACE58DBBA}"/>
                  </a:ext>
                </a:extLst>
              </p14:cNvPr>
              <p14:cNvContentPartPr/>
              <p14:nvPr/>
            </p14:nvContentPartPr>
            <p14:xfrm>
              <a:off x="7574373" y="3773001"/>
              <a:ext cx="119880" cy="13212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53591038-FFC3-AE22-5E9E-B71ACE58DBBA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7565373" y="3764361"/>
                <a:ext cx="1375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6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3836A622-4DBB-DC29-0374-9643617E6A8D}"/>
                  </a:ext>
                </a:extLst>
              </p14:cNvPr>
              <p14:cNvContentPartPr/>
              <p14:nvPr/>
            </p14:nvContentPartPr>
            <p14:xfrm>
              <a:off x="8640333" y="4004841"/>
              <a:ext cx="123480" cy="13572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3836A622-4DBB-DC29-0374-9643617E6A8D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8631693" y="3996201"/>
                <a:ext cx="14112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8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97F5F83E-23B9-2E4E-9CF9-7BC636324409}"/>
                  </a:ext>
                </a:extLst>
              </p14:cNvPr>
              <p14:cNvContentPartPr/>
              <p14:nvPr/>
            </p14:nvContentPartPr>
            <p14:xfrm>
              <a:off x="8830773" y="4047681"/>
              <a:ext cx="162360" cy="10332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97F5F83E-23B9-2E4E-9CF9-7BC636324409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8822133" y="4039041"/>
                <a:ext cx="18000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0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8509A46E-6D91-EBAD-1D12-371292897C45}"/>
                  </a:ext>
                </a:extLst>
              </p14:cNvPr>
              <p14:cNvContentPartPr/>
              <p14:nvPr/>
            </p14:nvContentPartPr>
            <p14:xfrm>
              <a:off x="9064413" y="4039041"/>
              <a:ext cx="56520" cy="12564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8509A46E-6D91-EBAD-1D12-371292897C45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9055773" y="4030041"/>
                <a:ext cx="7416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2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3DA53E07-7CA8-7A3E-135D-939688FA5A7C}"/>
                  </a:ext>
                </a:extLst>
              </p14:cNvPr>
              <p14:cNvContentPartPr/>
              <p14:nvPr/>
            </p14:nvContentPartPr>
            <p14:xfrm>
              <a:off x="7523253" y="3293481"/>
              <a:ext cx="868680" cy="26028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3DA53E07-7CA8-7A3E-135D-939688FA5A7C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7514613" y="3284481"/>
                <a:ext cx="88632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4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9D2CF3E5-8004-7BF0-AABE-901E65513F19}"/>
                  </a:ext>
                </a:extLst>
              </p14:cNvPr>
              <p14:cNvContentPartPr/>
              <p14:nvPr/>
            </p14:nvContentPartPr>
            <p14:xfrm>
              <a:off x="8324253" y="3287001"/>
              <a:ext cx="84600" cy="12744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9D2CF3E5-8004-7BF0-AABE-901E65513F19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8315613" y="3278361"/>
                <a:ext cx="1022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6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0BE3F454-B806-007E-29CA-38E109B146C9}"/>
                  </a:ext>
                </a:extLst>
              </p14:cNvPr>
              <p14:cNvContentPartPr/>
              <p14:nvPr/>
            </p14:nvContentPartPr>
            <p14:xfrm>
              <a:off x="7687053" y="3076401"/>
              <a:ext cx="179640" cy="18072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0BE3F454-B806-007E-29CA-38E109B146C9}"/>
                  </a:ext>
                </a:extLst>
              </p:cNvPr>
              <p:cNvPicPr/>
              <p:nvPr/>
            </p:nvPicPr>
            <p:blipFill>
              <a:blip r:embed="rId467"/>
              <a:stretch>
                <a:fillRect/>
              </a:stretch>
            </p:blipFill>
            <p:spPr>
              <a:xfrm>
                <a:off x="7678053" y="3067761"/>
                <a:ext cx="19728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8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414F4F7B-4DEA-70D2-AA7B-CD3CC5F8B9B5}"/>
                  </a:ext>
                </a:extLst>
              </p14:cNvPr>
              <p14:cNvContentPartPr/>
              <p14:nvPr/>
            </p14:nvContentPartPr>
            <p14:xfrm>
              <a:off x="7887933" y="3126081"/>
              <a:ext cx="143640" cy="9720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414F4F7B-4DEA-70D2-AA7B-CD3CC5F8B9B5}"/>
                  </a:ext>
                </a:extLst>
              </p:cNvPr>
              <p:cNvPicPr/>
              <p:nvPr/>
            </p:nvPicPr>
            <p:blipFill>
              <a:blip r:embed="rId469"/>
              <a:stretch>
                <a:fillRect/>
              </a:stretch>
            </p:blipFill>
            <p:spPr>
              <a:xfrm>
                <a:off x="7879293" y="3117081"/>
                <a:ext cx="1612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0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7117B73A-9B81-40D7-4BD4-83B26998B530}"/>
                  </a:ext>
                </a:extLst>
              </p14:cNvPr>
              <p14:cNvContentPartPr/>
              <p14:nvPr/>
            </p14:nvContentPartPr>
            <p14:xfrm>
              <a:off x="8088453" y="3092601"/>
              <a:ext cx="61920" cy="12456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7117B73A-9B81-40D7-4BD4-83B26998B530}"/>
                  </a:ext>
                </a:extLst>
              </p:cNvPr>
              <p:cNvPicPr/>
              <p:nvPr/>
            </p:nvPicPr>
            <p:blipFill>
              <a:blip r:embed="rId471"/>
              <a:stretch>
                <a:fillRect/>
              </a:stretch>
            </p:blipFill>
            <p:spPr>
              <a:xfrm>
                <a:off x="8079453" y="3083601"/>
                <a:ext cx="7956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2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23C5EAE3-8AA2-EB7D-C1D9-377C18BD4AEE}"/>
                  </a:ext>
                </a:extLst>
              </p14:cNvPr>
              <p14:cNvContentPartPr/>
              <p14:nvPr/>
            </p14:nvContentPartPr>
            <p14:xfrm>
              <a:off x="9311733" y="3813681"/>
              <a:ext cx="336240" cy="44856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23C5EAE3-8AA2-EB7D-C1D9-377C18BD4AEE}"/>
                  </a:ext>
                </a:extLst>
              </p:cNvPr>
              <p:cNvPicPr/>
              <p:nvPr/>
            </p:nvPicPr>
            <p:blipFill>
              <a:blip r:embed="rId473"/>
              <a:stretch>
                <a:fillRect/>
              </a:stretch>
            </p:blipFill>
            <p:spPr>
              <a:xfrm>
                <a:off x="9302733" y="3804681"/>
                <a:ext cx="35388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4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7AA4D548-A346-006E-8830-7B4BB1D63943}"/>
                  </a:ext>
                </a:extLst>
              </p14:cNvPr>
              <p14:cNvContentPartPr/>
              <p14:nvPr/>
            </p14:nvContentPartPr>
            <p14:xfrm>
              <a:off x="9485613" y="4183401"/>
              <a:ext cx="84600" cy="124200"/>
            </p14:xfrm>
          </p:contentPart>
        </mc:Choice>
        <mc:Fallback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7AA4D548-A346-006E-8830-7B4BB1D63943}"/>
                  </a:ext>
                </a:extLst>
              </p:cNvPr>
              <p:cNvPicPr/>
              <p:nvPr/>
            </p:nvPicPr>
            <p:blipFill>
              <a:blip r:embed="rId475"/>
              <a:stretch>
                <a:fillRect/>
              </a:stretch>
            </p:blipFill>
            <p:spPr>
              <a:xfrm>
                <a:off x="9476613" y="4174401"/>
                <a:ext cx="10224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6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D769FCCC-0E16-E354-1789-6A8591D1F2F7}"/>
                  </a:ext>
                </a:extLst>
              </p14:cNvPr>
              <p14:cNvContentPartPr/>
              <p14:nvPr/>
            </p14:nvContentPartPr>
            <p14:xfrm>
              <a:off x="9414693" y="3848601"/>
              <a:ext cx="164160" cy="115200"/>
            </p14:xfrm>
          </p:contentPart>
        </mc:Choice>
        <mc:Fallback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D769FCCC-0E16-E354-1789-6A8591D1F2F7}"/>
                  </a:ext>
                </a:extLst>
              </p:cNvPr>
              <p:cNvPicPr/>
              <p:nvPr/>
            </p:nvPicPr>
            <p:blipFill>
              <a:blip r:embed="rId477"/>
              <a:stretch>
                <a:fillRect/>
              </a:stretch>
            </p:blipFill>
            <p:spPr>
              <a:xfrm>
                <a:off x="9405693" y="3839961"/>
                <a:ext cx="1818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8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AA4B25C3-DF8E-F53E-B792-078522952177}"/>
                  </a:ext>
                </a:extLst>
              </p14:cNvPr>
              <p14:cNvContentPartPr/>
              <p14:nvPr/>
            </p14:nvContentPartPr>
            <p14:xfrm>
              <a:off x="9757413" y="4000521"/>
              <a:ext cx="127080" cy="9576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AA4B25C3-DF8E-F53E-B792-078522952177}"/>
                  </a:ext>
                </a:extLst>
              </p:cNvPr>
              <p:cNvPicPr/>
              <p:nvPr/>
            </p:nvPicPr>
            <p:blipFill>
              <a:blip r:embed="rId479"/>
              <a:stretch>
                <a:fillRect/>
              </a:stretch>
            </p:blipFill>
            <p:spPr>
              <a:xfrm>
                <a:off x="9748413" y="3991881"/>
                <a:ext cx="1447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0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F26B36FF-857D-2A5A-0BF3-05089F9D27A1}"/>
                  </a:ext>
                </a:extLst>
              </p14:cNvPr>
              <p14:cNvContentPartPr/>
              <p14:nvPr/>
            </p14:nvContentPartPr>
            <p14:xfrm>
              <a:off x="9801693" y="4001961"/>
              <a:ext cx="83520" cy="97560"/>
            </p14:xfrm>
          </p:contentPart>
        </mc:Choice>
        <mc:Fallback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F26B36FF-857D-2A5A-0BF3-05089F9D27A1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9792693" y="3993321"/>
                <a:ext cx="1011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2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E45ACA76-0AE8-AB80-6228-2FA6841D8E30}"/>
                  </a:ext>
                </a:extLst>
              </p14:cNvPr>
              <p14:cNvContentPartPr/>
              <p14:nvPr/>
            </p14:nvContentPartPr>
            <p14:xfrm>
              <a:off x="9948933" y="4005561"/>
              <a:ext cx="53640" cy="9252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E45ACA76-0AE8-AB80-6228-2FA6841D8E30}"/>
                  </a:ext>
                </a:extLst>
              </p:cNvPr>
              <p:cNvPicPr/>
              <p:nvPr/>
            </p:nvPicPr>
            <p:blipFill>
              <a:blip r:embed="rId483"/>
              <a:stretch>
                <a:fillRect/>
              </a:stretch>
            </p:blipFill>
            <p:spPr>
              <a:xfrm>
                <a:off x="9940293" y="3996561"/>
                <a:ext cx="712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4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430AF3CD-FB50-56EE-D2B0-134B016821C1}"/>
                  </a:ext>
                </a:extLst>
              </p14:cNvPr>
              <p14:cNvContentPartPr/>
              <p14:nvPr/>
            </p14:nvContentPartPr>
            <p14:xfrm>
              <a:off x="10058373" y="4012761"/>
              <a:ext cx="93960" cy="8460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430AF3CD-FB50-56EE-D2B0-134B016821C1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10049373" y="4004121"/>
                <a:ext cx="11160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6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0830B933-5876-C0F1-60DD-A157A8347730}"/>
                  </a:ext>
                </a:extLst>
              </p14:cNvPr>
              <p14:cNvContentPartPr/>
              <p14:nvPr/>
            </p14:nvContentPartPr>
            <p14:xfrm>
              <a:off x="10209573" y="4010601"/>
              <a:ext cx="84600" cy="8064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0830B933-5876-C0F1-60DD-A157A8347730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10200573" y="4001601"/>
                <a:ext cx="10224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8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77F09ED0-6D19-FBAD-4393-DA49BDBF5A4F}"/>
                  </a:ext>
                </a:extLst>
              </p14:cNvPr>
              <p14:cNvContentPartPr/>
              <p14:nvPr/>
            </p14:nvContentPartPr>
            <p14:xfrm>
              <a:off x="10347453" y="4012401"/>
              <a:ext cx="99720" cy="7488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77F09ED0-6D19-FBAD-4393-DA49BDBF5A4F}"/>
                  </a:ext>
                </a:extLst>
              </p:cNvPr>
              <p:cNvPicPr/>
              <p:nvPr/>
            </p:nvPicPr>
            <p:blipFill>
              <a:blip r:embed="rId489"/>
              <a:stretch>
                <a:fillRect/>
              </a:stretch>
            </p:blipFill>
            <p:spPr>
              <a:xfrm>
                <a:off x="10338453" y="4003401"/>
                <a:ext cx="11736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0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01983779-D2DE-AD80-974A-4F275566506B}"/>
                  </a:ext>
                </a:extLst>
              </p14:cNvPr>
              <p14:cNvContentPartPr/>
              <p14:nvPr/>
            </p14:nvContentPartPr>
            <p14:xfrm>
              <a:off x="9793053" y="4142721"/>
              <a:ext cx="698760" cy="2448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01983779-D2DE-AD80-974A-4F275566506B}"/>
                  </a:ext>
                </a:extLst>
              </p:cNvPr>
              <p:cNvPicPr/>
              <p:nvPr/>
            </p:nvPicPr>
            <p:blipFill>
              <a:blip r:embed="rId491"/>
              <a:stretch>
                <a:fillRect/>
              </a:stretch>
            </p:blipFill>
            <p:spPr>
              <a:xfrm>
                <a:off x="9784413" y="4133721"/>
                <a:ext cx="7164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2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C1E5E2E6-1991-0C6E-E1F9-0CB3BD07BA60}"/>
                  </a:ext>
                </a:extLst>
              </p14:cNvPr>
              <p14:cNvContentPartPr/>
              <p14:nvPr/>
            </p14:nvContentPartPr>
            <p14:xfrm>
              <a:off x="5123853" y="1556121"/>
              <a:ext cx="362520" cy="427392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C1E5E2E6-1991-0C6E-E1F9-0CB3BD07BA60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5115213" y="1547121"/>
                <a:ext cx="380160" cy="429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4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9083B9B6-CAAA-661B-6551-BF47535FDB9A}"/>
                  </a:ext>
                </a:extLst>
              </p14:cNvPr>
              <p14:cNvContentPartPr/>
              <p14:nvPr/>
            </p14:nvContentPartPr>
            <p14:xfrm>
              <a:off x="5553693" y="2289801"/>
              <a:ext cx="430200" cy="6012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9083B9B6-CAAA-661B-6551-BF47535FDB9A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5544693" y="2281161"/>
                <a:ext cx="4478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6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09D4DB75-7216-4661-2286-38068886F910}"/>
                  </a:ext>
                </a:extLst>
              </p14:cNvPr>
              <p14:cNvContentPartPr/>
              <p14:nvPr/>
            </p14:nvContentPartPr>
            <p14:xfrm>
              <a:off x="6215373" y="2002161"/>
              <a:ext cx="43200" cy="17676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09D4DB75-7216-4661-2286-38068886F910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6206733" y="1993521"/>
                <a:ext cx="6084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8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76C4BB75-4EA5-0F26-59A8-66D39258E78C}"/>
                  </a:ext>
                </a:extLst>
              </p14:cNvPr>
              <p14:cNvContentPartPr/>
              <p14:nvPr/>
            </p14:nvContentPartPr>
            <p14:xfrm>
              <a:off x="6209613" y="1997841"/>
              <a:ext cx="1126800" cy="191520"/>
            </p14:xfrm>
          </p:contentPart>
        </mc:Choice>
        <mc:Fallback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76C4BB75-4EA5-0F26-59A8-66D39258E78C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6200973" y="1988841"/>
                <a:ext cx="114444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0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8DD84D33-F20E-21E5-8762-73B0C9EB6830}"/>
                  </a:ext>
                </a:extLst>
              </p14:cNvPr>
              <p14:cNvContentPartPr/>
              <p14:nvPr/>
            </p14:nvContentPartPr>
            <p14:xfrm>
              <a:off x="6198093" y="1701201"/>
              <a:ext cx="932040" cy="140760"/>
            </p14:xfrm>
          </p:contentPart>
        </mc:Choice>
        <mc:Fallback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8DD84D33-F20E-21E5-8762-73B0C9EB6830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6189093" y="1692561"/>
                <a:ext cx="9496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2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D13127D3-3ADC-B9AA-7319-4F22AEE19F26}"/>
                  </a:ext>
                </a:extLst>
              </p14:cNvPr>
              <p14:cNvContentPartPr/>
              <p14:nvPr/>
            </p14:nvContentPartPr>
            <p14:xfrm>
              <a:off x="6169293" y="1654761"/>
              <a:ext cx="1060920" cy="154800"/>
            </p14:xfrm>
          </p:contentPart>
        </mc:Choice>
        <mc:Fallback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D13127D3-3ADC-B9AA-7319-4F22AEE19F26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6160293" y="1646121"/>
                <a:ext cx="10785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4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0331D5E7-83E4-796A-02F6-0B72F9AFFD32}"/>
                  </a:ext>
                </a:extLst>
              </p14:cNvPr>
              <p14:cNvContentPartPr/>
              <p14:nvPr/>
            </p14:nvContentPartPr>
            <p14:xfrm>
              <a:off x="5746653" y="1639281"/>
              <a:ext cx="105840" cy="17640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0331D5E7-83E4-796A-02F6-0B72F9AFFD32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5737653" y="1630641"/>
                <a:ext cx="1234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6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541B1170-3247-32C9-1E05-96B1435CACD7}"/>
                  </a:ext>
                </a:extLst>
              </p14:cNvPr>
              <p14:cNvContentPartPr/>
              <p14:nvPr/>
            </p14:nvContentPartPr>
            <p14:xfrm>
              <a:off x="5904693" y="1686441"/>
              <a:ext cx="50040" cy="113400"/>
            </p14:xfrm>
          </p:contentPart>
        </mc:Choice>
        <mc:Fallback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541B1170-3247-32C9-1E05-96B1435CACD7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5895693" y="1677801"/>
                <a:ext cx="6768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8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E68737ED-0E1D-4404-A0B5-7F9E8CB8B958}"/>
                  </a:ext>
                </a:extLst>
              </p14:cNvPr>
              <p14:cNvContentPartPr/>
              <p14:nvPr/>
            </p14:nvContentPartPr>
            <p14:xfrm>
              <a:off x="5995413" y="1723161"/>
              <a:ext cx="17640" cy="77760"/>
            </p14:xfrm>
          </p:contentPart>
        </mc:Choice>
        <mc:Fallback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E68737ED-0E1D-4404-A0B5-7F9E8CB8B958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5986773" y="1714161"/>
                <a:ext cx="352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0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7372C40B-0874-B870-7260-B89C20FD15C4}"/>
                  </a:ext>
                </a:extLst>
              </p14:cNvPr>
              <p14:cNvContentPartPr/>
              <p14:nvPr/>
            </p14:nvContentPartPr>
            <p14:xfrm>
              <a:off x="5798853" y="2043201"/>
              <a:ext cx="105480" cy="202320"/>
            </p14:xfrm>
          </p:contentPart>
        </mc:Choice>
        <mc:Fallback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7372C40B-0874-B870-7260-B89C20FD15C4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5789853" y="2034561"/>
                <a:ext cx="1231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2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10268462-EFBE-B6D3-1376-C34A5192BD21}"/>
                  </a:ext>
                </a:extLst>
              </p14:cNvPr>
              <p14:cNvContentPartPr/>
              <p14:nvPr/>
            </p14:nvContentPartPr>
            <p14:xfrm>
              <a:off x="5949333" y="2064801"/>
              <a:ext cx="70200" cy="122400"/>
            </p14:xfrm>
          </p:contentPart>
        </mc:Choice>
        <mc:Fallback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10268462-EFBE-B6D3-1376-C34A5192BD21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5940693" y="2055801"/>
                <a:ext cx="8784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4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94EA3198-53F7-4254-68C2-31E10DDD21E4}"/>
                  </a:ext>
                </a:extLst>
              </p14:cNvPr>
              <p14:cNvContentPartPr/>
              <p14:nvPr/>
            </p14:nvContentPartPr>
            <p14:xfrm>
              <a:off x="6082173" y="2077401"/>
              <a:ext cx="33840" cy="91440"/>
            </p14:xfrm>
          </p:contentPart>
        </mc:Choice>
        <mc:Fallback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94EA3198-53F7-4254-68C2-31E10DDD21E4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6073533" y="2068761"/>
                <a:ext cx="5148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6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30CB9E6F-1158-A4C9-118C-B184573A181F}"/>
                  </a:ext>
                </a:extLst>
              </p14:cNvPr>
              <p14:cNvContentPartPr/>
              <p14:nvPr/>
            </p14:nvContentPartPr>
            <p14:xfrm>
              <a:off x="6006933" y="2090361"/>
              <a:ext cx="154800" cy="138960"/>
            </p14:xfrm>
          </p:contentPart>
        </mc:Choice>
        <mc:Fallback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30CB9E6F-1158-A4C9-118C-B184573A181F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5998293" y="2081721"/>
                <a:ext cx="17244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8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F153230E-7511-5A83-6E3B-713E51CCAFAD}"/>
                  </a:ext>
                </a:extLst>
              </p14:cNvPr>
              <p14:cNvContentPartPr/>
              <p14:nvPr/>
            </p14:nvContentPartPr>
            <p14:xfrm>
              <a:off x="7390413" y="1660161"/>
              <a:ext cx="181080" cy="3564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F153230E-7511-5A83-6E3B-713E51CCAFAD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7381413" y="1651161"/>
                <a:ext cx="1987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0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2AD3E2A5-9B44-90C6-7A6F-9E88B5F8C618}"/>
                  </a:ext>
                </a:extLst>
              </p14:cNvPr>
              <p14:cNvContentPartPr/>
              <p14:nvPr/>
            </p14:nvContentPartPr>
            <p14:xfrm>
              <a:off x="7442253" y="1721001"/>
              <a:ext cx="170280" cy="3276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2AD3E2A5-9B44-90C6-7A6F-9E88B5F8C618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7433613" y="1712001"/>
                <a:ext cx="1879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2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095D312D-71C7-016E-DE26-7384632A7AD0}"/>
                  </a:ext>
                </a:extLst>
              </p14:cNvPr>
              <p14:cNvContentPartPr/>
              <p14:nvPr/>
            </p14:nvContentPartPr>
            <p14:xfrm>
              <a:off x="7448013" y="1805601"/>
              <a:ext cx="213120" cy="17640"/>
            </p14:xfrm>
          </p:contentPart>
        </mc:Choice>
        <mc:Fallback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095D312D-71C7-016E-DE26-7384632A7AD0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7439373" y="1796961"/>
                <a:ext cx="23076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4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15D42FA5-7959-70AE-7C67-EC8B0C1BFF9F}"/>
                  </a:ext>
                </a:extLst>
              </p14:cNvPr>
              <p14:cNvContentPartPr/>
              <p14:nvPr/>
            </p14:nvContentPartPr>
            <p14:xfrm>
              <a:off x="7370253" y="2065881"/>
              <a:ext cx="122400" cy="91800"/>
            </p14:xfrm>
          </p:contentPart>
        </mc:Choice>
        <mc:Fallback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15D42FA5-7959-70AE-7C67-EC8B0C1BFF9F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7361613" y="2057241"/>
                <a:ext cx="14004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6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D09D26CF-DA90-F436-3E50-4A1EB7E31F19}"/>
                  </a:ext>
                </a:extLst>
              </p14:cNvPr>
              <p14:cNvContentPartPr/>
              <p14:nvPr/>
            </p14:nvContentPartPr>
            <p14:xfrm>
              <a:off x="7419213" y="2112321"/>
              <a:ext cx="392760" cy="360"/>
            </p14:xfrm>
          </p:contentPart>
        </mc:Choice>
        <mc:Fallback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D09D26CF-DA90-F436-3E50-4A1EB7E31F19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7410213" y="2103321"/>
                <a:ext cx="4104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8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43AC78A4-60A2-28FD-5CEE-9D97093C2830}"/>
                  </a:ext>
                </a:extLst>
              </p14:cNvPr>
              <p14:cNvContentPartPr/>
              <p14:nvPr/>
            </p14:nvContentPartPr>
            <p14:xfrm>
              <a:off x="6979293" y="2314641"/>
              <a:ext cx="968040" cy="59112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43AC78A4-60A2-28FD-5CEE-9D97093C2830}"/>
                  </a:ext>
                </a:extLst>
              </p:cNvPr>
              <p:cNvPicPr/>
              <p:nvPr/>
            </p:nvPicPr>
            <p:blipFill>
              <a:blip r:embed="rId529"/>
              <a:stretch>
                <a:fillRect/>
              </a:stretch>
            </p:blipFill>
            <p:spPr>
              <a:xfrm>
                <a:off x="6970653" y="2306001"/>
                <a:ext cx="985680" cy="60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0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E627A085-41E7-73E2-6EF6-5CC22740AB71}"/>
                  </a:ext>
                </a:extLst>
              </p14:cNvPr>
              <p14:cNvContentPartPr/>
              <p14:nvPr/>
            </p14:nvContentPartPr>
            <p14:xfrm>
              <a:off x="7147053" y="2305281"/>
              <a:ext cx="102600" cy="7200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E627A085-41E7-73E2-6EF6-5CC22740AB71}"/>
                  </a:ext>
                </a:extLst>
              </p:cNvPr>
              <p:cNvPicPr/>
              <p:nvPr/>
            </p:nvPicPr>
            <p:blipFill>
              <a:blip r:embed="rId531"/>
              <a:stretch>
                <a:fillRect/>
              </a:stretch>
            </p:blipFill>
            <p:spPr>
              <a:xfrm>
                <a:off x="7138413" y="2296641"/>
                <a:ext cx="12024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2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831A3E78-912E-8A79-8124-83D4DDD41076}"/>
                  </a:ext>
                </a:extLst>
              </p14:cNvPr>
              <p14:cNvContentPartPr/>
              <p14:nvPr/>
            </p14:nvContentPartPr>
            <p14:xfrm>
              <a:off x="7180893" y="2312121"/>
              <a:ext cx="82440" cy="10548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831A3E78-912E-8A79-8124-83D4DDD41076}"/>
                  </a:ext>
                </a:extLst>
              </p:cNvPr>
              <p:cNvPicPr/>
              <p:nvPr/>
            </p:nvPicPr>
            <p:blipFill>
              <a:blip r:embed="rId533"/>
              <a:stretch>
                <a:fillRect/>
              </a:stretch>
            </p:blipFill>
            <p:spPr>
              <a:xfrm>
                <a:off x="7171893" y="2303481"/>
                <a:ext cx="10008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4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39AB1051-5EFD-9252-C4BA-36500FA6AE92}"/>
                  </a:ext>
                </a:extLst>
              </p14:cNvPr>
              <p14:cNvContentPartPr/>
              <p14:nvPr/>
            </p14:nvContentPartPr>
            <p14:xfrm>
              <a:off x="7322013" y="2321481"/>
              <a:ext cx="60840" cy="10440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39AB1051-5EFD-9252-C4BA-36500FA6AE92}"/>
                  </a:ext>
                </a:extLst>
              </p:cNvPr>
              <p:cNvPicPr/>
              <p:nvPr/>
            </p:nvPicPr>
            <p:blipFill>
              <a:blip r:embed="rId535"/>
              <a:stretch>
                <a:fillRect/>
              </a:stretch>
            </p:blipFill>
            <p:spPr>
              <a:xfrm>
                <a:off x="7313013" y="2312841"/>
                <a:ext cx="7848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6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49A0AD4C-FCFA-EF4F-59AC-21A2F6342127}"/>
                  </a:ext>
                </a:extLst>
              </p14:cNvPr>
              <p14:cNvContentPartPr/>
              <p14:nvPr/>
            </p14:nvContentPartPr>
            <p14:xfrm>
              <a:off x="7424973" y="2315721"/>
              <a:ext cx="260280" cy="8748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49A0AD4C-FCFA-EF4F-59AC-21A2F6342127}"/>
                  </a:ext>
                </a:extLst>
              </p:cNvPr>
              <p:cNvPicPr/>
              <p:nvPr/>
            </p:nvPicPr>
            <p:blipFill>
              <a:blip r:embed="rId537"/>
              <a:stretch>
                <a:fillRect/>
              </a:stretch>
            </p:blipFill>
            <p:spPr>
              <a:xfrm>
                <a:off x="7416333" y="2306721"/>
                <a:ext cx="27792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8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F73D5A22-0F6C-48E1-70BF-8D3993B30A47}"/>
                  </a:ext>
                </a:extLst>
              </p14:cNvPr>
              <p14:cNvContentPartPr/>
              <p14:nvPr/>
            </p14:nvContentPartPr>
            <p14:xfrm>
              <a:off x="6165333" y="1889841"/>
              <a:ext cx="124560" cy="11124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F73D5A22-0F6C-48E1-70BF-8D3993B30A47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6156693" y="1880841"/>
                <a:ext cx="14220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0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B51A0994-76B1-0354-DAC5-03E7B9D2CAA2}"/>
                  </a:ext>
                </a:extLst>
              </p14:cNvPr>
              <p14:cNvContentPartPr/>
              <p14:nvPr/>
            </p14:nvContentPartPr>
            <p14:xfrm>
              <a:off x="6301773" y="1906041"/>
              <a:ext cx="98640" cy="10908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B51A0994-76B1-0354-DAC5-03E7B9D2CAA2}"/>
                  </a:ext>
                </a:extLst>
              </p:cNvPr>
              <p:cNvPicPr/>
              <p:nvPr/>
            </p:nvPicPr>
            <p:blipFill>
              <a:blip r:embed="rId541"/>
              <a:stretch>
                <a:fillRect/>
              </a:stretch>
            </p:blipFill>
            <p:spPr>
              <a:xfrm>
                <a:off x="6293133" y="1897041"/>
                <a:ext cx="1162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2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D2DB9210-B78D-4795-B4FD-161D5EE8B406}"/>
                  </a:ext>
                </a:extLst>
              </p14:cNvPr>
              <p14:cNvContentPartPr/>
              <p14:nvPr/>
            </p14:nvContentPartPr>
            <p14:xfrm>
              <a:off x="6446853" y="1944201"/>
              <a:ext cx="11880" cy="86760"/>
            </p14:xfrm>
          </p:contentPart>
        </mc:Choice>
        <mc:Fallback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D2DB9210-B78D-4795-B4FD-161D5EE8B406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6437853" y="1935561"/>
                <a:ext cx="295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4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8E7F7436-BD8A-7433-C141-FD31C1C67FFF}"/>
                  </a:ext>
                </a:extLst>
              </p14:cNvPr>
              <p14:cNvContentPartPr/>
              <p14:nvPr/>
            </p14:nvContentPartPr>
            <p14:xfrm>
              <a:off x="6462333" y="1926921"/>
              <a:ext cx="8280" cy="11880"/>
            </p14:xfrm>
          </p:contentPart>
        </mc:Choice>
        <mc:Fallback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8E7F7436-BD8A-7433-C141-FD31C1C67FFF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6453333" y="1918281"/>
                <a:ext cx="2592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5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97C9C1B4-AEBA-06BA-8777-74A8EB24D468}"/>
                  </a:ext>
                </a:extLst>
              </p14:cNvPr>
              <p14:cNvContentPartPr/>
              <p14:nvPr/>
            </p14:nvContentPartPr>
            <p14:xfrm>
              <a:off x="6638013" y="1884801"/>
              <a:ext cx="787320" cy="205560"/>
            </p14:xfrm>
          </p:contentPart>
        </mc:Choice>
        <mc:Fallback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97C9C1B4-AEBA-06BA-8777-74A8EB24D468}"/>
                  </a:ext>
                </a:extLst>
              </p:cNvPr>
              <p:cNvPicPr/>
              <p:nvPr/>
            </p:nvPicPr>
            <p:blipFill>
              <a:blip r:embed="rId546"/>
              <a:stretch>
                <a:fillRect/>
              </a:stretch>
            </p:blipFill>
            <p:spPr>
              <a:xfrm>
                <a:off x="6629013" y="1875801"/>
                <a:ext cx="80496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7">
            <p14:nvContentPartPr>
              <p14:cNvPr id="374" name="Ink 373">
                <a:extLst>
                  <a:ext uri="{FF2B5EF4-FFF2-40B4-BE49-F238E27FC236}">
                    <a16:creationId xmlns:a16="http://schemas.microsoft.com/office/drawing/2014/main" id="{E1576F75-B834-1395-66CA-175C62BBF1FD}"/>
                  </a:ext>
                </a:extLst>
              </p14:cNvPr>
              <p14:cNvContentPartPr/>
              <p14:nvPr/>
            </p14:nvContentPartPr>
            <p14:xfrm>
              <a:off x="7401933" y="1921161"/>
              <a:ext cx="1278360" cy="133200"/>
            </p14:xfrm>
          </p:contentPart>
        </mc:Choice>
        <mc:Fallback>
          <p:pic>
            <p:nvPicPr>
              <p:cNvPr id="374" name="Ink 373">
                <a:extLst>
                  <a:ext uri="{FF2B5EF4-FFF2-40B4-BE49-F238E27FC236}">
                    <a16:creationId xmlns:a16="http://schemas.microsoft.com/office/drawing/2014/main" id="{E1576F75-B834-1395-66CA-175C62BBF1FD}"/>
                  </a:ext>
                </a:extLst>
              </p:cNvPr>
              <p:cNvPicPr/>
              <p:nvPr/>
            </p:nvPicPr>
            <p:blipFill>
              <a:blip r:embed="rId548"/>
              <a:stretch>
                <a:fillRect/>
              </a:stretch>
            </p:blipFill>
            <p:spPr>
              <a:xfrm>
                <a:off x="7392933" y="1912521"/>
                <a:ext cx="129600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9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26B0F34B-EF5D-065A-A84A-642D02441FAF}"/>
                  </a:ext>
                </a:extLst>
              </p14:cNvPr>
              <p14:cNvContentPartPr/>
              <p14:nvPr/>
            </p14:nvContentPartPr>
            <p14:xfrm>
              <a:off x="8623053" y="1973721"/>
              <a:ext cx="91440" cy="13824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26B0F34B-EF5D-065A-A84A-642D02441FAF}"/>
                  </a:ext>
                </a:extLst>
              </p:cNvPr>
              <p:cNvPicPr/>
              <p:nvPr/>
            </p:nvPicPr>
            <p:blipFill>
              <a:blip r:embed="rId550"/>
              <a:stretch>
                <a:fillRect/>
              </a:stretch>
            </p:blipFill>
            <p:spPr>
              <a:xfrm>
                <a:off x="8614413" y="1965081"/>
                <a:ext cx="10908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1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D6E214A9-7425-9E67-C7B0-7AFB928B4F7B}"/>
                  </a:ext>
                </a:extLst>
              </p14:cNvPr>
              <p14:cNvContentPartPr/>
              <p14:nvPr/>
            </p14:nvContentPartPr>
            <p14:xfrm>
              <a:off x="9259533" y="1109721"/>
              <a:ext cx="1231920" cy="696240"/>
            </p14:xfrm>
          </p:contentPart>
        </mc:Choice>
        <mc:Fallback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D6E214A9-7425-9E67-C7B0-7AFB928B4F7B}"/>
                  </a:ext>
                </a:extLst>
              </p:cNvPr>
              <p:cNvPicPr/>
              <p:nvPr/>
            </p:nvPicPr>
            <p:blipFill>
              <a:blip r:embed="rId552"/>
              <a:stretch>
                <a:fillRect/>
              </a:stretch>
            </p:blipFill>
            <p:spPr>
              <a:xfrm>
                <a:off x="9250893" y="1100721"/>
                <a:ext cx="1249560" cy="71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3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4BEA2E0D-0111-133C-8D58-C49AC0F48D28}"/>
                  </a:ext>
                </a:extLst>
              </p14:cNvPr>
              <p14:cNvContentPartPr/>
              <p14:nvPr/>
            </p14:nvContentPartPr>
            <p14:xfrm>
              <a:off x="10416933" y="1082001"/>
              <a:ext cx="54360" cy="125280"/>
            </p14:xfrm>
          </p:contentPart>
        </mc:Choice>
        <mc:Fallback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4BEA2E0D-0111-133C-8D58-C49AC0F48D28}"/>
                  </a:ext>
                </a:extLst>
              </p:cNvPr>
              <p:cNvPicPr/>
              <p:nvPr/>
            </p:nvPicPr>
            <p:blipFill>
              <a:blip r:embed="rId554"/>
              <a:stretch>
                <a:fillRect/>
              </a:stretch>
            </p:blipFill>
            <p:spPr>
              <a:xfrm>
                <a:off x="10408293" y="1073361"/>
                <a:ext cx="72000" cy="14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5" name="Group 384">
            <a:extLst>
              <a:ext uri="{FF2B5EF4-FFF2-40B4-BE49-F238E27FC236}">
                <a16:creationId xmlns:a16="http://schemas.microsoft.com/office/drawing/2014/main" id="{08F36801-FF6E-9B36-C595-F30118BE2BD0}"/>
              </a:ext>
            </a:extLst>
          </p:cNvPr>
          <p:cNvGrpSpPr/>
          <p:nvPr/>
        </p:nvGrpSpPr>
        <p:grpSpPr>
          <a:xfrm>
            <a:off x="2651373" y="2621361"/>
            <a:ext cx="2430360" cy="1348920"/>
            <a:chOff x="2651373" y="2621361"/>
            <a:chExt cx="2430360" cy="13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296A9E9-C60C-8A90-4EA2-B7214E24EAD0}"/>
                    </a:ext>
                  </a:extLst>
                </p14:cNvPr>
                <p14:cNvContentPartPr/>
                <p14:nvPr/>
              </p14:nvContentPartPr>
              <p14:xfrm>
                <a:off x="2656053" y="2725761"/>
                <a:ext cx="198360" cy="6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296A9E9-C60C-8A90-4EA2-B7214E24EAD0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2647413" y="2717121"/>
                  <a:ext cx="2160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0159AE1-EF2A-BEF8-65B5-AEB7617AD766}"/>
                    </a:ext>
                  </a:extLst>
                </p14:cNvPr>
                <p14:cNvContentPartPr/>
                <p14:nvPr/>
              </p14:nvContentPartPr>
              <p14:xfrm>
                <a:off x="3103893" y="2661681"/>
                <a:ext cx="162000" cy="134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0159AE1-EF2A-BEF8-65B5-AEB7617AD766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3094893" y="2652681"/>
                  <a:ext cx="1796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15198FB-63E6-112E-3E33-F4B4C146616A}"/>
                    </a:ext>
                  </a:extLst>
                </p14:cNvPr>
                <p14:cNvContentPartPr/>
                <p14:nvPr/>
              </p14:nvContentPartPr>
              <p14:xfrm>
                <a:off x="3315933" y="2660961"/>
                <a:ext cx="180000" cy="105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15198FB-63E6-112E-3E33-F4B4C146616A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3306933" y="2651961"/>
                  <a:ext cx="1976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97CF5C7-1CA6-8CE5-8177-B5BD34E0F5FC}"/>
                    </a:ext>
                  </a:extLst>
                </p14:cNvPr>
                <p14:cNvContentPartPr/>
                <p14:nvPr/>
              </p14:nvContentPartPr>
              <p14:xfrm>
                <a:off x="3541653" y="2649801"/>
                <a:ext cx="192240" cy="132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97CF5C7-1CA6-8CE5-8177-B5BD34E0F5FC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3533013" y="2641161"/>
                  <a:ext cx="209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FBE93A0-49D5-BF47-7D56-2D1E79C5BAF1}"/>
                    </a:ext>
                  </a:extLst>
                </p14:cNvPr>
                <p14:cNvContentPartPr/>
                <p14:nvPr/>
              </p14:nvContentPartPr>
              <p14:xfrm>
                <a:off x="2651373" y="3749601"/>
                <a:ext cx="180360" cy="29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FBE93A0-49D5-BF47-7D56-2D1E79C5BAF1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2642373" y="3740601"/>
                  <a:ext cx="198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1209B78-CAB2-8E67-3EB2-BC666E107C56}"/>
                    </a:ext>
                  </a:extLst>
                </p14:cNvPr>
                <p14:cNvContentPartPr/>
                <p14:nvPr/>
              </p14:nvContentPartPr>
              <p14:xfrm>
                <a:off x="3084813" y="3702801"/>
                <a:ext cx="170280" cy="210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1209B78-CAB2-8E67-3EB2-BC666E107C56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3076173" y="3694161"/>
                  <a:ext cx="1879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E4D1D0B-E4A5-74C8-F4F3-34CCE884F1C7}"/>
                    </a:ext>
                  </a:extLst>
                </p14:cNvPr>
                <p14:cNvContentPartPr/>
                <p14:nvPr/>
              </p14:nvContentPartPr>
              <p14:xfrm>
                <a:off x="3304413" y="3711441"/>
                <a:ext cx="181080" cy="165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E4D1D0B-E4A5-74C8-F4F3-34CCE884F1C7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3295413" y="3702801"/>
                  <a:ext cx="198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05436E0-6AF8-E660-A6A9-2D9F89050B4C}"/>
                    </a:ext>
                  </a:extLst>
                </p14:cNvPr>
                <p14:cNvContentPartPr/>
                <p14:nvPr/>
              </p14:nvContentPartPr>
              <p14:xfrm>
                <a:off x="3605373" y="3792441"/>
                <a:ext cx="86400" cy="9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05436E0-6AF8-E660-A6A9-2D9F89050B4C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3596373" y="3783801"/>
                  <a:ext cx="1040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68577CF-784F-F03A-B636-82CCA8102B46}"/>
                    </a:ext>
                  </a:extLst>
                </p14:cNvPr>
                <p14:cNvContentPartPr/>
                <p14:nvPr/>
              </p14:nvContentPartPr>
              <p14:xfrm>
                <a:off x="3778893" y="3636201"/>
                <a:ext cx="184680" cy="219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68577CF-784F-F03A-B636-82CCA8102B46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3769893" y="3627201"/>
                  <a:ext cx="2023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68172BF-0D6D-4EBD-8942-49292BE953A1}"/>
                    </a:ext>
                  </a:extLst>
                </p14:cNvPr>
                <p14:cNvContentPartPr/>
                <p14:nvPr/>
              </p14:nvContentPartPr>
              <p14:xfrm>
                <a:off x="4027653" y="3710001"/>
                <a:ext cx="89280" cy="144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68172BF-0D6D-4EBD-8942-49292BE953A1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4019013" y="3701001"/>
                  <a:ext cx="1069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28C5F0F-6811-A787-683C-49FDF26C196C}"/>
                    </a:ext>
                  </a:extLst>
                </p14:cNvPr>
                <p14:cNvContentPartPr/>
                <p14:nvPr/>
              </p14:nvContentPartPr>
              <p14:xfrm>
                <a:off x="4195413" y="3715401"/>
                <a:ext cx="99360" cy="188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28C5F0F-6811-A787-683C-49FDF26C196C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4186773" y="3706761"/>
                  <a:ext cx="117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E67968E-0166-EF0E-DCF5-02FF906A07E8}"/>
                    </a:ext>
                  </a:extLst>
                </p14:cNvPr>
                <p14:cNvContentPartPr/>
                <p14:nvPr/>
              </p14:nvContentPartPr>
              <p14:xfrm>
                <a:off x="4328613" y="3646641"/>
                <a:ext cx="39240" cy="157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E67968E-0166-EF0E-DCF5-02FF906A07E8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4319973" y="3638001"/>
                  <a:ext cx="568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278E8BA-0B38-187D-A436-C0E10B3ECCE6}"/>
                    </a:ext>
                  </a:extLst>
                </p14:cNvPr>
                <p14:cNvContentPartPr/>
                <p14:nvPr/>
              </p14:nvContentPartPr>
              <p14:xfrm>
                <a:off x="4454973" y="3705321"/>
                <a:ext cx="292320" cy="264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278E8BA-0B38-187D-A436-C0E10B3ECCE6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4446333" y="3696681"/>
                  <a:ext cx="3099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6F7B855-ECEF-F0BF-C4F6-0E366E9C2CBC}"/>
                    </a:ext>
                  </a:extLst>
                </p14:cNvPr>
                <p14:cNvContentPartPr/>
                <p14:nvPr/>
              </p14:nvContentPartPr>
              <p14:xfrm>
                <a:off x="4797693" y="3704961"/>
                <a:ext cx="69120" cy="143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6F7B855-ECEF-F0BF-C4F6-0E366E9C2CBC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4789053" y="3696321"/>
                  <a:ext cx="867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63B5A87-FF09-35D0-F0F8-8A6E3CEFD0F6}"/>
                    </a:ext>
                  </a:extLst>
                </p14:cNvPr>
                <p14:cNvContentPartPr/>
                <p14:nvPr/>
              </p14:nvContentPartPr>
              <p14:xfrm>
                <a:off x="4929453" y="3663921"/>
                <a:ext cx="152280" cy="156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63B5A87-FF09-35D0-F0F8-8A6E3CEFD0F6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4920813" y="3654921"/>
                  <a:ext cx="1699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0B89C25-E08F-97A7-DD37-D1E4CE4AAFE2}"/>
                    </a:ext>
                  </a:extLst>
                </p14:cNvPr>
                <p14:cNvContentPartPr/>
                <p14:nvPr/>
              </p14:nvContentPartPr>
              <p14:xfrm>
                <a:off x="3125493" y="3029241"/>
                <a:ext cx="221400" cy="164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0B89C25-E08F-97A7-DD37-D1E4CE4AAFE2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3116493" y="3020241"/>
                  <a:ext cx="2390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1BFA131-491A-A83A-143D-54DB4F001B1B}"/>
                    </a:ext>
                  </a:extLst>
                </p14:cNvPr>
                <p14:cNvContentPartPr/>
                <p14:nvPr/>
              </p14:nvContentPartPr>
              <p14:xfrm>
                <a:off x="3418533" y="3059481"/>
                <a:ext cx="106920" cy="118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1BFA131-491A-A83A-143D-54DB4F001B1B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3409893" y="3050841"/>
                  <a:ext cx="1245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8FAF8D3-E103-E6E6-DBFB-B3EA1C672425}"/>
                    </a:ext>
                  </a:extLst>
                </p14:cNvPr>
                <p14:cNvContentPartPr/>
                <p14:nvPr/>
              </p14:nvContentPartPr>
              <p14:xfrm>
                <a:off x="3588813" y="2964801"/>
                <a:ext cx="144360" cy="207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8FAF8D3-E103-E6E6-DBFB-B3EA1C672425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3580173" y="2956161"/>
                  <a:ext cx="162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6521F1A-2201-719B-FE7D-122A6E0A1D4C}"/>
                    </a:ext>
                  </a:extLst>
                </p14:cNvPr>
                <p14:cNvContentPartPr/>
                <p14:nvPr/>
              </p14:nvContentPartPr>
              <p14:xfrm>
                <a:off x="3817773" y="3016641"/>
                <a:ext cx="127440" cy="128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6521F1A-2201-719B-FE7D-122A6E0A1D4C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3809133" y="3007641"/>
                  <a:ext cx="145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7CA991C5-0590-B621-15E9-75593E0CF68C}"/>
                    </a:ext>
                  </a:extLst>
                </p14:cNvPr>
                <p14:cNvContentPartPr/>
                <p14:nvPr/>
              </p14:nvContentPartPr>
              <p14:xfrm>
                <a:off x="3048453" y="3305001"/>
                <a:ext cx="151920" cy="1447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7CA991C5-0590-B621-15E9-75593E0CF68C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3039453" y="3296001"/>
                  <a:ext cx="169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19627DAF-AAD5-CFCD-F475-A17D42C9861E}"/>
                    </a:ext>
                  </a:extLst>
                </p14:cNvPr>
                <p14:cNvContentPartPr/>
                <p14:nvPr/>
              </p14:nvContentPartPr>
              <p14:xfrm>
                <a:off x="3234933" y="3334881"/>
                <a:ext cx="244080" cy="1774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19627DAF-AAD5-CFCD-F475-A17D42C9861E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3226293" y="3326241"/>
                  <a:ext cx="2617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33D02221-986D-8268-D66C-9827F7DCABDE}"/>
                    </a:ext>
                  </a:extLst>
                </p14:cNvPr>
                <p14:cNvContentPartPr/>
                <p14:nvPr/>
              </p14:nvContentPartPr>
              <p14:xfrm>
                <a:off x="3529773" y="3337041"/>
                <a:ext cx="88920" cy="9000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33D02221-986D-8268-D66C-9827F7DCABDE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3520773" y="3328041"/>
                  <a:ext cx="106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9FC72BE-2B7A-9BB4-CEC0-14539401E145}"/>
                    </a:ext>
                  </a:extLst>
                </p14:cNvPr>
                <p14:cNvContentPartPr/>
                <p14:nvPr/>
              </p14:nvContentPartPr>
              <p14:xfrm>
                <a:off x="3680613" y="3339921"/>
                <a:ext cx="6480" cy="4896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9FC72BE-2B7A-9BB4-CEC0-14539401E145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3671613" y="3331281"/>
                  <a:ext cx="241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999DCDD1-2791-93C1-6B04-0C0F1C4332C9}"/>
                    </a:ext>
                  </a:extLst>
                </p14:cNvPr>
                <p14:cNvContentPartPr/>
                <p14:nvPr/>
              </p14:nvContentPartPr>
              <p14:xfrm>
                <a:off x="3675933" y="3251001"/>
                <a:ext cx="10440" cy="756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999DCDD1-2791-93C1-6B04-0C0F1C4332C9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3667293" y="3242001"/>
                  <a:ext cx="280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52D572B0-C261-DC41-668D-13ACFA0A5DB5}"/>
                    </a:ext>
                  </a:extLst>
                </p14:cNvPr>
                <p14:cNvContentPartPr/>
                <p14:nvPr/>
              </p14:nvContentPartPr>
              <p14:xfrm>
                <a:off x="3744333" y="3292041"/>
                <a:ext cx="92160" cy="1083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52D572B0-C261-DC41-668D-13ACFA0A5DB5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3735333" y="3283401"/>
                  <a:ext cx="1098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D30EDD7-9CA2-448B-0448-2B3368CC612F}"/>
                    </a:ext>
                  </a:extLst>
                </p14:cNvPr>
                <p14:cNvContentPartPr/>
                <p14:nvPr/>
              </p14:nvContentPartPr>
              <p14:xfrm>
                <a:off x="3869973" y="3298881"/>
                <a:ext cx="101880" cy="10332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D30EDD7-9CA2-448B-0448-2B3368CC612F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3861333" y="3289881"/>
                  <a:ext cx="1195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DE9F4C70-AE61-5E6D-DDA1-A5AABD583167}"/>
                    </a:ext>
                  </a:extLst>
                </p14:cNvPr>
                <p14:cNvContentPartPr/>
                <p14:nvPr/>
              </p14:nvContentPartPr>
              <p14:xfrm>
                <a:off x="4066173" y="3292761"/>
                <a:ext cx="2520" cy="14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DE9F4C70-AE61-5E6D-DDA1-A5AABD58316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57173" y="3284121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107E92F3-B544-DEA4-DD43-6FAFC7ACC66D}"/>
                    </a:ext>
                  </a:extLst>
                </p14:cNvPr>
                <p14:cNvContentPartPr/>
                <p14:nvPr/>
              </p14:nvContentPartPr>
              <p14:xfrm>
                <a:off x="4074093" y="3397161"/>
                <a:ext cx="1440" cy="252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107E92F3-B544-DEA4-DD43-6FAFC7ACC66D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4065453" y="3388161"/>
                  <a:ext cx="190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92AF0D0-FF22-0656-C246-9407A06AD02E}"/>
                    </a:ext>
                  </a:extLst>
                </p14:cNvPr>
                <p14:cNvContentPartPr/>
                <p14:nvPr/>
              </p14:nvContentPartPr>
              <p14:xfrm>
                <a:off x="4149333" y="3303201"/>
                <a:ext cx="104400" cy="1033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92AF0D0-FF22-0656-C246-9407A06AD02E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4140693" y="3294201"/>
                  <a:ext cx="1220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227412FC-2EE2-3FAC-1431-418FA83BBDD6}"/>
                    </a:ext>
                  </a:extLst>
                </p14:cNvPr>
                <p14:cNvContentPartPr/>
                <p14:nvPr/>
              </p14:nvContentPartPr>
              <p14:xfrm>
                <a:off x="4151853" y="3284481"/>
                <a:ext cx="101880" cy="1411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227412FC-2EE2-3FAC-1431-418FA83BBDD6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4143213" y="3275481"/>
                  <a:ext cx="1195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0DB02C47-4FB3-7BFD-B828-A2AAB3CA0071}"/>
                    </a:ext>
                  </a:extLst>
                </p14:cNvPr>
                <p14:cNvContentPartPr/>
                <p14:nvPr/>
              </p14:nvContentPartPr>
              <p14:xfrm>
                <a:off x="4328253" y="3287001"/>
                <a:ext cx="101520" cy="13968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0DB02C47-4FB3-7BFD-B828-A2AAB3CA0071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4319253" y="3278361"/>
                  <a:ext cx="1191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18E5A7F3-3B14-9F72-7781-0F5B1A788371}"/>
                    </a:ext>
                  </a:extLst>
                </p14:cNvPr>
                <p14:cNvContentPartPr/>
                <p14:nvPr/>
              </p14:nvContentPartPr>
              <p14:xfrm>
                <a:off x="4496733" y="3287361"/>
                <a:ext cx="111240" cy="997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18E5A7F3-3B14-9F72-7781-0F5B1A78837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4487733" y="3278361"/>
                  <a:ext cx="128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7AD92398-3C22-DD21-D207-1BC3F0AD1176}"/>
                    </a:ext>
                  </a:extLst>
                </p14:cNvPr>
                <p14:cNvContentPartPr/>
                <p14:nvPr/>
              </p14:nvContentPartPr>
              <p14:xfrm>
                <a:off x="4687533" y="3265041"/>
                <a:ext cx="127800" cy="12708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7AD92398-3C22-DD21-D207-1BC3F0AD1176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4678533" y="3256401"/>
                  <a:ext cx="145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E4063427-D83E-A30D-570B-752F7595C32E}"/>
                    </a:ext>
                  </a:extLst>
                </p14:cNvPr>
                <p14:cNvContentPartPr/>
                <p14:nvPr/>
              </p14:nvContentPartPr>
              <p14:xfrm>
                <a:off x="4889133" y="3281241"/>
                <a:ext cx="167760" cy="918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E4063427-D83E-A30D-570B-752F7595C32E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4880133" y="3272601"/>
                  <a:ext cx="185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FBC162F2-9B0A-A72D-66A6-0FC368D53CA9}"/>
                    </a:ext>
                  </a:extLst>
                </p14:cNvPr>
                <p14:cNvContentPartPr/>
                <p14:nvPr/>
              </p14:nvContentPartPr>
              <p14:xfrm>
                <a:off x="4154373" y="3465561"/>
                <a:ext cx="111600" cy="11088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FBC162F2-9B0A-A72D-66A6-0FC368D53CA9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4145373" y="3456921"/>
                  <a:ext cx="1292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3ED47E71-60E6-06EF-F619-D2E1590F4BE9}"/>
                    </a:ext>
                  </a:extLst>
                </p14:cNvPr>
                <p14:cNvContentPartPr/>
                <p14:nvPr/>
              </p14:nvContentPartPr>
              <p14:xfrm>
                <a:off x="4310973" y="3487161"/>
                <a:ext cx="115560" cy="10584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3ED47E71-60E6-06EF-F619-D2E1590F4BE9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4301973" y="3478161"/>
                  <a:ext cx="1332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297C0B49-9D40-7256-B9F2-B99A6F954375}"/>
                    </a:ext>
                  </a:extLst>
                </p14:cNvPr>
                <p14:cNvContentPartPr/>
                <p14:nvPr/>
              </p14:nvContentPartPr>
              <p14:xfrm>
                <a:off x="4490973" y="3518481"/>
                <a:ext cx="12960" cy="6372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297C0B49-9D40-7256-B9F2-B99A6F954375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4481973" y="3509841"/>
                  <a:ext cx="306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03FF610A-4E53-DD85-8FC6-3E348269FE69}"/>
                    </a:ext>
                  </a:extLst>
                </p14:cNvPr>
                <p14:cNvContentPartPr/>
                <p14:nvPr/>
              </p14:nvContentPartPr>
              <p14:xfrm>
                <a:off x="4523733" y="3506241"/>
                <a:ext cx="13680" cy="1836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03FF610A-4E53-DD85-8FC6-3E348269FE69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4515093" y="3497601"/>
                  <a:ext cx="31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CD22E16A-BEFD-FD0A-7BD3-EF42E1A44D13}"/>
                    </a:ext>
                  </a:extLst>
                </p14:cNvPr>
                <p14:cNvContentPartPr/>
                <p14:nvPr/>
              </p14:nvContentPartPr>
              <p14:xfrm>
                <a:off x="2981133" y="2621361"/>
                <a:ext cx="140760" cy="73800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CD22E16A-BEFD-FD0A-7BD3-EF42E1A44D13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2972493" y="2612721"/>
                  <a:ext cx="158400" cy="755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31794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15C6-C2BC-F8B3-73CE-FEB48FB66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Microservice from postman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1F1C54-8E03-60C7-9B24-9BC9CF50ED85}"/>
              </a:ext>
            </a:extLst>
          </p:cNvPr>
          <p:cNvSpPr txBox="1"/>
          <p:nvPr/>
        </p:nvSpPr>
        <p:spPr>
          <a:xfrm>
            <a:off x="160139" y="811178"/>
            <a:ext cx="11806237" cy="1630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063" marR="0" lvl="0" indent="-457063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999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After the deployment, we open the postman tool and try to access resource with URL /vendor </a:t>
            </a:r>
            <a:r>
              <a:rPr kumimoji="0" lang="en-US" sz="1999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url</a:t>
            </a:r>
            <a:r>
              <a:rPr kumimoji="0" lang="en-US" sz="1999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, it gives unauthenticated.</a:t>
            </a:r>
          </a:p>
          <a:p>
            <a:pPr marL="457063" marR="0" lvl="0" indent="-457063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999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We need to obtain access token so we went to authorization table and added the OAuth2.0 option and provided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9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A1C8B054-AC28-43FF-46FA-F411BBD3FD51}"/>
              </a:ext>
            </a:extLst>
          </p:cNvPr>
          <p:cNvGraphicFramePr>
            <a:graphicFrameLocks noGrp="1"/>
          </p:cNvGraphicFramePr>
          <p:nvPr/>
        </p:nvGraphicFramePr>
        <p:xfrm>
          <a:off x="180860" y="2236348"/>
          <a:ext cx="11644514" cy="2965944"/>
        </p:xfrm>
        <a:graphic>
          <a:graphicData uri="http://schemas.openxmlformats.org/drawingml/2006/table">
            <a:tbl>
              <a:tblPr firstRow="1" bandRow="1"/>
              <a:tblGrid>
                <a:gridCol w="3290785">
                  <a:extLst>
                    <a:ext uri="{9D8B030D-6E8A-4147-A177-3AD203B41FA5}">
                      <a16:colId xmlns:a16="http://schemas.microsoft.com/office/drawing/2014/main" val="686647361"/>
                    </a:ext>
                  </a:extLst>
                </a:gridCol>
                <a:gridCol w="8353729">
                  <a:extLst>
                    <a:ext uri="{9D8B030D-6E8A-4147-A177-3AD203B41FA5}">
                      <a16:colId xmlns:a16="http://schemas.microsoft.com/office/drawing/2014/main" val="2464886500"/>
                    </a:ext>
                  </a:extLst>
                </a:gridCol>
              </a:tblGrid>
              <a:tr h="370743"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Properties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/>
                    </a:solidFill>
                  </a:tcPr>
                </a:tc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Value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972069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Token Name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BTPJWTToken</a:t>
                      </a:r>
                      <a:endParaRPr lang="en-US" sz="1600" dirty="0"/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289465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Grant Type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Password credentials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752812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Access Token URL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Service key of </a:t>
                      </a:r>
                      <a:r>
                        <a:rPr lang="en-US" sz="1600" dirty="0" err="1"/>
                        <a:t>xsuaa</a:t>
                      </a:r>
                      <a:r>
                        <a:rPr lang="en-US" sz="1600" dirty="0"/>
                        <a:t> – </a:t>
                      </a:r>
                      <a:r>
                        <a:rPr lang="en-US" sz="1600" dirty="0" err="1"/>
                        <a:t>url</a:t>
                      </a:r>
                      <a:r>
                        <a:rPr lang="en-US" sz="1600" dirty="0"/>
                        <a:t>, append </a:t>
                      </a: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oauth</a:t>
                      </a: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/token</a:t>
                      </a:r>
                      <a:endParaRPr lang="en-US" sz="1600" b="1" dirty="0"/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187099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Client Id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Service key – </a:t>
                      </a:r>
                      <a:r>
                        <a:rPr lang="en-US" sz="1600" dirty="0" err="1"/>
                        <a:t>client_id</a:t>
                      </a:r>
                      <a:endParaRPr lang="en-US" sz="1600" dirty="0"/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269835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Client Secret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Service key – </a:t>
                      </a:r>
                      <a:r>
                        <a:rPr lang="en-US" sz="1600" dirty="0" err="1"/>
                        <a:t>client_secret</a:t>
                      </a:r>
                      <a:endParaRPr lang="en-US" sz="1600" dirty="0"/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203588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Username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Our BTP account user id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788176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Password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Our BTP account password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584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FB5595D-B4F0-BA65-4DAB-48724BA32027}"/>
              </a:ext>
            </a:extLst>
          </p:cNvPr>
          <p:cNvSpPr txBox="1"/>
          <p:nvPr/>
        </p:nvSpPr>
        <p:spPr>
          <a:xfrm>
            <a:off x="160139" y="5234036"/>
            <a:ext cx="11922315" cy="1569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3. Call get token and choose use token button once token was fetched.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4. Again make get request for /vendor, and we should get response.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5. If we try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/vendor/,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it will not work because, we are looking for Role. 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6. Went to BTP subaccount and created a Role collection, added the role template and assign same to our user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7. Again get the token and try to access end point for OData, this time it works.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546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Current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796D8E-6200-6FFF-317A-54B3F37144BC}"/>
              </a:ext>
            </a:extLst>
          </p:cNvPr>
          <p:cNvSpPr txBox="1"/>
          <p:nvPr/>
        </p:nvSpPr>
        <p:spPr>
          <a:xfrm>
            <a:off x="191294" y="837387"/>
            <a:ext cx="118062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Did you notice, that we need to first pass lots of technical details from service key</a:t>
            </a:r>
          </a:p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Pass all the info in correct manner to postman to obtain token</a:t>
            </a:r>
          </a:p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Once the token expired, we need to reobtain again and again</a:t>
            </a:r>
          </a:p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Our </a:t>
            </a: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end user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do not know all this. Automate the XSUAA JWT token processing.</a:t>
            </a:r>
          </a:p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 our app, we will have multiple microservices, like java, sap ui5, node app, </a:t>
            </a:r>
            <a:r>
              <a:rPr kumimoji="0" lang="en-I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xsuaa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…</a:t>
            </a:r>
          </a:p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Each service produce one end point e.g. /vendors, /index.html, /customers, they all logically belongs to same app. Will you give 3 </a:t>
            </a:r>
            <a:r>
              <a:rPr kumimoji="0" lang="en-I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url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to our user to access these apps?</a:t>
            </a:r>
          </a:p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These microservices also needs to communicate with each other. Provided we give a single end point to access our entire app to end user.</a:t>
            </a:r>
          </a:p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We want to complete redirect mechanism to let user go to login screen, authenticate on IDP and exchange of all the tokens should be seamless behind the scenes.</a:t>
            </a:r>
          </a:p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We need a </a:t>
            </a: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single entry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point for entire app, </a:t>
            </a:r>
            <a:r>
              <a:rPr kumimoji="0" lang="en-I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forwardAuth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tokens should be done automatic.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0E049D-A442-373C-AC02-8012B77C7E77}"/>
              </a:ext>
            </a:extLst>
          </p:cNvPr>
          <p:cNvSpPr/>
          <p:nvPr/>
        </p:nvSpPr>
        <p:spPr>
          <a:xfrm>
            <a:off x="3070864" y="4569660"/>
            <a:ext cx="5327204" cy="863871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Application router</a:t>
            </a:r>
          </a:p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(Provide single entry point, exchange auth token,</a:t>
            </a:r>
          </a:p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Communicate between microservices, like a facade)</a:t>
            </a:r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ED52A723-E120-C2D3-AF27-A7F5275D1592}"/>
              </a:ext>
            </a:extLst>
          </p:cNvPr>
          <p:cNvSpPr/>
          <p:nvPr/>
        </p:nvSpPr>
        <p:spPr>
          <a:xfrm>
            <a:off x="551240" y="4569660"/>
            <a:ext cx="575914" cy="503925"/>
          </a:xfrm>
          <a:prstGeom prst="smileyFace">
            <a:avLst/>
          </a:prstGeom>
          <a:solidFill>
            <a:srgbClr val="38C6C6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D211C58-732F-B6F2-EA91-BBD27364F9F8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1127154" y="4821622"/>
            <a:ext cx="1943710" cy="179973"/>
          </a:xfrm>
          <a:prstGeom prst="bentConnector3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508CAFA-0D77-5FB6-FFEA-74B15D948AC0}"/>
              </a:ext>
            </a:extLst>
          </p:cNvPr>
          <p:cNvSpPr txBox="1"/>
          <p:nvPr/>
        </p:nvSpPr>
        <p:spPr>
          <a:xfrm>
            <a:off x="1551735" y="4506861"/>
            <a:ext cx="1176870" cy="461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url</a:t>
            </a:r>
            <a:endParaRPr kumimoji="0" lang="en-US" sz="2399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027F3B-16BC-4EBD-1929-1FB9B9D8263A}"/>
              </a:ext>
            </a:extLst>
          </p:cNvPr>
          <p:cNvSpPr/>
          <p:nvPr/>
        </p:nvSpPr>
        <p:spPr>
          <a:xfrm>
            <a:off x="3070863" y="5865466"/>
            <a:ext cx="1655753" cy="647903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Java</a:t>
            </a:r>
          </a:p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/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Anubhav.svc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7A687B-65C1-D483-3BDB-F2A80C69C337}"/>
              </a:ext>
            </a:extLst>
          </p:cNvPr>
          <p:cNvSpPr/>
          <p:nvPr/>
        </p:nvSpPr>
        <p:spPr>
          <a:xfrm>
            <a:off x="4918521" y="5877301"/>
            <a:ext cx="1655753" cy="647903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UI5 App</a:t>
            </a:r>
          </a:p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/index.html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35C6B4-D300-0754-D47C-612609044B7E}"/>
              </a:ext>
            </a:extLst>
          </p:cNvPr>
          <p:cNvSpPr/>
          <p:nvPr/>
        </p:nvSpPr>
        <p:spPr>
          <a:xfrm>
            <a:off x="6766179" y="5882708"/>
            <a:ext cx="1655753" cy="647903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Node</a:t>
            </a:r>
          </a:p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/customer</a:t>
            </a:r>
          </a:p>
        </p:txBody>
      </p:sp>
      <p:sp>
        <p:nvSpPr>
          <p:cNvPr id="11" name="Arrow: U-Turn 10">
            <a:extLst>
              <a:ext uri="{FF2B5EF4-FFF2-40B4-BE49-F238E27FC236}">
                <a16:creationId xmlns:a16="http://schemas.microsoft.com/office/drawing/2014/main" id="{E4B8BD5C-48FD-A35A-0B18-BD7062293ABD}"/>
              </a:ext>
            </a:extLst>
          </p:cNvPr>
          <p:cNvSpPr/>
          <p:nvPr/>
        </p:nvSpPr>
        <p:spPr>
          <a:xfrm>
            <a:off x="4357055" y="5454742"/>
            <a:ext cx="1403790" cy="431935"/>
          </a:xfrm>
          <a:prstGeom prst="uturnArrow">
            <a:avLst/>
          </a:prstGeom>
          <a:solidFill>
            <a:srgbClr val="E1E7F2">
              <a:lumMod val="90000"/>
            </a:srgbClr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2" name="Arrow: U-Turn 11">
            <a:extLst>
              <a:ext uri="{FF2B5EF4-FFF2-40B4-BE49-F238E27FC236}">
                <a16:creationId xmlns:a16="http://schemas.microsoft.com/office/drawing/2014/main" id="{EF56615D-E0AA-8001-F926-EFE113DA1DC8}"/>
              </a:ext>
            </a:extLst>
          </p:cNvPr>
          <p:cNvSpPr/>
          <p:nvPr/>
        </p:nvSpPr>
        <p:spPr>
          <a:xfrm>
            <a:off x="6394452" y="5458737"/>
            <a:ext cx="1403790" cy="431935"/>
          </a:xfrm>
          <a:prstGeom prst="uturnArrow">
            <a:avLst/>
          </a:prstGeom>
          <a:solidFill>
            <a:srgbClr val="E1E7F2">
              <a:lumMod val="90000"/>
            </a:srgbClr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Arrow: U-Turn 12">
            <a:extLst>
              <a:ext uri="{FF2B5EF4-FFF2-40B4-BE49-F238E27FC236}">
                <a16:creationId xmlns:a16="http://schemas.microsoft.com/office/drawing/2014/main" id="{1BB3AC61-254F-0D4F-D268-3CE08494DF47}"/>
              </a:ext>
            </a:extLst>
          </p:cNvPr>
          <p:cNvSpPr/>
          <p:nvPr/>
        </p:nvSpPr>
        <p:spPr>
          <a:xfrm flipH="1">
            <a:off x="3403197" y="5470725"/>
            <a:ext cx="1655753" cy="431935"/>
          </a:xfrm>
          <a:prstGeom prst="uturnArrow">
            <a:avLst/>
          </a:prstGeom>
          <a:solidFill>
            <a:srgbClr val="E1E7F2">
              <a:lumMod val="90000"/>
            </a:srgbClr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Arrow: U-Turn 13">
            <a:extLst>
              <a:ext uri="{FF2B5EF4-FFF2-40B4-BE49-F238E27FC236}">
                <a16:creationId xmlns:a16="http://schemas.microsoft.com/office/drawing/2014/main" id="{0A3C6A81-904C-67EA-C3E0-196F54E4957F}"/>
              </a:ext>
            </a:extLst>
          </p:cNvPr>
          <p:cNvSpPr/>
          <p:nvPr/>
        </p:nvSpPr>
        <p:spPr>
          <a:xfrm flipH="1">
            <a:off x="5205592" y="5495173"/>
            <a:ext cx="2132065" cy="431935"/>
          </a:xfrm>
          <a:prstGeom prst="uturnArrow">
            <a:avLst/>
          </a:prstGeom>
          <a:solidFill>
            <a:srgbClr val="E1E7F2">
              <a:lumMod val="90000"/>
            </a:srgbClr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F8EA13-DC47-5B7A-30A8-1765E352D908}"/>
              </a:ext>
            </a:extLst>
          </p:cNvPr>
          <p:cNvSpPr/>
          <p:nvPr/>
        </p:nvSpPr>
        <p:spPr>
          <a:xfrm>
            <a:off x="9909842" y="4876096"/>
            <a:ext cx="1727742" cy="594629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xsuaa</a:t>
            </a:r>
            <a:endParaRPr kumimoji="0" lang="en-US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134498-0A01-D1F1-3812-5EB05D8E51B8}"/>
              </a:ext>
            </a:extLst>
          </p:cNvPr>
          <p:cNvCxnSpPr>
            <a:stCxn id="4" idx="3"/>
          </p:cNvCxnSpPr>
          <p:nvPr/>
        </p:nvCxnSpPr>
        <p:spPr>
          <a:xfrm>
            <a:off x="8398068" y="5001595"/>
            <a:ext cx="1511774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8F7DE8-70C0-0093-4FE0-0EB19E88027A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8421932" y="5173411"/>
            <a:ext cx="148791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56310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App Router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125C8-EE73-BED6-16B3-BB424E7483AB}"/>
              </a:ext>
            </a:extLst>
          </p:cNvPr>
          <p:cNvSpPr txBox="1"/>
          <p:nvPr/>
        </p:nvSpPr>
        <p:spPr>
          <a:xfrm>
            <a:off x="161034" y="909378"/>
            <a:ext cx="11806237" cy="452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797" marR="0" lvl="0" indent="-342797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It is a Node JS Application </a:t>
            </a:r>
          </a:p>
          <a:p>
            <a:pPr marL="342797" marR="0" lvl="0" indent="-342797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It is used to automate the process of authentication, authorization with XSUAA to do token exchange</a:t>
            </a:r>
          </a:p>
          <a:p>
            <a:pPr marL="342797" marR="0" lvl="0" indent="-342797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It sits in the middle of IDP and XSUAA, it will redirect the request to our microservice to </a:t>
            </a:r>
            <a:r>
              <a:rPr kumimoji="0" lang="en-US" sz="2399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xsuaa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, and eventually to </a:t>
            </a:r>
            <a:r>
              <a:rPr kumimoji="0" lang="en-US" sz="2399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idp</a:t>
            </a:r>
            <a:endParaRPr kumimoji="0" lang="en-US" sz="239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342797" marR="0" lvl="0" indent="-342797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IDP sends the login screen to the user, user authenticates, which is taken to XSUAA, XSUAA issues JWT Token, this JWT token is presented to </a:t>
            </a:r>
            <a:r>
              <a:rPr kumimoji="0" lang="en-US" sz="2399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api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end points</a:t>
            </a:r>
          </a:p>
          <a:p>
            <a:pPr marL="342797" marR="0" lvl="0" indent="-342797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App Router takes the JWT token from XSUAA and gives it to our microservices and even exchange this token to multiple microservices inside</a:t>
            </a:r>
          </a:p>
          <a:p>
            <a:pPr marL="342797" marR="0" lvl="0" indent="-342797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It Serves as a single entry point for the entire app.</a:t>
            </a:r>
          </a:p>
          <a:p>
            <a:pPr marL="342797" marR="0" lvl="0" indent="-342797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 tell app router about our multiple microservices so that it can re-direct, we need to create a configuration file named as </a:t>
            </a:r>
            <a:r>
              <a:rPr kumimoji="0" lang="en-IN" sz="23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xs-app.json</a:t>
            </a:r>
            <a:r>
              <a:rPr kumimoji="0" lang="en-IN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which contains the details.</a:t>
            </a:r>
          </a:p>
        </p:txBody>
      </p:sp>
    </p:spTree>
    <p:extLst>
      <p:ext uri="{BB962C8B-B14F-4D97-AF65-F5344CB8AC3E}">
        <p14:creationId xmlns:p14="http://schemas.microsoft.com/office/powerpoint/2010/main" val="3319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Real World Example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EA533E-B375-495B-C297-1E34514386FD}"/>
              </a:ext>
            </a:extLst>
          </p:cNvPr>
          <p:cNvSpPr/>
          <p:nvPr/>
        </p:nvSpPr>
        <p:spPr>
          <a:xfrm>
            <a:off x="10028249" y="2829492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36DB1B-5BB2-1C6B-1C9A-FD527662AD3B}"/>
              </a:ext>
            </a:extLst>
          </p:cNvPr>
          <p:cNvSpPr/>
          <p:nvPr/>
        </p:nvSpPr>
        <p:spPr>
          <a:xfrm>
            <a:off x="10028249" y="3464823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Credit Card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9C15EF-FC9E-DC26-ADB2-5A8A7913CF1E}"/>
              </a:ext>
            </a:extLst>
          </p:cNvPr>
          <p:cNvSpPr/>
          <p:nvPr/>
        </p:nvSpPr>
        <p:spPr>
          <a:xfrm>
            <a:off x="10028249" y="4100153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Deposit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356AC6-451F-9EFC-F182-E64D4AF591B1}"/>
              </a:ext>
            </a:extLst>
          </p:cNvPr>
          <p:cNvSpPr/>
          <p:nvPr/>
        </p:nvSpPr>
        <p:spPr>
          <a:xfrm>
            <a:off x="10053820" y="4735484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Draft/Cheque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111B6E-46C2-C252-ED42-B0E715054D58}"/>
              </a:ext>
            </a:extLst>
          </p:cNvPr>
          <p:cNvSpPr/>
          <p:nvPr/>
        </p:nvSpPr>
        <p:spPr>
          <a:xfrm>
            <a:off x="10053964" y="5366291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713BAD-A756-CE90-30A2-C455D59C0ACA}"/>
              </a:ext>
            </a:extLst>
          </p:cNvPr>
          <p:cNvSpPr/>
          <p:nvPr/>
        </p:nvSpPr>
        <p:spPr>
          <a:xfrm>
            <a:off x="10053820" y="6020613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Locker</a:t>
            </a: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070111FB-6C2D-B285-7982-7544388F45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7645" y="1353879"/>
            <a:ext cx="1083615" cy="108361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C93980-FD63-3685-BA93-DA4037E2A56F}"/>
              </a:ext>
            </a:extLst>
          </p:cNvPr>
          <p:cNvSpPr txBox="1"/>
          <p:nvPr/>
        </p:nvSpPr>
        <p:spPr>
          <a:xfrm>
            <a:off x="335272" y="1032062"/>
            <a:ext cx="1295806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57B6AB-C7CA-2A1B-233F-9F9C7D532060}"/>
              </a:ext>
            </a:extLst>
          </p:cNvPr>
          <p:cNvCxnSpPr>
            <a:cxnSpLocks/>
          </p:cNvCxnSpPr>
          <p:nvPr/>
        </p:nvCxnSpPr>
        <p:spPr>
          <a:xfrm flipV="1">
            <a:off x="1455662" y="1629270"/>
            <a:ext cx="4169229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4B0383D5-7DD1-02CF-EEBC-88D4D49862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flipH="1">
            <a:off x="5590487" y="1235015"/>
            <a:ext cx="1655753" cy="228955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82548D8D-B1BC-D516-A585-B01B1881E525}"/>
              </a:ext>
            </a:extLst>
          </p:cNvPr>
          <p:cNvSpPr/>
          <p:nvPr/>
        </p:nvSpPr>
        <p:spPr>
          <a:xfrm>
            <a:off x="2710918" y="1407464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39DA18-89FF-2842-5B78-64BDA3DF7C96}"/>
              </a:ext>
            </a:extLst>
          </p:cNvPr>
          <p:cNvCxnSpPr/>
          <p:nvPr/>
        </p:nvCxnSpPr>
        <p:spPr>
          <a:xfrm flipH="1">
            <a:off x="1455660" y="1773247"/>
            <a:ext cx="413482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picture containing text, parking, machine, meter&#10;&#10;Description automatically generated">
            <a:extLst>
              <a:ext uri="{FF2B5EF4-FFF2-40B4-BE49-F238E27FC236}">
                <a16:creationId xmlns:a16="http://schemas.microsoft.com/office/drawing/2014/main" id="{BBC0DADA-D9A2-DA21-95E2-18E03C3AFF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3824" y="3730119"/>
            <a:ext cx="1711332" cy="123169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38F7EAB-F03E-4A39-6E1E-14A442C77DC0}"/>
              </a:ext>
            </a:extLst>
          </p:cNvPr>
          <p:cNvSpPr txBox="1"/>
          <p:nvPr/>
        </p:nvSpPr>
        <p:spPr>
          <a:xfrm>
            <a:off x="1331345" y="6857107"/>
            <a:ext cx="9526138" cy="2154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7" tooltip="https://www.flickr.com/photos/jeepersmedia/14765960308/"/>
              </a:rPr>
              <a:t>This Photo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by Unknown Author is licensed under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8" tooltip="https://creativecommons.org/licenses/by/3.0/"/>
              </a:rPr>
              <a:t>CC BY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A2B9F5-841F-1EDB-859C-2C5C4A5C5C4D}"/>
              </a:ext>
            </a:extLst>
          </p:cNvPr>
          <p:cNvCxnSpPr>
            <a:stCxn id="9" idx="2"/>
            <a:endCxn id="15" idx="0"/>
          </p:cNvCxnSpPr>
          <p:nvPr/>
        </p:nvCxnSpPr>
        <p:spPr>
          <a:xfrm>
            <a:off x="879453" y="2437494"/>
            <a:ext cx="10038" cy="129262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985EF3C-623F-4F13-28C8-8E3CB3B1508E}"/>
              </a:ext>
            </a:extLst>
          </p:cNvPr>
          <p:cNvSpPr/>
          <p:nvPr/>
        </p:nvSpPr>
        <p:spPr>
          <a:xfrm>
            <a:off x="33824" y="5714346"/>
            <a:ext cx="1711332" cy="4037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*******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E0C267-9B09-10B0-9791-36B97BFC1EBE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>
            <a:off x="889490" y="4961810"/>
            <a:ext cx="0" cy="75253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1E8ADA-FBDB-0223-EDFA-0297C75D10B6}"/>
              </a:ext>
            </a:extLst>
          </p:cNvPr>
          <p:cNvCxnSpPr/>
          <p:nvPr/>
        </p:nvCxnSpPr>
        <p:spPr>
          <a:xfrm flipV="1">
            <a:off x="695218" y="4961811"/>
            <a:ext cx="0" cy="69243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C01570-9A95-69A1-4B28-816A639DDD18}"/>
              </a:ext>
            </a:extLst>
          </p:cNvPr>
          <p:cNvCxnSpPr/>
          <p:nvPr/>
        </p:nvCxnSpPr>
        <p:spPr>
          <a:xfrm flipV="1">
            <a:off x="695218" y="2379793"/>
            <a:ext cx="0" cy="135032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261E608-4361-CED8-02D4-02A054BCDE60}"/>
              </a:ext>
            </a:extLst>
          </p:cNvPr>
          <p:cNvSpPr/>
          <p:nvPr/>
        </p:nvSpPr>
        <p:spPr>
          <a:xfrm>
            <a:off x="767208" y="2822672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82C6420-EF79-3831-013D-B5E561219E1F}"/>
              </a:ext>
            </a:extLst>
          </p:cNvPr>
          <p:cNvSpPr/>
          <p:nvPr/>
        </p:nvSpPr>
        <p:spPr>
          <a:xfrm>
            <a:off x="767208" y="5069624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FC0A25E-C437-DE46-D027-B5EEDF3E96D1}"/>
              </a:ext>
            </a:extLst>
          </p:cNvPr>
          <p:cNvSpPr/>
          <p:nvPr/>
        </p:nvSpPr>
        <p:spPr>
          <a:xfrm>
            <a:off x="353831" y="2497591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09305B0-C4D4-BBB5-2BA2-513DB9C20447}"/>
              </a:ext>
            </a:extLst>
          </p:cNvPr>
          <p:cNvCxnSpPr>
            <a:cxnSpLocks/>
          </p:cNvCxnSpPr>
          <p:nvPr/>
        </p:nvCxnSpPr>
        <p:spPr>
          <a:xfrm flipV="1">
            <a:off x="1455662" y="2157385"/>
            <a:ext cx="4169229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FEABC96-1E27-2553-2C0E-81F675867AD1}"/>
              </a:ext>
            </a:extLst>
          </p:cNvPr>
          <p:cNvSpPr/>
          <p:nvPr/>
        </p:nvSpPr>
        <p:spPr>
          <a:xfrm>
            <a:off x="2710918" y="1935578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8E5881B-F0FD-D913-199F-D4A478F6245D}"/>
              </a:ext>
            </a:extLst>
          </p:cNvPr>
          <p:cNvCxnSpPr/>
          <p:nvPr/>
        </p:nvCxnSpPr>
        <p:spPr>
          <a:xfrm flipH="1">
            <a:off x="1455660" y="2301362"/>
            <a:ext cx="413482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FA6C84D5-C8B3-EF20-9779-10988BAB0E5E}"/>
              </a:ext>
            </a:extLst>
          </p:cNvPr>
          <p:cNvSpPr/>
          <p:nvPr/>
        </p:nvSpPr>
        <p:spPr>
          <a:xfrm>
            <a:off x="3565018" y="4106792"/>
            <a:ext cx="503925" cy="441663"/>
          </a:xfrm>
          <a:prstGeom prst="diamond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03073B4-532F-029D-E7D7-E8DC1BE72DA2}"/>
              </a:ext>
            </a:extLst>
          </p:cNvPr>
          <p:cNvCxnSpPr>
            <a:cxnSpLocks/>
          </p:cNvCxnSpPr>
          <p:nvPr/>
        </p:nvCxnSpPr>
        <p:spPr>
          <a:xfrm rot="5400000">
            <a:off x="3636952" y="1572099"/>
            <a:ext cx="821397" cy="4673208"/>
          </a:xfrm>
          <a:prstGeom prst="bentConnector2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A picture containing text&#10;&#10;Description automatically generated">
            <a:extLst>
              <a:ext uri="{FF2B5EF4-FFF2-40B4-BE49-F238E27FC236}">
                <a16:creationId xmlns:a16="http://schemas.microsoft.com/office/drawing/2014/main" id="{610ED705-5F91-9684-7A85-131C1315877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257768" y="1999585"/>
            <a:ext cx="431936" cy="55974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1" name="Picture 30" descr="A picture containing text&#10;&#10;Description automatically generated">
            <a:extLst>
              <a:ext uri="{FF2B5EF4-FFF2-40B4-BE49-F238E27FC236}">
                <a16:creationId xmlns:a16="http://schemas.microsoft.com/office/drawing/2014/main" id="{9D09D388-92C2-4B3D-2938-BA9ADE40A1D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3550" y="2799284"/>
            <a:ext cx="431936" cy="55974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D4978EF-301C-D1F9-60A5-32128B305C89}"/>
              </a:ext>
            </a:extLst>
          </p:cNvPr>
          <p:cNvSpPr txBox="1"/>
          <p:nvPr/>
        </p:nvSpPr>
        <p:spPr>
          <a:xfrm>
            <a:off x="4210611" y="4038269"/>
            <a:ext cx="260463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Validate, trust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6BCB7C48-AB34-D89B-8A58-C1CFCFF03C7A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415111" y="2541519"/>
            <a:ext cx="8638710" cy="3767051"/>
          </a:xfrm>
          <a:prstGeom prst="bentConnector3">
            <a:avLst>
              <a:gd name="adj1" fmla="val 20302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9ADEEA6-DAB4-08D6-6030-E0AC8755794A}"/>
              </a:ext>
            </a:extLst>
          </p:cNvPr>
          <p:cNvSpPr/>
          <p:nvPr/>
        </p:nvSpPr>
        <p:spPr>
          <a:xfrm>
            <a:off x="5698471" y="4035271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6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5E616A7-4B52-402C-9497-6CF8B4621C2A}"/>
              </a:ext>
            </a:extLst>
          </p:cNvPr>
          <p:cNvSpPr/>
          <p:nvPr/>
        </p:nvSpPr>
        <p:spPr>
          <a:xfrm>
            <a:off x="6168285" y="6017074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7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EBD12E5-9E62-431B-3017-422731D97512}"/>
                  </a:ext>
                </a:extLst>
              </p14:cNvPr>
              <p14:cNvContentPartPr/>
              <p14:nvPr/>
            </p14:nvContentPartPr>
            <p14:xfrm>
              <a:off x="5551848" y="1753881"/>
              <a:ext cx="43909" cy="33111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EBD12E5-9E62-431B-3017-422731D9751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42923" y="1744883"/>
                <a:ext cx="61401" cy="507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60AEC41-1589-8451-C5B8-8D010BB4ABCB}"/>
                  </a:ext>
                </a:extLst>
              </p14:cNvPr>
              <p14:cNvContentPartPr/>
              <p14:nvPr/>
            </p14:nvContentPartPr>
            <p14:xfrm>
              <a:off x="0" y="542880"/>
              <a:ext cx="10974960" cy="6179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60AEC41-1589-8451-C5B8-8D010BB4ABC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9360" y="533520"/>
                <a:ext cx="10993680" cy="619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568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Current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796D8E-6200-6FFF-317A-54B3F37144BC}"/>
              </a:ext>
            </a:extLst>
          </p:cNvPr>
          <p:cNvSpPr txBox="1"/>
          <p:nvPr/>
        </p:nvSpPr>
        <p:spPr>
          <a:xfrm>
            <a:off x="191294" y="837387"/>
            <a:ext cx="118062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Did you notice, that we need to first pass lots of technical details from service key</a:t>
            </a:r>
          </a:p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Pass all the info in correct manner to postman to obtain token</a:t>
            </a:r>
          </a:p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Once the token expired, we need to reobtain again and again</a:t>
            </a:r>
          </a:p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Our </a:t>
            </a: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end user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do not know all this. Automate the XSUAA JWT token processing.</a:t>
            </a:r>
          </a:p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 our app, we will have multiple microservices, like java, sap ui5, node app, </a:t>
            </a:r>
            <a:r>
              <a:rPr kumimoji="0" lang="en-I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xsuaa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…</a:t>
            </a:r>
          </a:p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Each service produce one end point e.g. /vendors, /index.html, /customers, they all logically belongs to same app. Will you give 3 </a:t>
            </a:r>
            <a:r>
              <a:rPr kumimoji="0" lang="en-I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url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to our user to access these apps?</a:t>
            </a:r>
          </a:p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These microservices also needs to communicate with each other. Provided we give a single end point to access our entire app to end user.</a:t>
            </a:r>
          </a:p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We want to complete redirect mechanism to let user go to login screen, authenticate on IDP and exchange of all the tokens should be seamless behind the scenes.</a:t>
            </a:r>
          </a:p>
          <a:p>
            <a:pPr marL="342797" marR="0" lvl="0" indent="-342797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We need a </a:t>
            </a: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single entry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point for entire app, </a:t>
            </a:r>
            <a:r>
              <a:rPr kumimoji="0" lang="en-I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forwardAuth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tokens should be done automatic.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0E049D-A442-373C-AC02-8012B77C7E77}"/>
              </a:ext>
            </a:extLst>
          </p:cNvPr>
          <p:cNvSpPr/>
          <p:nvPr/>
        </p:nvSpPr>
        <p:spPr>
          <a:xfrm>
            <a:off x="3070864" y="4569660"/>
            <a:ext cx="5327204" cy="863871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Application router</a:t>
            </a:r>
          </a:p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(Provide single entry point, exchange auth token,</a:t>
            </a:r>
          </a:p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Communicate between microservices, like a facade)</a:t>
            </a:r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ED52A723-E120-C2D3-AF27-A7F5275D1592}"/>
              </a:ext>
            </a:extLst>
          </p:cNvPr>
          <p:cNvSpPr/>
          <p:nvPr/>
        </p:nvSpPr>
        <p:spPr>
          <a:xfrm>
            <a:off x="551240" y="4569660"/>
            <a:ext cx="575914" cy="503925"/>
          </a:xfrm>
          <a:prstGeom prst="smileyFace">
            <a:avLst/>
          </a:prstGeom>
          <a:solidFill>
            <a:srgbClr val="38C6C6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D211C58-732F-B6F2-EA91-BBD27364F9F8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1127154" y="4821622"/>
            <a:ext cx="1943710" cy="179973"/>
          </a:xfrm>
          <a:prstGeom prst="bentConnector3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508CAFA-0D77-5FB6-FFEA-74B15D948AC0}"/>
              </a:ext>
            </a:extLst>
          </p:cNvPr>
          <p:cNvSpPr txBox="1"/>
          <p:nvPr/>
        </p:nvSpPr>
        <p:spPr>
          <a:xfrm>
            <a:off x="1551735" y="4506861"/>
            <a:ext cx="1176870" cy="461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url</a:t>
            </a:r>
            <a:endParaRPr kumimoji="0" lang="en-US" sz="2399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027F3B-16BC-4EBD-1929-1FB9B9D8263A}"/>
              </a:ext>
            </a:extLst>
          </p:cNvPr>
          <p:cNvSpPr/>
          <p:nvPr/>
        </p:nvSpPr>
        <p:spPr>
          <a:xfrm>
            <a:off x="3070863" y="5865466"/>
            <a:ext cx="1655753" cy="647903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Java</a:t>
            </a:r>
          </a:p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/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Anubhav.svc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7A687B-65C1-D483-3BDB-F2A80C69C337}"/>
              </a:ext>
            </a:extLst>
          </p:cNvPr>
          <p:cNvSpPr/>
          <p:nvPr/>
        </p:nvSpPr>
        <p:spPr>
          <a:xfrm>
            <a:off x="4918521" y="5877301"/>
            <a:ext cx="1655753" cy="647903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UI5 App</a:t>
            </a:r>
          </a:p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/index.html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35C6B4-D300-0754-D47C-612609044B7E}"/>
              </a:ext>
            </a:extLst>
          </p:cNvPr>
          <p:cNvSpPr/>
          <p:nvPr/>
        </p:nvSpPr>
        <p:spPr>
          <a:xfrm>
            <a:off x="6766179" y="5882708"/>
            <a:ext cx="1655753" cy="647903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Node</a:t>
            </a:r>
          </a:p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/customer</a:t>
            </a:r>
          </a:p>
        </p:txBody>
      </p:sp>
      <p:sp>
        <p:nvSpPr>
          <p:cNvPr id="11" name="Arrow: U-Turn 10">
            <a:extLst>
              <a:ext uri="{FF2B5EF4-FFF2-40B4-BE49-F238E27FC236}">
                <a16:creationId xmlns:a16="http://schemas.microsoft.com/office/drawing/2014/main" id="{E4B8BD5C-48FD-A35A-0B18-BD7062293ABD}"/>
              </a:ext>
            </a:extLst>
          </p:cNvPr>
          <p:cNvSpPr/>
          <p:nvPr/>
        </p:nvSpPr>
        <p:spPr>
          <a:xfrm>
            <a:off x="4357055" y="5454742"/>
            <a:ext cx="1403790" cy="431935"/>
          </a:xfrm>
          <a:prstGeom prst="uturnArrow">
            <a:avLst/>
          </a:prstGeom>
          <a:solidFill>
            <a:srgbClr val="E1E7F2">
              <a:lumMod val="90000"/>
            </a:srgbClr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2" name="Arrow: U-Turn 11">
            <a:extLst>
              <a:ext uri="{FF2B5EF4-FFF2-40B4-BE49-F238E27FC236}">
                <a16:creationId xmlns:a16="http://schemas.microsoft.com/office/drawing/2014/main" id="{EF56615D-E0AA-8001-F926-EFE113DA1DC8}"/>
              </a:ext>
            </a:extLst>
          </p:cNvPr>
          <p:cNvSpPr/>
          <p:nvPr/>
        </p:nvSpPr>
        <p:spPr>
          <a:xfrm>
            <a:off x="6394452" y="5458737"/>
            <a:ext cx="1403790" cy="431935"/>
          </a:xfrm>
          <a:prstGeom prst="uturnArrow">
            <a:avLst/>
          </a:prstGeom>
          <a:solidFill>
            <a:srgbClr val="E1E7F2">
              <a:lumMod val="90000"/>
            </a:srgbClr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Arrow: U-Turn 12">
            <a:extLst>
              <a:ext uri="{FF2B5EF4-FFF2-40B4-BE49-F238E27FC236}">
                <a16:creationId xmlns:a16="http://schemas.microsoft.com/office/drawing/2014/main" id="{1BB3AC61-254F-0D4F-D268-3CE08494DF47}"/>
              </a:ext>
            </a:extLst>
          </p:cNvPr>
          <p:cNvSpPr/>
          <p:nvPr/>
        </p:nvSpPr>
        <p:spPr>
          <a:xfrm flipH="1">
            <a:off x="3403197" y="5470725"/>
            <a:ext cx="1655753" cy="431935"/>
          </a:xfrm>
          <a:prstGeom prst="uturnArrow">
            <a:avLst/>
          </a:prstGeom>
          <a:solidFill>
            <a:srgbClr val="E1E7F2">
              <a:lumMod val="90000"/>
            </a:srgbClr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Arrow: U-Turn 13">
            <a:extLst>
              <a:ext uri="{FF2B5EF4-FFF2-40B4-BE49-F238E27FC236}">
                <a16:creationId xmlns:a16="http://schemas.microsoft.com/office/drawing/2014/main" id="{0A3C6A81-904C-67EA-C3E0-196F54E4957F}"/>
              </a:ext>
            </a:extLst>
          </p:cNvPr>
          <p:cNvSpPr/>
          <p:nvPr/>
        </p:nvSpPr>
        <p:spPr>
          <a:xfrm flipH="1">
            <a:off x="5205592" y="5495173"/>
            <a:ext cx="2132065" cy="431935"/>
          </a:xfrm>
          <a:prstGeom prst="uturnArrow">
            <a:avLst/>
          </a:prstGeom>
          <a:solidFill>
            <a:srgbClr val="E1E7F2">
              <a:lumMod val="90000"/>
            </a:srgbClr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F8EA13-DC47-5B7A-30A8-1765E352D908}"/>
              </a:ext>
            </a:extLst>
          </p:cNvPr>
          <p:cNvSpPr/>
          <p:nvPr/>
        </p:nvSpPr>
        <p:spPr>
          <a:xfrm>
            <a:off x="9909842" y="4876096"/>
            <a:ext cx="1727742" cy="594629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xsuaa</a:t>
            </a:r>
            <a:endParaRPr kumimoji="0" lang="en-US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134498-0A01-D1F1-3812-5EB05D8E51B8}"/>
              </a:ext>
            </a:extLst>
          </p:cNvPr>
          <p:cNvCxnSpPr>
            <a:stCxn id="4" idx="3"/>
          </p:cNvCxnSpPr>
          <p:nvPr/>
        </p:nvCxnSpPr>
        <p:spPr>
          <a:xfrm>
            <a:off x="8398068" y="5001595"/>
            <a:ext cx="1511774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8F7DE8-70C0-0093-4FE0-0EB19E88027A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8421932" y="5173411"/>
            <a:ext cx="148791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2729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App Router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125C8-EE73-BED6-16B3-BB424E7483AB}"/>
              </a:ext>
            </a:extLst>
          </p:cNvPr>
          <p:cNvSpPr txBox="1"/>
          <p:nvPr/>
        </p:nvSpPr>
        <p:spPr>
          <a:xfrm>
            <a:off x="161034" y="909378"/>
            <a:ext cx="11806237" cy="452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797" marR="0" lvl="0" indent="-342797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It is a Node JS Application </a:t>
            </a:r>
          </a:p>
          <a:p>
            <a:pPr marL="342797" marR="0" lvl="0" indent="-342797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It is used to automate the process of authentication, authorization with XSUAA to do token exchange</a:t>
            </a:r>
          </a:p>
          <a:p>
            <a:pPr marL="342797" marR="0" lvl="0" indent="-342797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It sits in the middle of IDP and XSUAA, it will redirect the request to our microservice to </a:t>
            </a:r>
            <a:r>
              <a:rPr kumimoji="0" lang="en-US" sz="2399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xsuaa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, and eventually to </a:t>
            </a:r>
            <a:r>
              <a:rPr kumimoji="0" lang="en-US" sz="2399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idp</a:t>
            </a:r>
            <a:endParaRPr kumimoji="0" lang="en-US" sz="239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342797" marR="0" lvl="0" indent="-342797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IDP sends the login screen to the user, user authenticates, which is taken to XSUAA, XSUAA issues JWT Token, this JWT token is presented to </a:t>
            </a:r>
            <a:r>
              <a:rPr kumimoji="0" lang="en-US" sz="2399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api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end points</a:t>
            </a:r>
          </a:p>
          <a:p>
            <a:pPr marL="342797" marR="0" lvl="0" indent="-342797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App Router takes the JWT token from XSUAA and gives it to our microservices and even exchange this token to multiple microservices inside</a:t>
            </a:r>
          </a:p>
          <a:p>
            <a:pPr marL="342797" marR="0" lvl="0" indent="-342797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It Serves as a single entry point for the entire app.</a:t>
            </a:r>
          </a:p>
          <a:p>
            <a:pPr marL="342797" marR="0" lvl="0" indent="-342797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 tell app router about our multiple microservices so that it can re-direct, we need to create a configuration file named as </a:t>
            </a:r>
            <a:r>
              <a:rPr kumimoji="0" lang="en-IN" sz="23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xs-app.json</a:t>
            </a:r>
            <a:r>
              <a:rPr kumimoji="0" lang="en-IN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which contains the details.</a:t>
            </a:r>
          </a:p>
        </p:txBody>
      </p:sp>
    </p:spTree>
    <p:extLst>
      <p:ext uri="{BB962C8B-B14F-4D97-AF65-F5344CB8AC3E}">
        <p14:creationId xmlns:p14="http://schemas.microsoft.com/office/powerpoint/2010/main" val="307056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Real World Example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EA533E-B375-495B-C297-1E34514386FD}"/>
              </a:ext>
            </a:extLst>
          </p:cNvPr>
          <p:cNvSpPr/>
          <p:nvPr/>
        </p:nvSpPr>
        <p:spPr>
          <a:xfrm>
            <a:off x="10028249" y="2829492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36DB1B-5BB2-1C6B-1C9A-FD527662AD3B}"/>
              </a:ext>
            </a:extLst>
          </p:cNvPr>
          <p:cNvSpPr/>
          <p:nvPr/>
        </p:nvSpPr>
        <p:spPr>
          <a:xfrm>
            <a:off x="10028249" y="3464823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Credit Card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9C15EF-FC9E-DC26-ADB2-5A8A7913CF1E}"/>
              </a:ext>
            </a:extLst>
          </p:cNvPr>
          <p:cNvSpPr/>
          <p:nvPr/>
        </p:nvSpPr>
        <p:spPr>
          <a:xfrm>
            <a:off x="10028249" y="4100153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Deposit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356AC6-451F-9EFC-F182-E64D4AF591B1}"/>
              </a:ext>
            </a:extLst>
          </p:cNvPr>
          <p:cNvSpPr/>
          <p:nvPr/>
        </p:nvSpPr>
        <p:spPr>
          <a:xfrm>
            <a:off x="10053820" y="4735484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Draft/Cheque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111B6E-46C2-C252-ED42-B0E715054D58}"/>
              </a:ext>
            </a:extLst>
          </p:cNvPr>
          <p:cNvSpPr/>
          <p:nvPr/>
        </p:nvSpPr>
        <p:spPr>
          <a:xfrm>
            <a:off x="10053964" y="5366291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713BAD-A756-CE90-30A2-C455D59C0ACA}"/>
              </a:ext>
            </a:extLst>
          </p:cNvPr>
          <p:cNvSpPr/>
          <p:nvPr/>
        </p:nvSpPr>
        <p:spPr>
          <a:xfrm>
            <a:off x="10053820" y="6020613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Locker</a:t>
            </a: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070111FB-6C2D-B285-7982-7544388F45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7645" y="1353879"/>
            <a:ext cx="1083615" cy="108361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C93980-FD63-3685-BA93-DA4037E2A56F}"/>
              </a:ext>
            </a:extLst>
          </p:cNvPr>
          <p:cNvSpPr txBox="1"/>
          <p:nvPr/>
        </p:nvSpPr>
        <p:spPr>
          <a:xfrm>
            <a:off x="335272" y="1032062"/>
            <a:ext cx="1295806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57B6AB-C7CA-2A1B-233F-9F9C7D532060}"/>
              </a:ext>
            </a:extLst>
          </p:cNvPr>
          <p:cNvCxnSpPr>
            <a:cxnSpLocks/>
          </p:cNvCxnSpPr>
          <p:nvPr/>
        </p:nvCxnSpPr>
        <p:spPr>
          <a:xfrm flipV="1">
            <a:off x="1455662" y="1629270"/>
            <a:ext cx="4169229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4B0383D5-7DD1-02CF-EEBC-88D4D49862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flipH="1">
            <a:off x="5590487" y="1235015"/>
            <a:ext cx="1655753" cy="228955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82548D8D-B1BC-D516-A585-B01B1881E525}"/>
              </a:ext>
            </a:extLst>
          </p:cNvPr>
          <p:cNvSpPr/>
          <p:nvPr/>
        </p:nvSpPr>
        <p:spPr>
          <a:xfrm>
            <a:off x="2710918" y="1407464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39DA18-89FF-2842-5B78-64BDA3DF7C96}"/>
              </a:ext>
            </a:extLst>
          </p:cNvPr>
          <p:cNvCxnSpPr/>
          <p:nvPr/>
        </p:nvCxnSpPr>
        <p:spPr>
          <a:xfrm flipH="1">
            <a:off x="1455660" y="1773247"/>
            <a:ext cx="413482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picture containing text, parking, machine, meter&#10;&#10;Description automatically generated">
            <a:extLst>
              <a:ext uri="{FF2B5EF4-FFF2-40B4-BE49-F238E27FC236}">
                <a16:creationId xmlns:a16="http://schemas.microsoft.com/office/drawing/2014/main" id="{BBC0DADA-D9A2-DA21-95E2-18E03C3AFF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3824" y="3730119"/>
            <a:ext cx="1711332" cy="123169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38F7EAB-F03E-4A39-6E1E-14A442C77DC0}"/>
              </a:ext>
            </a:extLst>
          </p:cNvPr>
          <p:cNvSpPr txBox="1"/>
          <p:nvPr/>
        </p:nvSpPr>
        <p:spPr>
          <a:xfrm>
            <a:off x="1331345" y="6857107"/>
            <a:ext cx="9526138" cy="2154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7" tooltip="https://www.flickr.com/photos/jeepersmedia/14765960308/"/>
              </a:rPr>
              <a:t>This Photo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by Unknown Author is licensed under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8" tooltip="https://creativecommons.org/licenses/by/3.0/"/>
              </a:rPr>
              <a:t>CC BY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A2B9F5-841F-1EDB-859C-2C5C4A5C5C4D}"/>
              </a:ext>
            </a:extLst>
          </p:cNvPr>
          <p:cNvCxnSpPr>
            <a:stCxn id="9" idx="2"/>
            <a:endCxn id="15" idx="0"/>
          </p:cNvCxnSpPr>
          <p:nvPr/>
        </p:nvCxnSpPr>
        <p:spPr>
          <a:xfrm>
            <a:off x="879453" y="2437494"/>
            <a:ext cx="10038" cy="129262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985EF3C-623F-4F13-28C8-8E3CB3B1508E}"/>
              </a:ext>
            </a:extLst>
          </p:cNvPr>
          <p:cNvSpPr/>
          <p:nvPr/>
        </p:nvSpPr>
        <p:spPr>
          <a:xfrm>
            <a:off x="33824" y="5714346"/>
            <a:ext cx="1711332" cy="4037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*******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E0C267-9B09-10B0-9791-36B97BFC1EBE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>
            <a:off x="889490" y="4961810"/>
            <a:ext cx="0" cy="75253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1E8ADA-FBDB-0223-EDFA-0297C75D10B6}"/>
              </a:ext>
            </a:extLst>
          </p:cNvPr>
          <p:cNvCxnSpPr/>
          <p:nvPr/>
        </p:nvCxnSpPr>
        <p:spPr>
          <a:xfrm flipV="1">
            <a:off x="695218" y="4961811"/>
            <a:ext cx="0" cy="69243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C01570-9A95-69A1-4B28-816A639DDD18}"/>
              </a:ext>
            </a:extLst>
          </p:cNvPr>
          <p:cNvCxnSpPr/>
          <p:nvPr/>
        </p:nvCxnSpPr>
        <p:spPr>
          <a:xfrm flipV="1">
            <a:off x="695218" y="2379793"/>
            <a:ext cx="0" cy="135032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261E608-4361-CED8-02D4-02A054BCDE60}"/>
              </a:ext>
            </a:extLst>
          </p:cNvPr>
          <p:cNvSpPr/>
          <p:nvPr/>
        </p:nvSpPr>
        <p:spPr>
          <a:xfrm>
            <a:off x="767208" y="2822672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82C6420-EF79-3831-013D-B5E561219E1F}"/>
              </a:ext>
            </a:extLst>
          </p:cNvPr>
          <p:cNvSpPr/>
          <p:nvPr/>
        </p:nvSpPr>
        <p:spPr>
          <a:xfrm>
            <a:off x="767208" y="5069624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FC0A25E-C437-DE46-D027-B5EEDF3E96D1}"/>
              </a:ext>
            </a:extLst>
          </p:cNvPr>
          <p:cNvSpPr/>
          <p:nvPr/>
        </p:nvSpPr>
        <p:spPr>
          <a:xfrm>
            <a:off x="353831" y="2497591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09305B0-C4D4-BBB5-2BA2-513DB9C20447}"/>
              </a:ext>
            </a:extLst>
          </p:cNvPr>
          <p:cNvCxnSpPr>
            <a:cxnSpLocks/>
          </p:cNvCxnSpPr>
          <p:nvPr/>
        </p:nvCxnSpPr>
        <p:spPr>
          <a:xfrm flipV="1">
            <a:off x="1455662" y="2157385"/>
            <a:ext cx="4169229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FEABC96-1E27-2553-2C0E-81F675867AD1}"/>
              </a:ext>
            </a:extLst>
          </p:cNvPr>
          <p:cNvSpPr/>
          <p:nvPr/>
        </p:nvSpPr>
        <p:spPr>
          <a:xfrm>
            <a:off x="2710918" y="1935578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8E5881B-F0FD-D913-199F-D4A478F6245D}"/>
              </a:ext>
            </a:extLst>
          </p:cNvPr>
          <p:cNvCxnSpPr/>
          <p:nvPr/>
        </p:nvCxnSpPr>
        <p:spPr>
          <a:xfrm flipH="1">
            <a:off x="1455660" y="2301362"/>
            <a:ext cx="413482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FA6C84D5-C8B3-EF20-9779-10988BAB0E5E}"/>
              </a:ext>
            </a:extLst>
          </p:cNvPr>
          <p:cNvSpPr/>
          <p:nvPr/>
        </p:nvSpPr>
        <p:spPr>
          <a:xfrm>
            <a:off x="3565018" y="4106792"/>
            <a:ext cx="503925" cy="441663"/>
          </a:xfrm>
          <a:prstGeom prst="diamond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03073B4-532F-029D-E7D7-E8DC1BE72DA2}"/>
              </a:ext>
            </a:extLst>
          </p:cNvPr>
          <p:cNvCxnSpPr>
            <a:cxnSpLocks/>
          </p:cNvCxnSpPr>
          <p:nvPr/>
        </p:nvCxnSpPr>
        <p:spPr>
          <a:xfrm rot="5400000">
            <a:off x="3636952" y="1572099"/>
            <a:ext cx="821397" cy="4673208"/>
          </a:xfrm>
          <a:prstGeom prst="bentConnector2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A picture containing text&#10;&#10;Description automatically generated">
            <a:extLst>
              <a:ext uri="{FF2B5EF4-FFF2-40B4-BE49-F238E27FC236}">
                <a16:creationId xmlns:a16="http://schemas.microsoft.com/office/drawing/2014/main" id="{610ED705-5F91-9684-7A85-131C1315877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257768" y="1999585"/>
            <a:ext cx="431936" cy="55974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1" name="Picture 30" descr="A picture containing text&#10;&#10;Description automatically generated">
            <a:extLst>
              <a:ext uri="{FF2B5EF4-FFF2-40B4-BE49-F238E27FC236}">
                <a16:creationId xmlns:a16="http://schemas.microsoft.com/office/drawing/2014/main" id="{9D09D388-92C2-4B3D-2938-BA9ADE40A1D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3550" y="2799284"/>
            <a:ext cx="431936" cy="55974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D4978EF-301C-D1F9-60A5-32128B305C89}"/>
              </a:ext>
            </a:extLst>
          </p:cNvPr>
          <p:cNvSpPr txBox="1"/>
          <p:nvPr/>
        </p:nvSpPr>
        <p:spPr>
          <a:xfrm>
            <a:off x="4210611" y="4038269"/>
            <a:ext cx="260463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Validate, trust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6BCB7C48-AB34-D89B-8A58-C1CFCFF03C7A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415111" y="2541519"/>
            <a:ext cx="8638710" cy="3767051"/>
          </a:xfrm>
          <a:prstGeom prst="bentConnector3">
            <a:avLst>
              <a:gd name="adj1" fmla="val 20302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9ADEEA6-DAB4-08D6-6030-E0AC8755794A}"/>
              </a:ext>
            </a:extLst>
          </p:cNvPr>
          <p:cNvSpPr/>
          <p:nvPr/>
        </p:nvSpPr>
        <p:spPr>
          <a:xfrm>
            <a:off x="5698471" y="4035271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6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5E616A7-4B52-402C-9497-6CF8B4621C2A}"/>
              </a:ext>
            </a:extLst>
          </p:cNvPr>
          <p:cNvSpPr/>
          <p:nvPr/>
        </p:nvSpPr>
        <p:spPr>
          <a:xfrm>
            <a:off x="6168285" y="6017074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7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EBD12E5-9E62-431B-3017-422731D97512}"/>
                  </a:ext>
                </a:extLst>
              </p14:cNvPr>
              <p14:cNvContentPartPr/>
              <p14:nvPr/>
            </p14:nvContentPartPr>
            <p14:xfrm>
              <a:off x="5551848" y="1753881"/>
              <a:ext cx="43909" cy="33111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EBD12E5-9E62-431B-3017-422731D9751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42923" y="1744883"/>
                <a:ext cx="61401" cy="5074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113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F904-4406-686B-3203-C9A6C5989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App Router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B9971-F9C7-F277-4BC3-F454E1F97CC9}"/>
              </a:ext>
            </a:extLst>
          </p:cNvPr>
          <p:cNvSpPr txBox="1"/>
          <p:nvPr/>
        </p:nvSpPr>
        <p:spPr>
          <a:xfrm>
            <a:off x="191294" y="1053357"/>
            <a:ext cx="11590269" cy="1200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Solution</a:t>
            </a:r>
          </a:p>
          <a:p>
            <a:pPr marL="0" marR="0" lvl="0" indent="0" algn="l" defTabSz="1218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2"/>
              </a:rPr>
              <a:t>https://github.com/soyuztechnologies/BTP_Architect_Training/blob/master/Day%203/04approuter.zip</a:t>
            </a:r>
            <a:r>
              <a:rPr kumimoji="0" lang="en-US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</a:p>
        </p:txBody>
      </p:sp>
      <p:pic>
        <p:nvPicPr>
          <p:cNvPr id="3074" name="Picture 2" descr="SAP Cloud Platform Backend service: Tutorial [26]: App Router (3): route to  Backend service | SAP Blogs">
            <a:extLst>
              <a:ext uri="{FF2B5EF4-FFF2-40B4-BE49-F238E27FC236}">
                <a16:creationId xmlns:a16="http://schemas.microsoft.com/office/drawing/2014/main" id="{4B83CEFD-EBF6-A6F3-77E8-E6278356D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822" y="2506215"/>
            <a:ext cx="4942188" cy="3809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993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6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7821</TotalTime>
  <Words>1240</Words>
  <Application>Microsoft Office PowerPoint</Application>
  <PresentationFormat>Custom</PresentationFormat>
  <Paragraphs>172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Amasis MT Pro Black</vt:lpstr>
      <vt:lpstr>Arial</vt:lpstr>
      <vt:lpstr>Arial Black</vt:lpstr>
      <vt:lpstr>Calibri</vt:lpstr>
      <vt:lpstr>Cooper Black</vt:lpstr>
      <vt:lpstr>Segoe UI</vt:lpstr>
      <vt:lpstr>Segoe UI Light</vt:lpstr>
      <vt:lpstr>Office Theme</vt:lpstr>
      <vt:lpstr>SAP BTP Extension Suite Training</vt:lpstr>
      <vt:lpstr>PowerPoint Presentation</vt:lpstr>
      <vt:lpstr>Agenda – Day 13</vt:lpstr>
      <vt:lpstr>How it works behind scenes</vt:lpstr>
      <vt:lpstr>Mta.yaml</vt:lpstr>
      <vt:lpstr>Testing the Microservice from postman</vt:lpstr>
      <vt:lpstr>Challenges in Current Approach</vt:lpstr>
      <vt:lpstr>Introduction to App Router</vt:lpstr>
      <vt:lpstr>Real World Example</vt:lpstr>
      <vt:lpstr>Challenges in Current Approach</vt:lpstr>
      <vt:lpstr>Introduction to App Router</vt:lpstr>
      <vt:lpstr>Real World Example</vt:lpstr>
      <vt:lpstr>Hands on: App Router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292</cp:revision>
  <dcterms:created xsi:type="dcterms:W3CDTF">2013-09-12T13:05:01Z</dcterms:created>
  <dcterms:modified xsi:type="dcterms:W3CDTF">2026-07-28T08:13:55Z</dcterms:modified>
</cp:coreProperties>
</file>
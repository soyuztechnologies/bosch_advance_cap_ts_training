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17"/>
  </p:notesMasterIdLst>
  <p:sldIdLst>
    <p:sldId id="276" r:id="rId3"/>
    <p:sldId id="4122" r:id="rId4"/>
    <p:sldId id="277" r:id="rId5"/>
    <p:sldId id="4823" r:id="rId6"/>
    <p:sldId id="4827" r:id="rId7"/>
    <p:sldId id="4799" r:id="rId8"/>
    <p:sldId id="852" r:id="rId9"/>
    <p:sldId id="4765" r:id="rId10"/>
    <p:sldId id="4825" r:id="rId11"/>
    <p:sldId id="4826" r:id="rId12"/>
    <p:sldId id="4824" r:id="rId13"/>
    <p:sldId id="282" r:id="rId14"/>
    <p:sldId id="280" r:id="rId15"/>
    <p:sldId id="4711" r:id="rId1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10" d="100"/>
          <a:sy n="110" d="100"/>
        </p:scale>
        <p:origin x="320" y="76"/>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A4736C-EEFE-4E3B-BD96-98959AD8A52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IN"/>
        </a:p>
      </dgm:t>
    </dgm:pt>
    <dgm:pt modelId="{2E5BE1B8-5DE9-439C-ADFB-58C24975FC16}">
      <dgm:prSet phldrT="[Text]" phldr="0"/>
      <dgm:spPr/>
      <dgm:t>
        <a:bodyPr/>
        <a:lstStyle/>
        <a:p>
          <a:r>
            <a:rPr lang="en-IN" dirty="0"/>
            <a:t>download</a:t>
          </a:r>
        </a:p>
      </dgm:t>
    </dgm:pt>
    <dgm:pt modelId="{37BFE66C-B5B6-49CD-B00F-6E8A2F81D216}" type="parTrans" cxnId="{405BCD89-6D5A-4A41-9FB5-A2E9E64ED284}">
      <dgm:prSet/>
      <dgm:spPr/>
      <dgm:t>
        <a:bodyPr/>
        <a:lstStyle/>
        <a:p>
          <a:endParaRPr lang="en-IN"/>
        </a:p>
      </dgm:t>
    </dgm:pt>
    <dgm:pt modelId="{2F7CDB71-C16C-4C09-95CA-5607B67E9787}" type="sibTrans" cxnId="{405BCD89-6D5A-4A41-9FB5-A2E9E64ED284}">
      <dgm:prSet/>
      <dgm:spPr/>
      <dgm:t>
        <a:bodyPr/>
        <a:lstStyle/>
        <a:p>
          <a:endParaRPr lang="en-IN"/>
        </a:p>
      </dgm:t>
    </dgm:pt>
    <dgm:pt modelId="{B19F762A-E401-46A6-BA00-9C061CFCB415}">
      <dgm:prSet phldrT="[Text]" phldr="0"/>
      <dgm:spPr/>
      <dgm:t>
        <a:bodyPr/>
        <a:lstStyle/>
        <a:p>
          <a:r>
            <a:rPr lang="en-IN" dirty="0"/>
            <a:t>build</a:t>
          </a:r>
        </a:p>
      </dgm:t>
    </dgm:pt>
    <dgm:pt modelId="{AE532E0A-20CD-46C4-A083-2C47A281E6D7}" type="parTrans" cxnId="{DE1EC316-B8F7-446A-9409-1572B3B7F82A}">
      <dgm:prSet/>
      <dgm:spPr/>
      <dgm:t>
        <a:bodyPr/>
        <a:lstStyle/>
        <a:p>
          <a:endParaRPr lang="en-IN"/>
        </a:p>
      </dgm:t>
    </dgm:pt>
    <dgm:pt modelId="{872E6321-6D8B-43C3-AA47-FE0062FF909B}" type="sibTrans" cxnId="{DE1EC316-B8F7-446A-9409-1572B3B7F82A}">
      <dgm:prSet/>
      <dgm:spPr/>
      <dgm:t>
        <a:bodyPr/>
        <a:lstStyle/>
        <a:p>
          <a:endParaRPr lang="en-IN"/>
        </a:p>
      </dgm:t>
    </dgm:pt>
    <dgm:pt modelId="{601633F3-4843-4C83-AC7A-91D95F9700FA}">
      <dgm:prSet phldrT="[Text]" phldr="0"/>
      <dgm:spPr/>
      <dgm:t>
        <a:bodyPr/>
        <a:lstStyle/>
        <a:p>
          <a:r>
            <a:rPr lang="en-IN" dirty="0"/>
            <a:t>Deploy</a:t>
          </a:r>
        </a:p>
      </dgm:t>
    </dgm:pt>
    <dgm:pt modelId="{168A1B7A-A602-4A40-95CB-FA3278D98646}" type="parTrans" cxnId="{74F9B23B-BE6B-4FA4-9DC2-E4644B74E14A}">
      <dgm:prSet/>
      <dgm:spPr/>
      <dgm:t>
        <a:bodyPr/>
        <a:lstStyle/>
        <a:p>
          <a:endParaRPr lang="en-IN"/>
        </a:p>
      </dgm:t>
    </dgm:pt>
    <dgm:pt modelId="{2F51CD4E-B215-4EAC-8290-88707587F670}" type="sibTrans" cxnId="{74F9B23B-BE6B-4FA4-9DC2-E4644B74E14A}">
      <dgm:prSet/>
      <dgm:spPr/>
      <dgm:t>
        <a:bodyPr/>
        <a:lstStyle/>
        <a:p>
          <a:endParaRPr lang="en-IN"/>
        </a:p>
      </dgm:t>
    </dgm:pt>
    <dgm:pt modelId="{B48AE2D7-855C-4365-BA83-C296871CCF4C}">
      <dgm:prSet phldrT="[Text]" phldr="0"/>
      <dgm:spPr/>
      <dgm:t>
        <a:bodyPr/>
        <a:lstStyle/>
        <a:p>
          <a:r>
            <a:rPr lang="en-IN" dirty="0"/>
            <a:t>Release</a:t>
          </a:r>
        </a:p>
      </dgm:t>
    </dgm:pt>
    <dgm:pt modelId="{54F16295-0950-4C3A-AFC9-784D1353053C}" type="parTrans" cxnId="{BA0B4708-C496-440C-8044-44A70E0282BD}">
      <dgm:prSet/>
      <dgm:spPr/>
      <dgm:t>
        <a:bodyPr/>
        <a:lstStyle/>
        <a:p>
          <a:endParaRPr lang="en-IN"/>
        </a:p>
      </dgm:t>
    </dgm:pt>
    <dgm:pt modelId="{44718B98-D03E-47D4-AA4D-680E9D2931C8}" type="sibTrans" cxnId="{BA0B4708-C496-440C-8044-44A70E0282BD}">
      <dgm:prSet/>
      <dgm:spPr/>
      <dgm:t>
        <a:bodyPr/>
        <a:lstStyle/>
        <a:p>
          <a:endParaRPr lang="en-IN"/>
        </a:p>
      </dgm:t>
    </dgm:pt>
    <dgm:pt modelId="{1BBD3072-877A-42C5-B8DB-F337280C865A}" type="pres">
      <dgm:prSet presAssocID="{F7A4736C-EEFE-4E3B-BD96-98959AD8A52A}" presName="linearFlow" presStyleCnt="0">
        <dgm:presLayoutVars>
          <dgm:resizeHandles val="exact"/>
        </dgm:presLayoutVars>
      </dgm:prSet>
      <dgm:spPr/>
    </dgm:pt>
    <dgm:pt modelId="{4F9D4866-EE6C-4B63-8E6C-BB206D5CAEC0}" type="pres">
      <dgm:prSet presAssocID="{2E5BE1B8-5DE9-439C-ADFB-58C24975FC16}" presName="node" presStyleLbl="node1" presStyleIdx="0" presStyleCnt="4">
        <dgm:presLayoutVars>
          <dgm:bulletEnabled val="1"/>
        </dgm:presLayoutVars>
      </dgm:prSet>
      <dgm:spPr/>
    </dgm:pt>
    <dgm:pt modelId="{9A0BE376-855A-4BD4-A8B9-3D7407C5AD2B}" type="pres">
      <dgm:prSet presAssocID="{2F7CDB71-C16C-4C09-95CA-5607B67E9787}" presName="sibTrans" presStyleLbl="sibTrans2D1" presStyleIdx="0" presStyleCnt="3"/>
      <dgm:spPr/>
    </dgm:pt>
    <dgm:pt modelId="{9163F8D3-5179-4944-AB14-F1B98E1664E7}" type="pres">
      <dgm:prSet presAssocID="{2F7CDB71-C16C-4C09-95CA-5607B67E9787}" presName="connectorText" presStyleLbl="sibTrans2D1" presStyleIdx="0" presStyleCnt="3"/>
      <dgm:spPr/>
    </dgm:pt>
    <dgm:pt modelId="{33D81BF3-5008-4224-A76A-0E65069A60DE}" type="pres">
      <dgm:prSet presAssocID="{B19F762A-E401-46A6-BA00-9C061CFCB415}" presName="node" presStyleLbl="node1" presStyleIdx="1" presStyleCnt="4">
        <dgm:presLayoutVars>
          <dgm:bulletEnabled val="1"/>
        </dgm:presLayoutVars>
      </dgm:prSet>
      <dgm:spPr/>
    </dgm:pt>
    <dgm:pt modelId="{144BE267-0814-48D5-A888-7094625F42E4}" type="pres">
      <dgm:prSet presAssocID="{872E6321-6D8B-43C3-AA47-FE0062FF909B}" presName="sibTrans" presStyleLbl="sibTrans2D1" presStyleIdx="1" presStyleCnt="3"/>
      <dgm:spPr/>
    </dgm:pt>
    <dgm:pt modelId="{D98FFD79-DEF3-4B2C-BE74-7DE8019D6B20}" type="pres">
      <dgm:prSet presAssocID="{872E6321-6D8B-43C3-AA47-FE0062FF909B}" presName="connectorText" presStyleLbl="sibTrans2D1" presStyleIdx="1" presStyleCnt="3"/>
      <dgm:spPr/>
    </dgm:pt>
    <dgm:pt modelId="{BED75607-6183-4039-8915-EDB324E08FA1}" type="pres">
      <dgm:prSet presAssocID="{601633F3-4843-4C83-AC7A-91D95F9700FA}" presName="node" presStyleLbl="node1" presStyleIdx="2" presStyleCnt="4">
        <dgm:presLayoutVars>
          <dgm:bulletEnabled val="1"/>
        </dgm:presLayoutVars>
      </dgm:prSet>
      <dgm:spPr/>
    </dgm:pt>
    <dgm:pt modelId="{35347735-FB75-4FB2-9C28-851F0D6B7F22}" type="pres">
      <dgm:prSet presAssocID="{2F51CD4E-B215-4EAC-8290-88707587F670}" presName="sibTrans" presStyleLbl="sibTrans2D1" presStyleIdx="2" presStyleCnt="3"/>
      <dgm:spPr/>
    </dgm:pt>
    <dgm:pt modelId="{3E3C0FE6-E4B9-4E8B-8E37-480924CBDBB0}" type="pres">
      <dgm:prSet presAssocID="{2F51CD4E-B215-4EAC-8290-88707587F670}" presName="connectorText" presStyleLbl="sibTrans2D1" presStyleIdx="2" presStyleCnt="3"/>
      <dgm:spPr/>
    </dgm:pt>
    <dgm:pt modelId="{E4AD97B1-8289-4688-8560-E94F7723943F}" type="pres">
      <dgm:prSet presAssocID="{B48AE2D7-855C-4365-BA83-C296871CCF4C}" presName="node" presStyleLbl="node1" presStyleIdx="3" presStyleCnt="4">
        <dgm:presLayoutVars>
          <dgm:bulletEnabled val="1"/>
        </dgm:presLayoutVars>
      </dgm:prSet>
      <dgm:spPr/>
    </dgm:pt>
  </dgm:ptLst>
  <dgm:cxnLst>
    <dgm:cxn modelId="{BA0B4708-C496-440C-8044-44A70E0282BD}" srcId="{F7A4736C-EEFE-4E3B-BD96-98959AD8A52A}" destId="{B48AE2D7-855C-4365-BA83-C296871CCF4C}" srcOrd="3" destOrd="0" parTransId="{54F16295-0950-4C3A-AFC9-784D1353053C}" sibTransId="{44718B98-D03E-47D4-AA4D-680E9D2931C8}"/>
    <dgm:cxn modelId="{DE1EC316-B8F7-446A-9409-1572B3B7F82A}" srcId="{F7A4736C-EEFE-4E3B-BD96-98959AD8A52A}" destId="{B19F762A-E401-46A6-BA00-9C061CFCB415}" srcOrd="1" destOrd="0" parTransId="{AE532E0A-20CD-46C4-A083-2C47A281E6D7}" sibTransId="{872E6321-6D8B-43C3-AA47-FE0062FF909B}"/>
    <dgm:cxn modelId="{63941317-0357-4FCC-BCAD-55F484D13AB5}" type="presOf" srcId="{2E5BE1B8-5DE9-439C-ADFB-58C24975FC16}" destId="{4F9D4866-EE6C-4B63-8E6C-BB206D5CAEC0}" srcOrd="0" destOrd="0" presId="urn:microsoft.com/office/officeart/2005/8/layout/process2"/>
    <dgm:cxn modelId="{A175A32B-99F6-4FF3-BDB5-8E898161EE6E}" type="presOf" srcId="{872E6321-6D8B-43C3-AA47-FE0062FF909B}" destId="{D98FFD79-DEF3-4B2C-BE74-7DE8019D6B20}" srcOrd="1" destOrd="0" presId="urn:microsoft.com/office/officeart/2005/8/layout/process2"/>
    <dgm:cxn modelId="{74F9B23B-BE6B-4FA4-9DC2-E4644B74E14A}" srcId="{F7A4736C-EEFE-4E3B-BD96-98959AD8A52A}" destId="{601633F3-4843-4C83-AC7A-91D95F9700FA}" srcOrd="2" destOrd="0" parTransId="{168A1B7A-A602-4A40-95CB-FA3278D98646}" sibTransId="{2F51CD4E-B215-4EAC-8290-88707587F670}"/>
    <dgm:cxn modelId="{8A47F848-09CD-4E28-A251-CEBB4FCE24AB}" type="presOf" srcId="{2F7CDB71-C16C-4C09-95CA-5607B67E9787}" destId="{9A0BE376-855A-4BD4-A8B9-3D7407C5AD2B}" srcOrd="0" destOrd="0" presId="urn:microsoft.com/office/officeart/2005/8/layout/process2"/>
    <dgm:cxn modelId="{2D10DD71-305D-4C6E-BA6B-3D0248B2FBB4}" type="presOf" srcId="{2F51CD4E-B215-4EAC-8290-88707587F670}" destId="{3E3C0FE6-E4B9-4E8B-8E37-480924CBDBB0}" srcOrd="1" destOrd="0" presId="urn:microsoft.com/office/officeart/2005/8/layout/process2"/>
    <dgm:cxn modelId="{8E01E272-0EF1-4E19-BE6C-52A857100841}" type="presOf" srcId="{601633F3-4843-4C83-AC7A-91D95F9700FA}" destId="{BED75607-6183-4039-8915-EDB324E08FA1}" srcOrd="0" destOrd="0" presId="urn:microsoft.com/office/officeart/2005/8/layout/process2"/>
    <dgm:cxn modelId="{FD5C0F89-160D-4314-829D-8E2AD3A67460}" type="presOf" srcId="{2F51CD4E-B215-4EAC-8290-88707587F670}" destId="{35347735-FB75-4FB2-9C28-851F0D6B7F22}" srcOrd="0" destOrd="0" presId="urn:microsoft.com/office/officeart/2005/8/layout/process2"/>
    <dgm:cxn modelId="{405BCD89-6D5A-4A41-9FB5-A2E9E64ED284}" srcId="{F7A4736C-EEFE-4E3B-BD96-98959AD8A52A}" destId="{2E5BE1B8-5DE9-439C-ADFB-58C24975FC16}" srcOrd="0" destOrd="0" parTransId="{37BFE66C-B5B6-49CD-B00F-6E8A2F81D216}" sibTransId="{2F7CDB71-C16C-4C09-95CA-5607B67E9787}"/>
    <dgm:cxn modelId="{D9C1838F-A091-451E-9FC3-8BD576042A56}" type="presOf" srcId="{F7A4736C-EEFE-4E3B-BD96-98959AD8A52A}" destId="{1BBD3072-877A-42C5-B8DB-F337280C865A}" srcOrd="0" destOrd="0" presId="urn:microsoft.com/office/officeart/2005/8/layout/process2"/>
    <dgm:cxn modelId="{5E2BFAC1-A7C2-4ED8-B694-A2D03DED5E1A}" type="presOf" srcId="{872E6321-6D8B-43C3-AA47-FE0062FF909B}" destId="{144BE267-0814-48D5-A888-7094625F42E4}" srcOrd="0" destOrd="0" presId="urn:microsoft.com/office/officeart/2005/8/layout/process2"/>
    <dgm:cxn modelId="{941556C5-B587-4221-AA67-8ADB5E79005B}" type="presOf" srcId="{B19F762A-E401-46A6-BA00-9C061CFCB415}" destId="{33D81BF3-5008-4224-A76A-0E65069A60DE}" srcOrd="0" destOrd="0" presId="urn:microsoft.com/office/officeart/2005/8/layout/process2"/>
    <dgm:cxn modelId="{847BAED6-A919-4C2F-82AD-FEB3D9049BE8}" type="presOf" srcId="{B48AE2D7-855C-4365-BA83-C296871CCF4C}" destId="{E4AD97B1-8289-4688-8560-E94F7723943F}" srcOrd="0" destOrd="0" presId="urn:microsoft.com/office/officeart/2005/8/layout/process2"/>
    <dgm:cxn modelId="{611C6CE7-FB0B-4D88-9E89-10BD73C9DA02}" type="presOf" srcId="{2F7CDB71-C16C-4C09-95CA-5607B67E9787}" destId="{9163F8D3-5179-4944-AB14-F1B98E1664E7}" srcOrd="1" destOrd="0" presId="urn:microsoft.com/office/officeart/2005/8/layout/process2"/>
    <dgm:cxn modelId="{C93EF0FE-A929-4F71-BBC0-8D862CBE8234}" type="presParOf" srcId="{1BBD3072-877A-42C5-B8DB-F337280C865A}" destId="{4F9D4866-EE6C-4B63-8E6C-BB206D5CAEC0}" srcOrd="0" destOrd="0" presId="urn:microsoft.com/office/officeart/2005/8/layout/process2"/>
    <dgm:cxn modelId="{EF47FBC4-F27A-4F35-BC34-6C6946D81063}" type="presParOf" srcId="{1BBD3072-877A-42C5-B8DB-F337280C865A}" destId="{9A0BE376-855A-4BD4-A8B9-3D7407C5AD2B}" srcOrd="1" destOrd="0" presId="urn:microsoft.com/office/officeart/2005/8/layout/process2"/>
    <dgm:cxn modelId="{5128787C-C14A-4C2A-802E-E793FE3C27DC}" type="presParOf" srcId="{9A0BE376-855A-4BD4-A8B9-3D7407C5AD2B}" destId="{9163F8D3-5179-4944-AB14-F1B98E1664E7}" srcOrd="0" destOrd="0" presId="urn:microsoft.com/office/officeart/2005/8/layout/process2"/>
    <dgm:cxn modelId="{0292572D-09CD-4630-B0AC-DBCDE0D74AFB}" type="presParOf" srcId="{1BBD3072-877A-42C5-B8DB-F337280C865A}" destId="{33D81BF3-5008-4224-A76A-0E65069A60DE}" srcOrd="2" destOrd="0" presId="urn:microsoft.com/office/officeart/2005/8/layout/process2"/>
    <dgm:cxn modelId="{8B3E7501-A47D-43CF-AF50-07501C5A7607}" type="presParOf" srcId="{1BBD3072-877A-42C5-B8DB-F337280C865A}" destId="{144BE267-0814-48D5-A888-7094625F42E4}" srcOrd="3" destOrd="0" presId="urn:microsoft.com/office/officeart/2005/8/layout/process2"/>
    <dgm:cxn modelId="{C1D306E6-E43D-48CA-BC0D-D240ED9C3BDE}" type="presParOf" srcId="{144BE267-0814-48D5-A888-7094625F42E4}" destId="{D98FFD79-DEF3-4B2C-BE74-7DE8019D6B20}" srcOrd="0" destOrd="0" presId="urn:microsoft.com/office/officeart/2005/8/layout/process2"/>
    <dgm:cxn modelId="{15B357A0-B9D1-40A2-B9DB-019AD1601C37}" type="presParOf" srcId="{1BBD3072-877A-42C5-B8DB-F337280C865A}" destId="{BED75607-6183-4039-8915-EDB324E08FA1}" srcOrd="4" destOrd="0" presId="urn:microsoft.com/office/officeart/2005/8/layout/process2"/>
    <dgm:cxn modelId="{72573C6C-7589-4721-85A2-F4E99BD4EFB1}" type="presParOf" srcId="{1BBD3072-877A-42C5-B8DB-F337280C865A}" destId="{35347735-FB75-4FB2-9C28-851F0D6B7F22}" srcOrd="5" destOrd="0" presId="urn:microsoft.com/office/officeart/2005/8/layout/process2"/>
    <dgm:cxn modelId="{D9AE466B-B218-4846-A1FD-8492912CBAB8}" type="presParOf" srcId="{35347735-FB75-4FB2-9C28-851F0D6B7F22}" destId="{3E3C0FE6-E4B9-4E8B-8E37-480924CBDBB0}" srcOrd="0" destOrd="0" presId="urn:microsoft.com/office/officeart/2005/8/layout/process2"/>
    <dgm:cxn modelId="{B8B6F666-EB77-42D0-A2DD-BBCEB19EA165}" type="presParOf" srcId="{1BBD3072-877A-42C5-B8DB-F337280C865A}" destId="{E4AD97B1-8289-4688-8560-E94F7723943F}"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9D4866-EE6C-4B63-8E6C-BB206D5CAEC0}">
      <dsp:nvSpPr>
        <dsp:cNvPr id="0" name=""/>
        <dsp:cNvSpPr/>
      </dsp:nvSpPr>
      <dsp:spPr>
        <a:xfrm>
          <a:off x="1641818" y="970"/>
          <a:ext cx="923320" cy="36120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download</a:t>
          </a:r>
        </a:p>
      </dsp:txBody>
      <dsp:txXfrm>
        <a:off x="1652397" y="11549"/>
        <a:ext cx="902162" cy="340043"/>
      </dsp:txXfrm>
    </dsp:sp>
    <dsp:sp modelId="{9A0BE376-855A-4BD4-A8B9-3D7407C5AD2B}">
      <dsp:nvSpPr>
        <dsp:cNvPr id="0" name=""/>
        <dsp:cNvSpPr/>
      </dsp:nvSpPr>
      <dsp:spPr>
        <a:xfrm rot="5400000">
          <a:off x="2035753" y="371202"/>
          <a:ext cx="135450" cy="1625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rot="-5400000">
        <a:off x="2054717" y="384747"/>
        <a:ext cx="97524" cy="94815"/>
      </dsp:txXfrm>
    </dsp:sp>
    <dsp:sp modelId="{33D81BF3-5008-4224-A76A-0E65069A60DE}">
      <dsp:nvSpPr>
        <dsp:cNvPr id="0" name=""/>
        <dsp:cNvSpPr/>
      </dsp:nvSpPr>
      <dsp:spPr>
        <a:xfrm>
          <a:off x="1641818" y="542772"/>
          <a:ext cx="923320" cy="36120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build</a:t>
          </a:r>
        </a:p>
      </dsp:txBody>
      <dsp:txXfrm>
        <a:off x="1652397" y="553351"/>
        <a:ext cx="902162" cy="340043"/>
      </dsp:txXfrm>
    </dsp:sp>
    <dsp:sp modelId="{144BE267-0814-48D5-A888-7094625F42E4}">
      <dsp:nvSpPr>
        <dsp:cNvPr id="0" name=""/>
        <dsp:cNvSpPr/>
      </dsp:nvSpPr>
      <dsp:spPr>
        <a:xfrm rot="5400000">
          <a:off x="2035753" y="913003"/>
          <a:ext cx="135450" cy="1625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rot="-5400000">
        <a:off x="2054717" y="926548"/>
        <a:ext cx="97524" cy="94815"/>
      </dsp:txXfrm>
    </dsp:sp>
    <dsp:sp modelId="{BED75607-6183-4039-8915-EDB324E08FA1}">
      <dsp:nvSpPr>
        <dsp:cNvPr id="0" name=""/>
        <dsp:cNvSpPr/>
      </dsp:nvSpPr>
      <dsp:spPr>
        <a:xfrm>
          <a:off x="1641818" y="1084574"/>
          <a:ext cx="923320" cy="36120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Deploy</a:t>
          </a:r>
        </a:p>
      </dsp:txBody>
      <dsp:txXfrm>
        <a:off x="1652397" y="1095153"/>
        <a:ext cx="902162" cy="340043"/>
      </dsp:txXfrm>
    </dsp:sp>
    <dsp:sp modelId="{35347735-FB75-4FB2-9C28-851F0D6B7F22}">
      <dsp:nvSpPr>
        <dsp:cNvPr id="0" name=""/>
        <dsp:cNvSpPr/>
      </dsp:nvSpPr>
      <dsp:spPr>
        <a:xfrm rot="5400000">
          <a:off x="2035753" y="1454805"/>
          <a:ext cx="135450" cy="1625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rot="-5400000">
        <a:off x="2054717" y="1468350"/>
        <a:ext cx="97524" cy="94815"/>
      </dsp:txXfrm>
    </dsp:sp>
    <dsp:sp modelId="{E4AD97B1-8289-4688-8560-E94F7723943F}">
      <dsp:nvSpPr>
        <dsp:cNvPr id="0" name=""/>
        <dsp:cNvSpPr/>
      </dsp:nvSpPr>
      <dsp:spPr>
        <a:xfrm>
          <a:off x="1641818" y="1626375"/>
          <a:ext cx="923320" cy="36120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Release</a:t>
          </a:r>
        </a:p>
      </dsp:txBody>
      <dsp:txXfrm>
        <a:off x="1652397" y="1636954"/>
        <a:ext cx="902162" cy="340043"/>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05.178"/>
    </inkml:context>
    <inkml:brush xml:id="br0">
      <inkml:brushProperty name="width" value="0.05" units="cm"/>
      <inkml:brushProperty name="height" value="0.05" units="cm"/>
      <inkml:brushProperty name="color" value="#FFFFFF"/>
    </inkml:brush>
  </inkml:definitions>
  <inkml:trace contextRef="#ctx0" brushRef="#br0">63 308 24575,'-5'-3'0,"0"1"0,0-1 0,0 0 0,1-1 0,-1 1 0,1-1 0,0 0 0,0 0 0,0 0 0,-5-8 0,7 10 0,1 0 0,0 0 0,0-1 0,1 1 0,-1 0 0,0-1 0,1 1 0,-1 0 0,1-1 0,0 1 0,0-1 0,0 1 0,0-1 0,0 1 0,1 0 0,-1-1 0,1 1 0,-1 0 0,1-1 0,0 1 0,0 0 0,0 0 0,0 0 0,1-1 0,-1 1 0,0 0 0,3-2 0,4-5 0,0 1 0,0 1 0,1-1 0,-1 1 0,2 1 0,-1-1 0,1 2 0,0-1 0,12-4 0,13-3 0,51-14 0,11 4-163,1 5-1,122-8 1,203 11-328,558 56 491,-808-20 0,-1 9 0,-1 6 0,270 97 0,-340-94-4,-2 5 0,-2 4 0,-2 5 0,-2 3-1,-3 5 1,-2 3 0,-4 4 0,-2 4 0,113 129 0,-119-111-76,-4 4 0,94 163 0,-137-204 108,-2 2 0,-3 1-1,-2 1 1,-3 1 0,-2 0-1,16 113 1,-24-73 136,-4-1 0,-5 1-1,-22 174 1,-5-107 43,-66 221-1,90-376-206,-49 188 0,45-160 0,1-1 0,2 1 0,1 50 0,6-70 342,1-18-684,1-9-1023,-2-3-5461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05.645"/>
    </inkml:context>
    <inkml:brush xml:id="br0">
      <inkml:brushProperty name="width" value="0.05" units="cm"/>
      <inkml:brushProperty name="height" value="0.05" units="cm"/>
      <inkml:brushProperty name="color" value="#FFFFFF"/>
    </inkml:brush>
  </inkml:definitions>
  <inkml:trace contextRef="#ctx0" brushRef="#br0">15 0 24575,'-2'3'0,"0"-1"0,1 1 0,-1-1 0,1 1 0,0 0 0,0-1 0,0 1 0,0 0 0,0 0 0,0 0 0,1 0 0,-1 0 0,1-1 0,0 1 0,0 0 0,0 0 0,1 0 0,-1 0 0,0 0 0,1 0 0,0 0 0,0 0 0,0 0 0,2 3 0,3 8 0,0 0 0,1-1 0,12 16 0,-10-15 0,1-1 0,0-1 0,1 0 0,0 0 0,1-1 0,1 0 0,0-1 0,0-1 0,0 0 0,2-1 0,-1 0 0,1-1 0,0-1 0,0 0 0,0-1 0,17 3 0,-16-4 0,-1-1 0,1-1 0,0 0 0,0-1 0,0-1 0,0-1 0,0 0 0,32-7 0,-36 5 0,0 0 0,0-2 0,-1 1 0,1-2 0,-1 1 0,-1-1 0,1-1 0,-1 0 0,0-1 0,0 0 0,-1 0 0,10-11 0,1-5 0,20-30 0,-34 45 0,0-1 0,0 0 0,-1 0 0,-1 0 0,0-1 0,4-16 0,-9 24 0,-3 7 0,-4 7 0,-26 44-1365,21-37-5461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28.101"/>
    </inkml:context>
    <inkml:brush xml:id="br0">
      <inkml:brushProperty name="width" value="0.05" units="cm"/>
      <inkml:brushProperty name="height" value="0.05" units="cm"/>
      <inkml:brushProperty name="color" value="#FFFFFF"/>
    </inkml:brush>
  </inkml:definitions>
  <inkml:trace contextRef="#ctx0" brushRef="#br0">3446 245 24575,'-29'-36'0,"-4"-4"0,17 27 0,0 1 0,0 0 0,-1 1 0,0 1 0,-1 1 0,0 0 0,-1 1 0,-35-10 0,-8 3 0,-92-11 0,23 12 0,-166 3 0,-132 35 0,221 2-157,1 10 0,2 8 0,-375 134 1,486-142 201,2 4 1,2 3 0,-126 84 0,176-101-12,3 3 0,0 1 0,2 1 0,1 2 0,1 2 0,2 1 0,2 1 0,2 1 0,-37 67 0,53-83-22,2 1-1,0 0 1,2 0 0,0 1 0,1 0 0,2 0 0,0 0 0,2 1 0,1-1 0,2 33-1,2-29-13,0 0-1,3 0 0,0 0 0,2 0 0,0-1 0,2-1 0,2 0 0,22 40 0,-12-29 5,2-2 0,2 0-1,1-2 1,2-1 0,1-1 0,50 40-1,-34-36 2,2-3-1,0-1 1,3-3-1,65 27 1,-25-19-16,167 41 1,99-9-85,160-7-434,4-25 578,-513-36-51,64 5 4,666 26 0,-542-32 0,343-45 0,-431 26 0,0-5 0,-1-4 0,-2-5 0,-1-4 0,-3-5 0,-1-4 0,111-71 0,-178 96 32,0 0 1,-2-3-1,-1 0 1,-1-2 0,-1-2-1,-1 0 1,-2-2-1,30-45 1,-42 54-12,0-1-1,-2 0 1,0 0 0,-2-1 0,-1-1 0,0 1 0,-2-1 0,-1-1 0,-1 1 0,-1-1 0,-2 1-1,0-1 1,-6-50 0,1 52-21,-1 0 0,-1 0 0,-1 0 0,-1 1 0,-1 0 0,-1 0 0,-19-31 0,9 24 0,-1 1 0,-1 0 0,-2 2 0,-40-37 0,-1 9 0,-4 3 0,-1 4 0,-118-62 0,47 39-72,-3 6 0,-3 6-1,-2 7 1,-175-38 0,120 48-49,-2 9 1,-342-11-1,405 43-501,-215 28 0,265-14-5602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22.045"/>
    </inkml:context>
    <inkml:brush xml:id="br0">
      <inkml:brushProperty name="width" value="0.05" units="cm"/>
      <inkml:brushProperty name="height" value="0.05" units="cm"/>
      <inkml:brushProperty name="color" value="#FFFFFF"/>
    </inkml:brush>
  </inkml:definitions>
  <inkml:trace contextRef="#ctx0" brushRef="#br0">0 0 24575,'17'1'0,"-1"1"0,1 1 0,19 5 0,26 4 0,36-5 0,100-6 0,-113-2 0,-84 1 1,21 0-275,0 0 1,0-1 0,0-2 0,41-9 0,-48 6-6553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22.341"/>
    </inkml:context>
    <inkml:brush xml:id="br0">
      <inkml:brushProperty name="width" value="0.05" units="cm"/>
      <inkml:brushProperty name="height" value="0.05" units="cm"/>
      <inkml:brushProperty name="color" value="#FFFFFF"/>
    </inkml:brush>
  </inkml:definitions>
  <inkml:trace contextRef="#ctx0" brushRef="#br0">0 66 24575,'3'0'0,"6"-2"0,7-2 0,7-2 0,7-1 0,7 2 0,8-2 0,4 1 0,6-2 0,0 1 0,3 2 0,-3 1 0,-6 1 0,-6 2 0,-7 1 0,-7 0 0,-8 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42.461"/>
    </inkml:context>
    <inkml:brush xml:id="br0">
      <inkml:brushProperty name="width" value="0.05" units="cm"/>
      <inkml:brushProperty name="height" value="0.05" units="cm"/>
      <inkml:brushProperty name="color" value="#FFFFFF"/>
    </inkml:brush>
  </inkml:definitions>
  <inkml:trace contextRef="#ctx0" brushRef="#br0">1 1 24575,'232'-1'129,"658"14"-1623,-850-11-5332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42.741"/>
    </inkml:context>
    <inkml:brush xml:id="br0">
      <inkml:brushProperty name="width" value="0.05" units="cm"/>
      <inkml:brushProperty name="height" value="0.05" units="cm"/>
      <inkml:brushProperty name="color" value="#FFFFFF"/>
    </inkml:brush>
  </inkml:definitions>
  <inkml:trace contextRef="#ctx0" brushRef="#br0">0 17 24575,'765'-9'341,"42"1"-2047,-749 8-5120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0.971"/>
    </inkml:context>
    <inkml:brush xml:id="br0">
      <inkml:brushProperty name="width" value="0.05" units="cm"/>
      <inkml:brushProperty name="height" value="0.05" units="cm"/>
      <inkml:brushProperty name="color" value="#FFFFFF"/>
    </inkml:brush>
  </inkml:definitions>
  <inkml:trace contextRef="#ctx0" brushRef="#br0">2579 213 24575,'1'0'0,"0"0"0,0-1 0,0 1 0,0-1 0,0 0 0,0 1 0,0-1 0,0 0 0,0 0 0,0 1 0,-1-1 0,1 0 0,0 0 0,-1 0 0,1 0 0,0 0 0,0-2 0,9-18 0,-9 17 0,0 1 0,0-1 0,0 0 0,0 1 0,-1-1 0,0 0 0,1 0 0,-1 1 0,-1-1 0,1 0 0,0 0 0,-1 1 0,0-1 0,0 0 0,0 1 0,0-1 0,-4-5 0,2 4 0,0 1 0,0-1 0,-1 0 0,0 1 0,0 0 0,-1 0 0,1 0 0,-1 1 0,1 0 0,-9-5 0,-3 0 0,0 1 0,-1 0 0,0 2 0,-1 0 0,1 0 0,-27-2 0,-46-1 0,-116 4 0,-91 20 0,128 0 0,1 7 0,-285 77 0,364-73 0,2 5 0,1 3 0,2 4 0,1 3 0,2 4 0,-94 72 0,143-94 0,2 2 0,1 1 0,0 1 0,-38 51 0,50-55 0,1 1 0,1 0 0,1 1 0,2 1 0,0 0 0,-15 56 0,15-27-33,2 0-1,3 0 1,3 1-1,3 78 1,7-31-123,30 154 0,-20-181 149,3-1 0,4 0 0,3-2 1,3-1-1,3-2 0,3 0 0,3-3 0,4-1 0,2-2 1,3-2-1,2-2 0,4-2 0,70 61 0,-59-65-11,2-4-1,2-3 0,2-2 1,1-4-1,3-3 1,1-3-1,2-3 1,1-4-1,2-3 1,104 19-1,-66-25-92,0-5 1,1-6-1,0-5 1,0-5-1,127-17 0,-108-1 40,0-7-1,-2-5 1,-2-6 0,135-57-1,-161 48 72,-1-4 0,139-90 0,-169 88 0,-2-3 0,-2-3 0,100-105 0,-137 125-33,-3-2 0,-1-2 0,-2 0 0,-2-2 0,-1-1 0,-3-2-1,22-58 1,-33 68 9,-1-1 0,-3 0 0,-1 0 0,-1-1 0,-3 0 0,-1 0 0,-1 0 0,-3 0 0,-1 0 0,-9-49 0,-1 34 24,-3 0 0,-1 2 0,-3-1 1,-3 2-1,-1 1 0,-3 1 0,-1 1 0,-3 1 1,-51-61-1,23 41-177,-2 2 0,-4 3 0,-1 3 1,-4 2-1,-89-55 0,89 69 179,-2 3 1,-2 3-1,-2 3 0,0 3 1,-3 4-1,0 4 0,-1 2 1,-1 4-1,-1 4 0,0 3 1,0 4-1,-1 3 0,0 4 1,-153 22-1,117-2 581,1 5 0,1 5 0,1 5 0,-168 78 0,283-114-606,-15 9 494,14-9-503,1 0 1,0 0 0,0 0 0,-1 0-1,1 0 1,0 0 0,-1 0 0,1 1-1,0-1 1,0 0 0,-1 0 0,1 0-1,0 1 1,0-1 0,0 0 0,-1 0 0,1 0-1,0 1 1,0-1 0,0 0 0,0 1-1,-1-1 1,1 0 0,0 0 0,0 1-1,0-1 1,0 0 0,0 1 0,0-1-1,0 0 1,0 1 0,0-1 0,0 0-1,0 0 1,0 1 0,0-1 0,0 0-1,0 1 1,0-1 0,0 0 0,0 1-1,1-1 1,-1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1.713"/>
    </inkml:context>
    <inkml:brush xml:id="br0">
      <inkml:brushProperty name="width" value="0.05" units="cm"/>
      <inkml:brushProperty name="height" value="0.05" units="cm"/>
      <inkml:brushProperty name="color" value="#FFFFFF"/>
    </inkml:brush>
  </inkml:definitions>
  <inkml:trace contextRef="#ctx0" brushRef="#br0">11 662 24575,'-5'13'0,"4"-12"0,1-1 0,-1 1 0,1-1 0,-1 1 0,1-1 0,0 1 0,-1-1 0,1 1 0,0 0 0,0-1 0,-1 1 0,1-1 0,0 1 0,0 0 0,0-1 0,0 1 0,0 0 0,0-1 0,0 1 0,0 0 0,0-1 0,0 1 0,0-1 0,0 1 0,0 0 0,1-1 0,-1 1 0,0-1 0,0 1 0,1 0 0,-1-1 0,0 1 0,1-1 0,-1 1 0,0-1 0,1 1 0,-1-1 0,1 1 0,-1-1 0,1 0 0,-1 1 0,1-1 0,0 1 0,4 0 0,-1 1 0,1-1 0,0 0 0,0 0 0,-1 0 0,1-1 0,0 1 0,0-1 0,0 0 0,0-1 0,7-1 0,3 1 0,263-39 15,-165 20-264,1400-200-4132,8 34-615,-1253 154 4825,1270-141 1478,-1522 171-1333,172-23 4184,-174 21-1468,-26 2-1564,-36 3-788,44-1-214,-64 1-1424,37-1-5526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1.967"/>
    </inkml:context>
    <inkml:brush xml:id="br0">
      <inkml:brushProperty name="width" value="0.05" units="cm"/>
      <inkml:brushProperty name="height" value="0.05" units="cm"/>
      <inkml:brushProperty name="color" value="#FFFFFF"/>
    </inkml:brush>
  </inkml:definitions>
  <inkml:trace contextRef="#ctx0" brushRef="#br0">38 67 24575,'-11'-9'0,"7"7"0,1-1 0,0 0 0,-1 0 0,1 0 0,-4-6 0,6 9 0,1-1 0,0 1 0,-1-1 0,1 0 0,0 1 0,0-1 0,0 1 0,-1-1 0,1 0 0,0 1 0,0-1 0,0 0 0,0 1 0,0-1 0,0 0 0,0 1 0,0-1 0,1 1 0,-1-1 0,0 0 0,0 1 0,0-1 0,1 0 0,-1 1 0,0-1 0,1 1 0,-1-1 0,0 1 0,1-1 0,-1 1 0,1-1 0,-1 1 0,1-1 0,-1 1 0,1 0 0,-1-1 0,1 1 0,-1 0 0,1-1 0,0 1 0,-1 0 0,1 0 0,-1-1 0,2 1 0,4-2 0,1 0 0,0 0 0,0 0 0,1 1 0,-1 0 0,0 0 0,0 1 0,1 0 0,-1 0 0,0 1 0,0 0 0,13 3 0,4 2 0,-1 2 0,33 14 0,-40-16 0,-1 2 0,1 0 0,-2 1 0,1 0 0,-1 1 0,-1 1 0,0 0 0,21 24 0,-28-28 0,0 0 0,-1 1 0,-1 0 0,1 0 0,-1 0 0,-1 1 0,1-1 0,-1 1 0,-1 0 0,0 0 0,0 0 0,-1 0 0,0 0 0,0 0 0,-1 0 0,0 0 0,-1 1 0,-2 11 0,-1-2 34,-2-1 1,0 1-1,-1-1 0,-1 0 0,0-1 0,-1 0 0,-1 0 0,-1-1 0,-21 26 1,-3-3-604,-2-1 0,-53 42 0,-19 6-6257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3.379"/>
    </inkml:context>
    <inkml:brush xml:id="br0">
      <inkml:brushProperty name="width" value="0.05" units="cm"/>
      <inkml:brushProperty name="height" value="0.05" units="cm"/>
      <inkml:brushProperty name="color" value="#FFFFFF"/>
    </inkml:brush>
  </inkml:definitions>
  <inkml:trace contextRef="#ctx0" brushRef="#br0">1 470 24575,'3'1'0,"1"0"0,-1 1 0,1-1 0,-1 1 0,0 0 0,0-1 0,0 2 0,0-1 0,0 0 0,0 0 0,4 5 0,3 2 0,78 61 0,45 37 0,177 108 0,-195-151-243,2-5 0,4-5-1,247 74 1,-199-85-82,2-8 1,264 22-1,-246-48 109,0-8-1,1-8 0,216-36 0,-157 0-217,451-142 0,-502 116 405,-3-9 0,-4-8 0,315-193 0,-403 211-299,102-87-1,-160 116 989,-2-2-1,-2-1 0,-1-3 1,45-66-1,-81 105-688,1-1-1,-2 1 0,1-1 1,-1 0-1,0 0 1,2-9-1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3.800"/>
    </inkml:context>
    <inkml:brush xml:id="br0">
      <inkml:brushProperty name="width" value="0.05" units="cm"/>
      <inkml:brushProperty name="height" value="0.05" units="cm"/>
      <inkml:brushProperty name="color" value="#FFFFFF"/>
    </inkml:brush>
  </inkml:definitions>
  <inkml:trace contextRef="#ctx0" brushRef="#br0">7 103 24575,'-1'0'0,"1"0"0,0-1 0,0 1 0,0 0 0,0 0 0,0 0 0,-1 0 0,1 0 0,0 0 0,0 0 0,0 0 0,0 0 0,-1 0 0,1 0 0,0 0 0,0 0 0,0 0 0,0 0 0,-1 0 0,1 0 0,0 0 0,0 0 0,0 0 0,0 0 0,-1 1 0,1-1 0,0 0 0,0 0 0,0 0 0,0 0 0,0 0 0,-1 0 0,1 0 0,0 1 0,0-1 0,0 0 0,0 0 0,0 0 0,0 0 0,0 0 0,0 1 0,0-1 0,0 0 0,0 0 0,-1 0 0,1 0 0,0 1 0,0-1 0,0 0 0,0 0 0,0 0 0,0 0 0,0 1 0,1-1 0,-1 0 0,0 0 0,0 0 0,0 0 0,0 0 0,0 1 0,0-1 0,0 0 0,0 0 0,10 7 0,-2-6 0,-1 0 0,0 0 0,1-1 0,-1 0 0,0-1 0,0 1 0,1-1 0,-1-1 0,0 1 0,0-1 0,7-3 0,13-6 0,36-20 0,-51 25 0,73-49 0,-84 55 0,-1-1 0,0 1 0,1 0 0,-1 0 0,1-1 0,-1 1 0,1 0 0,-1 0 0,1 0 0,-1-1 0,1 1 0,-1 0 0,1 0 0,-1 0 0,1 0 0,-1 0 0,1 0 0,-1 0 0,1 0 0,-1 0 0,1 0 0,-1 0 0,1 1 0,-1-1 0,1 0 0,-1 0 0,0 0 0,1 1 0,-1-1 0,1 0 0,-1 0 0,1 1 0,0 0 0,0 1 0,-1-1 0,1 0 0,0 1 0,-1-1 0,1 0 0,-1 1 0,0-1 0,1 1 0,-1-1 0,0 3 0,-2 44 0,2-45 0,-17 367-1365,17-345-5461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5.351"/>
    </inkml:context>
    <inkml:brush xml:id="br0">
      <inkml:brushProperty name="width" value="0.05" units="cm"/>
      <inkml:brushProperty name="height" value="0.05" units="cm"/>
      <inkml:brushProperty name="color" value="#FFFFFF"/>
    </inkml:brush>
  </inkml:definitions>
  <inkml:trace contextRef="#ctx0" brushRef="#br0">471 763 24575,'0'-1'0,"0"1"0,0-1 0,0 0 0,0 1 0,0-1 0,0 0 0,0 0 0,0 1 0,0-1 0,0 0 0,0 1 0,0-1 0,0 0 0,0 1 0,-1-1 0,1 0 0,0 1 0,-1-1 0,1 0 0,0 1 0,-1-1 0,1 1 0,-1-1 0,1 1 0,-1-2 0,0 3 0,0-1 0,0 0 0,1 1 0,-1-1 0,0 1 0,1-1 0,-1 1 0,0-1 0,1 1 0,-1-1 0,1 1 0,-1-1 0,0 1 0,1 0 0,0-1 0,-1 1 0,0 1 0,-18 37 0,15-23 0,0 0 0,1 0 0,1 0 0,0 0 0,1 0 0,2 23 0,-1-31 0,1 1 0,0-1 0,1 1 0,0-1 0,0 0 0,1 0 0,0 0 0,0 0 0,1 0 0,0-1 0,0 1 0,0-1 0,12 12 0,-12-15 0,0-1 0,0 0 0,0 0 0,0-1 0,1 1 0,-1-1 0,1 0 0,0 0 0,-1-1 0,1 1 0,0-1 0,0 0 0,0 0 0,0-1 0,0 1 0,0-1 0,1 0 0,-1-1 0,0 1 0,0-1 0,0 0 0,0 0 0,6-3 0,5-1 0,0-1 0,-1-1 0,0-1 0,0 0 0,24-17 0,-22 12 0,-1 0 0,0-1 0,-1 0 0,19-24 0,-28 29 0,1 0 0,-1 0 0,0-1 0,-1 0 0,0 0 0,-1 0 0,0 0 0,0-1 0,-1 1 0,1-13 0,-3 20 0,-1 0 0,0 0 0,0 0 0,-1 0 0,1 0 0,-1 0 0,1 0 0,-1 1 0,0-1 0,0 0 0,0 0 0,0 1 0,-1-1 0,1 0 0,-1 1 0,0-1 0,1 1 0,-1 0 0,0 0 0,0 0 0,-1 0 0,1 0 0,0 0 0,-1 0 0,1 1 0,-1-1 0,-2 0 0,2 0 0,-1 0 0,1 1 0,0 0 0,0 0 0,-1 0 0,1 0 0,-1 1 0,1-1 0,-1 1 0,1 0 0,-1 0 0,1 0 0,-1 0 0,1 1 0,-1 0 0,1-1 0,-1 1 0,1 0 0,0 1 0,0-1 0,-1 0 0,-3 4 0,6-5 0,1 1 0,-1-1 0,0 1 0,1-1 0,-1 0 0,1 1 0,-1 0 0,1-1 0,0 1 0,-1-1 0,1 1 0,0 0 0,-1-1 0,1 1 0,0 0 0,-1-1 0,1 1 0,0 0 0,0-1 0,0 1 0,0 0 0,0-1 0,0 1 0,0 0 0,0 0 0,0 0 0,1 1 0,-1 0 0,1 0 0,0 0 0,0 0 0,0-1 0,0 1 0,0 0 0,0-1 0,3 3 0,3 4 0,1 0 0,16 10 0,-20-15 0,11 7 0,0 0 0,1-1 0,0 0 0,0-2 0,1 0 0,0 0 0,0-2 0,0 0 0,1-1 0,0-1 0,-1 0 0,1-2 0,0 0 0,22-2 0,-25 0 0,0-1 0,-1 0 0,1-1 0,-1-1 0,0 0 0,0-1 0,0-1 0,-1 0 0,0-1 0,0 0 0,-1-1 0,1-1 0,-2 1 0,1-2 0,-1 0 0,-1 0 0,16-21 0,-17 19 0,-1-1 0,0-1 0,-1 1 0,0-1 0,-2-1 0,1 1 0,-2-1 0,6-28 0,-7 19 0,0 0 0,-2 0 0,-1 0 0,-1 0 0,-4-25 0,4 41 0,0 0 0,-1 0 0,0 0 0,-1 1 0,1-1 0,-2 0 0,1 1 0,-1 0 0,0 0 0,-1 0 0,1 0 0,-1 1 0,-1-1 0,-6-5 0,5 6 0,0 0 0,-1 1 0,0-1 0,0 2 0,-1-1 0,1 1 0,-1 1 0,0-1 0,0 2 0,0-1 0,-19-2 0,2 3 0,1 2 0,-1 0 0,0 2 0,1 1 0,-1 1 0,1 1 0,0 1 0,1 1 0,-26 11 0,38-13 0,0 1 0,0 0 0,1 1 0,-21 15 0,28-19 0,1 0 0,0 0 0,0 0 0,0 1 0,1-1 0,-1 0 0,1 1 0,-3 6 0,4-8 0,0 0 0,1 0 0,-1 0 0,1 0 0,-1 0 0,1 1 0,0-1 0,0 0 0,0 0 0,0 0 0,0 0 0,0 1 0,1-1 0,-1 0 0,1 0 0,-1 0 0,3 4 0,-2-4 0,0 0 0,1 1 0,-1-1 0,1 0 0,0 0 0,-1 0 0,1 0 0,0 0 0,0 0 0,1 0 0,-1-1 0,0 1 0,0-1 0,1 1 0,-1-1 0,1 0 0,-1 0 0,1 0 0,-1-1 0,1 1 0,0 0 0,0-1 0,-1 0 0,1 1 0,4-2 0,-3 1 0,0 0 0,-1-1 0,1 1 0,-1-1 0,1 0 0,-1 0 0,1 0 0,-1-1 0,0 1 0,1-1 0,-1 0 0,0 0 0,0 0 0,0 0 0,0-1 0,-1 1 0,1-1 0,3-4 0,-2 1 0,0 0 0,-1 0 0,0 0 0,0 0 0,0-1 0,-1 0 0,0 1 0,-1-1 0,1 0 0,-1 0 0,0-12 0,-1 9 0,0-1 0,-1 1 0,-1-1 0,0 1 0,0-1 0,-1 1 0,-5-11 0,0 3 0,-1 0 0,-1 0 0,0 2 0,-1-1 0,-1 1 0,0 1 0,-28-26 0,29 30 0,-2 2 0,1-1 0,-1 2 0,0 0 0,-1 0 0,0 1 0,0 1 0,-1 0 0,0 1 0,0 1 0,0 0 0,0 1 0,-1 0 0,-17 0 0,10 3 0,1 1 0,0 1 0,0 0 0,0 2 0,0 1 0,1 0 0,-1 2 0,1 0 0,-27 15 0,18-7 0,2 1 0,0 1 0,1 2 0,1 1 0,1 1 0,1 1 0,-28 32 0,38-38 0,2 0 0,-1 1 0,2 0 0,0 1 0,1 0 0,1 1 0,1 0 0,1 0 0,0 1 0,1 0 0,1 0 0,-3 34 0,8-43 0,0 1 0,1-1 0,0 1 0,0-1 0,2 1 0,-1-1 0,1 0 0,1 0 0,0 0 0,8 14 0,-8-18 0,-1 0 0,2 0 0,-1-1 0,1 0 0,0 0 0,0 0 0,0-1 0,1 0 0,0 0 0,0 0 0,0-1 0,1 1 0,-1-1 0,1-1 0,0 0 0,11 4 0,-15-6 0,1 0 0,-1 0 0,0-1 0,0 0 0,0 0 0,0 1 0,1-2 0,-1 1 0,0 0 0,0-1 0,0 1 0,0-1 0,1 0 0,-1 0 0,0 0 0,-1-1 0,1 1 0,0-1 0,0 1 0,2-3 0,-1 1 0,0-1 0,-1 1 0,0-1 0,1 0 0,-1 0 0,-1 0 0,1 0 0,-1-1 0,1 1 0,-1-1 0,0 1 0,1-7 0,-1 6 0,-1-1 0,0 1 0,0-1 0,-1 0 0,1 0 0,-1 1 0,0-1 0,-1 0 0,0 1 0,-2-11 0,2 13 0,0 0 0,0-1 0,0 1 0,-1 0 0,1 0 0,-1 0 0,0 0 0,0 0 0,0 1 0,0-1 0,-1 0 0,1 1 0,-1 0 0,0-1 0,1 1 0,-1 0 0,0 1 0,-4-3 0,2 2 0,0 0 0,-1 0 0,1 1 0,-1-1 0,1 1 0,-1 0 0,0 1 0,0 0 0,1 0 0,-1 0 0,0 0 0,1 1 0,-1 0 0,0 0 0,1 1 0,-1-1 0,1 1 0,0 0 0,-1 1 0,1-1 0,0 1 0,0 0 0,1 0 0,-1 1 0,-6 5 0,6-4 0,1 0 0,-1 0 0,1 0 0,0 0 0,0 0 0,1 1 0,-1 0 0,1 0 0,1 0 0,-1 0 0,1 0 0,0 0 0,0 1 0,1-1 0,0 1 0,0-1 0,0 1 0,1-1 0,0 1 0,1 0 0,1 12 0,0-10 0,1 0 0,0 0 0,1 0 0,0 0 0,0-1 0,1 0 0,0 0 0,0 0 0,1 0 0,7 7 0,-3-5 0,1 0 0,1 0 0,-1-1 0,1-1 0,26 14 0,-10-9 0,1-1 0,1-2 0,0-1 0,0-1 0,48 6 0,-49-10 86,0-2-1,1-1 0,34-3 1,-51 1-257,0-1 0,-1 0 1,1-1-1,-1 0 0,1-1 1,-1 0-1,0-1 0,-1 0 1,20-12-1,-14 4-6655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8.069"/>
    </inkml:context>
    <inkml:brush xml:id="br0">
      <inkml:brushProperty name="width" value="0.05" units="cm"/>
      <inkml:brushProperty name="height" value="0.05" units="cm"/>
      <inkml:brushProperty name="color" value="#FFFFFF"/>
    </inkml:brush>
  </inkml:definitions>
  <inkml:trace contextRef="#ctx0" brushRef="#br0">421 256 24575,'-93'-4'0,"0"-4"0,-120-26 0,191 27 0,22 7 0,1-1 0,-1 1 0,0 0 0,0-1 0,0 1 0,0 0 0,1 0 0,-1-1 0,0 1 0,0 0 0,1 0 0,-1-1 0,0 1 0,1 0 0,-1 0 0,0-1 0,0 1 0,1 0 0,-1 0 0,0 0 0,1 0 0,-1 0 0,0 0 0,1 0 0,-1 0 0,1-1 0,-1 1 0,0 0 0,1 0 0,-1 1 0,1-1 0,48-5 0,1163-54-3228,-655 27 1839,-199 15 1174,507-34-226,-821 48 570,-25 2 352,1 0 1,-1-2-1,37-9 1,-49 9 466,-7 0-312,-10-1-1520,-10 1-4789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7:58.549"/>
    </inkml:context>
    <inkml:brush xml:id="br0">
      <inkml:brushProperty name="width" value="0.05" units="cm"/>
      <inkml:brushProperty name="height" value="0.05" units="cm"/>
      <inkml:brushProperty name="color" value="#FFFFFF"/>
    </inkml:brush>
  </inkml:definitions>
  <inkml:trace contextRef="#ctx0" brushRef="#br0">0 340 24575,'139'-6'-8,"146"-26"-1,-171 17-159,2346-243-3127,-2221 232 3322,-224 24-4765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33.689"/>
    </inkml:context>
    <inkml:brush xml:id="br0">
      <inkml:brushProperty name="width" value="0.05" units="cm"/>
      <inkml:brushProperty name="height" value="0.05" units="cm"/>
      <inkml:brushProperty name="color" value="#FFFFFF"/>
    </inkml:brush>
  </inkml:definitions>
  <inkml:trace contextRef="#ctx0" brushRef="#br0">0 0 24575,'28'298'0,"-15"-134"0,-9-128 0,78 759 0,-82-792 103,0-2-164,0 0-1,0-1 1,0 1 0,0 0 0,0-1 0,0 1 0,0-1-1,0 1 1,0 0 0,0-1 0,1 1 0,-1 0 0,0-1 0,0 1-1,1-1 1,-1 1 0,0-1 0,1 1 0,-1-1 0,1 1-1,-1-1 1,0 1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34.284"/>
    </inkml:context>
    <inkml:brush xml:id="br0">
      <inkml:brushProperty name="width" value="0.05" units="cm"/>
      <inkml:brushProperty name="height" value="0.05" units="cm"/>
      <inkml:brushProperty name="color" value="#FFFFFF"/>
    </inkml:brush>
  </inkml:definitions>
  <inkml:trace contextRef="#ctx0" brushRef="#br0">221 1 24575,'-1'4'0,"0"0"0,0 0 0,-1 0 0,1 0 0,-1 0 0,0-1 0,0 1 0,0 0 0,-4 4 0,-6 11 0,-29 74 0,4 1 0,4 1 0,-29 144 0,46-180 0,42-94 0,9-36 0,31-92 0,-40 92 0,53-101 0,-74 163 0,0 0 0,1 1 0,0-1 0,0 1 0,1 0 0,0 1 0,1 0 0,11-10 0,-16 15 0,1 0 0,-1 0 0,0 1 0,1-1 0,-1 1 0,1 0 0,0-1 0,-1 2 0,1-1 0,0 0 0,0 1 0,0 0 0,-1-1 0,1 2 0,0-1 0,0 0 0,-1 1 0,1 0 0,0-1 0,0 1 0,-1 1 0,1-1 0,-1 1 0,1-1 0,5 5 0,4 3 43,-1 0 0,-1 0-1,0 2 1,0-1 0,-1 1-1,0 1 1,9 14 0,51 91-1750,-39-58-5119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38.235"/>
    </inkml:context>
    <inkml:brush xml:id="br0">
      <inkml:brushProperty name="width" value="0.05" units="cm"/>
      <inkml:brushProperty name="height" value="0.05" units="cm"/>
      <inkml:brushProperty name="color" value="#FFFFFF"/>
    </inkml:brush>
  </inkml:definitions>
  <inkml:trace contextRef="#ctx0" brushRef="#br0">0 1 24575,'0'0'0,"0"0"0,0 0 0,0 0 0,0 0 0,0 0 0,0 1 0,0-1 0,0 0 0,1 0 0,-1 0 0,0 0 0,0 0 0,0 0 0,0 0 0,0 0 0,0 0 0,0 0 0,0 0 0,0 0 0,1 0 0,-1 0 0,0 0 0,0 0 0,0 0 0,0 0 0,0 0 0,0 0 0,0 0 0,0 0 0,1 0 0,-1 0 0,0 0 0,0 0 0,0 0 0,0 0 0,0 0 0,0 0 0,0 0 0,0 0 0,1 0 0,-1 0 0,0 0 0,0 0 0,0 0 0,0 0 0,0 0 0,0 0 0,0 0 0,0-1 0,0 1 0,0 0 0,0 0 0,0 0 0,1 0 0,4 10 0,3 20 0,-2 1 0,-1 0 0,2 54 0,-4-42 0,29 503 0,-23-472-1365,-3-50-5461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38.735"/>
    </inkml:context>
    <inkml:brush xml:id="br0">
      <inkml:brushProperty name="width" value="0.05" units="cm"/>
      <inkml:brushProperty name="height" value="0.05" units="cm"/>
      <inkml:brushProperty name="color" value="#FFFFFF"/>
    </inkml:brush>
  </inkml:definitions>
  <inkml:trace contextRef="#ctx0" brushRef="#br0">140 1 24575,'0'3'0,"-3"3"0,-1 4 0,-2 3 0,-3 1 0,0 5 0,-2 4 0,0 0 0,-3 3 0,0 2 0,-2-1 0,3 0 0,1-1 0,1-3 0,4-5-8191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39.031"/>
    </inkml:context>
    <inkml:brush xml:id="br0">
      <inkml:brushProperty name="width" value="0.05" units="cm"/>
      <inkml:brushProperty name="height" value="0.05" units="cm"/>
      <inkml:brushProperty name="color" value="#FFFFFF"/>
    </inkml:brush>
  </inkml:definitions>
  <inkml:trace contextRef="#ctx0" brushRef="#br0">1 0 24575,'2'0'0,"5"0"0,5 3 0,4 4 0,5 2 0,4 4 0,4 2 0,1 3 0,2 2 0,1 3 0,0 3 0,-3 3 0,-6-4-8191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40.730"/>
    </inkml:context>
    <inkml:brush xml:id="br0">
      <inkml:brushProperty name="width" value="0.05" units="cm"/>
      <inkml:brushProperty name="height" value="0.05" units="cm"/>
      <inkml:brushProperty name="color" value="#FFFFFF"/>
    </inkml:brush>
  </inkml:definitions>
  <inkml:trace contextRef="#ctx0" brushRef="#br0">652 0 24575,'-510'21'0,"475"-18"0,10-1 0,-1 2 0,-24 5 0,50-9 0,0 0 0,-1 0 0,1 0 0,0 0 0,0 0 0,0 0 0,0 0 0,-1 0 0,1 0 0,0 0 0,0 0 0,0 0 0,0 0 0,0 0 0,-1 0 0,1 0 0,0 0 0,0 0 0,0 0 0,0 0 0,-1 0 0,1 0 0,0 1 0,0-1 0,0 0 0,0 0 0,0 0 0,0 0 0,-1 0 0,1 0 0,0 0 0,0 1 0,0-1 0,0 0 0,0 0 0,0 0 0,0 0 0,0 0 0,0 1 0,0-1 0,0 0 0,0 0 0,0 0 0,0 0 0,0 1 0,0-1 0,0 0 0,0 0 0,0 0 0,0 1 0,11 3 0,28 2 0,-28-4 0,-6-2 0,1 1 0,-1 0 0,0 0 0,0 0 0,0 1 0,-1 0 0,1 0 0,0 0 0,-1 0 0,1 1 0,-1-1 0,0 1 0,0 0 0,0 1 0,0-1 0,0 1 0,-1 0 0,1 0 0,-1 0 0,0 0 0,-1 0 0,1 1 0,-1-1 0,1 1 0,-1 0 0,1 5 0,29 94 334,7 21-2033,-28-97-5127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41.289"/>
    </inkml:context>
    <inkml:brush xml:id="br0">
      <inkml:brushProperty name="width" value="0.05" units="cm"/>
      <inkml:brushProperty name="height" value="0.05" units="cm"/>
      <inkml:brushProperty name="color" value="#FFFFFF"/>
    </inkml:brush>
  </inkml:definitions>
  <inkml:trace contextRef="#ctx0" brushRef="#br0">0 1 24575,'3'1'0,"0"0"0,-1 0 0,1 1 0,-1-1 0,1 1 0,-1 0 0,0-1 0,0 1 0,4 4 0,4 3 0,332 220 0,-244-168 0,693 465-1002,-560-359 1010,180 127-48,10-20-117,-401-262-5,-2 0 126,0-2 1,0 0 0,1-1-1,21 7 1,-27-13-6626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41.694"/>
    </inkml:context>
    <inkml:brush xml:id="br0">
      <inkml:brushProperty name="width" value="0.05" units="cm"/>
      <inkml:brushProperty name="height" value="0.05" units="cm"/>
      <inkml:brushProperty name="color" value="#FFFFFF"/>
    </inkml:brush>
  </inkml:definitions>
  <inkml:trace contextRef="#ctx0" brushRef="#br0">288 0 24575,'1'5'0,"0"1"0,1-1 0,-1 0 0,1 0 0,0 0 0,1 0 0,-1 0 0,5 5 0,-1 2 0,55 110 0,47 140 0,-106-259 0,0 1 0,-1 0 0,0 0 0,0 0 0,0 0 0,-1 0 0,1 0 0,-1 0 0,0 0 0,0 7 0,-1-9 0,0 0 0,1 0 0,-1 0 0,0-1 0,0 1 0,0 0 0,-1 0 0,1-1 0,0 1 0,-1-1 0,1 1 0,-1-1 0,1 0 0,-1 1 0,0-1 0,1 0 0,-1 0 0,0 0 0,0 0 0,0 0 0,0-1 0,-3 2 0,-11 3 0,-1-1 0,1-1 0,-1 0 0,-20 0 0,-70-2 0,37-1 0,-54 5-1365,71-2-5461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44.181"/>
    </inkml:context>
    <inkml:brush xml:id="br0">
      <inkml:brushProperty name="width" value="0.05" units="cm"/>
      <inkml:brushProperty name="height" value="0.05" units="cm"/>
      <inkml:brushProperty name="color" value="#FFFFFF"/>
    </inkml:brush>
  </inkml:definitions>
  <inkml:trace contextRef="#ctx0" brushRef="#br0">1 17 24575,'2'0'0,"5"0"0,2 0 0,7 0 0,5 0 0,4-3 0,7 0 0,3-1 0,4 2 0,4 0 0,-1 0 0,-7 2-8191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08:44.370"/>
    </inkml:context>
    <inkml:brush xml:id="br0">
      <inkml:brushProperty name="width" value="0.05" units="cm"/>
      <inkml:brushProperty name="height" value="0.05" units="cm"/>
      <inkml:brushProperty name="color" value="#FFFFFF"/>
    </inkml:brush>
  </inkml:definitions>
  <inkml:trace contextRef="#ctx0" brushRef="#br0">0 0 24575,'0'3'0,"6"1"0,6-1 0,11 0 0,8-1 0,11-1 0,12 0 0,7-1 0,7 0 0,3 0 0,-10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1.629"/>
    </inkml:context>
    <inkml:brush xml:id="br0">
      <inkml:brushProperty name="width" value="0.05" units="cm"/>
      <inkml:brushProperty name="height" value="0.05" units="cm"/>
      <inkml:brushProperty name="color" value="#FFFFFF"/>
    </inkml:brush>
  </inkml:definitions>
  <inkml:trace contextRef="#ctx0" brushRef="#br0">1 1 24168,'0'2070'0,"5476"-2070"0,-5476-2070 0,-5476 2070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4.471"/>
    </inkml:context>
    <inkml:brush xml:id="br0">
      <inkml:brushProperty name="width" value="0.05" units="cm"/>
      <inkml:brushProperty name="height" value="0.05" units="cm"/>
      <inkml:brushProperty name="color" value="#FFFFFF"/>
    </inkml:brush>
  </inkml:definitions>
  <inkml:trace contextRef="#ctx0" brushRef="#br0">1087 719 24575,'2'-1'0,"0"1"0,0-1 0,-1 1 0,1-1 0,0 0 0,-1 0 0,1 0 0,-1 0 0,1 0 0,-1 0 0,1 0 0,-1-1 0,2-1 0,17-20 0,-14 14 0,-1 1 0,0-1 0,0-1 0,-1 1 0,6-20 0,-8 25 0,-1 0 0,0 0 0,-1 0 0,1 0 0,-1 0 0,1 0 0,-1 0 0,0 0 0,0 0 0,-1 0 0,0 0 0,1 0 0,-1 0 0,0 0 0,-1 1 0,1-1 0,-1 0 0,-2-4 0,2 6 0,0 0 0,0 0 0,-1 0 0,1 0 0,-1 1 0,1-1 0,-1 1 0,0-1 0,0 1 0,0 0 0,1 0 0,-1 0 0,0 0 0,0 1 0,0-1 0,0 1 0,-1 0 0,1 0 0,-6 0 0,-4 1 0,0 1 0,0 0 0,-15 4 0,-7 5 0,1 1 0,1 1 0,0 2 0,-50 31 0,24-8 0,-76 66 0,77-54-44,3 4 0,2 1-1,3 3 1,2 2-1,3 2 1,3 2 0,-38 77-1,47-75 1,4 1 0,2 1-1,4 2 1,3 0-1,2 1 1,4 1 0,-8 113-1,21-137 45,1 0 0,2 1 0,2-1 0,3 0 0,1-1 0,3 0 0,26 71 0,-23-81 0,2-1 0,2-1 0,1-1 0,2-1 0,1 0 0,1-2 0,2 0 0,1-2 0,52 45 0,-43-46-17,2-1 0,1-2 1,1-2-1,1-1 0,1-3 0,0-1 0,57 17 0,-47-21 156,2-2 0,-1-3 0,1-1-1,0-3 1,100-4 0,-144-2-131,30 0-1,-38 1-7,-1 0 0,1 0 0,0 0 0,-1 0 0,1 0 0,-1 0 0,1 0 0,0 0 0,-1 0-1,1 0 1,-1 0 0,1 1 0,0-1 0,-1 0 0,1 0 0,-1 1 0,1-1 0,-1 0 0,1 1 0,-1-1 0,1 0 0,-1 1 0,1-1 0,-1 1 0,0-1 0,1 1-1,-1-1 1,0 1 0,1-1 0,-1 1 0,0-1 0,0 1 0,1-1 0,-1 1 0,0 0 0,0-1 0,0 1 0,0-1 0,0 1 0,0 0 0,0-1 0,0 1-1,0-1 1,0 1 0,0 0 0,0 0 0,-5 10 0,0-1 0,-1 0 0,0 0 0,-8 9 0,-7 11 0,-16 33 0,2 1 0,3 2 0,-24 70 0,38-83 0,2 0 0,3 1 0,2 1 0,-6 89 0,16-119 0,1-1 0,1 1 0,1 0 0,1-1 0,2 1 0,0-1 0,1 0 0,2 0 0,15 32 0,-13-35 0,1-1 0,2-1 0,0 0 0,1-1 0,0 0 0,1-1 0,2-1 0,-1 0 0,2-1 0,27 18 0,-2-7-73,2-2-1,1-1 0,0-3 0,2-1 1,97 23-1,-19-16-147,152 11-1,-137-25 222,1-6 0,188-17 0,-241 2 0,-1-4 0,0-4 0,-1-4 0,156-59 0,-197 60 0,54-35 0,-87 50 85,-9 8 119,-9 19 267,0-6-346,1 1-125,1 0 0,0 1 0,2-1 0,0 1 0,1-1 0,0 1 0,2-1 0,6 32 0,-2-26 0,1-1 0,1 0 0,1 0 0,0-1 0,2 0 0,14 20 0,-2-8 0,3 0 0,0-2 0,2-1 0,2-1 0,0-2 0,2 0 0,46 28 0,-36-29-29,0-2 0,2-3 0,0-1 0,58 17 1,-39-19-79,2-2 1,105 11 0,-54-19-10,-1-6 1,0-4-1,151-23 0,350-98-1594,-13-60 1576,-94-2 95,-365 124-382,197-117 1,-275 138 420,-2-4 1,-2-2 0,-2-3 0,-2-3 0,59-68-1,-79 75-7,-1-3-1,-3 0 0,-1-3 0,-3 0 1,-2-2-1,-3-1 0,24-72 0,-30 63-107,-3 0 0,10-72 0,-21 90 292,-1-1 1,-2 1 0,-8-85 0,4 116-1,0-1 0,-1 0 0,-1 1 0,0 0-1,-1 0 1,-1 0 0,0 1 0,-1-1 0,-11-16 0,15 25-119,0 1 0,-1 0 1,0-1-1,0 1 0,0 0 0,0 1 1,-1-1-1,0 1 0,1 0 1,-1 0-1,0 0 0,-1 1 0,1 0 1,0 0-1,-1 0 0,1 1 0,-1-1 1,1 1-1,-1 1 0,0-1 1,1 1-1,-1 0 0,0 0 0,0 1 1,1-1-1,-11 4 0,8-2-58,0 0 0,1 1 0,-1 1 0,0-1 0,-10 8 0,16-10 0,1 0 0,-1-1 0,0 1 0,1 1 0,-1-1 0,1 0 0,-1 0 0,1 1 0,0-1 0,0 0 0,-1 1 0,1-1 0,0 1 0,0 0 0,0-1 0,1 1 0,-1 0 0,0 0 0,1 0 0,-1-1 0,1 1 0,-1 0 0,1 0 0,0 0 0,0 0 0,0 0 0,0 0 0,0 0 0,0-1 0,1 3 0,0-2 0,0 0 0,1-1 0,-1 1 0,1 0 0,-1-1 0,1 0 0,-1 1 0,1-1 0,0 0 0,-1 0 0,1 0 0,0 0 0,0 0 0,0 0 0,0-1 0,0 1 0,0-1 0,0 1 0,0-1 0,0 0 0,0 1 0,1-1 0,-1 0 0,2-1 0,10 1 0,-1-1 0,19-4 0,-1-1 0,-2-2 0,1-1 0,-1-2 0,0 0 0,-1-2 0,0-1 0,-2-2 0,1 0 0,-2-2 0,36-31 0,-36 26 0,-1-1 0,-1-1 0,-1-2 0,-1 0 0,-1-1 0,-2-1 0,-1 0 0,-1-1 0,16-45 0,-21 39 0,-1 1 0,-1-2 0,-3 1 0,-1-1 0,-1 0 0,-2 0 0,-2 0 0,-8-67 0,3 73 0,-1 0 0,-1 0 0,-1 0 0,-2 1 0,-1 0 0,-2 1 0,0 1 0,-2 0 0,-1 0 0,-32-40 0,33 51 0,0 1 0,-1 0 0,-1 1 0,-1 1 0,0 1 0,0 1 0,-1 0 0,-1 1 0,0 1 0,-41-14 0,24 13 0,-2 2 0,1 1 0,-1 2 0,-1 2 0,-52 1 0,-77 8 0,-39 0 0,206-5 0,1 1 0,-1-1 0,1 0 0,-1-1 0,1 1 0,-1 0 0,1 0 0,0 0 0,-1-1 0,1 1 0,-1-1 0,1 1 0,0-1 0,-1 0 0,1 1 0,0-1 0,0 0 0,0 0 0,0 0 0,-1 0 0,1 0 0,0 0 0,1 0 0,-1 0 0,0 0 0,0-1 0,0 1 0,1 0 0,-1-1 0,1 1 0,-1 0 0,1-1 0,-1 1 0,1-1 0,0 1 0,0 0 0,-1-3 0,2-4 0,0 0 0,0 0 0,0 0 0,1 0 0,5-13 0,-1 0 0,-2 7 0,-1 0 0,0-1 0,-2 0 0,0 1 0,0-1 0,-1 0 0,-1 0 0,0 1 0,-2-1 0,1 1 0,-2-1 0,0 1 0,0 0 0,-1 0 0,-1 0 0,-1 1 0,0 0 0,0 0 0,-1 1 0,-15-18 0,1 7 0,0 1 0,-1 0 0,-1 2 0,-1 1 0,-1 1 0,-1 1 0,0 2 0,-1 0 0,-30-10 0,-11-1 0,-1 3 0,-125-23 0,92 29 0,-1 5 0,0 4 0,0 4 0,-1 5 0,1 5 0,0 4 0,1 5 0,-144 40 0,195-40 0,52-15 0,0 0 0,0 0 0,0 0 0,0 0 0,-1 0 0,1 0 0,0 0 0,0 0 0,0 0 0,0 0 0,0 0 0,0 0 0,0 0 0,0 0 0,0 0 0,0 0 0,0 0 0,0 0 0,0 0 0,-1 0 0,1 0 0,0 0 0,0 0 0,0 0 0,0 0 0,0 0 0,0 0 0,0 0 0,0 0 0,0 0 0,0 0 0,0 0 0,0 0 0,0 0 0,0 0 0,0 0 0,0 0 0,0 0 0,0-1 0,0 1 0,0 0 0,-1 0 0,1 0 0,0 0 0,0 0 0,0 0 0,0 0 0,0 0 0,0 0 0,0 0 0,0 0 0,0 0 0,0 0 0,0-1 0,1 1 0,-1 0 0,0 0 0,0 0 0,0 0 0,0 0 0,0 0 0,0 0 0,0 0 0,0 0 0,5-8 0,11-13 0,-11 15 0,-2 3 0,0-1 0,0 0 0,-1 0 0,0 0 0,1 0 0,-1-1 0,0 1 0,-1-1 0,1 1 0,-1-1 0,0 0 0,0 1 0,-1-1 0,1 0 0,-1 0 0,0 1 0,0-1 0,-1-5 0,-1 3 0,0 1 0,0-1 0,-1 1 0,0-1 0,0 1 0,0 0 0,-1 0 0,1 1 0,-2-1 0,1 1 0,0 0 0,-8-7 0,-8-5 0,0 1 0,-2 1 0,1 0 0,-2 2 0,0 0 0,0 2 0,-41-14 0,-9 2 0,-100-18 0,-3 11-104,-2 9 1,1 7-1,-2 7 0,1 9 0,-236 31 0,346-25 104,0 3 0,0 3 0,-88 31 0,153-44 19,-27 12-64,29-12 71,0-1-1,0 1 1,0 0 0,0-1 0,0 1 0,0 0 0,0 0 0,0 0 0,0 0 0,0 0 0,0 0 0,1 0 0,-1 0 0,0 0 0,1 0 0,-1 0 0,1 0 0,-1 0 0,1 1 0,-1 1 0,1-3-22,0 1-1,0-1 0,0 1 0,0-1 1,0 0-1,0 1 0,0-1 0,0 0 1,0 1-1,0-1 0,0 0 0,0 1 1,0-1-1,1 0 0,-1 1 0,0-1 1,0 0-1,0 1 0,1-1 0,-1 0 1,0 1-1,0-1 0,1 0 0,-1 0 1,0 1-1,0-1 0,1 0 0,-1 0 1,0 0-1,1 0 0,0 1 0,12-4 23,12-13-52,-23 14 26,0-1 0,0 0 0,0 0 0,0 0 0,-1 0 0,1 0 0,-1 0 0,0 0 0,0 0 0,0-1 0,0 1 0,-1 0 0,1-1 0,-1 1 0,0-1 0,0-4 0,-1 2 0,0-1 0,0 1 0,-1 0 0,1 0 0,-2 0 0,1 0 0,-1 0 0,-4-7 0,-3-4 0,-2 1 0,0 0 0,-1 1 0,-26-23 0,0 4 0,-1 2 0,-2 2 0,-1 2 0,-1 2 0,-2 2 0,0 1 0,-2 3 0,-75-22 0,69 27 0,-1 3 0,-1 2 0,0 3 0,0 2 0,0 2 0,-1 3 0,-91 12 0,110-7 0,0 3 0,1 1 0,0 2 0,0 1 0,1 2 0,1 2 0,1 1 0,0 1 0,-34 25 0,50-29 0,-1 1 0,2 0 0,0 1 0,1 1 0,1 0 0,0 1 0,2 1 0,0 0 0,1 1 0,0 0 0,2 1 0,1 0 0,0 1 0,2 0 0,0 0 0,-4 30 0,8-33 0,1 0 0,1 0 0,1 0 0,1 0 0,3 24 0,-3-35 0,1-1 0,0 1 0,0 0 0,0-1 0,1 1 0,0-1 0,1 0 0,-1 0 0,1 0 0,1-1 0,-1 1 0,1-1 0,0 0 0,1 0 0,7 6 0,-12-11 0,1 0 0,-1 1 0,1-1 0,0 0 0,-1 0 0,1 0 0,0 0 0,0 0 0,0 0 0,0-1 0,0 1 0,0-1 0,0 1 0,0-1 0,0 0 0,0 0 0,0 1 0,0-2 0,0 1 0,0 0 0,0 0 0,0-1 0,0 1 0,0-1 0,0 1 0,0-1 0,0 0 0,0 0 0,-1 0 0,1 0 0,0 0 0,-1 0 0,1 0 0,0-1 0,-1 1 0,1-1 0,-1 1 0,0-1 0,0 1 0,2-4 0,1-1 0,-1 0 0,0 1 0,-1-1 0,1 0 0,-1 0 0,0-1 0,-1 1 0,1 0 0,-1-1 0,-1 1 0,1-13 0,-2 7 0,-1 1 0,0 0 0,0-1 0,-1 1 0,-1 0 0,0 1 0,0-1 0,-1 1 0,-1 0 0,0 0 0,0 0 0,0 1 0,-1 0 0,-1 0 0,0 1 0,0 0 0,0 0 0,-1 1 0,-12-8 0,6 5 0,0 2 0,-1-1 0,0 2 0,-1 0 0,0 1 0,0 0 0,0 2 0,-1 0 0,1 1 0,-1 1 0,-29-1 0,23 4 0,0 1 0,0 1 0,0 1 0,0 1 0,1 1 0,-1 1 0,2 1 0,-1 2 0,1 0 0,0 1 0,1 1 0,1 1 0,0 0 0,-28 26 0,35-28 0,1 1 0,0 1 0,1 0 0,0 1 0,1 0 0,1 0 0,0 1 0,1 0 0,1 0 0,0 1 0,1 0 0,1 1 0,0-1 0,1 1 0,1 0 0,1 0 0,0 0 0,1 0 0,1 0 0,0 1 0,4 19 0,0-18-195,0-1 0,1 1 0,1-1 0,1 0 0,0 0 0,19 31 0,-1-12-6631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5.427"/>
    </inkml:context>
    <inkml:brush xml:id="br0">
      <inkml:brushProperty name="width" value="0.05" units="cm"/>
      <inkml:brushProperty name="height" value="0.05" units="cm"/>
      <inkml:brushProperty name="color" value="#FFFFFF"/>
    </inkml:brush>
  </inkml:definitions>
  <inkml:trace contextRef="#ctx0" brushRef="#br0">31 447 24575,'-5'-12'0,"0"1"0,1-2 0,1 1 0,0 0 0,-2-22 0,-1-62 0,6 76 0,1 0 0,0 0 0,8-34 0,-7 47 0,0 1 0,0-1 0,0 0 0,1 0 0,-1 1 0,2 0 0,-1-1 0,1 1 0,0 1 0,0-1 0,1 0 0,-1 1 0,11-9 0,-13 13 0,0-1 0,1 0 0,-1 1 0,1 0 0,-1 0 0,1-1 0,0 2 0,-1-1 0,1 0 0,0 0 0,0 1 0,-1 0 0,1-1 0,0 1 0,0 0 0,0 0 0,0 1 0,2-1 0,0 2 0,-1-1 0,0 1 0,1 0 0,-1 0 0,0 0 0,0 0 0,0 1 0,-1-1 0,1 1 0,4 4 0,1 3 0,1 1 0,-2 0 0,1 0 0,-2 1 0,1 0 0,7 17 0,-4-2 0,-1 0 0,-1 1 0,-2 0 0,0 0 0,-2 0 0,-1 1 0,-2 0 0,0 0 0,-4 33 0,-3-39 0,0-18 0,1-16 0,1-10 0,1 1 0,1-1 0,1 0 0,1 0 0,0 1 0,2-1 0,0 1 0,2 0 0,0 0 0,1 0 0,1 0 0,1 1 0,0 0 0,2 1 0,0 0 0,20-27 0,-25 39 0,1 0 0,-1 0 0,1 0 0,0 1 0,1 0 0,0 0 0,-1 1 0,2 0 0,-1 0 0,0 0 0,1 1 0,-1 0 0,1 1 0,14-4 0,-17 6 0,0-1 0,0 1 0,0 0 0,0 0 0,1 1 0,-1 0 0,0-1 0,0 2 0,0-1 0,0 0 0,0 1 0,0 0 0,-1 0 0,1 1 0,-1-1 0,1 1 0,-1 0 0,0 0 0,0 1 0,0-1 0,0 1 0,-1 0 0,0 0 0,4 4 0,7 6 0,-14-14 0,0 0 0,1 1 0,-1-1 0,1 0 0,-1 0 0,0 0 0,1 0 0,-1 0 0,1 0 0,-1 0 0,1 0 0,-1 0 0,0 0 0,1 0 0,-1 0 0,1 0 0,-1 0 0,0 0 0,1 0 0,-1 0 0,1-1 0,-1 1 0,0 0 0,1-1 0,1-1 0,0 0 0,0-1 0,0 0 0,0 1 0,0-1 0,-1 0 0,0 0 0,2-4 0,-3 7 0,28-52 0,-25 48 0,-1 0 0,1 1 0,0-1 0,0 1 0,0-1 0,0 1 0,1 0 0,-1 1 0,1-1 0,0 1 0,4-3 0,-6 4 0,0 1 0,0 0 0,-1-1 0,1 1 0,0 0 0,0 0 0,0 0 0,-1 0 0,1 0 0,0 1 0,0-1 0,0 0 0,-1 1 0,1-1 0,0 1 0,-1 0 0,1 0 0,0-1 0,-1 1 0,1 0 0,-1 0 0,1 1 0,-1-1 0,0 0 0,0 0 0,1 1 0,-1-1 0,0 0 0,0 1 0,0 0 0,1 1 0,4 7 0,-1 1 0,1-1 0,5 18 0,-8-20 0,39 113 323,16 38-2011,-48-137-5138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5.840"/>
    </inkml:context>
    <inkml:brush xml:id="br0">
      <inkml:brushProperty name="width" value="0.05" units="cm"/>
      <inkml:brushProperty name="height" value="0.05" units="cm"/>
      <inkml:brushProperty name="color" value="#FFFFFF"/>
    </inkml:brush>
  </inkml:definitions>
  <inkml:trace contextRef="#ctx0" brushRef="#br0">18 53 24575,'6'-19'0,"-3"15"0,-5 14 0,-5 14 0,2 1 0,0 0 0,1 1 0,2-1 0,1 0 0,0 1 0,5 32 0,-4-54 0,1 0 0,0 1 0,0-1 0,0 0 0,1 0 0,-1-1 0,1 1 0,0 0 0,0 0 0,0-1 0,1 1 0,-1-1 0,1 0 0,0 0 0,0 0 0,0 0 0,0 0 0,0-1 0,1 1 0,-1-1 0,1 0 0,5 3 0,-4-4 0,-1 0 0,1 1 0,0-1 0,-1-1 0,1 1 0,0-1 0,0 0 0,0 0 0,-1 0 0,1-1 0,0 1 0,0-1 0,-1 0 0,1-1 0,-1 1 0,1-1 0,-1 0 0,1 0 0,5-4 0,2-3 0,-1 1 0,0-2 0,0 1 0,-1-2 0,-1 1 0,0-2 0,0 1 0,-1-1 0,0 0 0,9-20 0,-8 13 0,-1-1 0,-1 0 0,-1 0 0,0 0 0,-2 0 0,4-34 0,-8 52 0,0 0 0,0 0 0,0-1 0,0 1 0,0 0 0,0 0 0,-1 0 0,1 0 0,-1 0 0,0 0 0,1 0 0,-3-2 0,3 3 0,0 1 0,0 0 0,0 0 0,0 0 0,0 0 0,-1-1 0,1 1 0,0 0 0,0 0 0,0 0 0,-1 0 0,1 0 0,0 0 0,0-1 0,-1 1 0,1 0 0,0 0 0,0 0 0,0 0 0,-1 0 0,1 0 0,0 0 0,0 0 0,-1 0 0,1 0 0,0 0 0,0 0 0,-1 0 0,1 0 0,0 0 0,0 1 0,-1-1 0,1 0 0,0 0 0,-11 14 0,-3 17 0,2-1 0,-13 49 0,-9 69 0,30-128 0,-43 322 0,19-107 0,27-228-195,0-1 0,-1 0 0,1 1 0,-1-1 0,0 0 0,-4 8 0,-2-3-6631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6.935"/>
    </inkml:context>
    <inkml:brush xml:id="br0">
      <inkml:brushProperty name="width" value="0.05" units="cm"/>
      <inkml:brushProperty name="height" value="0.05" units="cm"/>
      <inkml:brushProperty name="color" value="#FFFFFF"/>
    </inkml:brush>
  </inkml:definitions>
  <inkml:trace contextRef="#ctx0" brushRef="#br0">305 254 24575,'-4'-9'0,"-18"-36"0,-2 1 0,-54-76 0,76 117 0,0 0 0,-1 0 0,0 0 0,0 0 0,0 0 0,0 1 0,0-1 0,0 1 0,-1 0 0,1 0 0,-1 0 0,1 1 0,-5-2 0,6 2 0,-1 1 0,1 0 0,0 0 0,0 0 0,-1 0 0,1 1 0,0-1 0,0 1 0,0-1 0,0 1 0,0 0 0,0-1 0,0 1 0,0 0 0,0 1 0,0-1 0,0 0 0,0 0 0,1 1 0,-1-1 0,0 1 0,1 0 0,-1-1 0,-1 4 0,-6 7 0,1 0 0,1 1 0,0-1 0,1 2 0,0-1 0,1 0 0,-5 22 0,3-7 0,2 0 0,-3 52 0,8-70 0,-1 0 0,2-1 0,-1 1 0,2 0 0,-1-1 0,1 1 0,1-1 0,-1 0 0,7 14 0,-6-17 0,0-1 0,1 0 0,-1 0 0,1 0 0,0 0 0,0-1 0,0 1 0,1-1 0,0 0 0,0-1 0,0 1 0,0-1 0,0 0 0,1 0 0,-1 0 0,8 1 0,0 0 0,2 0 0,-1-2 0,0 1 0,1-2 0,-1 0 0,1-1 0,-1 0 0,1-1 0,-1-1 0,0 0 0,1-1 0,-1-1 0,25-9 0,-18 5 0,-1-2 0,0 0 0,0 0 0,-1-2 0,-1-1 0,0 0 0,-1-1 0,22-23 0,-27 24 0,-1-1 0,-1 0 0,0-1 0,-1 1 0,10-22 0,-16 30 0,-1 1 0,0-1 0,1 1 0,-2-1 0,1 1 0,-1-1 0,0 0 0,0 0 0,0 0 0,-1 0 0,0 0 0,0 0 0,-1 0 0,0 1 0,0-1 0,0 0 0,-1 0 0,1 1 0,-4-7 0,3 9 0,0 0 0,0 0 0,0 0 0,0 0 0,0 1 0,-1-1 0,1 1 0,-1 0 0,1 0 0,-1 0 0,0 0 0,0 0 0,0 0 0,0 1 0,0 0 0,-5-2 0,3 2 0,0 0 0,0 0 0,0 1 0,0-1 0,0 1 0,0 1 0,-1-1 0,1 1 0,0 0 0,-5 1 0,1 1 0,0 0 0,0 0 0,1 1 0,-1 0 0,1 0 0,0 1 0,1 1 0,-1-1 0,1 1 0,0 0 0,-11 12 0,13-10 0,0 0 0,0 0 0,0 0 0,1 1 0,1-1 0,-1 1 0,1 0 0,1 0 0,0 0 0,0 1 0,1-1 0,0 0 0,0 13 0,1-18 0,0 1 0,1-1 0,-1 0 0,1 1 0,0-1 0,0 0 0,0 0 0,1 1 0,-1-1 0,1 0 0,0 0 0,0-1 0,0 1 0,1 0 0,0-1 0,-1 1 0,1-1 0,0 0 0,0 0 0,1 0 0,-1 0 0,1-1 0,-1 0 0,1 1 0,0-1 0,0 0 0,0-1 0,0 1 0,0-1 0,7 2 0,-5-2 0,0-1 0,0 1 0,0-1 0,0-1 0,0 1 0,0-1 0,0 0 0,0 0 0,0-1 0,-1 1 0,1-1 0,0-1 0,-1 1 0,1-1 0,-1 0 0,0 0 0,0-1 0,5-4 0,-2 1 0,1 0 0,-1-1 0,0 0 0,-1-1 0,0 1 0,-1-1 0,0-1 0,10-19 0,-6 12 0,-5 15 0,-1 10 0,-4 40 0,1 8 0,-1-53 0,0 0 0,1-1 0,-1 1 0,1 0 0,0 0 0,0-1 0,0 1 0,0-1 0,0 1 0,1-1 0,-1 1 0,1-1 0,0 1 0,-1-1 0,3 2 0,-1-2 0,-1 0 0,1-1 0,0 1 0,0-1 0,0 0 0,-1 1 0,1-1 0,0-1 0,1 1 0,-1 0 0,0-1 0,0 1 0,0-1 0,0 0 0,0 0 0,0 0 0,0-1 0,1 1 0,-1-1 0,0 0 0,0 1 0,0-1 0,5-3 0,-1 1 0,0-1 0,0 1 0,0-2 0,0 1 0,-1-1 0,0 0 0,0 0 0,6-8 0,1-3 0,17-27 0,1-3 0,-30 46 0,-1-1 0,0 1 0,1-1 0,-1 0 0,1 1 0,-1-1 0,1 1 0,-1-1 0,1 1 0,-1-1 0,1 1 0,0-1 0,-1 1 0,1 0 0,-1-1 0,1 1 0,0 0 0,-1 0 0,1-1 0,0 1 0,0 0 0,-1 0 0,1 0 0,0 0 0,-1 0 0,2 0 0,-1 0 0,0 1 0,0 0 0,-1-1 0,1 1 0,0-1 0,-1 1 0,1 0 0,0 0 0,-1-1 0,1 1 0,-1 0 0,1 0 0,-1 0 0,1 0 0,-1-1 0,1 3 0,1 6 0,1 0 0,-2 0 0,2 11 0,-3-17 0,64 410 0,-55-365 0,-9-48 0,0 0 0,0 0 0,0 0 0,0 0 0,0 0 0,0 0 0,0 0 0,0 0 0,0 0 0,0 0 0,0 0 0,0 0 0,0 0 0,-1 0 0,1 0 0,0 0 0,0 0 0,0 0 0,0 0 0,0 0 0,0 0 0,0 0 0,0 0 0,0 0 0,0 0 0,0 0 0,0 0 0,0 0 0,0 0 0,0 0 0,-1 0 0,1 0 0,0 0 0,0 0 0,0 0 0,0 0 0,0 0 0,0 0 0,0 0 0,0 0 0,0 0 0,0 0 0,-6-12 0,-7-21 0,2-16 0,1 1 0,3-1 0,3-1 0,1 1 0,2-1 0,3 1 0,15-94 0,-14 125 0,1-1 0,2 1 0,-1 0 0,2 1 0,11-23 0,-15 36 0,0-1 0,0 0 0,0 1 0,1 0 0,-1-1 0,1 2 0,0-1 0,1 0 0,8-5 0,-10 7 0,0 1 0,0-1 0,0 1 0,1 0 0,-1 0 0,0 0 0,1 1 0,-1-1 0,1 1 0,-1 0 0,0 0 0,1 0 0,-1 0 0,1 0 0,-1 1 0,1 0 0,3 1 0,1 1 0,-1 0 0,0 0 0,0 1 0,-1 0 0,1 1 0,-1 0 0,0-1 0,0 2 0,0-1 0,-1 1 0,1 0 0,-2 0 0,1 0 0,-1 1 0,0 0 0,0 0 0,0 0 0,2 8 0,-4-9 0,0-1 0,0 0 0,0 0 0,-1 1 0,0-1 0,0 1 0,-1-1 0,1 1 0,-1 0 0,0-1 0,-1 1 0,1-1 0,-1 1 0,0-1 0,0 1 0,-1-1 0,0 1 0,0-1 0,0 0 0,-1 0 0,1 0 0,-1 0 0,0-1 0,-1 1 0,1-1 0,-5 5 0,0-3-97,0 0-1,0-1 1,0 0-1,-1 0 1,1-1-1,-1 0 1,-1 0-1,1-1 1,0 0-1,-1-1 1,1 0-1,-1 0 0,-12 0 1,-1-1-6729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8.304"/>
    </inkml:context>
    <inkml:brush xml:id="br0">
      <inkml:brushProperty name="width" value="0.05" units="cm"/>
      <inkml:brushProperty name="height" value="0.05" units="cm"/>
      <inkml:brushProperty name="color" value="#FFFFFF"/>
    </inkml:brush>
  </inkml:definitions>
  <inkml:trace contextRef="#ctx0" brushRef="#br0">270 302 24575,'10'-5'0,"0"0"0,-1-1 0,1 0 0,-1 0 0,-1-1 0,0 0 0,8-9 0,-12 12 0,-1 0 0,0-1 0,0 1 0,0-1 0,-1 1 0,1-1 0,-1 0 0,-1 0 0,1 0 0,-1 0 0,1 0 0,-1-1 0,-1 1 0,1 0 0,-1 0 0,0-11 0,-1 9 0,-1-1 0,1 1 0,-1 0 0,-1-1 0,1 1 0,-1 0 0,0 0 0,-1 0 0,0 1 0,0-1 0,0 1 0,-1 0 0,1 0 0,-2 1 0,1-1 0,-1 1 0,1 0 0,-9-5 0,9 7 0,0 0 0,0 0 0,0 1 0,0-1 0,0 1 0,0 1 0,-1-1 0,1 1 0,-1-1 0,1 2 0,-1-1 0,1 1 0,-1-1 0,0 2 0,1-1 0,-1 0 0,1 1 0,-1 0 0,1 1 0,-1-1 0,1 1 0,0 0 0,0 0 0,0 1 0,-7 3 0,0 3 0,0 1 0,1 0 0,0 1 0,0 0 0,1 0 0,1 1 0,0 1 0,0 0 0,1 0 0,-11 27 0,12-24 0,0 0 0,2 1 0,0 0 0,1 0 0,1 0 0,0 1 0,1-1 0,1 1 0,2 22 0,-1-34 0,1-1 0,0 1 0,0 0 0,0-1 0,1 1 0,0 0 0,0-1 0,0 0 0,1 1 0,0-1 0,0 0 0,0-1 0,1 1 0,5 6 0,-6-9 0,0 1 0,0-1 0,1 1 0,-1-1 0,1 0 0,0 0 0,-1-1 0,1 1 0,0-1 0,0 0 0,0 0 0,0 0 0,0-1 0,0 1 0,0-1 0,0 0 0,0 0 0,0 0 0,0-1 0,0 1 0,5-2 0,3-1 0,0-1 0,-1 0 0,1-1 0,-1 0 0,0-1 0,0 0 0,-1-1 0,0 0 0,0 0 0,-1-1 0,0 0 0,0-1 0,0 0 0,13-20 0,-12 14 0,0-1 0,-1-1 0,-1 1 0,-1-1 0,0-1 0,-1 0 0,-1 1 0,0-2 0,2-20 0,-7 23 0,-3 22 0,-6 27 0,8-22 0,-3 16 0,1 52 0,3-73 0,0 0 0,1 0 0,0 0 0,0 0 0,0 0 0,0-1 0,1 1 0,0-1 0,0 1 0,1-1 0,0 1 0,0-1 0,0 0 0,0-1 0,5 7 0,-5-9 0,0 0 0,0 0 0,0-1 0,0 1 0,0 0 0,0-1 0,0 0 0,1 0 0,-1 0 0,0 0 0,1 0 0,-1-1 0,1 0 0,-1 1 0,0-1 0,1-1 0,-1 1 0,1 0 0,-1-1 0,1 0 0,-1 1 0,0-1 0,1-1 0,-1 1 0,0 0 0,4-3 0,3-1 0,-1 0 0,0-1 0,0 0 0,0-1 0,-1 0 0,0 0 0,9-11 0,-6 3 0,0-1 0,-1 0 0,-1 0 0,-1-1 0,0-1 0,6-20 0,2-4 0,-14 70 0,-6 33 0,-11 244 0,16-278 0,0-19 0,0 1 0,-1-1 0,0 0 0,-1 0 0,0 1 0,-2 8 0,3-17 0,0 0 0,0 0 0,0 0 0,0 1 0,0-1 0,0 0 0,0 0 0,0 0 0,0 1 0,-1-1 0,1 0 0,0 0 0,0 0 0,0 0 0,0 0 0,0 1 0,0-1 0,-1 0 0,1 0 0,0 0 0,0 0 0,0 0 0,0 0 0,-1 1 0,1-1 0,0 0 0,0 0 0,0 0 0,-1 0 0,1 0 0,0 0 0,0 0 0,0 0 0,-1 0 0,1 0 0,0 0 0,0 0 0,0 0 0,0 0 0,-1 0 0,1 0 0,0 0 0,0 0 0,0-1 0,-1 1 0,1 0 0,0 0 0,0 0 0,0 0 0,0 0 0,-1 0 0,1 0 0,0-1 0,0 1 0,0 0 0,0 0 0,0 0 0,0 0 0,0-1 0,-1 1 0,1 0 0,0 0 0,0 0 0,0-1 0,-7-12 0,-4-20 0,1 0 0,1-1 0,2-1 0,-3-43 0,8 62 0,-3-24 0,2 0 0,3-44 0,0 69 0,2 1 0,-1 0 0,2-1 0,0 1 0,0 0 0,2 1 0,0-1 0,0 1 0,10-18 0,-14 29 0,0 1 0,0-1 0,0 0 0,0 0 0,0 1 0,0-1 0,1 1 0,-1-1 0,1 1 0,-1 0 0,1-1 0,-1 1 0,1 0 0,0 0 0,-1 0 0,1 0 0,0 0 0,0 1 0,0-1 0,0 0 0,0 1 0,0 0 0,0-1 0,0 1 0,0 0 0,0 0 0,4 0 0,-3 1 0,0 1 0,0-1 0,0 1 0,0-1 0,-1 1 0,1 0 0,0 0 0,-1 0 0,1 1 0,-1-1 0,0 1 0,0-1 0,0 1 0,0 0 0,0-1 0,2 5 0,2 4 0,0 2 0,-1-1 0,0 0 0,-1 1 0,0 0 0,-1 0 0,3 26 0,-6-30 0,1-1 0,-1 0 0,0 0 0,-1 0 0,0 0 0,0 0 0,-1 0 0,0 0 0,-1 0 0,1-1 0,-1 1 0,-1-1 0,1 1 0,-7 7 0,18-26 0,0 0 0,0 0 0,0 0 0,1 1 0,1 0 0,0 1 0,17-13 0,-19 16 0,1 1 0,0 0 0,0 0 0,18-6 0,-26 11 0,1-1 0,0 0 0,-1 1 0,1 0 0,-1-1 0,1 1 0,0 0 0,-1 0 0,1 0 0,0 0 0,-1 0 0,1 0 0,0 0 0,-1 1 0,1-1 0,0 1 0,-1-1 0,1 1 0,-1 0 0,1-1 0,-1 1 0,1 0 0,-1 0 0,0 0 0,1 0 0,-1 0 0,0 0 0,0 0 0,0 1 0,0-1 0,0 0 0,0 1 0,0-1 0,0 1 0,-1-1 0,1 1 0,0-1 0,0 3 0,1 5 0,1 1 0,-2 0 0,1 0 0,-1 0 0,-1 0 0,0 14 0,-11 64 0,1-7 0,10-69 0,-1 16 0,1-27 0,0 0 0,0 0 0,0 0 0,-1 0 0,1 0 0,0 1 0,-1-1 0,1 0 0,0 0 0,-1-1 0,1 1 0,-1 0 0,1 0 0,-1 0 0,0 0 0,1 0 0,-1 0 0,0-1 0,-1 2 0,2-2 0,-1 0 0,1 0 0,-1 0 0,0 0 0,1 0 0,-1 0 0,1 0 0,-1-1 0,1 1 0,-1 0 0,0 0 0,1 0 0,-1 0 0,1-1 0,-1 1 0,1 0 0,-1-1 0,1 1 0,-1 0 0,1-1 0,0 1 0,-1-1 0,1 1 0,-1-1 0,1 1 0,0-1 0,-1 1 0,1-1 0,0 1 0,0-1 0,-1 1 0,1-1 0,0 1 0,0-1 0,0 0 0,0 1 0,0-1 0,0 1 0,0-1 0,0 0 0,-5-27 0,2-14 0,2 0 0,2 0 0,2 0 0,2 0 0,1 1 0,2-1 0,27-76 0,-32 110 0,0 1 0,0 0 0,0 0 0,1 0 0,0 0 0,1 1 0,8-11 0,-12 15 0,1 1 0,-1 0 0,0 0 0,1-1 0,-1 1 0,1 0 0,0 0 0,-1 0 0,1 0 0,0 1 0,-1-1 0,1 0 0,0 1 0,0-1 0,0 1 0,-1-1 0,1 1 0,0 0 0,0 0 0,0 0 0,0 0 0,0 0 0,0 1 0,-1-1 0,1 0 0,0 1 0,0-1 0,0 1 0,-1 0 0,1 0 0,0-1 0,-1 1 0,1 0 0,-1 1 0,1-1 0,-1 0 0,3 2 0,2 3 0,-1 0 0,1 0 0,-1 1 0,0-1 0,0 1 0,-1 1 0,0-1 0,0 0 0,-1 1 0,0 0 0,0 0 0,-1 0 0,0 0 0,0 0 0,-1 0 0,0 0 0,-1 1 0,0-1 0,0 0 0,0 1 0,-3 10 0,1-7 0,-1-1 0,0 0 0,0 0 0,-1 0 0,0 0 0,-1-1 0,-1 0 0,1 0 0,-1 0 0,-1-1 0,0 0 0,0 0 0,-1 0 0,-17 14 0,-24 8-1365,29-21-5461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8.489"/>
    </inkml:context>
    <inkml:brush xml:id="br0">
      <inkml:brushProperty name="width" value="0.05" units="cm"/>
      <inkml:brushProperty name="height" value="0.05" units="cm"/>
      <inkml:brushProperty name="color" value="#FFFFFF"/>
    </inkml:brush>
  </inkml:definitions>
  <inkml:trace contextRef="#ctx0" brushRef="#br0">10 0 24575,'2'0'0,"7"0"0,5 3 0,5 6 0,5 10 0,3 10 0,4 11 0,1 9 0,-2 8 0,-3 5 0,-7 2 0,-6 2 0,-11 1 0,-17-1 0,-20-3 0,-20-4 0,-26-1 0,0-10-8191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9.192"/>
    </inkml:context>
    <inkml:brush xml:id="br0">
      <inkml:brushProperty name="width" value="0.05" units="cm"/>
      <inkml:brushProperty name="height" value="0.05" units="cm"/>
      <inkml:brushProperty name="color" value="#FFFFFF"/>
    </inkml:brush>
  </inkml:definitions>
  <inkml:trace contextRef="#ctx0" brushRef="#br0">0 1 24575,'1'9'0,"0"-1"0,1 0 0,0 1 0,0-1 0,0 0 0,5 9 0,7 24 0,-2 30 0,-2 1 0,-1 103 0,-2-31 0,-5-125 0,0-1 0,1 1 0,0-1 0,2 0 0,8 23 0,-9-32 0,0-1 0,0 1 0,1-1 0,1 0 0,-1 0 0,1 0 0,0-1 0,1 0 0,0 0 0,0 0 0,0-1 0,10 6 0,-3-4-227,1 0-1,1-1 1,-1 0-1,1-2 1,21 6-1,22 2-6598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9.911"/>
    </inkml:context>
    <inkml:brush xml:id="br0">
      <inkml:brushProperty name="width" value="0.05" units="cm"/>
      <inkml:brushProperty name="height" value="0.05" units="cm"/>
      <inkml:brushProperty name="color" value="#FFFFFF"/>
    </inkml:brush>
  </inkml:definitions>
  <inkml:trace contextRef="#ctx0" brushRef="#br0">465 189 24575,'3'0'0,"1"-1"0,-1 0 0,0 0 0,1 0 0,-1 0 0,0-1 0,0 1 0,0-1 0,0 0 0,0 0 0,0 0 0,0 0 0,-1 0 0,1 0 0,-1-1 0,1 0 0,-1 1 0,0-1 0,0 0 0,-1 0 0,1 0 0,0 0 0,1-5 0,-1 5 0,0-1 0,-1 0 0,1 0 0,-1-1 0,0 1 0,0 0 0,0 0 0,-1-1 0,1 1 0,-1 0 0,0 0 0,0-1 0,-1 1 0,1 0 0,-1-1 0,0 1 0,0 0 0,-3-6 0,2 6 0,-1 0 0,0 0 0,-1 1 0,1-1 0,0 1 0,-1 0 0,0 0 0,0 0 0,0 0 0,0 1 0,0-1 0,-1 1 0,1 0 0,-1 1 0,1-1 0,-1 1 0,0-1 0,0 2 0,1-1 0,-1 0 0,-9 1 0,1 0 0,0 1 0,0 0 0,0 1 0,0 0 0,1 1 0,-1 1 0,-13 5 0,3 1 0,1 1 0,1 1 0,0 1 0,0 1 0,1 1 0,1 1 0,1 0 0,0 1 0,1 1 0,-19 26 0,26-31 0,1 1 0,0 0 0,0 0 0,2 1 0,-1 1 0,2-1 0,0 1 0,1 0 0,1 0 0,0 0 0,1 1 0,1 0 0,1-1 0,0 1 0,1 0 0,2 17 0,0-24 19,0 0 0,1 0 0,0 0 0,0-1 0,1 1 0,0-1 0,1 0 0,0 0 0,0-1 0,1 1 0,0-1 0,0 0 0,1-1 0,0 0 0,0 0 0,1 0 0,13 8 0,-5-5-209,1-1 0,0-1 1,0 0-1,1-1 0,0-1 1,0-1-1,0-1 1,27 4-1,13-2-6636</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20.549"/>
    </inkml:context>
    <inkml:brush xml:id="br0">
      <inkml:brushProperty name="width" value="0.05" units="cm"/>
      <inkml:brushProperty name="height" value="0.05" units="cm"/>
      <inkml:brushProperty name="color" value="#FFFFFF"/>
    </inkml:brush>
  </inkml:definitions>
  <inkml:trace contextRef="#ctx0" brushRef="#br0">279 397 24575,'-2'-6'0,"-1"0"0,1 0 0,-1 0 0,0 0 0,-1 1 0,1-1 0,-1 1 0,-8-9 0,11 13 0,-2-4 0,-1 2 0,1-1 0,-1 0 0,1 1 0,-1 0 0,0 0 0,-1 0 0,1 0 0,0 0 0,-1 1 0,0 0 0,1 0 0,-1 0 0,0 1 0,0 0 0,0 0 0,0 0 0,0 0 0,0 1 0,0 0 0,0 0 0,0 0 0,-9 2 0,8-1 0,0 1 0,0 0 0,0 0 0,0 1 0,0 0 0,0 0 0,1 0 0,0 1 0,-1 0 0,1 0 0,1 0 0,-1 1 0,0-1 0,1 1 0,0 0 0,0 1 0,1-1 0,-5 8 0,3-2 0,1 0 0,0 0 0,1 0 0,0 1 0,1-1 0,0 1 0,0-1 0,2 1 0,-1 0 0,1 0 0,1-1 0,0 1 0,1 0 0,0-1 0,6 16 0,-7-23 0,1-1 0,-1 1 0,1-1 0,0 0 0,0 0 0,1 0 0,-1 0 0,1 0 0,-1-1 0,1 1 0,0-1 0,0 1 0,0-1 0,0 0 0,0 0 0,1-1 0,-1 1 0,1 0 0,-1-1 0,1 0 0,-1 0 0,1 0 0,0-1 0,-1 1 0,1-1 0,0 0 0,0 0 0,-1 0 0,1 0 0,0-1 0,0 1 0,4-2 0,1-1 0,0 0 0,0 0 0,0 0 0,0-1 0,-1-1 0,0 1 0,0-2 0,0 1 0,0-1 0,-1 0 0,12-13 0,-3 0 0,-2-1 0,0-1 0,-2 0 0,0-1 0,16-42 0,-26 119 0,-2-49 0,1 0 0,0 0 0,0 0 0,0 0 0,1-1 0,-1 1 0,1 0 0,1-1 0,-1 1 0,1-1 0,0 0 0,0 0 0,1 0 0,-1 0 0,6 5 0,-6-8 0,0 1 0,0-1 0,0 0 0,1 0 0,-1 0 0,0 0 0,1 0 0,0-1 0,-1 1 0,1-1 0,0 0 0,0-1 0,-1 1 0,1 0 0,0-1 0,0 0 0,0 0 0,0 0 0,0-1 0,0 1 0,-1-1 0,1 0 0,0 0 0,5-2 0,3-2 0,-1-1 0,1 0 0,-1 0 0,-1-1 0,1-1 0,-1 0 0,0 0 0,-1-1 0,0 0 0,14-20 0,-11 13 0,-1 0 0,-1-1 0,-1 0 0,0 0 0,-1-1 0,8-29 0,-10 23 0,-1 1 0,-1-1 0,1-38 0,-4 49 0,-1-1 0,-1 1 0,-1-1 0,0 1 0,0-1 0,-1 1 0,-9-23 0,11 33 0,0 1 0,0 0 0,0-1 0,-1 1 0,1 0 0,0 0 0,-1 0 0,1 0 0,-1 0 0,0 1 0,1-1 0,-1 0 0,0 1 0,0-1 0,0 1 0,0 0 0,-1-1 0,1 1 0,0 0 0,0 0 0,-5-1 0,4 2 0,1 0 0,-1 1 0,1-1 0,-1 0 0,1 1 0,-1-1 0,1 1 0,0 0 0,-1 0 0,1 0 0,0 0 0,0 0 0,0 1 0,-1-1 0,1 1 0,1-1 0,-1 1 0,0 0 0,0-1 0,1 1 0,-3 4 0,-3 4 0,1 0 0,0 0 0,0 1 0,1 0 0,1 0 0,0 0 0,0 0 0,1 1 0,-2 21 0,1 2 0,2-1 0,2 40 0,2-48-170,1 0-1,1-1 0,1 0 1,1 0-1,1 0 0,1 0 1,19 37-1,-11-34-6655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21.373"/>
    </inkml:context>
    <inkml:brush xml:id="br0">
      <inkml:brushProperty name="width" value="0.05" units="cm"/>
      <inkml:brushProperty name="height" value="0.05" units="cm"/>
      <inkml:brushProperty name="color" value="#FFFFFF"/>
    </inkml:brush>
  </inkml:definitions>
  <inkml:trace contextRef="#ctx0" brushRef="#br0">0 212 24575,'60'-3'0,"0"-3"0,101-24 0,-103 17 0,-56 13 0,24-5 0,27-10 0,-47 13 0,1 0 0,-1-1 0,0 0 0,0 0 0,0 0 0,0-1 0,0 0 0,-1 0 0,8-8 0,-12 11 0,0-1 0,1 1 0,-1 0 0,0-1 0,0 1 0,0-1 0,0 0 0,-1 1 0,1-1 0,0 1 0,-1-1 0,1 0 0,-1 0 0,1 1 0,-1-1 0,0 0 0,0 0 0,0 0 0,0 1 0,0-1 0,0 0 0,0 0 0,-1 0 0,1 1 0,-1-1 0,1 0 0,-1 1 0,0-1 0,1 0 0,-1 1 0,0-1 0,0 1 0,0-1 0,0 1 0,-1-1 0,1 1 0,-2-2 0,-1-1 0,-1 1 0,1 0 0,-1 0 0,1 0 0,-1 1 0,0-1 0,0 1 0,0 0 0,0 0 0,0 1 0,-9-2 0,5 3 0,0-1 0,0 1 0,0 1 0,0 0 0,0 0 0,1 1 0,-1 0 0,0 1 0,1-1 0,-1 2 0,1-1 0,0 1 0,0 0 0,0 1 0,1 0 0,-1 0 0,1 1 0,0 0 0,-9 10 0,10-9 0,1-1 0,-1 1 0,1 0 0,0 0 0,1 1 0,0 0 0,0-1 0,1 1 0,-1 1 0,2-1 0,-1 0 0,1 1 0,1-1 0,-1 1 0,2-1 0,-1 1 0,1 0 0,0 0 0,1-1 0,2 12 0,-2-16 0,0 0 0,0 0 0,0-1 0,1 1 0,-1 0 0,1-1 0,0 1 0,0-1 0,0 0 0,1 0 0,-1 0 0,1 0 0,-1 0 0,1 0 0,0-1 0,0 1 0,1-1 0,-1 0 0,0 0 0,1 0 0,-1 0 0,1-1 0,0 1 0,-1-1 0,1 0 0,0 0 0,0 0 0,0-1 0,0 1 0,0-1 0,0 0 0,-1 0 0,7-1 0,0 0 0,0-1 0,0 0 0,-1 0 0,1-1 0,-1 0 0,1-1 0,-1 0 0,-1 0 0,1-1 0,0 0 0,-1-1 0,11-9 0,-9 4 0,0-1 0,-1 0 0,-1 0 0,0-1 0,-1 0 0,0 0 0,0-1 0,-2 0 0,6-17 0,-4 10 0,-5 64 0,-2-28 0,0 0 0,1 0 0,0-1 0,1 1 0,1 0 0,7 23 0,-8-34 0,-1 0 0,1 0 0,0 0 0,0 0 0,1-1 0,-1 1 0,1-1 0,-1 1 0,1-1 0,0 0 0,1 0 0,-1 0 0,0 0 0,1-1 0,0 1 0,-1-1 0,1 0 0,0 0 0,0 0 0,0-1 0,0 0 0,1 1 0,-1-1 0,0-1 0,0 1 0,9 0 0,-4-2 0,0 1 0,0-2 0,-1 1 0,1-1 0,-1 0 0,1-1 0,-1 0 0,0-1 0,0 1 0,0-2 0,12-7 0,3-4 0,-1-2 0,27-25 0,-34 28 0,-1 1 0,-1-2 0,18-26 0,-27 37 0,-1 0 0,0-1 0,0 1 0,-1-1 0,1 0 0,-1 0 0,0 0 0,-1 0 0,1 0 0,-1 0 0,0 0 0,-1-1 0,0 1 0,0 0 0,-1-12 0,0 16 0,1 0 0,-1 1 0,1-1 0,-1 0 0,0 0 0,0 1 0,0-1 0,0 0 0,0 1 0,0-1 0,0 1 0,0-1 0,-1 1 0,1 0 0,0 0 0,-1-1 0,0 1 0,1 0 0,-1 0 0,1 0 0,-1 1 0,0-1 0,0 0 0,1 1 0,-1-1 0,0 1 0,0-1 0,0 1 0,0 0 0,0 0 0,1 0 0,-1 0 0,0 0 0,0 0 0,0 1 0,0-1 0,-3 2 0,-1-1 0,-1 1 0,1 0 0,0 1 0,0-1 0,0 1 0,0 0 0,0 1 0,1 0 0,-9 7 0,7-4 0,0 0 0,1 1 0,0 0 0,0 0 0,1 0 0,0 1 0,1 0 0,-1 0 0,2 0 0,-1 1 0,2-1 0,-1 1 0,1 0 0,0 0 0,1 0 0,0 0 0,1-1 0,1 16 0,3 13 0,2-1 0,2 0 0,19 57 0,-3-11 0,-20-66 0,2 6 0,0 0 0,-2 1 0,2 38 0,-5-60-91,-1 0 0,-1 0 0,1 0 0,0-1 0,0 1 0,-1 0 0,1 0 0,-1-1 0,1 1 0,-1 0 0,0-1 0,1 1 0,-1 0 0,-1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22.726"/>
    </inkml:context>
    <inkml:brush xml:id="br0">
      <inkml:brushProperty name="width" value="0.05" units="cm"/>
      <inkml:brushProperty name="height" value="0.05" units="cm"/>
      <inkml:brushProperty name="color" value="#FFFFFF"/>
    </inkml:brush>
  </inkml:definitions>
  <inkml:trace contextRef="#ctx0" brushRef="#br0">69 142 24575,'0'1'0,"0"-1"0,1 1 0,-1-1 0,0 1 0,0 0 0,1-1 0,-1 1 0,0-1 0,1 1 0,-1 0 0,1-1 0,-1 1 0,1-1 0,-1 1 0,1-1 0,-1 0 0,1 1 0,-1-1 0,1 0 0,0 1 0,-1-1 0,1 0 0,-1 1 0,1-1 0,0 0 0,-1 0 0,1 0 0,0 0 0,-1 0 0,1 0 0,0 0 0,-1 0 0,1 0 0,1 0 0,25-3 0,-26 3 0,6-1 0,0-1 0,0-1 0,0 1 0,0-1 0,0 0 0,-1-1 0,1 0 0,-1 0 0,6-5 0,-9 8 0,-1-1 0,1 0 0,-1-1 0,0 1 0,0 0 0,1-1 0,-2 1 0,1-1 0,0 1 0,0-1 0,-1 0 0,1 0 0,-1 0 0,0 0 0,0 0 0,0 0 0,-1 0 0,1 0 0,-1 0 0,1 0 0,-1 0 0,0-1 0,-1-4 0,1 6 0,-1-1 0,0 1 0,0 0 0,0-1 0,0 1 0,-1 0 0,1-1 0,-1 1 0,1 0 0,-1 0 0,0 0 0,0 0 0,0 1 0,0-1 0,0 0 0,0 1 0,0-1 0,0 1 0,-1 0 0,1 0 0,-1 0 0,1 0 0,0 0 0,-1 1 0,0-1 0,1 1 0,-1-1 0,-2 1 0,-2-1 0,1 1 0,-1 0 0,1 1 0,0-1 0,-1 1 0,1 0 0,0 1 0,0-1 0,0 1 0,-9 4 0,9-2 0,0 0 0,0 0 0,1 0 0,-1 1 0,1-1 0,0 2 0,0-1 0,1 0 0,-1 1 0,1 0 0,0 0 0,1 0 0,0 0 0,0 1 0,0-1 0,1 1 0,0 0 0,-2 8 0,3-9 0,-1 1 0,2 0 0,-1 0 0,1-1 0,0 1 0,0 0 0,0 0 0,1 0 0,1-1 0,-1 1 0,1 0 0,0-1 0,0 1 0,1-1 0,0 0 0,0 0 0,0 0 0,1 0 0,4 6 0,-4-9 23,0 1 0,0 0 0,0-1-1,0 0 1,1 0 0,-1 0 0,1-1-1,0 1 1,0-1 0,0 0 0,0-1-1,0 1 1,0-1 0,11 1 0,-4 0-308,1-2 1,0 0-1,0-1 1,-1 0-1,14-3 1,10-3-6542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23.053"/>
    </inkml:context>
    <inkml:brush xml:id="br0">
      <inkml:brushProperty name="width" value="0.05" units="cm"/>
      <inkml:brushProperty name="height" value="0.05" units="cm"/>
      <inkml:brushProperty name="color" value="#FFFFFF"/>
    </inkml:brush>
  </inkml:definitions>
  <inkml:trace contextRef="#ctx0" brushRef="#br0">213 385 24575,'1'-24'0,"2"-1"0,5-25 0,1-2 0,-8 42 0,3-22 0,0-34 0,-4 57 0,0 0 0,-1 0 0,0 0 0,0 0 0,-1 1 0,0-1 0,-1 0 0,-6-14 0,8 21 0,0 0 0,0 0 0,0 0 0,0 1 0,0-1 0,-1 0 0,1 1 0,-1-1 0,1 0 0,-1 1 0,0 0 0,1-1 0,-1 1 0,0 0 0,0 0 0,0 0 0,0 0 0,0 0 0,0 0 0,0 1 0,0-1 0,0 1 0,0-1 0,0 1 0,0 0 0,-1 0 0,1 0 0,0 0 0,0 0 0,0 1 0,0-1 0,0 0 0,-1 1 0,1 0 0,0-1 0,0 1 0,0 0 0,0 0 0,1 0 0,-3 2 0,-5 2 0,1 1 0,0 0 0,0 0 0,1 1 0,-1 0 0,2 1 0,-10 10 0,9-7 0,1-1 0,-1 1 0,2 0 0,0 1 0,0-1 0,1 1 0,0 0 0,1 0 0,0 0 0,1 1 0,0-1 0,1 1 0,1-1 0,0 1 0,1-1 0,0 1 0,1-1 0,0 0 0,4 14 0,3 1 0,1-1 0,0 0 0,2-1 0,1 0 0,2 0 0,0-2 0,27 33 0,-21-30 0,54 75 0,-73-100 0,-1 1 0,0 0 0,0 0 0,0 0 0,0 0 0,0 0 0,0 0 0,-1 0 0,1 0 0,-1 0 0,1 0 0,-1 0 0,0 0 0,0 1 0,0-1 0,0 0 0,0 0 0,0 0 0,-1 0 0,0 5 0,-1-6 0,1 1 0,0 0 0,0-1 0,-1 1 0,1-1 0,-1 1 0,1-1 0,-1 0 0,0 0 0,0 0 0,1 0 0,-1 0 0,0 0 0,0 0 0,0 0 0,0-1 0,0 1 0,0-1 0,0 1 0,0-1 0,-4 0 0,-16 0-195,1 0 0,-1-2 0,1-1 0,0 0 0,0-2 0,-40-13 0,26 6-6631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23.754"/>
    </inkml:context>
    <inkml:brush xml:id="br0">
      <inkml:brushProperty name="width" value="0.05" units="cm"/>
      <inkml:brushProperty name="height" value="0.05" units="cm"/>
      <inkml:brushProperty name="color" value="#FFFFFF"/>
    </inkml:brush>
  </inkml:definitions>
  <inkml:trace contextRef="#ctx0" brushRef="#br0">57 115 24575,'-17'-15'0,"14"13"0,-1 0 0,1-1 0,0 1 0,0-1 0,0 0 0,1 0 0,-1 0 0,0 0 0,1 0 0,0-1 0,0 1 0,0-1 0,-2-6 0,4 9 0,0 1 0,0-1 0,0 0 0,0 0 0,0 1 0,0-1 0,1 0 0,-1 1 0,0-1 0,0 0 0,1 1 0,-1-1 0,0 0 0,1 1 0,-1-1 0,1 1 0,-1-1 0,1 0 0,-1 1 0,1-1 0,-1 1 0,1 0 0,0-1 0,-1 1 0,1-1 0,0 1 0,-1 0 0,1 0 0,0-1 0,-1 1 0,1 0 0,0 0 0,0 0 0,-1 0 0,1-1 0,0 1 0,-1 0 0,1 1 0,0-1 0,0 0 0,1 0 0,2 0 0,1 1 0,-1 0 0,1 0 0,-1 0 0,6 2 0,2 2 0,0 1 0,-1 1 0,0 0 0,0 1 0,0 0 0,10 10 0,-4-1 0,0 1 0,20 28 0,-32-39 0,0 1 0,0-1 0,-1 1 0,0 1 0,5 16 0,-8-24 0,-1 0 0,1 1 0,-1-1 0,1 1 0,-1-1 0,0 1 0,1-1 0,-1 0 0,0 1 0,0-1 0,0 1 0,0-1 0,-1 1 0,1-1 0,0 1 0,-1-1 0,1 1 0,-1-1 0,1 0 0,-1 1 0,1-1 0,-1 0 0,0 1 0,0-1 0,0 0 0,0 0 0,0 0 0,0 0 0,0 0 0,0 0 0,0 0 0,0 0 0,-1 0 0,1 0 0,0-1 0,-1 1 0,1-1 0,0 1 0,-1-1 0,1 1 0,-1-1 0,1 0 0,-3 1 0,0-1 0,-1 1 0,0-1 0,1-1 0,-1 1 0,0 0 0,1-1 0,-1 0 0,0 0 0,1 0 0,-1-1 0,1 0 0,0 0 0,0 0 0,0 0 0,0 0 0,0-1 0,-7-5 0,9 6 0,0-1 0,-1 1 0,1-1 0,0 1 0,0-1 0,1 1 0,-1-1 0,0 0 0,1 0 0,0 0 0,0 0 0,0 0 0,0 0 0,0 0 0,0-1 0,1 1 0,0 0 0,-1 0 0,1-1 0,0 1 0,1 0 0,-1 0 0,1-1 0,-1 1 0,1 0 0,2-4 0,0-2 0,2 0 0,0 1 0,0-1 0,0 1 0,1 0 0,0 1 0,0 0 0,1 0 0,0 0 0,1 1 0,-1 0 0,1 0 0,14-7 0,-5 3 0,0 2 0,1 0 0,0 1 0,1 1 0,34-7 0,-49 12 0,-1 1 0,0-1 0,0 1 0,0 0 0,0-1 0,0 2 0,0-1 0,0 0 0,0 1 0,0-1 0,1 1 0,-1 0 0,5 2 0,-6-2 0,0 1 0,0-1 0,0 1 0,-1 0 0,1 0 0,0-1 0,-1 1 0,1 0 0,-1 0 0,0 1 0,0-1 0,0 0 0,0 0 0,0 1 0,0-1 0,0 0 0,0 6 0,2 7 0,5 24 0,23 66 0,-27-95 0,0-1 0,0 1 0,1-1 0,0 1 0,1-2 0,0 1 0,0 0 0,1-1 0,0-1 0,0 1 0,17 12 0,-22-19 0,1 1 0,0-1 0,0 0 0,0 0 0,0 0 0,0 0 0,0 0 0,1-1 0,-1 1 0,0-1 0,0 0 0,0 0 0,0 0 0,1 0 0,-1-1 0,0 1 0,0-1 0,0 0 0,0 0 0,0 0 0,0 0 0,0 0 0,0-1 0,0 1 0,4-5 0,6-3 0,-1 0 0,0-1 0,19-23 0,-16 17 0,-2 0 0,0-2 0,21-37 0,-28 45 0,-1 0 0,-1 0 0,0-1 0,0 0 0,-1 0 0,-1 0 0,0 0 0,0 0 0,-1-16 0,0 26 14,-2-1 1,1 0-1,0 0 0,0 0 0,0 0 1,-1 1-1,1-1 0,-1 0 0,0 0 0,1 1 1,-1-1-1,0 0 0,0 1 0,0-1 1,0 1-1,0-1 0,-1 1 0,1 0 0,0-1 1,-1 1-1,1 0 0,-1 0 0,-1-1 1,0 0-186,-1 1 0,1-1 1,-1 1-1,0 0 0,1 0 1,-1 1-1,0-1 0,0 1 1,-7 0-1,-17 1-6655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25.469"/>
    </inkml:context>
    <inkml:brush xml:id="br0">
      <inkml:brushProperty name="width" value="0.05" units="cm"/>
      <inkml:brushProperty name="height" value="0.05" units="cm"/>
      <inkml:brushProperty name="color" value="#FFFFFF"/>
    </inkml:brush>
  </inkml:definitions>
  <inkml:trace contextRef="#ctx0" brushRef="#br0">0 0 24575,'52'3'0,"72"1"0,75-1 0,63 3-5202,48-1 5202,28 3-2685,15-1 2685,-2-1 0,-10 0 0,-23 0 0,-30-1 0,-36-1-229,-40-5 229,-41-4-736,-42-5 736,-44 0 661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43.096"/>
    </inkml:context>
    <inkml:brush xml:id="br0">
      <inkml:brushProperty name="width" value="0.05" units="cm"/>
      <inkml:brushProperty name="height" value="0.05" units="cm"/>
      <inkml:brushProperty name="color" value="#FFFFFF"/>
    </inkml:brush>
  </inkml:definitions>
  <inkml:trace contextRef="#ctx0" brushRef="#br0">0 4 24575,'0'0'0,"1"0"0,-1 0 0,0 0 0,0 1 0,0-1 0,0 0 0,0 0 0,1 0 0,-1 0 0,0 0 0,0 1 0,0-1 0,0 0 0,1 0 0,-1 0 0,0 0 0,0 0 0,0 0 0,1 0 0,-1 0 0,0 0 0,0 0 0,0 0 0,0 0 0,1 0 0,-1 0 0,0 0 0,0 0 0,0 0 0,1 0 0,-1 0 0,0 0 0,0 0 0,0 0 0,1 0 0,-1 0 0,0-1 0,0 1 0,0 0 0,0 0 0,1 0 0,-1 0 0,0 0 0,0-1 0,0 1 0,0 0 0,0 0 0,0 0 0,1 0 0,-1-1 0,0 1 0,0 0 0,0 0 0,0 0 0,0 0 0,0-1 0,0 1 0,0 0 0,0 0 0,0 0 0,0-1 0,0 1 0,0 0 0,10 14 0,-6 1 0,0 0 0,-1 0 0,-1 0 0,0 0 0,-1 0 0,-2 27 0,1-11 0,-2 117 269,5 127-1903,1-237-5192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43.642"/>
    </inkml:context>
    <inkml:brush xml:id="br0">
      <inkml:brushProperty name="width" value="0.05" units="cm"/>
      <inkml:brushProperty name="height" value="0.05" units="cm"/>
      <inkml:brushProperty name="color" value="#FFFFFF"/>
    </inkml:brush>
  </inkml:definitions>
  <inkml:trace contextRef="#ctx0" brushRef="#br0">642 52 24575,'-1'-1'0,"1"0"0,-1 0 0,1 0 0,-1 0 0,1 0 0,-1 0 0,0 0 0,0 0 0,0 0 0,1 0 0,-1 0 0,0 1 0,0-1 0,0 0 0,0 1 0,-2-2 0,-20-10 0,21 11 0,-10-3 0,0 0 0,0 0 0,-1 1 0,1 0 0,-1 1 0,1 1 0,-1 0 0,0 1 0,-23 2 0,-9 3 0,-59 15 0,57-9 0,-47 18 0,77-23 0,0 1 0,0 1 0,1 0 0,1 2 0,0-1 0,-15 13 0,26-18 0,0-1 0,1 0 0,-1 1 0,1 0 0,0 0 0,0 0 0,1 0 0,-1 0 0,-2 6 0,5-8 0,-1-1 0,1 1 0,-1 0 0,1-1 0,0 1 0,0 0 0,0-1 0,0 1 0,0 0 0,0-1 0,0 1 0,0 0 0,1 0 0,-1-1 0,1 1 0,-1-1 0,1 1 0,-1 0 0,1-1 0,0 1 0,0-1 0,0 0 0,0 1 0,0-1 0,0 0 0,0 1 0,1-1 0,-1 0 0,0 0 0,2 1 0,7 4 0,-1 0 0,1 0 0,0-1 0,1-1 0,-1 0 0,19 5 0,73 11 0,-92-18 0,128 15 0,1-5 0,0-6 0,1-6 0,165-22 0,-288 20 0,112-17 0,-111 16 0,-1-2 0,0 0 0,0-1 0,32-15 0,-45 19 0,-1 0 0,1 0 0,-1-1 0,0 1 0,0-1 0,0 0 0,0 1 0,-1-1 0,1 0 0,-1-1 0,0 1 0,3-4 0,-4 5 0,-1 0 0,1 0 0,-1 1 0,1-1 0,-1 0 0,0 0 0,0 1 0,0-1 0,0 0 0,0 0 0,0 0 0,0 1 0,0-1 0,-1 0 0,1 0 0,-1 1 0,1-1 0,-1 0 0,0 1 0,0-1 0,0 1 0,0-1 0,0 1 0,0-1 0,0 1 0,0-1 0,0 1 0,-2-1 0,-4-5 0,-1 2 0,0-1 0,0 1 0,0 0 0,-1 0 0,1 1 0,-1 0 0,-10-2 0,-79-18 0,9 9 0,0 3 0,-1 5 0,-1 3 0,-141 14 0,132 3-1365,64-7-5461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43.968"/>
    </inkml:context>
    <inkml:brush xml:id="br0">
      <inkml:brushProperty name="width" value="0.05" units="cm"/>
      <inkml:brushProperty name="height" value="0.05" units="cm"/>
      <inkml:brushProperty name="color" value="#FFFFFF"/>
    </inkml:brush>
  </inkml:definitions>
  <inkml:trace contextRef="#ctx0" brushRef="#br0">163 1 24575,'-1'11'0,"0"0"0,-1 0 0,-1 0 0,-3 12 0,-2 8 0,-78 258 0,73-252 0,2 0 0,1 1 0,2 1 0,2-1 0,1 1 0,2 0 0,3 57 0,0-93-76,0 0 1,1 0-1,-1 0 0,0-1 0,1 1 0,0 0 0,0 0 0,0-1 1,0 1-1,0 0 0,0-1 0,1 1 0,-1-1 0,1 1 1,0-1-1,-1 0 0,3 2 0,7 3-6750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44.218"/>
    </inkml:context>
    <inkml:brush xml:id="br0">
      <inkml:brushProperty name="width" value="0.05" units="cm"/>
      <inkml:brushProperty name="height" value="0.05" units="cm"/>
      <inkml:brushProperty name="color" value="#FFFFFF"/>
    </inkml:brush>
  </inkml:definitions>
  <inkml:trace contextRef="#ctx0" brushRef="#br0">0 0 24575,'1'1'0,"-1"0"0,0 0 0,1 0 0,-1 0 0,1 0 0,-1-1 0,1 1 0,-1 0 0,1 0 0,-1 0 0,1-1 0,0 1 0,-1 0 0,1-1 0,0 1 0,0 0 0,0-1 0,-1 1 0,1-1 0,0 1 0,0-1 0,1 1 0,24 8 0,-23-8 0,43 10 0,0-2 0,0-3 0,62 2 0,-59-4 0,714 6 0,-748-11 9,136-11 321,-124 9-756,-1-2 0,1-1 0,39-14 0,-41 9-6400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44.466"/>
    </inkml:context>
    <inkml:brush xml:id="br0">
      <inkml:brushProperty name="width" value="0.05" units="cm"/>
      <inkml:brushProperty name="height" value="0.05" units="cm"/>
      <inkml:brushProperty name="color" value="#FFFFFF"/>
    </inkml:brush>
  </inkml:definitions>
  <inkml:trace contextRef="#ctx0" brushRef="#br0">189 27 24575,'-3'-3'0,"0"0"0,0 1 0,0-1 0,-1 1 0,1 0 0,-1 0 0,1 0 0,-1 0 0,0 0 0,-5-1 0,7 3 0,0 0 0,1-1 0,-1 1 0,1 0 0,-1 0 0,0 0 0,1 0 0,-1 0 0,0 1 0,1-1 0,-1 0 0,1 1 0,-1-1 0,1 1 0,-1 0 0,1-1 0,-1 1 0,1 0 0,0 0 0,-1 0 0,1 0 0,0 0 0,0 0 0,0 0 0,-1 1 0,1-1 0,1 0 0,-1 0 0,-1 3 0,-9 18 0,1 2 0,2-1 0,0 1 0,-8 47 0,12-54 0,-37 300-1365,36-258-5461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6.457"/>
    </inkml:context>
    <inkml:brush xml:id="br0">
      <inkml:brushProperty name="width" value="0.05" units="cm"/>
      <inkml:brushProperty name="height" value="0.05" units="cm"/>
      <inkml:brushProperty name="color" value="#FFFFFF"/>
    </inkml:brush>
  </inkml:definitions>
  <inkml:trace contextRef="#ctx0" brushRef="#br0">0 315 24575,'0'-11'0,"1"0"0,0 0 0,0 0 0,1 0 0,0 0 0,8-20 0,-9 29 0,0 0 0,0 0 0,0 0 0,0 0 0,0 0 0,0 0 0,1 0 0,-1 0 0,1 0 0,-1 1 0,1-1 0,0 0 0,-1 1 0,1 0 0,0-1 0,0 1 0,0 0 0,0 0 0,1 0 0,-1 0 0,0 1 0,0-1 0,0 0 0,1 1 0,-1 0 0,0-1 0,1 1 0,-1 0 0,0 0 0,0 0 0,1 1 0,-1-1 0,0 0 0,1 1 0,-1 0 0,0-1 0,0 1 0,0 0 0,4 3 0,2 0 0,-1 0 0,0 0 0,0 1 0,0 0 0,-1 1 0,0-1 0,0 1 0,0 1 0,-1-1 0,0 1 0,0 0 0,0 0 0,-1 0 0,0 0 0,-1 1 0,5 12 0,-4-5 0,0-1 0,0 1 0,-2 0 0,0 0 0,0 0 0,-2 0 0,0 0 0,-2 21 0,-4-18 0,2-16 0,0-11 0,3-6 0,0-1 0,1 1 0,1-1 0,0 1 0,2 0 0,3-17 0,0 1 0,-6 30 0,8-48 0,16-51 0,-21 87 0,2 0 0,0 0 0,0 0 0,1 1 0,1 0 0,0 0 0,0 1 0,1 0 0,10-11 0,-15 19 0,-1 1 0,1-1 0,0 1 0,0 0 0,0 0 0,0 0 0,0 0 0,0 0 0,0 1 0,1-1 0,-1 1 0,0 0 0,1 0 0,-1 0 0,1 0 0,0 1 0,-1 0 0,6-1 0,-4 2 0,-1 0 0,0 0 0,1 0 0,-1 1 0,0-1 0,0 1 0,1 0 0,-2 0 0,1 1 0,0-1 0,0 1 0,-1 0 0,4 3 0,2 3 0,0 1 0,-1-1 0,-1 2 0,1-1 0,-2 1 0,1 0 0,-2 1 0,1-1 0,4 19 0,6 40 0,-14-64 0,-2 1 0,1-1 0,-1 1 0,0-1 0,0 1 0,-1-1 0,0 1 0,-3 10 0,1-12 0,0-7 0,2-11 0,5-11 0,0 1 0,2 1 0,0-1 0,2 1 0,0 0 0,2 0 0,0 1 0,2 1 0,23-34 0,-33 51 0,0 0 0,0 1 0,1-1 0,-1 1 0,1-1 0,-1 1 0,1 0 0,0 0 0,0 0 0,0 0 0,0 1 0,0-1 0,0 1 0,1 0 0,-1 0 0,0 0 0,6-1 0,-7 2 0,1 0 0,0 1 0,-1-1 0,1 1 0,-1 0 0,1-1 0,0 1 0,-1 0 0,0 0 0,1 1 0,-1-1 0,0 1 0,1-1 0,-1 1 0,0-1 0,0 1 0,0 0 0,-1 0 0,1 0 0,0 0 0,-1 0 0,1 1 0,1 2 0,12 25 29,0 1 0,-2 1-1,-1 0 1,8 36 0,7 18-1538,-21-69-5317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6.877"/>
    </inkml:context>
    <inkml:brush xml:id="br0">
      <inkml:brushProperty name="width" value="0.05" units="cm"/>
      <inkml:brushProperty name="height" value="0.05" units="cm"/>
      <inkml:brushProperty name="color" value="#FFFFFF"/>
    </inkml:brush>
  </inkml:definitions>
  <inkml:trace contextRef="#ctx0" brushRef="#br0">0 0 24575,'1'12'0,"0"0"0,1-1 0,0 1 0,0-1 0,6 14 0,25 56 0,-24-59 0,-3-8 0,0-1 0,1 0 0,0-1 0,1 1 0,1-2 0,12 16 0,-20-26 0,0 0 0,0 0 0,0 0 0,0 0 0,0 0 0,0 0 0,0-1 0,1 1 0,-1 0 0,0-1 0,0 1 0,1-1 0,-1 1 0,0-1 0,1 1 0,-1-1 0,0 0 0,1 0 0,-1 0 0,1 0 0,-1 0 0,0 0 0,1 0 0,-1 0 0,3-1 0,-2 0 0,0 0 0,0-1 0,1 1 0,-1-1 0,0 1 0,-1-1 0,1 0 0,0 0 0,0 0 0,-1 0 0,1 0 0,2-4 0,2-6 0,-1 0 0,0 0 0,0-1 0,3-15 0,19-118 0,-37 252 0,-28 260 0,35-329-1365,-1-9-5461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7.206"/>
    </inkml:context>
    <inkml:brush xml:id="br0">
      <inkml:brushProperty name="width" value="0.05" units="cm"/>
      <inkml:brushProperty name="height" value="0.05" units="cm"/>
      <inkml:brushProperty name="color" value="#FFFFFF"/>
    </inkml:brush>
  </inkml:definitions>
  <inkml:trace contextRef="#ctx0" brushRef="#br0">253 144 24575,'-1'-6'0,"0"1"0,-1 0 0,0 0 0,0 0 0,0 0 0,0 0 0,-1 1 0,0-1 0,0 1 0,0 0 0,-6-6 0,-3-6 0,7 8 0,0 0 0,-1 1 0,0 0 0,-1 0 0,-12-10 0,18 16 0,-1 0 0,1-1 0,-1 2 0,1-1 0,-1 0 0,1 0 0,-1 0 0,0 1 0,1-1 0,-1 1 0,0-1 0,0 1 0,1 0 0,-1-1 0,0 1 0,0 0 0,0 0 0,1 1 0,-1-1 0,0 0 0,0 0 0,1 1 0,-1-1 0,0 1 0,0 0 0,1-1 0,-1 1 0,1 0 0,-1 0 0,1 0 0,-1 0 0,1 0 0,0 1 0,-1-1 0,1 0 0,0 0 0,-1 3 0,-8 8 0,2 1 0,-1 0 0,2 0 0,0 1 0,0 0 0,-4 15 0,0 8 0,-9 46 0,17-68 57,0 0 0,2 0 0,0 0 0,0 0 0,3 19 0,-1-29-152,-1 0 0,1 1 0,0-1 0,1 0 1,0 0-1,-1 0 0,1 0 0,1 0 0,-1 0 0,1 0 1,0-1-1,0 0 0,0 1 0,1-1 0,-1 0 1,1 0-1,8 5 0,12 5-6731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7.642"/>
    </inkml:context>
    <inkml:brush xml:id="br0">
      <inkml:brushProperty name="width" value="0.05" units="cm"/>
      <inkml:brushProperty name="height" value="0.05" units="cm"/>
      <inkml:brushProperty name="color" value="#FFFFFF"/>
    </inkml:brush>
  </inkml:definitions>
  <inkml:trace contextRef="#ctx0" brushRef="#br0">335 65 24575,'-7'-1'0,"0"0"0,0-1 0,0 0 0,0 0 0,0 0 0,1-1 0,-1 0 0,1 0 0,-1-1 0,-7-5 0,6 4 0,0 0 0,-1 0 0,1 1 0,-1 0 0,-12-3 0,17 6 0,0 1 0,0-1 0,-1 1 0,1 0 0,-1 0 0,1 0 0,0 0 0,-1 1 0,1 0 0,0 0 0,0 0 0,-1 0 0,1 1 0,-4 2 0,2-1 0,0 1 0,0 0 0,1 0 0,-1 0 0,1 1 0,0 0 0,0 0 0,-4 7 0,-1 1 0,1 2 0,1-1 0,0 1 0,1 0 0,0 1 0,-6 26 0,11-35 0,0-1 0,1 0 0,1 1 0,-1-1 0,1 0 0,0 1 0,0-1 0,0 1 0,1-1 0,0 0 0,3 8 0,-3-11 0,0 0 0,0 0 0,0-1 0,1 1 0,0 0 0,-1-1 0,1 1 0,0-1 0,0 1 0,0-1 0,0 0 0,1 0 0,-1 0 0,1 0 0,-1 0 0,1-1 0,0 1 0,-1-1 0,1 0 0,0 1 0,0-1 0,0-1 0,0 1 0,6 1 0,0-2 0,1 0 0,-1 0 0,0-1 0,1 0 0,-1 0 0,0-1 0,0 0 0,0-1 0,-1 0 0,1-1 0,-1 1 0,1-2 0,-1 1 0,13-10 0,-5 2 0,0-1 0,-1 0 0,-1-1 0,0 0 0,21-29 0,-22 23 0,-1-1 0,-1 0 0,11-26 0,-22 47 0,0 0 0,0 0 0,0 0 0,0 0 0,0 0 0,0 0 0,0 0 0,0 0 0,0 0 0,0 0 0,0 0 0,0 0 0,0 0 0,0 0 0,1 0 0,-1 0 0,0 0 0,0 0 0,0 0 0,0 0 0,0 0 0,0 0 0,0 0 0,0 0 0,0 0 0,0 0 0,1 0 0,-1 0 0,0 0 0,0 0 0,0 0 0,0 0 0,0 0 0,0 0 0,0 0 0,0 0 0,0 0 0,0 0 0,0 0 0,0 0 0,1 0 0,-1 0 0,0 0 0,0 0 0,0 0 0,0 0 0,0-1 0,0 1 0,0 0 0,0 0 0,0 0 0,0 0 0,1 15 0,-2 26 0,1-38 0,0 0 4,-1 10-232,1-1 0,0 0 0,1 0-1,0 0 1,6 23 0,0-16-6598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8.079"/>
    </inkml:context>
    <inkml:brush xml:id="br0">
      <inkml:brushProperty name="width" value="0.05" units="cm"/>
      <inkml:brushProperty name="height" value="0.05" units="cm"/>
      <inkml:brushProperty name="color" value="#FFFFFF"/>
    </inkml:brush>
  </inkml:definitions>
  <inkml:trace contextRef="#ctx0" brushRef="#br0">11 177 24575,'1'95'0,"5"-1"0,33 174 0,-50-317 0,-6-27 0,-8-92 0,23 145 0,0 0 0,2 0 0,1 0 0,1 0 0,1 0 0,1 0 0,0 0 0,2 1 0,9-22 0,-12 37 0,0 0 0,1 0 0,0 0 0,0 1 0,0-1 0,1 1 0,0 0 0,0 0 0,1 1 0,8-7 0,-12 10 0,1 0 0,0 1 0,0-1 0,0 1 0,0-1 0,0 1 0,0 0 0,1 0 0,-1 1 0,0-1 0,0 1 0,1-1 0,-1 1 0,0 0 0,1 0 0,-1 1 0,0-1 0,1 1 0,-1-1 0,0 1 0,0 0 0,0 0 0,0 0 0,0 1 0,6 3 0,-4-2 0,0 0 0,0 1 0,0-1 0,-1 1 0,0 0 0,1 1 0,-1-1 0,-1 1 0,1 0 0,-1 0 0,0 0 0,0 0 0,0 1 0,-1-1 0,0 1 0,0 0 0,0-1 0,-1 1 0,1 0 0,-1 0 0,-1 0 0,1 0 0,-1 8 0,-1-6 0,0 0 0,0 0 0,0 0 0,-1 0 0,0 0 0,-1 0 0,0 0 0,0-1 0,0 0 0,-1 1 0,0-1 0,-1 0 0,0-1 0,0 1 0,0-1 0,-10 9 0,6-8-455,0 0 0,-19 11 0,7-8-6371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8.612"/>
    </inkml:context>
    <inkml:brush xml:id="br0">
      <inkml:brushProperty name="width" value="0.05" units="cm"/>
      <inkml:brushProperty name="height" value="0.05" units="cm"/>
      <inkml:brushProperty name="color" value="#FFFFFF"/>
    </inkml:brush>
  </inkml:definitions>
  <inkml:trace contextRef="#ctx0" brushRef="#br0">221 227 24575,'3'0'0,"0"-1"0,0 1 0,0-1 0,0 0 0,0 0 0,0 0 0,0 0 0,0 0 0,0-1 0,0 1 0,-1-1 0,1 0 0,-1 0 0,1 0 0,-1 0 0,0 0 0,0 0 0,0-1 0,0 1 0,0-1 0,2-4 0,-1 3 0,-1 0 0,0 1 0,-1-1 0,1 0 0,-1 0 0,0-1 0,0 1 0,0 0 0,0 0 0,-1 0 0,1-1 0,-1 1 0,0 0 0,-1-1 0,0-4 0,-1 2 0,0 1 0,-1-1 0,0 1 0,0 0 0,0-1 0,-1 2 0,0-1 0,0 0 0,0 1 0,-1 0 0,0 0 0,0 0 0,0 0 0,-1 1 0,1 0 0,-1 0 0,0 1 0,-13-6 0,14 6 0,0 2 0,0-1 0,0 1 0,-1-1 0,1 1 0,0 1 0,-1-1 0,1 1 0,0 0 0,-1 0 0,1 1 0,-1-1 0,1 1 0,0 0 0,0 1 0,-1-1 0,1 1 0,0 0 0,0 1 0,1-1 0,-1 1 0,0 0 0,1 0 0,-8 7 0,5-4 0,1 1 0,0 0 0,1 0 0,0 1 0,0-1 0,0 1 0,1 0 0,0 1 0,1-1 0,0 0 0,0 1 0,0 0 0,1 0 0,1 0 0,0 0 0,0 11 0,0-14 0,2 1 0,-1 0 0,1-1 0,0 1 0,0-1 0,1 1 0,0-1 0,0 0 0,0 0 0,1 0 0,0 0 0,0 0 0,1 0 0,-1-1 0,1 1 0,1-1 0,-1 0 0,1-1 0,-1 1 0,1-1 0,1 0 0,9 7 0,-11-9 0,0 0 0,0 0 0,0 0 0,0-1 0,0 1 0,1-1 0,-1 0 0,0-1 0,1 1 0,-1-1 0,0 1 0,1-1 0,-1 0 0,1-1 0,-1 1 0,5-2 0,-3 0 0,1 0 0,0-1 0,-1 0 0,0 0 0,1-1 0,-1 1 0,0-1 0,-1-1 0,7-5 0,2-4 0,0-2 0,-1 1 0,0-2 0,-2 0 0,20-36 0,-26 41 0,-4 8 0,0 1 0,0 0 0,1 0 0,-1-1 0,1 1 0,0 0 0,0 0 0,0 1 0,0-1 0,0 0 0,4-2 0,-6 5 0,1 0 0,-1 1 0,0-1 0,1 0 0,-1 1 0,1-1 0,-1 1 0,0-1 0,1 1 0,-1-1 0,0 1 0,0-1 0,1 1 0,-1-1 0,0 1 0,0 0 0,0-1 0,0 1 0,1-1 0,-1 1 0,0-1 0,0 1 0,0 0 0,0-1 0,0 1 0,-1 0 0,2 21 0,-1-22 0,-1 33 0,0-14 0,1 1 0,5 35 0,-5-51 0,1 0 0,0 1 0,0-1 0,1 0 0,-1 1 0,1-1 0,0 0 0,0 0 0,0 0 0,1 0 0,-1-1 0,1 1 0,0-1 0,0 0 0,0 1 0,0-1 0,7 4 0,-7-6-65,0 1 0,1-1 0,-1-1 0,0 1 0,1 0 0,-1-1 0,0 1 0,1-1 0,-1 0 0,1 0 0,-1-1 0,0 1 0,1-1 0,-1 1 0,0-1 0,1 0 0,-1 0 0,0-1 0,0 1 0,6-4 0,11-5-6761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9.066"/>
    </inkml:context>
    <inkml:brush xml:id="br0">
      <inkml:brushProperty name="width" value="0.05" units="cm"/>
      <inkml:brushProperty name="height" value="0.05" units="cm"/>
      <inkml:brushProperty name="color" value="#FFFFFF"/>
    </inkml:brush>
  </inkml:definitions>
  <inkml:trace contextRef="#ctx0" brushRef="#br0">2 270 24575,'0'-9'0,"2"0"0,-1 0 0,5-14 0,-1 2 0,-5 21 0,0 0 0,0 0 0,0 0 0,0 0 0,0 0 0,0 0 0,0 0 0,0 0 0,1 0 0,-1 0 0,0 0 0,0 0 0,0 0 0,0 0 0,0 0 0,0 0 0,0 0 0,0 0 0,0 0 0,0 0 0,0 0 0,0 0 0,0 0 0,0 0 0,0 0 0,0 0 0,0 0 0,1 0 0,-1 0 0,0 0 0,0 0 0,0 0 0,0 0 0,0 0 0,0 0 0,0 0 0,0 0 0,0 0 0,0 0 0,0 0 0,0 0 0,0 0 0,0 0 0,0 0 0,0 0 0,0 0 0,0 0 0,0 0 0,0 0 0,1 0 0,-1 0 0,0 0 0,0 0 0,0 0 0,0-1 0,0 1 0,0 0 0,0 0 0,0 0 0,0 0 0,0 0 0,0 0 0,3 8 0,3 13 0,5 44 0,-4-1 0,-2 1 0,-6 104 0,1-168 0,0 0 0,0 0 0,0 0 0,0-1 0,0 1 0,0 0 0,0 0 0,-1 0 0,1 0 0,0 0 0,-1 0 0,1 0 0,0 0 0,-1 0 0,1-1 0,-2 2 0,-4-10 0,-4-28 0,-2-33 0,-4-108 0,15 140 0,2 0 0,1 1 0,2-1 0,15-61 0,-17 92 0,-1 1 0,1-1 0,0 1 0,0-1 0,1 1 0,0 0 0,0 0 0,7-8 0,-9 11 0,0 1 0,1 0 0,-1 0 0,1 0 0,0-1 0,-1 1 0,1 1 0,0-1 0,-1 0 0,1 0 0,0 1 0,0-1 0,0 1 0,0 0 0,0-1 0,0 1 0,-1 0 0,1 0 0,0 0 0,0 0 0,0 0 0,0 1 0,0-1 0,0 1 0,0-1 0,-1 1 0,1 0 0,0-1 0,3 3 0,5 3 0,0 1 0,0 0 0,0 0 0,-1 1 0,0 0 0,-1 0 0,9 12 0,0 1 0,-1 2 0,13 24 0,-24-39 0,-1 0 0,0 0 0,-1 1 0,0-1 0,0 1 0,-1 0 0,0 0 0,0 0 0,-1 0 0,0 0 0,-1 15 0,0-20 0,-1 0 0,0 0 0,0 1 0,0-1 0,0 0 0,-1 0 0,1 0 0,-1 0 0,0-1 0,0 1 0,0 0 0,-1-1 0,0 1 0,1-1 0,-1 0 0,0 0 0,0 0 0,-1 0 0,1-1 0,-1 1 0,1-1 0,-1 0 0,0 0 0,0 0 0,1-1 0,-7 3 0,-17 2-1365,3-2-5461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09.518"/>
    </inkml:context>
    <inkml:brush xml:id="br0">
      <inkml:brushProperty name="width" value="0.05" units="cm"/>
      <inkml:brushProperty name="height" value="0.05" units="cm"/>
      <inkml:brushProperty name="color" value="#FFFFFF"/>
    </inkml:brush>
  </inkml:definitions>
  <inkml:trace contextRef="#ctx0" brushRef="#br0">0 193 24575,'1'16'0,"1"0"0,0 0 0,9 29 0,2 13 0,-6-20 0,-3-18 0,0 0 0,-2 0 0,0 0 0,-1 0 0,-4 36 0,-1-45 0,-3-9 0,7-3 0,-1 0 0,0 0 0,0 0 0,0 0 0,0 0 0,0 0 0,1 0 0,-1 0 0,0 0 0,1 0 0,-1 0 0,1 0 0,-1 0 0,1-1 0,-1 0 0,-5-30 0,0 0 0,2 0 0,2-1 0,0 1 0,3-1 0,0 1 0,2 0 0,2-1 0,1 1 0,1 1 0,15-43 0,-18 65 0,0 0 0,0 0 0,1 0 0,0 0 0,1 1 0,0-1 0,13-12 0,-18 19 0,1 0 0,0 0 0,0 0 0,1 1 0,-1-1 0,0 1 0,0-1 0,1 1 0,-1 0 0,1 0 0,-1 0 0,1 0 0,-1 1 0,1-1 0,0 1 0,-1-1 0,1 1 0,0 0 0,-1 0 0,1 0 0,0 0 0,-1 1 0,1-1 0,0 1 0,-1-1 0,1 1 0,-1 0 0,1 0 0,-1 0 0,1 1 0,-1-1 0,0 0 0,4 3 0,1 3 0,1-1 0,-1 1 0,-1 0 0,1 1 0,-1 0 0,0 0 0,-1 0 0,0 0 0,0 1 0,-1 0 0,0 0 0,0 0 0,-1 1 0,-1-1 0,4 17 0,-5-20 0,-1 0 0,1 0 0,-1-1 0,0 1 0,-1 0 0,1 0 0,-1 0 0,0 0 0,-1 0 0,1-1 0,-1 1 0,0 0 0,-1-1 0,1 0 0,-1 1 0,0-1 0,0 0 0,-1-1 0,1 1 0,-1 0 0,0-1 0,-1 0 0,1 0 0,-1 0 0,1-1 0,-11 6 0,-19 6-1365,1-4-5461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0.331"/>
    </inkml:context>
    <inkml:brush xml:id="br0">
      <inkml:brushProperty name="width" value="0.05" units="cm"/>
      <inkml:brushProperty name="height" value="0.05" units="cm"/>
      <inkml:brushProperty name="color" value="#FFFFFF"/>
    </inkml:brush>
  </inkml:definitions>
  <inkml:trace contextRef="#ctx0" brushRef="#br0">5179 341 24575,'0'-3'0,"-1"-1"0,1 1 0,-1 0 0,0 0 0,-1 0 0,1 0 0,0 0 0,-1 0 0,0 0 0,1 0 0,-1 0 0,0 1 0,0-1 0,-1 1 0,1-1 0,-1 1 0,1 0 0,-1 0 0,0 0 0,1 1 0,-1-1 0,-6-2 0,-8-4 0,-1 0 0,-32-8 0,39 12 0,-242-64-337,-305-42-1,-151 46-391,-5 72-135,-33 61 913,13 78-685,566-97 654,3 6 0,3 7 0,3 8 0,-159 96 0,156-63 1106,139-87-824,1 1-1,1 0 0,1 2 0,-32 39 0,46-50-282,0-1 0,1 1 1,0 0-1,0 0 0,1 1 0,0 0 1,1 0-1,-4 16 0,6-19-18,0-1 1,1 0-1,0 0 1,0 0-1,0 0 0,1 1 1,0-1-1,0 0 1,1 0-1,-1 0 0,1 0 1,0-1-1,1 1 0,0 0 1,6 9-1,2-1 1,0 0 0,2-1 0,-1 0 0,2-1 0,0 0 0,0-1 0,1-1 0,16 9 0,134 60 0,-164-78 0,112 44-207,236 59-1,131-14-208,534 6-1511,4-98 0,-161-73 1761,-680 45-248,-2-6 0,303-107 0,-394 110 450,108-58 0,-155 70 230,-1-1 0,-1-2 1,-1-2-1,-1-1 0,31-32 0,-54 48 5,0-1 1,-1 1-1,0-1 0,-1-1 0,-1 0 0,1 0 1,-2 0-1,0-1 0,8-28 0,-12 31-159,0 0 0,0-1-1,-2 0 1,1 1 0,-1-1-1,-1 0 1,0 1 0,0-1-1,-1 1 1,-1-1 0,0 1-1,-1 0 1,-5-12 0,-3-1-95,-1 1 1,-1 1-1,0 0 1,-2 1 0,-1 1-1,0 0 1,-1 2-1,-1 0 1,-37-26-1,13 13-23,-1 3-1,-2 2 0,-91-38 0,54 34 2,-1 3-1,-1 4 0,-141-19 1,-263 10-1898,376 32-4363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0.894"/>
    </inkml:context>
    <inkml:brush xml:id="br0">
      <inkml:brushProperty name="width" value="0.05" units="cm"/>
      <inkml:brushProperty name="height" value="0.05" units="cm"/>
      <inkml:brushProperty name="color" value="#FFFFFF"/>
    </inkml:brush>
  </inkml:definitions>
  <inkml:trace contextRef="#ctx0" brushRef="#br0">67 1 24575,'-1'7'0,"0"0"0,0 0 0,-1 0 0,-4 13 0,-3 10 0,-9 78 0,3 1 0,1 164 0,31 222 0,-3-206 0,-10-120-1365,-4-103-5461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11.218"/>
    </inkml:context>
    <inkml:brush xml:id="br0">
      <inkml:brushProperty name="width" value="0.05" units="cm"/>
      <inkml:brushProperty name="height" value="0.05" units="cm"/>
      <inkml:brushProperty name="color" value="#FFFFFF"/>
    </inkml:brush>
  </inkml:definitions>
  <inkml:trace contextRef="#ctx0" brushRef="#br0">1 26 24575,'1'-22'0,"2"19"0,3 14 0,12 46 0,-14-43 0,0 0 0,0-1 0,1 1 0,1-1 0,0 0 0,1-1 0,1 1 0,10 13 0,-14-22 0,0 1 0,1 0 0,0-1 0,0 0 0,0 0 0,0 0 0,0-1 0,10 5 0,-12-7 0,-1 0 0,1 0 0,-1-1 0,1 1 0,-1-1 0,1 1 0,0-1 0,-1 0 0,1 0 0,0 0 0,-1-1 0,1 1 0,0 0 0,-1-1 0,1 0 0,-1 0 0,1 0 0,-1 0 0,1 0 0,-1 0 0,0 0 0,1-1 0,1-2 0,8-6-91,-1-1 0,-1 0 0,0-1 0,-1 0 0,0-1 0,-1 0 0,0 0 0,-1 0 0,0-1 0,-2-1 0,1 1 0,-2-1 0,0 1 0,3-23 0,-6 28-6735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48.311"/>
    </inkml:context>
    <inkml:brush xml:id="br0">
      <inkml:brushProperty name="width" value="0.05" units="cm"/>
      <inkml:brushProperty name="height" value="0.05" units="cm"/>
      <inkml:brushProperty name="color" value="#FFFFFF"/>
    </inkml:brush>
  </inkml:definitions>
  <inkml:trace contextRef="#ctx0" brushRef="#br0">173 47 24575,'2'-2'0,"-1"0"0,1 0 0,0-1 0,-1 1 0,0-1 0,0 0 0,2-3 0,-2 4 0,0-1 0,0 1 0,0-1 0,0 1 0,0 0 0,1-1 0,2-2 0,-4 5 0,1 0 0,-1-1 0,0 1 0,0 0 0,0 0 0,0 0 0,0 0 0,1 0 0,-1 0 0,0 0 0,0 0 0,0 0 0,0 0 0,1 0 0,-1 0 0,0 0 0,0 0 0,0 0 0,0 0 0,0 0 0,1 0 0,-1 0 0,0 0 0,0 0 0,0 0 0,0 0 0,1 1 0,-1-1 0,0 0 0,0 0 0,0 0 0,0 0 0,0 0 0,0 0 0,0 0 0,1 1 0,-1-1 0,0 0 0,0 0 0,0 0 0,0 0 0,0 0 0,0 1 0,0-1 0,0 0 0,0 0 0,0 0 0,0 0 0,0 0 0,0 1 0,0-1 0,0 0 0,0 0 0,0 0 0,0 0 0,0 1 0,0-1 0,0 0 0,0 0 0,1 13 0,-5 35 0,-19 86 0,9-61 0,-13 69-455,-6-1 0,-63 167 0,89-288-6371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48.652"/>
    </inkml:context>
    <inkml:brush xml:id="br0">
      <inkml:brushProperty name="width" value="0.05" units="cm"/>
      <inkml:brushProperty name="height" value="0.05" units="cm"/>
      <inkml:brushProperty name="color" value="#FFFFFF"/>
    </inkml:brush>
  </inkml:definitions>
  <inkml:trace contextRef="#ctx0" brushRef="#br0">4 1 24575,'-1'31'0,"-1"-11"0,2-1 0,0 1 0,6 33 0,-6-52 0,0 1 0,1 0 0,-1-1 0,1 1 0,0 0 0,-1-1 0,1 1 0,0-1 0,0 1 0,0-1 0,0 1 0,0-1 0,0 0 0,1 1 0,-1-1 0,0 0 0,1 0 0,-1 0 0,1 0 0,-1 0 0,3 1 0,-2-2 0,1 1 0,0 0 0,0-1 0,0 0 0,0 1 0,0-1 0,0 0 0,0-1 0,-1 1 0,1 0 0,5-2 0,4-2 0,0-1 0,-1 1 0,0-2 0,0 1 0,10-9 0,20-20-1365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53.642"/>
    </inkml:context>
    <inkml:brush xml:id="br0">
      <inkml:brushProperty name="width" value="0.05" units="cm"/>
      <inkml:brushProperty name="height" value="0.05" units="cm"/>
      <inkml:brushProperty name="color" value="#FFFFFF"/>
    </inkml:brush>
  </inkml:definitions>
  <inkml:trace contextRef="#ctx0" brushRef="#br0">0 10 24575,'0'-1'0,"1"1"0,-1-1 0,0 1 0,0-1 0,1 1 0,-1-1 0,0 1 0,0 0 0,1-1 0,-1 1 0,1-1 0,-1 1 0,0 0 0,1-1 0,-1 1 0,1 0 0,-1-1 0,1 1 0,-1 0 0,1 0 0,-1 0 0,1-1 0,-1 1 0,1 0 0,-1 0 0,1 0 0,-1 0 0,1 0 0,-1 0 0,2 0 0,17 0 0,-3 2 0,0 2 0,-1-1 0,0 2 0,0 0 0,0 1 0,14 8 0,8 6 0,37 27 0,-33-17-151,-2 1-1,-1 2 0,-1 2 0,-2 1 1,-1 2-1,-3 1 0,-1 1 1,49 88-1,-68-106-6674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53.969"/>
    </inkml:context>
    <inkml:brush xml:id="br0">
      <inkml:brushProperty name="width" value="0.05" units="cm"/>
      <inkml:brushProperty name="height" value="0.05" units="cm"/>
      <inkml:brushProperty name="color" value="#FFFFFF"/>
    </inkml:brush>
  </inkml:definitions>
  <inkml:trace contextRef="#ctx0" brushRef="#br0">677 4 24575,'0'0'0,"0"0"0,0 0 0,-1-1 0,1 1 0,0 0 0,-1-1 0,1 1 0,0 0 0,-1 0 0,1-1 0,0 1 0,-1 0 0,1 0 0,-1 0 0,1 0 0,0 0 0,-1 0 0,1 0 0,-1-1 0,1 1 0,0 0 0,-1 0 0,1 1 0,-1-1 0,1 0 0,-1 0 0,1 0 0,0 0 0,-1 0 0,1 0 0,-1 0 0,1 1 0,0-1 0,-1 0 0,1 0 0,0 1 0,-1-1 0,-19 9 0,19-9 0,-54 29 0,-67 47 0,-45 46 0,164-119 0,-47 34 0,1 3 0,3 2 0,-74 83 0,97-89-1365,17-22-5461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4.611"/>
    </inkml:context>
    <inkml:brush xml:id="br0">
      <inkml:brushProperty name="width" value="0.05" units="cm"/>
      <inkml:brushProperty name="height" value="0.05" units="cm"/>
      <inkml:brushProperty name="color" value="#FFFFFF"/>
    </inkml:brush>
  </inkml:definitions>
  <inkml:trace contextRef="#ctx0" brushRef="#br0">48 211 24575,'-1'0'0,"0"0"0,0 0 0,0 0 0,0 1 0,0-1 0,0 0 0,0 0 0,0 1 0,0-1 0,0 1 0,0-1 0,0 1 0,0-1 0,0 1 0,0 0 0,1-1 0,-1 1 0,0 0 0,0 0 0,0 1 0,-1 0 0,1 1 0,-1-1 0,1 1 0,0 0 0,0-1 0,0 1 0,-1 5 0,1 6 0,0 0 0,1 22 0,0-23 0,1 213 0,-2-215 0,-2-12 0,-3-19 0,3-16 0,1 0 0,5-69 0,20-73 0,-19 151 0,-2 9 0,1-1 0,0 1 0,1 0 0,1 0 0,1 0 0,9-18 0,-14 35 0,-1 0 0,0 0 0,1 1 0,-1-1 0,0 0 0,1 0 0,-1 1 0,1-1 0,-1 0 0,1 1 0,0-1 0,-1 1 0,1-1 0,0 1 0,-1-1 0,1 1 0,0 0 0,-1-1 0,1 1 0,0 0 0,0-1 0,0 1 0,-1 0 0,1 0 0,0 0 0,0-1 0,0 1 0,0 0 0,1 1 0,-1 0 0,0-1 0,0 1 0,1 0 0,-1-1 0,0 1 0,0 0 0,0 0 0,0 0 0,0 0 0,0 0 0,0 0 0,-1 1 0,2 1 0,4 6 0,-2 1 0,0-1 0,4 13 0,-8-22 0,35 112 0,17 49 0,-52-161 0,0 1 0,0 0 0,0 0 0,0-1 0,1 1 0,-1 0 0,0-1 0,1 1 0,-1 0 0,0-1 0,1 1 0,-1 0 0,1-1 0,-1 1 0,1-1 0,-1 1 0,1-1 0,-1 1 0,1-1 0,0 1 0,3-13 0,-3-33 0,-1 40 0,-1-24 0,7-47 0,-4 64 0,0 0 0,1 0 0,0 0 0,1 1 0,1 0 0,9-19 0,-13 28 0,0 1 0,0-1 0,0 0 0,0 1 0,1-1 0,-1 0 0,0 1 0,1 0 0,-1-1 0,1 1 0,0 0 0,-1 0 0,1 0 0,0 0 0,0 0 0,0 0 0,2-1 0,-3 2 0,1 0 0,-1 0 0,0 0 0,1 1 0,-1-1 0,0 0 0,0 0 0,1 1 0,-1-1 0,0 1 0,0-1 0,0 1 0,1-1 0,-1 1 0,0 0 0,0 0 0,0-1 0,0 1 0,0 0 0,0 0 0,0 0 0,-1 0 0,1 0 0,0 0 0,-1 0 0,1 0 0,0 1 0,0 0 0,5 11 0,0 0 0,-1 1 0,-1-1 0,0 1 0,3 21 0,4 72 0,-11-105 0,3 142-1365,-3-119-5461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5.042"/>
    </inkml:context>
    <inkml:brush xml:id="br0">
      <inkml:brushProperty name="width" value="0.05" units="cm"/>
      <inkml:brushProperty name="height" value="0.05" units="cm"/>
      <inkml:brushProperty name="color" value="#FFFFFF"/>
    </inkml:brush>
  </inkml:definitions>
  <inkml:trace contextRef="#ctx0" brushRef="#br0">1 51 24575,'0'-40'0,"0"40"0,0 0 0,0 0 0,0 0 0,0 0 0,0 0 0,0 0 0,0 0 0,0 0 0,0-1 0,0 1 0,0 0 0,0 0 0,0 0 0,0 0 0,0 0 0,0 0 0,1 0 0,-1 0 0,0 0 0,0 0 0,0 0 0,0 0 0,0 0 0,0-1 0,0 1 0,0 0 0,0 0 0,0 0 0,0 0 0,0 0 0,1 0 0,-1 0 0,0 0 0,0 0 0,0 0 0,0 0 0,0 0 0,0 0 0,0 0 0,0 0 0,0 0 0,0 0 0,1 0 0,-1 0 0,0 0 0,0 0 0,0 0 0,0 0 0,0 0 0,0 1 0,0-1 0,0 0 0,0 0 0,0 0 0,1 0 0,4 6 0,5 10 0,-8-11 0,10 19 0,20 32 0,-29-51 0,1 1 0,0-1 0,0 0 0,1 0 0,-1-1 0,1 1 0,0-1 0,0 0 0,0 0 0,1-1 0,9 5 0,-13-7 0,0 0 0,0-1 0,0 1 0,0-1 0,0 1 0,0-1 0,0 0 0,0 0 0,0 0 0,1 0 0,-1 0 0,0 0 0,0-1 0,0 1 0,0-1 0,0 1 0,0-1 0,0 0 0,0 0 0,2-1 0,0-1 0,-1 1 0,0-1 0,0 0 0,0 0 0,-1 0 0,1 0 0,-1-1 0,1 1 0,2-8 0,2-4 0,-2 0 0,1-1 0,-2 1 0,3-21 0,-3 8 0,-4 19 0,-6 20 0,-6 31 0,1-1 0,2 2 0,-4 49 0,6-41 0,6-44 2,-16 133 337,16-117-680,1-1 0,0 1-1,2-1 1,5 28 0,0-24-6485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5.586"/>
    </inkml:context>
    <inkml:brush xml:id="br0">
      <inkml:brushProperty name="width" value="0.05" units="cm"/>
      <inkml:brushProperty name="height" value="0.05" units="cm"/>
      <inkml:brushProperty name="color" value="#FFFFFF"/>
    </inkml:brush>
  </inkml:definitions>
  <inkml:trace contextRef="#ctx0" brushRef="#br0">262 430 24575,'-5'-7'0,"-1"0"0,2 0 0,-1-1 0,1 0 0,0 0 0,1 0 0,0 0 0,0-1 0,-2-9 0,1 4 0,0 0 0,-8-15 0,10 25 0,0 0 0,0 0 0,-1 0 0,0 0 0,1 0 0,-1 1 0,0-1 0,-1 1 0,1 0 0,-1 0 0,1 0 0,-1 1 0,0-1 0,-7-3 0,8 5 0,0 0 0,0 1 0,0-1 0,0 1 0,0 0 0,0 0 0,-1 0 0,1 0 0,0 0 0,0 1 0,0-1 0,0 1 0,0 0 0,0 0 0,0 0 0,1 0 0,-1 0 0,0 1 0,0-1 0,1 1 0,-1 0 0,-4 4 0,1 0 0,0 0 0,0 1 0,0 0 0,0 0 0,1 0 0,0 1 0,1 0 0,0 0 0,0 0 0,1 0 0,0 1 0,-4 14 0,4-9 0,1 0 0,0 1 0,0-1 0,2 1 0,0-1 0,0 1 0,4 15 0,-4-24 0,2-1 0,-1 0 0,1 1 0,0-1 0,0 0 0,0 0 0,0 0 0,1 0 0,0 0 0,0 0 0,1-1 0,-1 1 0,1-1 0,0 0 0,0 0 0,0-1 0,5 4 0,-5-5 0,-1 0 0,0-1 0,0 1 0,1-1 0,-1 0 0,1 0 0,0 0 0,-1 0 0,1-1 0,-1 1 0,1-1 0,0 0 0,-1 0 0,1 0 0,0-1 0,-1 1 0,1-1 0,0 0 0,-1 0 0,1 0 0,-1-1 0,0 1 0,1-1 0,-1 0 0,0 1 0,5-6 0,2-1 0,-1 0 0,0-1 0,0-1 0,-1 1 0,-1-1 0,0-1 0,0 0 0,-1 0 0,0 0 0,6-18 0,3-13 0,16-69 0,-14 32 0,13-133 0,-40 272 0,7 2 0,2 0 0,3 0 0,3 0 0,2 0 0,31 118 0,-34-168-341,0-1 0,0 1-1,12 18 1,-3-11-6485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5.991"/>
    </inkml:context>
    <inkml:brush xml:id="br0">
      <inkml:brushProperty name="width" value="0.05" units="cm"/>
      <inkml:brushProperty name="height" value="0.05" units="cm"/>
      <inkml:brushProperty name="color" value="#FFFFFF"/>
    </inkml:brush>
  </inkml:definitions>
  <inkml:trace contextRef="#ctx0" brushRef="#br0">86 178 24575,'-28'23'0,"22"-19"0,0 0 0,1 1 0,0-1 0,0 1 0,-8 10 0,13-15 0,0 1 0,-1-1 0,1 1 0,-1 0 0,1-1 0,0 1 0,0 0 0,-1 0 0,1-1 0,0 1 0,0 0 0,0 0 0,0-1 0,0 1 0,0 0 0,0 0 0,0-1 0,0 1 0,0 0 0,0 0 0,0-1 0,1 1 0,-1 0 0,0-1 0,0 1 0,1 0 0,-1-1 0,1 1 0,-1 0 0,0-1 0,1 1 0,-1-1 0,1 1 0,0 0 0,-1-1 0,1 0 0,-1 1 0,1-1 0,0 1 0,-1-1 0,1 0 0,0 1 0,-1-1 0,1 0 0,0 0 0,0 1 0,0-1 0,4 1 0,-1 0 0,0 0 0,1 0 0,-1 0 0,0-1 0,9 1 0,-6-2 0,0 0 0,0-1 0,1 0 0,-1 0 0,0-1 0,-1 0 0,1 0 0,0 0 0,-1-1 0,0 0 0,0 0 0,0 0 0,0-1 0,-1 0 0,0 0 0,0-1 0,0 0 0,0 1 0,-1-1 0,4-7 0,-5 7 0,0 1 0,-1-1 0,1 0 0,-1 0 0,0 0 0,0 0 0,-1 0 0,0 0 0,0 0 0,0-1 0,-1 1 0,0 0 0,0 0 0,-1-1 0,1 1 0,-1 0 0,-1 0 0,1 0 0,-1 0 0,0 0 0,-1 0 0,1 0 0,-7-10 0,8 14 0,-1 0 0,1 0 0,-1 0 0,0 0 0,1 0 0,-1 0 0,0 1 0,0-1 0,0 0 0,-1 1 0,1 0 0,0-1 0,0 1 0,-1 0 0,1 0 0,-1 0 0,1 1 0,-1-1 0,-2 0 0,2 1 0,-1 0 0,1 0 0,-1 1 0,1-1 0,0 1 0,-1 0 0,1 0 0,0 0 0,0 0 0,-1 0 0,1 1 0,-5 3 0,1 0 0,0 1 0,0-1 0,0 1 0,1 1 0,-1-1 0,2 1 0,-1 0 0,1 1 0,0-1 0,-4 10 0,2-1 0,1 1 0,1-1 0,1 1 0,0 0 0,1 0 0,1 0 0,0 21 0,2-26 0,0 0 0,1 0 0,0 0 0,1 0 0,0 0 0,1-1 0,0 1 0,1-1 0,0 1 0,1-1 0,7 11 0,-9-18-85,0 0 0,0 0-1,0 0 1,0 0 0,1-1-1,0 0 1,-1 0 0,1 0-1,0 0 1,1 0 0,-1-1-1,0 0 1,1 1 0,-1-2-1,7 3 1,13 1-6741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6.331"/>
    </inkml:context>
    <inkml:brush xml:id="br0">
      <inkml:brushProperty name="width" value="0.05" units="cm"/>
      <inkml:brushProperty name="height" value="0.05" units="cm"/>
      <inkml:brushProperty name="color" value="#FFFFFF"/>
    </inkml:brush>
  </inkml:definitions>
  <inkml:trace contextRef="#ctx0" brushRef="#br0">211 51 24575,'1'0'0,"0"-1"0,-1 1 0,1-1 0,0 1 0,-1-1 0,1 0 0,-1 1 0,1-1 0,-1 0 0,1 0 0,-1 1 0,0-1 0,1 0 0,-1 0 0,0 0 0,0 0 0,1 1 0,-1-1 0,0 0 0,0 0 0,0 0 0,0 0 0,0 0 0,0 1 0,0-1 0,0 0 0,-1 0 0,1 0 0,0 0 0,0 0 0,-1 1 0,1-1 0,-1 0 0,1 0 0,0 1 0,-1-1 0,0 0 0,1 1 0,-1-1 0,1 0 0,-1 1 0,0-1 0,1 1 0,-1-1 0,0 1 0,0-1 0,1 1 0,-1 0 0,0-1 0,-1 1 0,-3-3 0,0 1 0,-1 0 0,1 0 0,0 1 0,-1 0 0,-8-2 0,4 3 0,-1-1 0,1 1 0,0 0 0,-1 1 0,1 0 0,0 1 0,0 0 0,-13 5 0,19-5 0,1-1 0,0 1 0,0 0 0,0-1 0,0 2 0,0-1 0,0 0 0,0 1 0,1-1 0,-1 1 0,1 0 0,0-1 0,-1 1 0,1 0 0,1 1 0,-1-1 0,0 0 0,1 0 0,0 1 0,0-1 0,0 1 0,0-1 0,0 1 0,1 0 0,-1-1 0,1 1 0,1 5 0,-1 1 0,2 0 0,-1-1 0,1 1 0,1-1 0,0 1 0,0-1 0,1 0 0,6 10 0,6 10 0,21 29 0,-11-25 0,-20-26 0,0-1 0,0 1 0,-1 0 0,0 1 0,0-1 0,-1 1 0,0 0 0,0 0 0,-1 0 0,3 11 0,-6-18 0,0 0 0,0 0 0,0 0 0,1 0 0,-1 0 0,-1 0 0,1 0 0,0 0 0,0 0 0,0 0 0,0 0 0,-1 0 0,1 0 0,-1 0 0,1 0 0,0 0 0,-1 0 0,0 0 0,1 0 0,-1 0 0,1 0 0,-1-1 0,0 1 0,-1 1 0,1-1 0,-1-1 0,0 1 0,0 0 0,0 0 0,1-1 0,-1 1 0,0-1 0,0 1 0,0-1 0,0 0 0,0 0 0,-2 0 0,-4 0 0,1-1 0,-1 0 0,1 0 0,-1-1 0,-12-5 0,13 4-273,-1-1 0,1 0 0,0 0 0,-8-8 0,-3-4-6553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6.656"/>
    </inkml:context>
    <inkml:brush xml:id="br0">
      <inkml:brushProperty name="width" value="0.05" units="cm"/>
      <inkml:brushProperty name="height" value="0.05" units="cm"/>
      <inkml:brushProperty name="color" value="#FFFFFF"/>
    </inkml:brush>
  </inkml:definitions>
  <inkml:trace contextRef="#ctx0" brushRef="#br0">0 74 24575,'28'-37'0,"-23"30"0,0 0 0,0 0 0,10-9 0,-12 16 0,-3 7 0,-2 9 0,-13 57 0,3 1 0,3 0 0,1 95 0,8-158 38,1-1 0,0 0 0,0 1 0,1-1 0,0 0 0,1 0 0,0 0 0,6 12 0,-8-19-97,1 0 0,0 0 0,0 0 0,0-1 0,0 1 0,1-1 1,-1 1-1,0-1 0,1 0 0,0 0 0,0 0 0,0 0 1,-1 0-1,2-1 0,-1 1 0,0-1 0,0 0 0,0 0 0,1 0 1,-1 0-1,0 0 0,1-1 0,-1 0 0,0 0 0,1 0 0,-1 0 1,1 0-1,3-1 0,14-3-6767</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6.828"/>
    </inkml:context>
    <inkml:brush xml:id="br0">
      <inkml:brushProperty name="width" value="0.05" units="cm"/>
      <inkml:brushProperty name="height" value="0.05" units="cm"/>
      <inkml:brushProperty name="color" value="#FFFFFF"/>
    </inkml:brush>
  </inkml:definitions>
  <inkml:trace contextRef="#ctx0" brushRef="#br0">50 25 24575,'-6'0'0,"-7"0"0,-4 0 0,7 0 0,7 0 0,10 0 0,11 0 0,9 0 0,8-2 0,3-2 0,1-2 0,-4-1 0,-7 2-8191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8.996"/>
    </inkml:context>
    <inkml:brush xml:id="br0">
      <inkml:brushProperty name="width" value="0.05" units="cm"/>
      <inkml:brushProperty name="height" value="0.05" units="cm"/>
      <inkml:brushProperty name="color" value="#FFFFFF"/>
    </inkml:brush>
  </inkml:definitions>
  <inkml:trace contextRef="#ctx0" brushRef="#br0">2 53 24575,'-1'-17'0,"1"13"0,-1-1 0,1 1 0,0-1 0,1 0 0,0-8 0,9 40 0,1 98 0,2 21 0,-9-125 0,0-1 0,1 1 0,1-1 0,15 35 0,-10-36-1365,0-6-5461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9.197"/>
    </inkml:context>
    <inkml:brush xml:id="br0">
      <inkml:brushProperty name="width" value="0.05" units="cm"/>
      <inkml:brushProperty name="height" value="0.05" units="cm"/>
      <inkml:brushProperty name="color" value="#FFFFFF"/>
    </inkml:brush>
  </inkml:definitions>
  <inkml:trace contextRef="#ctx0" brushRef="#br0">0 20 24575,'0'-2'0,"0"-5"0,3 0 0,1 4 0,2 4 0,3 9 0,0 4 0,-2 3 0,2 2 0,-2-1 0,1 0 0,-1 0 0,-1-1 0,-3 0 0,2-3 0,0-4-8191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9.352"/>
    </inkml:context>
    <inkml:brush xml:id="br0">
      <inkml:brushProperty name="width" value="0.05" units="cm"/>
      <inkml:brushProperty name="height" value="0.05" units="cm"/>
      <inkml:brushProperty name="color" value="#FFFFFF"/>
    </inkml:brush>
  </inkml:definitions>
  <inkml:trace contextRef="#ctx0" brushRef="#br0">0 0 24575,'0'3'0,"0"3"0,0 4 0,0 3 0,0-2-8191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49.742"/>
    </inkml:context>
    <inkml:brush xml:id="br0">
      <inkml:brushProperty name="width" value="0.05" units="cm"/>
      <inkml:brushProperty name="height" value="0.05" units="cm"/>
      <inkml:brushProperty name="color" value="#FFFFFF"/>
    </inkml:brush>
  </inkml:definitions>
  <inkml:trace contextRef="#ctx0" brushRef="#br0">1 0 24575,'1'1'0,"1"-1"0,0 1 0,-1-1 0,1 1 0,0 0 0,-1-1 0,1 1 0,-1 0 0,1 0 0,-1 0 0,0 0 0,1 1 0,-1-1 0,0 0 0,0 0 0,0 1 0,0-1 0,0 1 0,0-1 0,0 1 0,1 1 0,13 36 0,-10-19 0,3 34 0,0-4 0,-8-50 0,0 0 0,0 0 0,0 0 0,0 0 0,0 0 0,0 0 0,0-1 0,0 1 0,0 0 0,0 0 0,0 0 0,0 0 0,0 0 0,0 0 0,0 0 0,0 0 0,0 0 0,0 0 0,0 0 0,0 0 0,0 0 0,0 0 0,0 0 0,0 0 0,0 0 0,0 0 0,0 0 0,0 0 0,0 0 0,0 0 0,1 0 0,-1 0 0,0 0 0,0 0 0,0-1 0,0 1 0,0 0 0,0 0 0,0 1 0,0-1 0,0 0 0,0 0 0,0 0 0,0 0 0,0 0 0,0 0 0,0 0 0,0 0 0,1 0 0,-1 0 0,0 0 0,0 0 0,0 0 0,0 0 0,0 0 0,0 0 0,0 0 0,0 0 0,0 0 0,0 0 0,0 0 0,0 0 0,0 0 0,4-9 0,4-13 0,-2 0 0,10-34 0,-14 51 0,0 1 0,0-1 0,0 1 0,1 0 0,-1-1 0,1 1 0,0 0 0,7-7 0,-9 11 0,0-1 0,0 0 0,1 0 0,-1 0 0,0 1 0,0-1 0,1 0 0,-1 1 0,0-1 0,1 1 0,-1 0 0,1-1 0,-1 1 0,0 0 0,1 0 0,-1 0 0,1 0 0,-1 0 0,1 0 0,-1 1 0,0-1 0,1 0 0,-1 1 0,0-1 0,1 1 0,-1-1 0,0 1 0,1 0 0,-1-1 0,0 1 0,0 0 0,0 0 0,0 0 0,0 0 0,0 0 0,0 0 0,0 0 0,0 0 0,1 2 0,3 5 0,1 0 0,-1 0 0,0 0 0,4 13 0,22 62-1365,-26-68-5461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0.176"/>
    </inkml:context>
    <inkml:brush xml:id="br0">
      <inkml:brushProperty name="width" value="0.05" units="cm"/>
      <inkml:brushProperty name="height" value="0.05" units="cm"/>
      <inkml:brushProperty name="color" value="#FFFFFF"/>
    </inkml:brush>
  </inkml:definitions>
  <inkml:trace contextRef="#ctx0" brushRef="#br0">0 113 24575,'1'-13'0,"0"0"0,6-22 0,-3 14 0,-4 18 0,1 0 0,0 0 0,0 1 0,0-1 0,0 0 0,0 1 0,2-4 0,-2 5 0,-1 1 0,0-1 0,1 1 0,-1 0 0,0-1 0,1 1 0,-1 0 0,0 0 0,1-1 0,-1 1 0,1 0 0,-1 0 0,0-1 0,1 1 0,-1 0 0,1 0 0,-1 0 0,1 0 0,-1 0 0,1 0 0,-1 0 0,1 0 0,-1 0 0,1 0 0,-1 0 0,0 0 0,1 0 0,-1 0 0,1 0 0,-1 1 0,1-1 0,-1 0 0,1 0 0,-1 0 0,0 1 0,1-1 0,-1 0 0,0 0 0,1 1 0,-1-1 0,0 0 0,1 1 0,-1-1 0,0 1 0,1-1 0,-1 0 0,0 1 0,0-1 0,0 1 0,1-1 0,-1 1 0,4 7 0,0-1 0,0 1 0,-1-1 0,0 1 0,0 0 0,2 16 0,6 52 0,-8 6 0,-3-85 0,4-40 0,-4 39 0,1 0 0,0 1 0,0-1 0,0 1 0,0 0 0,1-1 0,-1 1 0,1 0 0,0 0 0,0 0 0,0 0 0,4-4 0,-5 6 0,-1 0 0,1 1 0,0-1 0,-1 1 0,1-1 0,0 1 0,0-1 0,0 1 0,0 0 0,-1-1 0,1 1 0,0 0 0,0 0 0,0 0 0,0 0 0,0 0 0,0-1 0,0 2 0,0-1 0,-1 0 0,1 0 0,0 0 0,1 1 0,0-1 0,0 1 0,0 0 0,0 0 0,-1 0 0,1 1 0,0-1 0,-1 0 0,1 1 0,-1-1 0,2 2 0,3 6 0,0 0 0,0 0 0,5 12 0,-7-15 0,0 1 31,1 0 0,0-1 0,0 0 0,0 0 0,1-1 0,0 1 0,0-1 0,0 0 1,1-1-1,11 7 0,2-1-600,1 0 0,30 9 0,-33-13-6257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0.487"/>
    </inkml:context>
    <inkml:brush xml:id="br0">
      <inkml:brushProperty name="width" value="0.05" units="cm"/>
      <inkml:brushProperty name="height" value="0.05" units="cm"/>
      <inkml:brushProperty name="color" value="#FFFFFF"/>
    </inkml:brush>
  </inkml:definitions>
  <inkml:trace contextRef="#ctx0" brushRef="#br0">1 50 24575,'-1'-2'0,"1"0"0,0 0 0,0 1 0,0-1 0,0 0 0,1 0 0,-1 0 0,0 0 0,1 1 0,0-1 0,-1 0 0,1 0 0,0 1 0,-1-1 0,1 0 0,0 1 0,0-1 0,1 1 0,-1-1 0,0 1 0,0 0 0,1-1 0,-1 1 0,1 0 0,-1 0 0,1 0 0,-1 0 0,1 0 0,0 0 0,-1 1 0,1-1 0,0 1 0,0-1 0,0 1 0,-1-1 0,1 1 0,0 0 0,0 0 0,0 0 0,0 0 0,2 0 0,21 3 0,0 0 0,0 2 0,0 0 0,-1 2 0,36 14 0,-54-18 0,0-1 0,0 0 0,0 1 0,0 0 0,-1 1 0,1-1 0,-1 1 0,0 0 0,0 0 0,-1 1 0,1-1 0,4 7 0,-7-8 0,-1 0 0,1 0 0,-1-1 0,0 1 0,0 0 0,0 0 0,0 0 0,-1 0 0,1 0 0,-1 1 0,1-1 0,-1 0 0,0 0 0,-1 0 0,1 0 0,0 0 0,-1 0 0,0 0 0,1 0 0,-1 0 0,0 0 0,-1 0 0,1 0 0,0 0 0,-1-1 0,-3 6 0,-7 6-170,0-1-1,0 0 0,-1 0 1,-1-2-1,0 0 0,0 0 1,-19 9-1,-5 4-6655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0.939"/>
    </inkml:context>
    <inkml:brush xml:id="br0">
      <inkml:brushProperty name="width" value="0.05" units="cm"/>
      <inkml:brushProperty name="height" value="0.05" units="cm"/>
      <inkml:brushProperty name="color" value="#FFFFFF"/>
    </inkml:brush>
  </inkml:definitions>
  <inkml:trace contextRef="#ctx0" brushRef="#br0">236 34 24575,'0'-2'0,"0"0"0,0 0 0,0-1 0,0 1 0,0 0 0,-1 0 0,1 0 0,-1-1 0,0 1 0,0 0 0,-1-2 0,2 3 0,-1 1 0,0-1 0,1 1 0,-1-1 0,0 1 0,1 0 0,-1-1 0,0 1 0,1 0 0,-1-1 0,0 1 0,0 0 0,0 0 0,1 0 0,-1 0 0,0 0 0,0 0 0,0 0 0,1 0 0,-1 0 0,0 0 0,0 0 0,1 1 0,-1-1 0,0 0 0,0 0 0,1 1 0,-1-1 0,0 1 0,1-1 0,-1 0 0,0 1 0,1-1 0,-1 1 0,0 0 0,-20 15 0,2 0 0,0 1 0,1 1 0,1 1 0,0 1 0,1 0 0,2 1 0,-14 24 0,23-36 0,0 0 0,0 1 0,1-1 0,0 1 0,1 0 0,0-1 0,-2 17 0,5-23 0,0 1 0,-1-1 0,2 0 0,-1 0 0,0 1 0,1-1 0,-1 0 0,1 0 0,0 1 0,0-1 0,0 0 0,1 0 0,-1 0 0,1 0 0,-1 0 0,1-1 0,0 1 0,0 0 0,0-1 0,1 0 0,-1 1 0,0-1 0,1 0 0,0 0 0,-1 0 0,1-1 0,4 3 0,6 1-273,-1 0 0,1 0 0,-1-2 0,21 4 0,12 0-6553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1.998"/>
    </inkml:context>
    <inkml:brush xml:id="br0">
      <inkml:brushProperty name="width" value="0.05" units="cm"/>
      <inkml:brushProperty name="height" value="0.05" units="cm"/>
      <inkml:brushProperty name="color" value="#FFFFFF"/>
    </inkml:brush>
  </inkml:definitions>
  <inkml:trace contextRef="#ctx0" brushRef="#br0">0 1128 24575,'15'-1'0,"-1"-1"0,0 0 0,0-1 0,21-8 0,4 0 0,496-102-737,-411 90 502,2169-375-6321,-1447 259 5206,1314-229 1879,-2053 350-295,86-17 3182,-179 32-2618</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2.278"/>
    </inkml:context>
    <inkml:brush xml:id="br0">
      <inkml:brushProperty name="width" value="0.05" units="cm"/>
      <inkml:brushProperty name="height" value="0.05" units="cm"/>
      <inkml:brushProperty name="color" value="#FFFFFF"/>
    </inkml:brush>
  </inkml:definitions>
  <inkml:trace contextRef="#ctx0" brushRef="#br0">29 34 24575,'-10'-6'0,"-7"-8"0,16 8 0,11 2 0,7 2 0,1 1 0,-1 1 0,1 0 0,33 7 0,69 19 0,-94-19 0,0 1 0,0 1 0,30 14 0,-48-18 0,0-1 0,0 2 0,0-1 0,-1 1 0,12 11 0,-16-14 0,0 1 0,0 0 0,0 0 0,0 1 0,0-1 0,-1 1 0,0-1 0,0 1 0,0 0 0,-1-1 0,2 9 0,-2-8 19,-1 0 0,0 1 0,0-1 0,0 1 0,-1-1 0,0 1 0,0-1 0,0 0 0,-1 1 0,0-1 0,0 0 0,0 0 0,0 0 0,-1 0 0,0-1 0,0 1 0,-5 5 0,-5 5-446,-1 0 0,0-1 1,-20 14-1,-42 30-6399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6.519"/>
    </inkml:context>
    <inkml:brush xml:id="br0">
      <inkml:brushProperty name="width" value="0.05" units="cm"/>
      <inkml:brushProperty name="height" value="0.05" units="cm"/>
      <inkml:brushProperty name="color" value="#FFFFFF"/>
    </inkml:brush>
  </inkml:definitions>
  <inkml:trace contextRef="#ctx0" brushRef="#br0">939 324 24575,'3'0'0,"-1"0"0,0 0 0,0 0 0,1 0 0,-1-1 0,0 1 0,0-1 0,1 1 0,-1-1 0,0 0 0,3-1 0,-5 2 0,0 0 0,0-1 0,1 1 0,-1 0 0,0-1 0,0 1 0,1 0 0,-1-1 0,0 1 0,0 0 0,0-1 0,1 1 0,-1 0 0,0-1 0,0 1 0,0-1 0,0 1 0,0 0 0,0-1 0,0 1 0,0-1 0,0 1 0,0 0 0,0-1 0,-9-15 0,-1 6 0,-1 0 0,0 1 0,0 0 0,0 1 0,-25-13 0,-67-27 0,91 43 0,-84-32 0,-2 4 0,-1 5 0,-1 4 0,-1 4 0,-124-8 0,203 27-1365,6 0-5461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7.604"/>
    </inkml:context>
    <inkml:brush xml:id="br0">
      <inkml:brushProperty name="width" value="0.05" units="cm"/>
      <inkml:brushProperty name="height" value="0.05" units="cm"/>
      <inkml:brushProperty name="color" value="#FFFFFF"/>
    </inkml:brush>
  </inkml:definitions>
  <inkml:trace contextRef="#ctx0" brushRef="#br0">54 0 24575,'-9'1'0,"8"1"0,11 6 0,4 1 0,-1 5 0,0 0 0,-1 1 0,0 0 0,-2 0 0,1 2 0,-2-1 0,0 1 0,-1 0 0,-1 1 0,-1 0 0,0 0 0,-1 1 0,-1-1 0,-1 1 0,-1 0 0,0 0 0,-2 25 0,-1-35 0,-1 1 0,0-1 0,0 1 0,-1-1 0,0 0 0,-1 0 0,0 0 0,-1-1 0,0 0 0,0 1 0,-8 9 0,5-8 0,-1 0 0,0-1 0,0 0 0,-1 0 0,0-1 0,0 0 0,-23 12 0,0-10 342,33-10-376,-1 1 1,1-1-1,-1 0 1,0 0-1,1 0 1,-1 0-1,1 1 1,-1-1-1,0 0 1,1 0-1,-1 0 1,1 0 0,-1 0-1,0-1 1,1 1-1,-1 0 1,1 0-1,-1 0 1,1 0-1,-1-1 1,1 1-1,-1 0 1,1-1-1,-1 1 1,1 0 0,-1-1-1,1 1 1,-1 0-1,1-1 1,-1 1-1,1-1 1,0 1-1,-1-1 1,1 1-1,0-1 1,0 1-1,-1-1 1,1 1-1,0-1 1,0 0 0,0 1-1,-1-1 1,1 1-1,0-1 1,0 1-1,0-1 1,0 0-1,0 1 1,0-1-1,1 0 1,2-10-6793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8.148"/>
    </inkml:context>
    <inkml:brush xml:id="br0">
      <inkml:brushProperty name="width" value="0.05" units="cm"/>
      <inkml:brushProperty name="height" value="0.05" units="cm"/>
      <inkml:brushProperty name="color" value="#FFFFFF"/>
    </inkml:brush>
  </inkml:definitions>
  <inkml:trace contextRef="#ctx0" brushRef="#br0">36 0 24575,'-1'23'0,"-1"-1"0,-8 33 0,-2 17 0,1 131 0,12-174 0,1 0 0,1-1 0,1 1 0,2-1 0,9 29 0,-14-55 15,10 26 307,-11-27-375,1 0 0,-1 0 0,0-1-1,0 1 1,1 0 0,-1-1 0,0 1 0,1 0-1,-1-1 1,1 1 0,-1-1 0,1 1 0,-1 0-1,1-1 1,-1 1 0,1-1 0,0 1 0,-1-1 0,1 0-1,0 1 1,-1-1 0,1 0 0,0 1 0,-1-1-1,1 0 1,0 0 0,0 0 0,-1 0 0,1 0-1,0 1 1,1-2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59.362"/>
    </inkml:context>
    <inkml:brush xml:id="br0">
      <inkml:brushProperty name="width" value="0.05" units="cm"/>
      <inkml:brushProperty name="height" value="0.05" units="cm"/>
      <inkml:brushProperty name="color" value="#FFFFFF"/>
    </inkml:brush>
  </inkml:definitions>
  <inkml:trace contextRef="#ctx0" brushRef="#br0">1002 0 24575,'-3'0'0,"-1"1"0,1-1 0,0 1 0,-1 0 0,1 0 0,0 0 0,0 0 0,0 1 0,0-1 0,-5 5 0,-31 24 0,15-11 0,-250 163 0,-25 18 0,240-151 0,41-33 0,-1 0 0,-40 25 0,52-38 0,0 0 0,0-1 0,-1 0 0,1 0 0,-1-1 0,1 0 0,-1 0 0,-11-1 0,10 0 0,0 1 0,0 0 0,0 0 0,1 1 0,-17 4 0,12 0-1365,3-2-5461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0.091"/>
    </inkml:context>
    <inkml:brush xml:id="br0">
      <inkml:brushProperty name="width" value="0.05" units="cm"/>
      <inkml:brushProperty name="height" value="0.05" units="cm"/>
      <inkml:brushProperty name="color" value="#FFFFFF"/>
    </inkml:brush>
  </inkml:definitions>
  <inkml:trace contextRef="#ctx0" brushRef="#br0">12 16 24575,'-7'-10'0,"3"5"0,16 4 0,-4 2 0,-1 0 0,0 1 0,0 0 0,0 0 0,0 0 0,0 1 0,0 0 0,-1 0 0,1 1 0,-1 0 0,0 0 0,0 1 0,0-1 0,-1 1 0,0 0 0,0 1 0,0-1 0,0 1 0,3 7 0,-1-2 0,-1 0 0,0 1 0,-1 0 0,0 0 0,-1 0 0,0 0 0,-1 1 0,0-1 0,-1 1 0,0 16 0,-2-20 0,0-1 0,-1 1 0,-1-1 0,1 1 0,-1-1 0,-1 1 0,-6 14 0,-32 57 0,17-36 0,17-30 0,4-8 0,0 1 0,-1-1 0,1 0 0,-1 0 0,0 0 0,-9 9 0,13-14-41,-1-1 0,1 0-1,0 1 1,0-1-1,-1 0 1,1 0 0,0 1-1,-1-1 1,1 0 0,-1 0-1,1 0 1,0 0-1,-1 1 1,1-1 0,-1 0-1,1 0 1,0 0 0,-1 0-1,1 0 1,-1 0-1,1 0 1,-1 0 0,1 0-1,0 0 1,-1 0 0,1 0-1,-1 0 1,1-1-1,0 1 1,-1 0 0,1 0-1,-1-1 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0.586"/>
    </inkml:context>
    <inkml:brush xml:id="br0">
      <inkml:brushProperty name="width" value="0.05" units="cm"/>
      <inkml:brushProperty name="height" value="0.05" units="cm"/>
      <inkml:brushProperty name="color" value="#FFFFFF"/>
    </inkml:brush>
  </inkml:definitions>
  <inkml:trace contextRef="#ctx0" brushRef="#br0">0 0 24575,'1'0'0,"1"0"0,-1 1 0,0-1 0,0 0 0,1 1 0,-1-1 0,0 1 0,0-1 0,0 1 0,0 0 0,0-1 0,1 1 0,-1 0 0,-1 0 0,1 0 0,0 0 0,0 0 0,0 0 0,0 0 0,-1 0 0,1 0 0,0 0 0,-1 0 0,1 1 0,-1-1 0,1 0 0,-1 0 0,1 3 0,5 40 0,-5-35 0,14 244 0,-17-200 0,1-30 0,0 0 0,1 0 0,6 38 0,-2-49-1365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1.528"/>
    </inkml:context>
    <inkml:brush xml:id="br0">
      <inkml:brushProperty name="width" value="0.05" units="cm"/>
      <inkml:brushProperty name="height" value="0.05" units="cm"/>
      <inkml:brushProperty name="color" value="#FFFFFF"/>
    </inkml:brush>
  </inkml:definitions>
  <inkml:trace contextRef="#ctx0" brushRef="#br0">1024 0 24575,'-5'0'0,"0"1"0,-1-1 0,1 1 0,0 0 0,0 0 0,0 0 0,0 1 0,0-1 0,0 1 0,0 1 0,1-1 0,-1 1 0,1-1 0,0 1 0,-1 1 0,1-1 0,1 0 0,-1 1 0,-5 6 0,-200 181 0,153-143 0,-107 91 0,-106 95 0,51-45 0,208-183 171,10-10 0,9-14-1878,-2 8-5119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2.127"/>
    </inkml:context>
    <inkml:brush xml:id="br0">
      <inkml:brushProperty name="width" value="0.05" units="cm"/>
      <inkml:brushProperty name="height" value="0.05" units="cm"/>
      <inkml:brushProperty name="color" value="#FFFFFF"/>
    </inkml:brush>
  </inkml:definitions>
  <inkml:trace contextRef="#ctx0" brushRef="#br0">1 0 24575,'21'19'0,"-15"-14"0,-1 0 0,0-1 0,0 2 0,0-1 0,0 1 0,-1-1 0,4 8 0,19 39 0,32 89 0,-50-111 0,0 0 0,-1 1 0,-2 0 0,3 54 0,-9-71 0,-1 0 0,0 0 0,-1 0 0,0 0 0,-1 0 0,-1-1 0,0 1 0,-1-1 0,0 0 0,-1 0 0,0-1 0,-1 0 0,-14 18 0,21-29-42,-1-1-1,1 1 0,-1 0 1,1 0-1,-1 0 0,0-1 1,0 1-1,1 0 0,-1-1 1,0 1-1,0-1 0,0 1 1,0-1-1,1 1 0,-1-1 1,0 1-1,0-1 0,0 0 1,0 0-1,0 1 0,0-1 1,0 0-1,0 0 0,0 0 1,0 0-1,0 0 0,0 0 1,0-1-1,0 1 0,0 0 1,-1-1-1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3.218"/>
    </inkml:context>
    <inkml:brush xml:id="br0">
      <inkml:brushProperty name="width" value="0.05" units="cm"/>
      <inkml:brushProperty name="height" value="0.05" units="cm"/>
      <inkml:brushProperty name="color" value="#FFFFFF"/>
    </inkml:brush>
  </inkml:definitions>
  <inkml:trace contextRef="#ctx0" brushRef="#br0">58 1 24575,'-4'0'0,"0"-1"0,-1 1 0,0 0 0,1 1 0,-1-1 0,1 1 0,-8 2 0,11-3 0,0 1 0,0-1 0,0 1 0,1 0 0,-1-1 0,0 1 0,0-1 0,0 1 0,1 0 0,-1 0 0,0 0 0,1-1 0,-1 1 0,1 0 0,-1 0 0,1 0 0,-1 0 0,1 0 0,0 0 0,-1 0 0,1 0 0,0 0 0,0 0 0,0 0 0,0 0 0,0 0 0,0 0 0,0 0 0,0 0 0,0 0 0,0 0 0,0 0 0,1 0 0,-1 0 0,1 1 0,6 26 0,-2-13 0,-1 1 0,-1 0 0,2 31 0,24 303 0,-20-292 0,17 133 0,-24-175 0,1 0 0,7 25 0,-10-40 0,1 0 0,-1-1 0,1 1 0,-1 0 0,1-1 0,-1 1 0,1-1 0,0 1 0,0-1 0,-1 1 0,1-1 0,0 1 0,-1-1 0,1 0 0,0 1 0,0-1 0,0 0 0,-1 0 0,1 0 0,0 1 0,0-1 0,0 0 0,0 0 0,0 0 0,-1 0 0,1-1 0,0 1 0,0 0 0,0 0 0,0 0 0,-1-1 0,1 1 0,0 0 0,0-1 0,-1 1 0,2-1 0,33-17 0,-32 16 0,16-11-1365,-1 1-5461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5.006"/>
    </inkml:context>
    <inkml:brush xml:id="br0">
      <inkml:brushProperty name="width" value="0.05" units="cm"/>
      <inkml:brushProperty name="height" value="0.05" units="cm"/>
      <inkml:brushProperty name="color" value="#FFFFFF"/>
    </inkml:brush>
  </inkml:definitions>
  <inkml:trace contextRef="#ctx0" brushRef="#br0">1 1 24575,'3'0'0,"0"2"0,3 2 0,6 0 0,4 1 0,4 1 0,4-2 0,7 0 0,3-2 0,1-1 0,1 0 0,-1-1 0,-1 0 0,-3 0 0,-4-1 0,-7 4 0,-10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5.286"/>
    </inkml:context>
    <inkml:brush xml:id="br0">
      <inkml:brushProperty name="width" value="0.05" units="cm"/>
      <inkml:brushProperty name="height" value="0.05" units="cm"/>
      <inkml:brushProperty name="color" value="#FFFFFF"/>
    </inkml:brush>
  </inkml:definitions>
  <inkml:trace contextRef="#ctx0" brushRef="#br0">1 1 24575,'464'0'-1365,"-456"0"-5461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5.801"/>
    </inkml:context>
    <inkml:brush xml:id="br0">
      <inkml:brushProperty name="width" value="0.05" units="cm"/>
      <inkml:brushProperty name="height" value="0.05" units="cm"/>
      <inkml:brushProperty name="color" value="#FFFFFF"/>
    </inkml:brush>
  </inkml:definitions>
  <inkml:trace contextRef="#ctx0" brushRef="#br0">30 0 24575,'0'0'0,"1"1"0,-1-1 0,1 0 0,0 0 0,-1 1 0,1-1 0,-1 0 0,1 1 0,-1-1 0,1 1 0,-1-1 0,1 1 0,-1-1 0,1 1 0,-1-1 0,0 1 0,1-1 0,-1 1 0,0-1 0,0 1 0,1 0 0,-1-1 0,0 1 0,0-1 0,0 1 0,0 0 0,1-1 0,-1 1 0,0 0 0,0-1 0,0 1 0,-1 0 0,1-1 0,0 1 0,0 0 0,0-1 0,0 1 0,-1 0 0,-6 31 0,6-28 0,-10 46 0,3 0 0,-3 91 0,10-119 0,1 14 0,2-1 0,1 0 0,11 47 0,-3-14 0,-10-103-1365,-2 15-5461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6.252"/>
    </inkml:context>
    <inkml:brush xml:id="br0">
      <inkml:brushProperty name="width" value="0.05" units="cm"/>
      <inkml:brushProperty name="height" value="0.05" units="cm"/>
      <inkml:brushProperty name="color" value="#FFFFFF"/>
    </inkml:brush>
  </inkml:definitions>
  <inkml:trace contextRef="#ctx0" brushRef="#br0">340 34 24575,'-1'-1'0,"1"-1"0,0 1 0,-1 0 0,1-1 0,-1 1 0,0-1 0,1 1 0,-1 0 0,0 0 0,0-1 0,0 1 0,0 0 0,0 0 0,0 0 0,0 0 0,0 0 0,0 0 0,0 0 0,-1 1 0,1-1 0,0 0 0,0 1 0,-1-1 0,1 1 0,-1-1 0,1 1 0,0 0 0,-1-1 0,-1 1 0,-44-5 0,47 5 0,-13 0 0,1 0 0,-1 1 0,1 0 0,-1 1 0,1 1 0,0 0 0,0 0 0,0 1 0,0 1 0,1 0 0,-18 10 0,22-10 0,0 1 0,0-1 0,0 1 0,1 0 0,0 0 0,0 1 0,0 0 0,1 0 0,0 0 0,0 1 0,1-1 0,0 1 0,1 0 0,-1 1 0,2-1 0,-1 0 0,-1 12 0,1 1 0,1 0 0,1 0 0,1 0 0,0 0 0,2 0 0,1 0 0,0 0 0,1 0 0,2-1 0,0 0 0,10 23 0,-10-30 0,0 0 0,0-1 0,1 0 0,1 0 0,0 0 0,1-1 0,0-1 0,0 1 0,1-1 0,1-1 0,0 0 0,0 0 0,0-1 0,1-1 0,1 0 0,-1 0 0,23 7 0,-27-12 0,0 0 0,0 0 0,0-1 0,0-1 0,0 1 0,0-1 0,0 0 0,1-1 0,-1 0 0,0 0 0,0-1 0,-1 0 0,1-1 0,0 1 0,-1-1 0,1-1 0,-1 0 0,8-5 0,-6 4 0,-1-1 0,0-1 0,0 0 0,-1 0 0,0 0 0,0-1 0,0 0 0,-1 0 0,-1-1 0,1 0 0,-1 0 0,-1 0 0,7-19 0,-10 27-44,-1 0 0,1 0 0,-1-1 0,0 1 0,1 0 0,-1 0 0,0 0 0,0 0 0,0 0 0,0-1 0,0 1 0,0 0 0,0 0 0,0 0 0,0 0 0,0 0 0,-1 0 0,1-1-1,-1 1 1,1 0 0,-1 0 0,1 0 0,-1 0 0,1 0 0,-1 0 0,0 0 0,1 1 0,-1-1 0,0 0 0,-1-1 0,-7-2-6782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6.919"/>
    </inkml:context>
    <inkml:brush xml:id="br0">
      <inkml:brushProperty name="width" value="0.05" units="cm"/>
      <inkml:brushProperty name="height" value="0.05" units="cm"/>
      <inkml:brushProperty name="color" value="#FFFFFF"/>
    </inkml:brush>
  </inkml:definitions>
  <inkml:trace contextRef="#ctx0" brushRef="#br0">0 1 24575,'12'186'0,"-7"-120"0,-4-61-195,0 0 0,-1 1 0,2-1 0,-1 0 0,1 0 0,3 9 0,2-3-6631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7.478"/>
    </inkml:context>
    <inkml:brush xml:id="br0">
      <inkml:brushProperty name="width" value="0.05" units="cm"/>
      <inkml:brushProperty name="height" value="0.05" units="cm"/>
      <inkml:brushProperty name="color" value="#FFFFFF"/>
    </inkml:brush>
  </inkml:definitions>
  <inkml:trace contextRef="#ctx0" brushRef="#br0">387 83 24575,'1'-3'0,"-1"0"0,-1 0 0,1 0 0,0 0 0,-1 0 0,1 0 0,-1 0 0,0 0 0,0 0 0,0 0 0,-1 1 0,1-1 0,-1 0 0,1 1 0,-1-1 0,0 1 0,0 0 0,0 0 0,-3-3 0,1 2 0,-1 0 0,1 0 0,-1 1 0,0 0 0,0 0 0,0 0 0,0 1 0,0-1 0,0 1 0,-8 0 0,1-1 0,0 1 0,-1 1 0,1 0 0,0 0 0,-1 1 0,1 1 0,0 0 0,0 1 0,0 0 0,0 1 0,-17 8 0,20-7 0,0 0 0,1 1 0,-1 0 0,1 0 0,1 1 0,-1-1 0,1 2 0,1-1 0,-1 1 0,1 0 0,0 1 0,1-1 0,0 1 0,-6 15 0,6-10 0,0 1 0,0-1 0,1 1 0,1 1 0,1-1 0,0 0 0,1 1 0,0-1 0,2 1 0,2 18 0,-3-27 0,2 1 0,-1-2 0,1 1 0,0 0 0,0 0 0,1 0 0,0-1 0,0 0 0,1 1 0,-1-1 0,2-1 0,-1 1 0,0 0 0,1-1 0,0 0 0,0 0 0,1 0 0,-1-1 0,1 0 0,0 0 0,0 0 0,0-1 0,1 0 0,8 3 0,3-2 0,0 0 0,0-1 0,1 0 0,0-2 0,-1 0 0,1-1 0,0-1 0,0-1 0,-1-1 0,1 0 0,-1-1 0,0-1 0,32-14 0,-28 5-1365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7.804"/>
    </inkml:context>
    <inkml:brush xml:id="br0">
      <inkml:brushProperty name="width" value="0.05" units="cm"/>
      <inkml:brushProperty name="height" value="0.05" units="cm"/>
      <inkml:brushProperty name="color" value="#FFFFFF"/>
    </inkml:brush>
  </inkml:definitions>
  <inkml:trace contextRef="#ctx0" brushRef="#br0">1 27 24575,'2'0'0,"5"0"0,5 0 0,5 0 0,3 0 0,5 0 0,4-3 0,1 0 0,2-1 0,1 1 0,-2-1 0,-5-1 0,-6 1-8191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8.008"/>
    </inkml:context>
    <inkml:brush xml:id="br0">
      <inkml:brushProperty name="width" value="0.05" units="cm"/>
      <inkml:brushProperty name="height" value="0.05" units="cm"/>
      <inkml:brushProperty name="color" value="#FFFFFF"/>
    </inkml:brush>
  </inkml:definitions>
  <inkml:trace contextRef="#ctx0" brushRef="#br0">1 18 24575,'5'0'0,"5"0"0,6 0 0,6 0 0,4-3 0,4-1 0,2 1 0,4 0 0,-2 1 0,-1 1 0,-1 0 0,-5 1-8191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8.706"/>
    </inkml:context>
    <inkml:brush xml:id="br0">
      <inkml:brushProperty name="width" value="0.05" units="cm"/>
      <inkml:brushProperty name="height" value="0.05" units="cm"/>
      <inkml:brushProperty name="color" value="#FFFFFF"/>
    </inkml:brush>
  </inkml:definitions>
  <inkml:trace contextRef="#ctx0" brushRef="#br0">1 23 24575,'0'-1'0,"0"0"0,0-1 0,0 1 0,0-1 0,0 1 0,0-1 0,0 1 0,0 0 0,1-1 0,-1 1 0,0 0 0,1-1 0,-1 1 0,2-3 0,-1 5 0,-1-1 0,1 0 0,-1 0 0,1 1 0,-1-1 0,1 1 0,-1-1 0,1 1 0,-1-1 0,1 1 0,-1-1 0,1 1 0,-1-1 0,0 1 0,0-1 0,1 1 0,-1-1 0,0 1 0,0 0 0,1-1 0,-1 2 0,16 47 0,45 300 0,-56-313-682,-2 51-1,-3-78-6143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9.345"/>
    </inkml:context>
    <inkml:brush xml:id="br0">
      <inkml:brushProperty name="width" value="0.05" units="cm"/>
      <inkml:brushProperty name="height" value="0.05" units="cm"/>
      <inkml:brushProperty name="color" value="#FFFFFF"/>
    </inkml:brush>
  </inkml:definitions>
  <inkml:trace contextRef="#ctx0" brushRef="#br0">200 0 24575,'-16'8'0,"0"1"0,1 1 0,0 0 0,1 1 0,0 1 0,1 0 0,-13 14 0,19-17 0,0 0 0,0 0 0,1 1 0,0 0 0,1 0 0,0 0 0,0 1 0,1 0 0,0 0 0,1 0 0,-3 22 0,3-7 0,1-1 0,1 1 0,1-1 0,2 1 0,0-1 0,10 41 0,-9-57 0,0 0 0,1-1 0,0 1 0,0-1 0,1 0 0,0 0 0,0 0 0,1-1 0,0 0 0,0 0 0,15 12 0,-11-12 0,0 0 0,0-1 0,1 0 0,0-1 0,0 0 0,1-1 0,-1 0 0,18 3 0,-8-3 0,0-1 0,1-1 0,-1-1 0,1-2 0,-1 0 0,0 0 0,1-2 0,-1-1 0,0-1 0,22-8 0,-29 7-1365,-4 0-5461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9.637"/>
    </inkml:context>
    <inkml:brush xml:id="br0">
      <inkml:brushProperty name="width" value="0.05" units="cm"/>
      <inkml:brushProperty name="height" value="0.05" units="cm"/>
      <inkml:brushProperty name="color" value="#FFFFFF"/>
    </inkml:brush>
  </inkml:definitions>
  <inkml:trace contextRef="#ctx0" brushRef="#br0">1 33 24575,'0'-3'0,"2"0"0,5-1 0,2 1 0,7 1 0,5 1 0,4 0 0,7 1 0,3 0 0,1-2 0,3-2 0,0 1 0,-4 0 0,-5 1 0,-8 1-8191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09.855"/>
    </inkml:context>
    <inkml:brush xml:id="br0">
      <inkml:brushProperty name="width" value="0.05" units="cm"/>
      <inkml:brushProperty name="height" value="0.05" units="cm"/>
      <inkml:brushProperty name="color" value="#FFFFFF"/>
    </inkml:brush>
  </inkml:definitions>
  <inkml:trace contextRef="#ctx0" brushRef="#br0">1 17 24575,'2'0'0,"5"0"0,5 0 0,5 0 0,6 0 0,6 0 0,5-3 0,6 0 0,4-1 0,3 1 0,1 1 0,-2 1 0,-3 0 0,-9 1-8191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1.343"/>
    </inkml:context>
    <inkml:brush xml:id="br0">
      <inkml:brushProperty name="width" value="0.05" units="cm"/>
      <inkml:brushProperty name="height" value="0.05" units="cm"/>
      <inkml:brushProperty name="color" value="#FFFFFF"/>
    </inkml:brush>
  </inkml:definitions>
  <inkml:trace contextRef="#ctx0" brushRef="#br0">4436 33 24575,'0'0'0,"1"-1"0,-1 1 0,0 0 0,1-1 0,-1 1 0,0 0 0,1-1 0,-1 1 0,0 0 0,1-1 0,-1 1 0,0-1 0,0 1 0,0-1 0,1 1 0,-1-1 0,0 1 0,0-1 0,0 1 0,0-1 0,0 1 0,0-1 0,0 1 0,0-1 0,0 1 0,0-1 0,0 1 0,0 0 0,0-1 0,-1 1 0,1-1 0,0 0 0,-1 0 0,0 0 0,0 0 0,0 0 0,0 0 0,0 1 0,0-1 0,-1 0 0,1 1 0,0-1 0,0 0 0,-3 0 0,-34-6 0,-375 15 0,288-1 0,13-1-19,-871 48-613,958-52 632,1-1 0,0 2 0,-37 7 0,61-10 3,0 0-1,0 0 0,0 0 0,0 0 0,0 0 0,0 0 0,0 0 0,0 0 1,0 0-1,0 0 0,0 0 0,0 1 0,1-1 0,-1 0 0,0 0 0,0 0 0,0 0 1,0 0-1,0 0 0,0 0 0,0 0 0,0 0 0,0 0 0,0 0 0,0 0 1,0 0-1,0 0 0,0 0 0,-1 0 0,1 1 0,0-1 0,0 0 0,0 0 0,0 0 1,0 0-1,0 0 0,0 0 0,0 0 0,0 0 0,0 0 0,0 0 0,0 0 1,0 0-1,0 0 0,0 0 0,0 0 0,0 0 0,11 2 222,17 0 101,-4-2-325,-16-1 0,0 1 0,-1 0 0,1 0 0,0 1 0,13 2 0,-20-3 0,0 1 0,-1-1 0,1 0 0,0 1 0,-1-1 0,1 1 0,-1-1 0,1 1 0,0-1 0,-1 1 0,1-1 0,-1 1 0,0 0 0,1-1 0,-1 1 0,1-1 0,-1 1 0,0 0 0,0 0 0,1-1 0,-1 1 0,0 0 0,0-1 0,0 1 0,0 0 0,0 0 0,0-1 0,0 1 0,0 0 0,0 0 0,0-1 0,0 1 0,0 0 0,0 0 0,-1-1 0,1 1 0,0 0 0,-1-1 0,1 1 0,-1 1 0,-20 33 0,14-25 0,-6 15 0,0 0 0,1 1 0,-14 53 0,-13 88 0,21-82 0,-65 320 0,22-104 0,37-194 0,-4-1 0,-57 138 0,84-243 0,1 1 0,-1-1 0,0 1 0,0-1 0,0 1 0,1-1 0,-1 0 0,-1 0 0,1 1 0,0-1 0,0 0 0,0 0 0,-1 0 0,1 0 0,0 0 0,-1 0 0,1-1 0,-1 1 0,1 0 0,-1-1 0,1 1 0,-1-1 0,0 0 0,-1 1 0,-3-1 0,0 0 0,0 0 0,-1-1 0,1 0 0,-7-2 0,-17-2 0,-325 1-244,-2 29-221,336-23 439,-730 74-128,201-19 161,448-48-1225,24-2-4873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2.343"/>
    </inkml:context>
    <inkml:brush xml:id="br0">
      <inkml:brushProperty name="width" value="0.05" units="cm"/>
      <inkml:brushProperty name="height" value="0.05" units="cm"/>
      <inkml:brushProperty name="color" value="#FFFFFF"/>
    </inkml:brush>
  </inkml:definitions>
  <inkml:trace contextRef="#ctx0" brushRef="#br0">5111 33 24575,'-1'0'0,"1"-1"0,0 0 0,0 1 0,0-1 0,-1 1 0,1-1 0,0 1 0,-1-1 0,1 1 0,0-1 0,-1 1 0,1-1 0,-1 1 0,1-1 0,-1 1 0,1 0 0,-1-1 0,1 1 0,-1 0 0,1-1 0,-1 1 0,1 0 0,-1 0 0,0-1 0,-19-4 0,15 4 0,-32-6 0,-1 2 0,0 2 0,-64 2 0,41 2 0,-1055 27-4583,798-15 3531,-1219 71-1551,4 31 1612,1465-110 1649,-143 9 2481,197-15-2599,13 0 154,19-5-236,18-1-4909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4.180"/>
    </inkml:context>
    <inkml:brush xml:id="br0">
      <inkml:brushProperty name="width" value="0.05" units="cm"/>
      <inkml:brushProperty name="height" value="0.05" units="cm"/>
      <inkml:brushProperty name="color" value="#FFFFFF"/>
    </inkml:brush>
  </inkml:definitions>
  <inkml:trace contextRef="#ctx0" brushRef="#br0">5284 1578 24575,'7'-1'0,"0"0"0,0 0 0,0-1 0,0 0 0,0 0 0,9-5 0,21-6 0,-36 12 0,-4 1 0,-14-1 0,-40 0 0,17 0 0,-326-19 0,77 3 0,-15 7-105,-553-42-407,660 23 1026,194 28-507,1 1-1,-1-1 0,1 0 1,0 0-1,-1-1 0,1 1 1,0 0-1,0-1 0,0 1 1,0-1-1,0 0 0,0 0 1,0 0-1,1 0 0,-1 0 1,1 0-1,-1 0 0,1 0 1,-2-4-1,-2-6-12,0-1 0,-5-21 0,5 15 0,-45-197 6,28 109 0,0 8 0,5-2 0,-8-174 0,27-162 0,-2 434 0,0 0 0,0 0 0,0 0 0,0 1 0,-1-1 0,1 0 0,-1 0 0,0 1 0,1-1 0,-1 0 0,-1 1 0,1-1 0,0 1 0,0-1 0,-1 1 0,0 0 0,1-1 0,-3-1 0,1 2 0,-1 0 0,1 0 0,0 0 0,-1 1 0,1-1 0,-1 1 0,1 0 0,-1 0 0,0 0 0,1 0 0,-1 1 0,0 0 0,-4 0 0,-152 0 0,-226 29 0,179-9 0,-775 25-361,-2-41-20,948-4 381,2 0 11,-1 1 17,-1-2 0,1-1 0,-43-8 0,73 8-898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5.243"/>
    </inkml:context>
    <inkml:brush xml:id="br0">
      <inkml:brushProperty name="width" value="0.05" units="cm"/>
      <inkml:brushProperty name="height" value="0.05" units="cm"/>
      <inkml:brushProperty name="color" value="#FFFFFF"/>
    </inkml:brush>
  </inkml:definitions>
  <inkml:trace contextRef="#ctx0" brushRef="#br0">340 784 24575,'10'-10'0,"-2"-1"0,1 0 0,-2-1 0,1 1 0,-2-2 0,0 1 0,0-1 0,6-21 0,-2-1 0,-1 0 0,3-40 0,-7 37 0,-1 0 0,-3 0 0,-1 0 0,-1 0 0,-2 0 0,-2 1 0,-2-1 0,-1 1 0,-14-39 0,19 68 0,0 1 0,-1-1 0,0 1 0,0 0 0,0 0 0,-1 0 0,0 1 0,0-1 0,-7-5 0,10 10 0,-1 0 0,1 0 0,-1 0 0,1 1 0,-1-1 0,0 1 0,0-1 0,0 1 0,0 0 0,0 0 0,0 0 0,0 1 0,0-1 0,0 1 0,-1 0 0,1-1 0,0 2 0,0-1 0,0 0 0,0 0 0,-1 1 0,1 0 0,0 0 0,0 0 0,0 0 0,-3 2 0,-4 2 0,1 1 0,0 0 0,0 0 0,0 1 0,1 0 0,0 1 0,0-1 0,-11 17 0,3-1 0,0 0 0,-15 33 0,9-8 0,3 0 0,1 2 0,3 0 0,2 0 0,2 2 0,-8 103 0,13-13 0,16 188 0,7-125 0,6 142 0,-23-331 43,-1 53 242,1-63-454,-1-1-1,0 1 1,0 0 0,-1-1-1,1 1 1,-1-1 0,0 1 0,-1-1-1,-2 5 1,-5 1-6657</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5.451"/>
    </inkml:context>
    <inkml:brush xml:id="br0">
      <inkml:brushProperty name="width" value="0.05" units="cm"/>
      <inkml:brushProperty name="height" value="0.05" units="cm"/>
      <inkml:brushProperty name="color" value="#FFFFFF"/>
    </inkml:brush>
  </inkml:definitions>
  <inkml:trace contextRef="#ctx0" brushRef="#br0">0 194 24575,'9'-17'0,"-2"2"0,1 0 0,15-21 0,-19 30 0,1 1 0,-1 0 0,1 0 0,1 0 0,-1 1 0,1 0 0,0 0 0,-1 0 0,11-3 0,5-2 0,1 1 0,1 1 0,-1 1 0,44-6 0,97 0 0,-82 8 0,-37 1-1365,-28 3-5461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5.618"/>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6.068"/>
    </inkml:context>
    <inkml:brush xml:id="br0">
      <inkml:brushProperty name="width" value="0.05" units="cm"/>
      <inkml:brushProperty name="height" value="0.05" units="cm"/>
      <inkml:brushProperty name="color" value="#FFFFFF"/>
    </inkml:brush>
  </inkml:definitions>
  <inkml:trace contextRef="#ctx0" brushRef="#br0">32 9 24575,'-13'-5'0,"-1"1"0,14 5 0,-1-1 0,1 0 0,0 1 0,-1-1 0,1 0 0,0 1 0,-1-1 0,1 1 0,0-1 0,-1 1 0,1-1 0,0 1 0,0-1 0,0 1 0,-1-1 0,1 1 0,0-1 0,0 1 0,0-1 0,0 1 0,0-1 0,0 1 0,0-1 0,0 1 0,0-1 0,0 1 0,0-1 0,1 1 0,-1-1 0,0 2 0,36 197 0,-32-169 61,17 165-1487,-19-163-5400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6.742"/>
    </inkml:context>
    <inkml:brush xml:id="br0">
      <inkml:brushProperty name="width" value="0.05" units="cm"/>
      <inkml:brushProperty name="height" value="0.05" units="cm"/>
      <inkml:brushProperty name="color" value="#FFFFFF"/>
    </inkml:brush>
  </inkml:definitions>
  <inkml:trace contextRef="#ctx0" brushRef="#br0">2613 304 24575,'-6'-16'0,"-1"0"0,0 0 0,-1 1 0,0 0 0,-2 1 0,1 0 0,-2 0 0,0 1 0,0 0 0,-2 1 0,1 1 0,-1 0 0,-1 0 0,-23-13 0,12 11 0,0 0 0,-1 2 0,-1 1 0,0 1 0,0 1 0,-1 1 0,0 2 0,-29-3 0,-5 5-63,0 1-1,0 4 0,0 2 1,-102 21-1,46 2-95,-163 61 0,143-36-144,-247 132 0,299-133 152,1 3 0,4 4-1,-128 118 1,168-137 115,3 3 0,1 1 0,2 2-1,2 1 1,-51 97 0,66-105 12,1 1 0,2 1 0,2 1 0,2 0 0,2 0-1,1 1 1,2 0 0,0 66 0,7-62 24,3 0 0,1-1 0,2 1 0,2-1 0,2 0 0,2-1 0,2 0 0,2-2 0,2 1 0,2-2 0,1-1 0,2-1 0,2 0 0,1-2 0,2-2 0,2 0 0,1-2 0,1-1 0,2-2 0,1-1 0,1-2 0,2-2 0,0-1 0,59 25 0,-41-27 8,1-3 1,0-3-1,1-2 0,1-2 1,0-4-1,0-1 0,1-4 1,113-8-1,-70-5-194,-2-6 1,0-3 0,-1-5-1,134-51 1,-135 36 138,-3-3 0,-2-5 0,98-65 0,-131 71 54,-1-3 1,-3-3 0,-1-3 0,-3-2-1,58-70 1,-87 91 4,-1-2-1,-2-1 1,-1-1 0,-2-1 0,-1 0-1,-2-2 1,22-76 0,-31 83-8,-1-1 1,-1 0 0,-2 0-1,-2 0 1,0-1-1,-2 1 1,-2 0-1,-1 0 1,-1 0 0,-14-46-1,3 33-4,-2 1 0,-1 0 0,-3 1 0,-1 2 0,-2 0 0,-2 2 0,-2 0 0,-57-58 0,32 44 0,-2 2 0,-2 3 0,-2 3 0,-119-68 0,121 83-6,-1 2 1,-1 2-1,-1 4 0,-1 2 1,-1 3-1,0 2 0,-2 3 0,1 4 1,-1 2-1,0 2 0,0 4 0,0 2 1,0 4-1,0 2 0,-114 30 0,105-16-4962</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7.299"/>
    </inkml:context>
    <inkml:brush xml:id="br0">
      <inkml:brushProperty name="width" value="0.05" units="cm"/>
      <inkml:brushProperty name="height" value="0.05" units="cm"/>
      <inkml:brushProperty name="color" value="#FFFFFF"/>
    </inkml:brush>
  </inkml:definitions>
  <inkml:trace contextRef="#ctx0" brushRef="#br0">230 563 24575,'22'-45'0,"-1"-1"0,-3-1 0,-2-1 0,-2 0 0,-2-1 0,-2 0 0,4-61 0,-13 102 0,-1 1 0,0-1 0,-1 0 0,0 0 0,0 0 0,-1 0 0,0 1 0,0-1 0,-5-11 0,6 17 0,0 0 0,-1 0 0,1 0 0,-1 0 0,1 0 0,-1 0 0,1 0 0,-1 1 0,0-1 0,0 1 0,0-1 0,0 1 0,0 0 0,0-1 0,0 1 0,-1 0 0,1 0 0,0 1 0,-1-1 0,1 1 0,0-1 0,-1 1 0,1-1 0,-1 1 0,1 0 0,0 0 0,-1 1 0,1-1 0,-1 0 0,1 1 0,0-1 0,-1 1 0,1 0 0,0 0 0,-3 1 0,-5 3 0,-1 0 0,1 0 0,1 1 0,-1 1 0,1 0 0,0 0 0,1 1 0,-1 0 0,-13 17 0,5-3 0,2 1 0,0 0 0,-12 27 0,11-13 0,2 0 0,1 1 0,2 1 0,2-1 0,1 2 0,2-1 0,2 1 0,2 72 0,9 13 0,33 182 0,33 106-1365,-65-365-5461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7.470"/>
    </inkml:context>
    <inkml:brush xml:id="br0">
      <inkml:brushProperty name="width" value="0.05" units="cm"/>
      <inkml:brushProperty name="height" value="0.05" units="cm"/>
      <inkml:brushProperty name="color" value="#FFFFFF"/>
    </inkml:brush>
  </inkml:definitions>
  <inkml:trace contextRef="#ctx0" brushRef="#br0">1 186 24575,'3'-3'0,"6"-3"0,4-4 0,6-5 0,2-4 0,6-3 0,3-1 0,6 1 0,1-1 0,3 0 0,-5 4-8191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7.813"/>
    </inkml:context>
    <inkml:brush xml:id="br0">
      <inkml:brushProperty name="width" value="0.05" units="cm"/>
      <inkml:brushProperty name="height" value="0.05" units="cm"/>
      <inkml:brushProperty name="color" value="#FFFFFF"/>
    </inkml:brush>
  </inkml:definitions>
  <inkml:trace contextRef="#ctx0" brushRef="#br0">1 0 24575,'16'0'0,"7"0"0,0 1 0,43 6 0,-59-6 0,-1 1 0,1 0 0,-1 0 0,1 0 0,-1 1 0,0 0 0,0 0 0,-1 1 0,1-1 0,0 1 0,-1 0 0,0 1 0,0 0 0,6 7 0,-8-8 0,0 1 0,0-1 0,-1 1 0,1 0 0,-1 0 0,-1-1 0,1 1 0,-1 1 0,1-1 0,-1 0 0,-1 0 0,1 0 0,-1 1 0,0-1 0,0 0 0,0 0 0,-1 1 0,0-1 0,0 0 0,0 0 0,-1 0 0,1 0 0,-1 0 0,-1 0 0,-3 6 0,0 0 0,-1 0 0,0-1 0,-1 0 0,0 0 0,-1-1 0,0 0 0,0 0 0,-1-1 0,-16 11 0,8-9 0,-32 13 0,7-3 0,42-20 0,1 0 0,0 0 0,0 0 0,0-1 0,-1 2 0,1-1 0,0 0 0,0 0 0,0 0 0,-1 0 0,1 0 0,0 0 0,0 0 0,0 0 0,0 0 0,-1 0 0,1 0 0,0 0 0,0 0 0,0 0 0,0 1 0,-1-1 0,1 0 0,0 0 0,0 0 0,0 0 0,0 0 0,0 1 0,0-1 0,0 0 0,-1 0 0,1 0 0,0 1 0,0-1 0,0 0 0,0 0 0,0 0 0,0 0 0,0 1 0,0-1 0,0 0 0,0 0 0,0 0 0,0 1 0,0-1 0,0 0 0,0 0 0,0 0 0,0 1 0,0-1 0,1 0 0,-1 0 0,0 0 0,0 0 0,0 1 0,0-1 0,0 0 0,1 0 0,15 4 0,26-2 0,38-4-341,1-5 0,-1-3-1,132-34 1,-141 26-6485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8.343"/>
    </inkml:context>
    <inkml:brush xml:id="br0">
      <inkml:brushProperty name="width" value="0.05" units="cm"/>
      <inkml:brushProperty name="height" value="0.05" units="cm"/>
      <inkml:brushProperty name="color" value="#FFFFFF"/>
    </inkml:brush>
  </inkml:definitions>
  <inkml:trace contextRef="#ctx0" brushRef="#br0">2299 172 24575,'-50'-27'-33,"0"2"1,-2 3-1,0 1 0,-2 3 0,0 3 0,-1 1 0,0 3 0,0 3 1,-2 2-1,-99 2 0,80 7-12,1 4-1,-1 3 1,2 3 0,0 4 0,1 2 0,0 4 0,-103 48-1,108-38 46,2 4 0,2 2 0,2 2 0,1 4 0,2 2 0,3 2 0,1 3 0,3 3 0,-73 99 0,91-106 0,3 2 0,2 2 0,3 0 0,1 2 0,-23 76 0,35-82 0,1 1 0,2 1 0,3 0 0,2 0 0,2 0 0,6 87 0,2-88 0,3-1 0,1 0 0,2-1 0,3 0 0,2-1 0,1 0 0,3-2 0,1 0 0,36 53 0,-26-52 0,2-1 0,2-1 0,2-2 0,2-1 0,1-2 0,2-2 0,92 59 0,-64-53-79,2-4 0,2-4-1,1-2 1,2-4 0,0-3-1,2-4 1,1-3-1,92 9 1,-71-17-23,0-5 0,0-5 0,0-4 0,0-4 0,-1-5 0,117-30 0,-141 23 82,-1-4 1,-1-4 0,-2-2 0,0-4-1,-3-2 1,-1-4 0,-2-3 0,-1-2-1,106-99 1,-125 99-9,-1-3 1,-3-1-1,-1-2 1,-3-2-1,-3-1 1,-2-2-1,-2-1 1,-3-2-1,-2 0 1,-3-2-1,-3-1 1,17-84-1,-31 111 13,-1 0 0,-2-1 0,-2 0 0,-1 0 0,-1 0 0,-2 0 0,-9-37 0,5 43 16,-2 0 0,-1 0 1,-1 1-1,-1 1 0,-2 0 0,0 0 0,-2 1 0,-28-35 0,3 15-78,-1 1-1,-2 2 1,-2 2 0,-2 2-1,-2 3 1,-88-52 0,33 32-169,-2 5 0,-173-59 1,157 70 265,-2 7 0,-166-25 0,199 47-206,-1 4 0,0 4 0,-178 15 0,147 6-3231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8.922"/>
    </inkml:context>
    <inkml:brush xml:id="br0">
      <inkml:brushProperty name="width" value="0.05" units="cm"/>
      <inkml:brushProperty name="height" value="0.05" units="cm"/>
      <inkml:brushProperty name="color" value="#FFFFFF"/>
    </inkml:brush>
  </inkml:definitions>
  <inkml:trace contextRef="#ctx0" brushRef="#br0">145 370 24575,'11'-31'0,"-2"-2"0,-1 0 0,-1 0 0,-2 0 0,-1 0 0,-2-62 0,-2 89 0,-1 1 0,0-1 0,0 1 0,0-1 0,-1 1 0,1 0 0,-1 0 0,-1 0 0,-4-10 0,6 14 0,0 0 0,0 0 0,0 0 0,-1-1 0,1 1 0,0 0 0,0 0 0,-1 1 0,1-1 0,0 0 0,-1 0 0,1 1 0,-1-1 0,1 1 0,-1-1 0,0 1 0,1-1 0,-1 1 0,1 0 0,-1 0 0,1 0 0,-1 0 0,0 0 0,1 0 0,-1 1 0,1-1 0,-1 0 0,0 1 0,1-1 0,-1 1 0,1 0 0,0-1 0,-1 1 0,1 0 0,-1 0 0,1 0 0,-2 2 0,-5 2 0,1 1 0,1 1 0,-1-1 0,1 1 0,0 0 0,1 1 0,-1-1 0,2 1 0,-1 0 0,1 1 0,0-1 0,-4 16 0,-1 4 0,2 1 0,-7 49 0,8-14 0,3 0 0,2-1 0,9 76 0,40 189 0,6 71 0,-53-371 114,0 1 0,-4 28 0,2-48-257,0-1 1,-1 0 0,0 1 0,0-1-1,-1 0 1,0 0 0,0 0 0,0-1 0,-1 1-1,-1-1 1,-6 9 0,-3-2-6684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9.077"/>
    </inkml:context>
    <inkml:brush xml:id="br0">
      <inkml:brushProperty name="width" value="0.05" units="cm"/>
      <inkml:brushProperty name="height" value="0.05" units="cm"/>
      <inkml:brushProperty name="color" value="#FFFFFF"/>
    </inkml:brush>
  </inkml:definitions>
  <inkml:trace contextRef="#ctx0" brushRef="#br0">1 127 24575,'5'-3'0,"5"-3"0,6-4 0,3-3 0,4-1 0,3-2 0,3-1 0,5 1 0,1-1 0,-4 3-8191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19.562"/>
    </inkml:context>
    <inkml:brush xml:id="br0">
      <inkml:brushProperty name="width" value="0.05" units="cm"/>
      <inkml:brushProperty name="height" value="0.05" units="cm"/>
      <inkml:brushProperty name="color" value="#FFFFFF"/>
    </inkml:brush>
  </inkml:definitions>
  <inkml:trace contextRef="#ctx0" brushRef="#br0">1 80 24575,'0'-2'0,"0"-1"0,1 1 0,-1-1 0,1 1 0,0-1 0,0 1 0,0-1 0,0 1 0,0 0 0,1 0 0,-1 0 0,0-1 0,1 1 0,0 1 0,-1-1 0,1 0 0,0 0 0,0 1 0,0-1 0,0 1 0,1-1 0,-1 1 0,4-2 0,4-1 0,0 0 0,0 0 0,1 1 0,12-3 0,-3 3 0,-1 0 0,1 2 0,0 0 0,0 1 0,31 4 0,-42-3 0,0 0 0,-1 1 0,1 0 0,0 0 0,-1 1 0,0 0 0,1 1 0,-1 0 0,-1 0 0,1 1 0,-1 0 0,1 0 0,-1 1 0,10 11 0,-15-15 0,0 0 0,0 1 0,-1-1 0,1 1 0,-1 0 0,0-1 0,0 1 0,0 0 0,0 0 0,0 0 0,-1 0 0,1-1 0,-1 1 0,0 0 0,0 0 0,0 0 0,0 0 0,0 0 0,-1 0 0,1 0 0,-1 0 0,0 0 0,0 0 0,0-1 0,0 1 0,-1 0 0,1-1 0,-1 1 0,1-1 0,-1 1 0,0-1 0,-2 3 0,-7 6 0,0 1 0,0-2 0,-1 0 0,-22 15 0,-2-3 0,-1-1 0,-74 30 0,95-41 0,16-10 0,0 0 0,0 0 0,0 0 0,0 0 0,0 1 0,0-1 0,0 0 0,0 0 0,0 0 0,0 0 0,1 1 0,-1-1 0,0 0 0,0 0 0,0 0 0,0 0 0,0 1 0,0-1 0,0 0 0,0 0 0,1 0 0,-1 0 0,0 0 0,0 0 0,0 1 0,0-1 0,0 0 0,1 0 0,-1 0 0,0 0 0,0 0 0,0 0 0,0 0 0,1 0 0,-1 0 0,0 0 0,0 0 0,0 0 0,0 0 0,1 0 0,-1 0 0,0 0 0,0 0 0,34 2 0,-31-2 0,57 0 0,-6-1 0,68 7 0,-106-4 0,-1 1 0,0 0 0,1 1 0,-1 0 0,0 1 0,-1 1 0,1 0 0,25 17 0,-37-21 0,0 0 0,0 0 0,0 1 0,0-1 0,0 1 0,-1 0 0,0-1 0,1 1 0,-1 0 0,0 1 0,0-1 0,0 0 0,-1 1 0,1-1 0,-1 0 0,0 1 0,1 4 0,-2-6 0,0 1 0,0-1 0,0 1 0,-1-1 0,1 1 0,0 0 0,-1-1 0,0 1 0,0-1 0,0 0 0,0 1 0,0-1 0,0 0 0,-1 1 0,1-1 0,-1 0 0,1 0 0,-1 0 0,0 0 0,0-1 0,0 1 0,0 0 0,0-1 0,0 0 0,-3 2 0,-5 3 0,0-1 0,-1-1 0,0 0 0,0 0 0,0-1 0,0-1 0,0 0 0,-17 1 0,-93-1 0,61-7-1365,7-2-5461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0.122"/>
    </inkml:context>
    <inkml:brush xml:id="br0">
      <inkml:brushProperty name="width" value="0.05" units="cm"/>
      <inkml:brushProperty name="height" value="0.05" units="cm"/>
      <inkml:brushProperty name="color" value="#FFFFFF"/>
    </inkml:brush>
  </inkml:definitions>
  <inkml:trace contextRef="#ctx0" brushRef="#br0">1899 21 24575,'-52'-8'-48,"1"1"-1,-1 4 1,0 1-1,-97 10 0,60 4-101,2 3 0,-87 29-1,94-19 122,1 3 1,2 4-1,2 4 0,0 2 0,-119 85 0,133-78 34,2 2 0,3 3 0,1 2 0,3 3 0,3 2 0,-67 100 0,92-120-5,2 2 0,2 1 0,1 0 0,3 2 0,1 0 0,2 0 0,-9 52 0,16-54 0,2 1 0,1-1 0,2 0 0,2 1 0,2-1 0,1 0 0,3 0 0,11 43 0,0-24 0,3-1 0,3-1 0,1-1 0,4-1 0,1-2 0,45 59 0,-20-39 0,4-2 0,3-3 0,105 89 0,-118-116 0,2-2 0,1-3 0,2-2 0,2-2 0,0-2 0,2-4 0,1-1 0,2-4 0,0-2 0,71 13 0,-49-19-35,2-3 0,-1-4 0,1-4 0,-1-3 0,147-22 0,-139 6-58,-1-4 1,-1-3 0,-1-5 0,166-77-1,-168 60 37,-3-3 0,-1-3 0,-3-4 0,-3-4 1,-2-3-1,-2-3 0,-4-3 0,-3-3 0,-3-3 0,-4-2 0,68-116 0,-98 143 7,-2-2 0,-3-1 0,-2-1 0,-2-1 1,15-68-1,-29 96 26,-1-1 1,-2 0-1,0-1 1,-2 1-1,-1-1 0,-2 1 1,0 0-1,-2 0 1,-1 0-1,-1 0 1,-2 1-1,-17-43 1,8 37 26,-1 1 1,-2 0 0,-1 2 0,-1 0 0,-1 2 0,-2 0 0,-1 2 0,-1 1 0,-1 1 0,-38-25 0,-1 6-73,-2 2 0,-1 4 0,-128-49 1,71 41-327,-3 6 0,-205-34 1,158 48 460,-256-4 1,187 36-598,156 2-3107</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1.304"/>
    </inkml:context>
    <inkml:brush xml:id="br0">
      <inkml:brushProperty name="width" value="0.05" units="cm"/>
      <inkml:brushProperty name="height" value="0.05" units="cm"/>
      <inkml:brushProperty name="color" value="#FFFFFF"/>
    </inkml:brush>
  </inkml:definitions>
  <inkml:trace contextRef="#ctx0" brushRef="#br0">153 0 24575,'-9'0'0,"0"1"0,0 0 0,1 0 0,-1 0 0,0 1 0,1 0 0,0 1 0,-13 5 0,17-6 0,0 0 0,1 0 0,-1 1 0,1-1 0,-1 1 0,1 0 0,0 0 0,0 0 0,0 0 0,1 0 0,-1 1 0,1-1 0,0 1 0,0 0 0,0 0 0,0-1 0,1 1 0,-1 0 0,0 7 0,-2 19 0,1 0 0,2 0 0,4 52 0,-1-16 0,-2 3 0,-1-17 0,9 86 0,-6-125 0,0 0 0,1 0 0,1 0 0,0 0 0,0 0 0,1-1 0,1 1 0,0-1 0,1-1 0,0 1 0,13 14 0,-17-22-57,0-1 0,0 0 1,1 0-1,-1 0 0,1 0 0,0-1 0,0 1 0,0-1 0,0 0 0,0 0 0,0 0 1,1-1-1,-1 0 0,0 1 0,1-2 0,-1 1 0,1 0 0,0-1 0,-1 0 1,1 0-1,-1 0 0,1-1 0,4 0 0,17-6-6769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1.474"/>
    </inkml:context>
    <inkml:brush xml:id="br0">
      <inkml:brushProperty name="width" value="0.05" units="cm"/>
      <inkml:brushProperty name="height" value="0.05" units="cm"/>
      <inkml:brushProperty name="color" value="#FFFFFF"/>
    </inkml:brush>
  </inkml:definitions>
  <inkml:trace contextRef="#ctx0" brushRef="#br0">4 60 24575,'-2'0'0,"1"0"0,4 0 0,6-3 0,8-3 0,9-4 0,8-3 0,7-1 0,-4 0-8191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1.644"/>
    </inkml:context>
    <inkml:brush xml:id="br0">
      <inkml:brushProperty name="width" value="0.05" units="cm"/>
      <inkml:brushProperty name="height" value="0.05" units="cm"/>
      <inkml:brushProperty name="color" value="#FFFFFF"/>
    </inkml:brush>
  </inkml:definitions>
  <inkml:trace contextRef="#ctx0" brushRef="#br0">15 94 24575,'0'-2'0,"0"-7"0,0-5 0,0-2 0,0-1 0,-3-1 0,0 5 0,-1 9 0,1 9 0,1 13 0,4 11 0,1 12 0,3 12 0,0 11 0,0 14 0,1 10 0,-1-10-8191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2.235"/>
    </inkml:context>
    <inkml:brush xml:id="br0">
      <inkml:brushProperty name="width" value="0.05" units="cm"/>
      <inkml:brushProperty name="height" value="0.05" units="cm"/>
      <inkml:brushProperty name="color" value="#FFFFFF"/>
    </inkml:brush>
  </inkml:definitions>
  <inkml:trace contextRef="#ctx0" brushRef="#br0">0 137 24575,'1'-5'0,"0"0"0,0 0 0,1 0 0,0 1 0,0-1 0,0 1 0,0-1 0,5-6 0,2-5 0,-8 13 0,21-37 0,-20 38 0,-1-1 0,1 1 0,-1 0 0,1 0 0,0 0 0,0 0 0,0 0 0,0 0 0,0 0 0,1 1 0,-1-1 0,0 1 0,4-2 0,-5 2 0,-1 1 0,0 0 0,0 0 0,1 0 0,-1 0 0,0 0 0,0 0 0,1 0 0,-1 0 0,0 0 0,0 0 0,1 0 0,-1 0 0,0 0 0,0 1 0,0-1 0,1 0 0,-1 0 0,0 0 0,0 0 0,1 0 0,-1 0 0,0 1 0,0-1 0,0 0 0,0 0 0,1 0 0,-1 0 0,0 1 0,0-1 0,0 0 0,0 0 0,0 0 0,1 1 0,-1-1 0,0 0 0,0 1 0,0 12 0,-6 14 0,-7 17 0,-2 3 0,3 1 0,-9 60 0,17-82 0,2 1 0,1 0 0,1 0 0,2 0 0,0-1 0,8 31 0,-8-48 0,0 0 0,1 0 0,0-1 0,0 1 0,1-1 0,1 0 0,-1 0 0,1 0 0,0 0 0,1-1 0,0 0 0,0 0 0,1-1 0,-1 1 0,1-2 0,1 1 0,-1-1 0,1 0 0,0 0 0,0-1 0,14 5 0,-13-6-114,0-1 1,1 0-1,-1 0 0,0-1 0,1 0 1,-1-1-1,0 0 0,1-1 0,-1 0 1,0 0-1,19-5 0,10-7-6712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2.424"/>
    </inkml:context>
    <inkml:brush xml:id="br0">
      <inkml:brushProperty name="width" value="0.05" units="cm"/>
      <inkml:brushProperty name="height" value="0.05" units="cm"/>
      <inkml:brushProperty name="color" value="#FFFFFF"/>
    </inkml:brush>
  </inkml:definitions>
  <inkml:trace contextRef="#ctx0" brushRef="#br0">31 73 24575,'-6'3'0,"-4"1"0,0 2 0,6 0 0,10-3 0,12-5 0,14-3 0,12-2 0,10-4 0,9-4 0,5-4 0,2 0 0,-11 3-8191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2.735"/>
    </inkml:context>
    <inkml:brush xml:id="br0">
      <inkml:brushProperty name="width" value="0.05" units="cm"/>
      <inkml:brushProperty name="height" value="0.05" units="cm"/>
      <inkml:brushProperty name="color" value="#FFFFFF"/>
    </inkml:brush>
  </inkml:definitions>
  <inkml:trace contextRef="#ctx0" brushRef="#br0">0 176 24575,'0'-5'0,"0"-1"0,1 0 0,-1 0 0,1 1 0,0-1 0,1 0 0,-1 1 0,1-1 0,0 1 0,1 0 0,-1 0 0,1 0 0,0 0 0,0 0 0,1 0 0,-1 1 0,1 0 0,0-1 0,0 1 0,1 1 0,-1-1 0,1 1 0,0 0 0,0 0 0,0 0 0,8-3 0,10-3 0,-1 0 0,1 2 0,1 0 0,-1 2 0,1 1 0,0 0 0,0 2 0,1 1 0,27 2 0,-46-1 0,0 1 0,1 0 0,-1 0 0,0 1 0,0-1 0,0 1 0,0 1 0,0-1 0,0 1 0,8 5 0,-12-6 0,0-1 0,0 1 0,0 0 0,0 0 0,-1 0 0,1 0 0,-1 0 0,1 0 0,-1 0 0,0 1 0,0-1 0,0 0 0,0 1 0,0-1 0,0 1 0,-1-1 0,1 1 0,-1-1 0,0 1 0,1 0 0,-1-1 0,-1 1 0,1-1 0,0 1 0,-1 0 0,1-1 0,-1 1 0,-1 3 0,-2 5 0,0 0 0,-1-1 0,-1 0 0,0 0 0,0 0 0,-11 13 0,-51 52 0,54-61 0,-70 66 0,46-45 0,-58 67 0,92-97 0,0 0 0,1 1 0,-1 0 0,1-1 0,0 1 0,-3 8 0,6-13 0,-1 1 0,1-1 0,0 1 0,-1-1 0,1 0 0,0 1 0,0-1 0,0 1 0,0-1 0,0 1 0,1-1 0,-1 1 0,0-1 0,1 0 0,-1 1 0,1-1 0,-1 1 0,1-1 0,-1 0 0,1 0 0,0 1 0,0-1 0,0 0 0,0 0 0,0 0 0,0 0 0,0 0 0,0 0 0,0 0 0,0 0 0,1-1 0,-1 1 0,2 1 0,5 1 43,1 1-1,0-1 1,0-1-1,0 0 1,0 0-1,0-1 1,13 1-1,66-3-1459,-82 1 1129,48-3-6538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3.234"/>
    </inkml:context>
    <inkml:brush xml:id="br0">
      <inkml:brushProperty name="width" value="0.05" units="cm"/>
      <inkml:brushProperty name="height" value="0.05" units="cm"/>
      <inkml:brushProperty name="color" value="#FFFFFF"/>
    </inkml:brush>
  </inkml:definitions>
  <inkml:trace contextRef="#ctx0" brushRef="#br0">1 46 24575,'0'-2'0,"0"1"0,1-1 0,-1 0 0,1 0 0,0 0 0,-1 0 0,1 1 0,0-1 0,0 0 0,0 1 0,1-1 0,-1 0 0,0 1 0,0 0 0,1-1 0,-1 1 0,1 0 0,-1 0 0,1 0 0,0 0 0,-1 0 0,1 0 0,3-1 0,-2 0 0,1 1 0,-1-1 0,1 1 0,0 0 0,0 0 0,-1 1 0,1-1 0,0 1 0,0-1 0,7 2 0,-7 0 0,0 0 0,0 1 0,-1 0 0,1 0 0,-1 0 0,1 0 0,-1 0 0,0 1 0,0-1 0,0 1 0,0 0 0,0 0 0,-1 0 0,1 0 0,-1 1 0,0-1 0,0 1 0,0-1 0,0 1 0,-1 0 0,2 4 0,3 11 0,0 0 0,5 35 0,1 92 0,-1-8 0,-9-121 0,2 0 0,0-1 0,0 0 0,2 0 0,0 0 0,8 15 0,-11-25-52,0-1-1,1 1 1,-1-1-1,1 0 1,0 0-1,0 0 1,1-1-1,-1 0 1,1 1-1,0-1 1,1-1-1,-1 1 1,0-1-1,1 0 1,0 0-1,0-1 1,0 0-1,0 0 1,0 0-1,0 0 0,0-1 1,1 0-1,-1-1 1,0 1-1,13-2 1,12-3-6774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3.389"/>
    </inkml:context>
    <inkml:brush xml:id="br0">
      <inkml:brushProperty name="width" value="0.05" units="cm"/>
      <inkml:brushProperty name="height" value="0.05" units="cm"/>
      <inkml:brushProperty name="color" value="#FFFFFF"/>
    </inkml:brush>
  </inkml:definitions>
  <inkml:trace contextRef="#ctx0" brushRef="#br0">88 20 24575,'-8'3'0,"-9"3"0,-3 2 0,-2 1 0,6-4 0,11-2 0,12-4 0,13-6 0,14-6 0,10-4 0,-4 1-8191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3.764"/>
    </inkml:context>
    <inkml:brush xml:id="br0">
      <inkml:brushProperty name="width" value="0.05" units="cm"/>
      <inkml:brushProperty name="height" value="0.05" units="cm"/>
      <inkml:brushProperty name="color" value="#FFFFFF"/>
    </inkml:brush>
  </inkml:definitions>
  <inkml:trace contextRef="#ctx0" brushRef="#br0">101 49 24575,'-48'-17'0,"39"15"0,0-1 0,1 0 0,-1-1 0,-8-4 0,17 8 0,0 0 0,0 0 0,0 0 0,1 0 0,-1 0 0,0 0 0,0 0 0,0 0 0,1-1 0,-1 1 0,0 0 0,0 0 0,0 0 0,0 0 0,0 0 0,1 0 0,-1 0 0,0 0 0,0 0 0,0-1 0,0 1 0,0 0 0,0 0 0,1 0 0,-1 0 0,0 0 0,0-1 0,0 1 0,0 0 0,0 0 0,0 0 0,0 0 0,0-1 0,0 1 0,0 0 0,0 0 0,0 0 0,0-1 0,0 1 0,0 0 0,0 0 0,0 0 0,0 0 0,0-1 0,0 1 0,0 0 0,0 0 0,0 0 0,0 0 0,-1-1 0,1 1 0,0 0 0,0 0 0,0 0 0,0 0 0,0 0 0,0 0 0,0-1 0,-1 1 0,1 0 0,0 0 0,0 0 0,0 0 0,0 0 0,-1 0 0,1 0 0,0 0 0,0 0 0,14-3 0,2 2 0,0 1 0,-1 1 0,1 0 0,0 1 0,17 5 0,-23-4 0,0-1 0,0 2 0,0-1 0,0 1 0,-1 1 0,1 0 0,-1 0 0,14 12 0,-20-14 0,-1 0 0,0 0 0,1 0 0,-1 1 0,-1-1 0,1 0 0,-1 1 0,1 0 0,-1-1 0,0 1 0,0 0 0,0 0 0,-1-1 0,1 1 0,-1 0 0,0 0 0,0 0 0,-1 4 0,1-2 0,0 0 0,0 1 0,1-1 0,0 0 0,3 13 0,-1-12 0,1 1 0,0-1 0,0 0 0,0 0 0,1-1 0,0 1 0,8 6 0,46 40 0,-42-39 0,-1 0 0,19 21 0,-34-34 0,0 0 0,1 1 0,-1-1 0,0 1 0,0 0 0,0-1 0,0 1 0,0 0 0,0 0 0,0-1 0,0 1 0,-1 0 0,1 0 0,-1 0 0,0 0 0,1 0 0,-1 0 0,0 0 0,0 0 0,0 0 0,0 0 0,-1 0 0,1 0 0,-1 0 0,1 0 0,-1 0 0,1 0 0,-1-1 0,0 1 0,0 0 0,0 0 0,0-1 0,0 1 0,0 0 0,-1-1 0,1 1 0,-1-1 0,1 0 0,-1 1 0,1-1 0,-1 0 0,-2 1 0,-8 6 0,0-2 0,-1 1 0,0-2 0,-25 9 0,-43 9-1365,-3-2-5461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5.652"/>
    </inkml:context>
    <inkml:brush xml:id="br0">
      <inkml:brushProperty name="width" value="0.05" units="cm"/>
      <inkml:brushProperty name="height" value="0.05" units="cm"/>
      <inkml:brushProperty name="color" value="#FFFFFF"/>
    </inkml:brush>
  </inkml:definitions>
  <inkml:trace contextRef="#ctx0" brushRef="#br0">0 292 24575,'25'-2'0,"0"-2"0,45-12 0,-19 4 0,739-125-410,4 36 0,-641 85-819,-105 13-4913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6.290"/>
    </inkml:context>
    <inkml:brush xml:id="br0">
      <inkml:brushProperty name="width" value="0.05" units="cm"/>
      <inkml:brushProperty name="height" value="0.05" units="cm"/>
      <inkml:brushProperty name="color" value="#FFFFFF"/>
    </inkml:brush>
  </inkml:definitions>
  <inkml:trace contextRef="#ctx0" brushRef="#br0">1 275 24575,'1'1'0,"1"-1"0,-1 1 0,0-1 0,1 1 0,-1-1 0,0 1 0,1 0 0,-1-1 0,0 1 0,0 0 0,1 0 0,-1 0 0,0 0 0,0 0 0,0 0 0,0 1 0,0-1 0,-1 0 0,1 0 0,0 1 0,0 1 0,15 35 0,-13-29 0,4 10 0,-4-10 0,1 0 0,-1 0 0,1-1 0,1 1 0,-1-1 0,9 10 0,-12-17 0,-1 0 0,1 0 0,0-1 0,0 1 0,1-1 0,-1 1 0,0-1 0,0 1 0,0-1 0,0 0 0,0 1 0,0-1 0,1 0 0,-1 0 0,0 0 0,0 0 0,0 0 0,0 0 0,1 0 0,-1 0 0,0 0 0,0-1 0,0 1 0,0 0 0,0-1 0,1 1 0,-1-1 0,0 0 0,0 1 0,0-1 0,0 0 0,0 1 0,-1-1 0,1 0 0,0 0 0,1-1 0,6-5 0,-1-1 0,14-17 0,-14 17 0,27-33 39,116-131 252,-121 143-715,1 0 0,2 2 1,49-33-1,-43 37-6402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6.942"/>
    </inkml:context>
    <inkml:brush xml:id="br0">
      <inkml:brushProperty name="width" value="0.05" units="cm"/>
      <inkml:brushProperty name="height" value="0.05" units="cm"/>
      <inkml:brushProperty name="color" value="#FFFFFF"/>
    </inkml:brush>
  </inkml:definitions>
  <inkml:trace contextRef="#ctx0" brushRef="#br0">1 328 24575,'0'-3'0,"0"0"0,0 0 0,0 0 0,1 1 0,-1-1 0,1 0 0,0 0 0,-1 1 0,1-1 0,1 0 0,-1 1 0,0-1 0,1 1 0,-1 0 0,1-1 0,0 1 0,2-2 0,-4 4 0,1-1 0,-1 1 0,1 0 0,-1 0 0,1 0 0,-1 0 0,1 0 0,-1 0 0,1 0 0,-1 0 0,1 1 0,-1-1 0,1 0 0,-1 0 0,1 0 0,-1 0 0,1 1 0,-1-1 0,1 0 0,-1 1 0,0-1 0,1 0 0,-1 1 0,1-1 0,-1 0 0,0 1 0,1-1 0,-1 1 0,0-1 0,0 1 0,1-1 0,-1 1 0,11 18 0,-10-16 0,8 17 0,-5-12 0,0 1 0,0-1 0,1 1 0,0-1 0,11 13 0,-15-19 0,1-1 0,0 1 0,-1-1 0,1 0 0,0 1 0,0-1 0,0 0 0,0 0 0,0 0 0,0-1 0,0 1 0,0 0 0,0-1 0,0 1 0,0-1 0,1 0 0,-1 0 0,0 0 0,0 0 0,0 0 0,1 0 0,-1 0 0,0-1 0,0 1 0,0-1 0,0 0 0,0 1 0,0-1 0,0 0 0,4-3 0,4-2 0,1-1 0,-1 0 0,0-1 0,0 0 0,-1-1 0,0 0 0,0 0 0,-1-1 0,-1 0 0,1 0 0,5-13 0,5-13 0,-1 0 0,12-45 0,16-32 0,-37 98-1365</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9:27.503"/>
    </inkml:context>
    <inkml:brush xml:id="br0">
      <inkml:brushProperty name="width" value="0.05" units="cm"/>
      <inkml:brushProperty name="height" value="0.05" units="cm"/>
      <inkml:brushProperty name="color" value="#FFFFFF"/>
    </inkml:brush>
  </inkml:definitions>
  <inkml:trace contextRef="#ctx0" brushRef="#br0">1 223 24575,'0'-1'0,"0"0"0,0 0 0,0-1 0,0 1 0,0 0 0,0 0 0,0 0 0,1 0 0,-1-1 0,1 1 0,-1 0 0,0 0 0,1 0 0,0-1 0,0 1 0,-1 1 0,1 0 0,-1 0 0,0-1 0,1 1 0,-1 0 0,1-1 0,-1 1 0,1 0 0,-1 0 0,0 0 0,1 0 0,-1-1 0,1 1 0,-1 0 0,1 0 0,-1 0 0,1 0 0,-1 0 0,1 0 0,-1 0 0,1 0 0,0 1 0,1-1 0,0 1 0,0 0 0,0 0 0,0 1 0,0-1 0,0 0 0,0 0 0,0 1 0,-1-1 0,1 1 0,0 0 0,-1-1 0,2 3 0,8 14 0,-1 0 0,-1 0 0,11 30 0,12 25 0,-31-71 0,0-1 0,-1 1 0,1 0 0,0-1 0,0 1 0,0-1 0,0 0 0,0 1 0,0-1 0,0 0 0,0 1 0,1-1 0,-1 0 0,0 0 0,1 0 0,-1 0 0,1-1 0,-1 1 0,1 0 0,0 0 0,-1-1 0,1 1 0,0-1 0,-1 0 0,1 1 0,0-1 0,2 0 0,0-1 0,-1 0 0,0 0 0,0-1 0,0 1 0,-1-1 0,1 0 0,0 0 0,0 0 0,-1 0 0,1 0 0,-1 0 0,0-1 0,4-4 0,63-78 143,6-9-897,103-99 0,-153 170-6072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03.318"/>
    </inkml:context>
    <inkml:brush xml:id="br0">
      <inkml:brushProperty name="width" value="0.05" units="cm"/>
      <inkml:brushProperty name="height" value="0.05" units="cm"/>
      <inkml:brushProperty name="color" value="#FFFFFF"/>
    </inkml:brush>
  </inkml:definitions>
  <inkml:trace contextRef="#ctx0" brushRef="#br0">1 406 24575,'1'-1'0,"1"1"0,-1 0 0,0-1 0,1 1 0,-1-1 0,0 0 0,0 0 0,1 1 0,-1-1 0,0 0 0,0 0 0,2-2 0,11-7 0,-13 10 0,-1 0 0,1 0 0,-1 0 0,1 0 0,-1 0 0,1 0 0,-1 0 0,1 0 0,-1 1 0,1-1 0,-1 0 0,1 0 0,-1 0 0,1 1 0,-1-1 0,1 0 0,-1 0 0,0 1 0,1-1 0,-1 0 0,0 1 0,1-1 0,-1 1 0,0-1 0,1 0 0,-1 1 0,0-1 0,0 1 0,1-1 0,-1 1 0,0-1 0,0 1 0,0 0 0,7 16 0,-2 0 0,0 1 0,4 27 0,1 6 0,1-12 0,1-1 0,32 68 0,-44-105 0,0 0 0,0 0 0,1 0 0,-1 0 0,1 0 0,-1 0 0,1 0 0,-1 0 0,1 0 0,0 0 0,0 0 0,-1-1 0,1 1 0,0 0 0,0 0 0,0-1 0,0 1 0,0 0 0,0-1 0,0 1 0,0-1 0,0 1 0,0-1 0,0 0 0,0 1 0,0-1 0,0 0 0,0 0 0,0 0 0,0 0 0,0 0 0,1 0 0,-1 0 0,0 0 0,0 0 0,0-1 0,0 1 0,0 0 0,0-1 0,0 1 0,0-1 0,0 1 0,0-1 0,0 1 0,0-1 0,0 0 0,0 1 0,0-1 0,-1 0 0,1 0 0,1-1 0,5-6 0,0 0 0,0-1 0,0 0 0,5-12 0,-8 15 0,101-177 0,25-41 0,-97 174 0,2 1 0,52-56 0,-77 95-341,1-1 0,0 1-1,14-8 1,-5 5-6485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04.550"/>
    </inkml:context>
    <inkml:brush xml:id="br0">
      <inkml:brushProperty name="width" value="0.05" units="cm"/>
      <inkml:brushProperty name="height" value="0.05" units="cm"/>
      <inkml:brushProperty name="color" value="#FFFFFF"/>
    </inkml:brush>
  </inkml:definitions>
  <inkml:trace contextRef="#ctx0" brushRef="#br0">0 601 24575,'0'-1'0,"0"-1"0,0 1 0,0-1 0,1 1 0,-1 0 0,0-1 0,1 1 0,-1-1 0,0 1 0,1 0 0,0-1 0,-1 1 0,1 0 0,0 0 0,0 0 0,0-1 0,0 1 0,-1 0 0,2 0 0,-1 0 0,2-1 0,-2 1 0,-1 1 0,1 0 0,0 0 0,0 0 0,0-1 0,0 1 0,-1 0 0,1 0 0,0 0 0,0 0 0,0 0 0,0 0 0,-1 1 0,1-1 0,0 0 0,0 0 0,0 0 0,-1 1 0,1-1 0,0 1 0,0-1 0,-1 0 0,1 1 0,0-1 0,-1 1 0,1-1 0,0 1 0,-1 0 0,1-1 0,-1 1 0,1 0 0,-1-1 0,1 1 0,-1 0 0,0 0 0,1-1 0,-1 2 0,7 13 0,0 1 0,7 31 0,-11-36 0,-1-1 0,1 1 0,1-1 0,0 0 0,1 0 0,0 0 0,0-1 0,1 1 0,11 13 0,-16-22 0,0 0 0,0 0 0,0-1 0,0 1 0,0 0 0,0-1 0,0 1 0,0-1 0,0 0 0,0 1 0,0-1 0,0 0 0,0 1 0,0-1 0,0 0 0,0 0 0,1 0 0,-1 0 0,0 0 0,0 0 0,0 0 0,0-1 0,0 1 0,0 0 0,0-1 0,0 1 0,0 0 0,1-1 0,-2 1 0,1-1 0,0 0 0,0 1 0,0-1 0,0 0 0,0 0 0,1-1 0,3-3 0,0 0 0,0-1 0,-1 0 0,5-8 0,104-179 0,6-11 0,93-83-1365,-165 233-5461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05.808"/>
    </inkml:context>
    <inkml:brush xml:id="br0">
      <inkml:brushProperty name="width" value="0.05" units="cm"/>
      <inkml:brushProperty name="height" value="0.05" units="cm"/>
      <inkml:brushProperty name="color" value="#FFFFFF"/>
    </inkml:brush>
  </inkml:definitions>
  <inkml:trace contextRef="#ctx0" brushRef="#br0">0 446 24575,'0'3'0,"1"0"0,-1 0 0,1 0 0,0 0 0,0 0 0,0 0 0,0 0 0,1 0 0,-1-1 0,1 1 0,0 0 0,-1-1 0,4 4 0,33 32 0,-21-22 0,6 12 0,-20-22 0,1-1 0,0 0 0,0 0 0,0-1 0,1 1 0,9 6 0,-13-10 0,0-1 0,0 1 0,0-1 0,0 1 0,0-1 0,0 0 0,0 0 0,1 0 0,-1 0 0,0 0 0,0 0 0,0 0 0,0 0 0,0 0 0,0 0 0,1 0 0,-1-1 0,0 1 0,0 0 0,0-1 0,0 1 0,0-1 0,0 0 0,0 1 0,0-1 0,0 0 0,0 1 0,0-2 0,25-28 0,-20 22 0,105-133-682,227-221-1,-267 297-6143</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07.674"/>
    </inkml:context>
    <inkml:brush xml:id="br0">
      <inkml:brushProperty name="width" value="0.05" units="cm"/>
      <inkml:brushProperty name="height" value="0.05" units="cm"/>
      <inkml:brushProperty name="color" value="#FFFFFF"/>
    </inkml:brush>
  </inkml:definitions>
  <inkml:trace contextRef="#ctx0" brushRef="#br0">0 216 24575,'0'0'0,"1"-1"0,-1 0 0,0 1 0,0-1 0,0 1 0,1-1 0,-1 0 0,0 1 0,1-1 0,-1 1 0,0-1 0,1 1 0,-1-1 0,1 1 0,-1-1 0,1 1 0,-1 0 0,1-1 0,-1 1 0,1 0 0,-1-1 0,1 1 0,-1 0 0,1 0 0,0-1 0,-1 1 0,1 0 0,-1 0 0,1 0 0,0 0 0,-1 0 0,1 0 0,0 0 0,-1 0 0,1 0 0,1 0 0,0 0 0,1 1 0,0-1 0,-1 0 0,1 1 0,-1 0 0,1-1 0,4 3 0,2 4 0,-1 0 0,1 1 0,-1 0 0,-1 0 0,0 1 0,0 0 0,0 0 0,-1 1 0,8 18 0,-4-11 0,22 31 0,-31-46 0,1-1 0,0 1 0,0 0 0,0-1 0,0 1 0,0-1 0,0 1 0,0-1 0,0 0 0,1 0 0,-1 0 0,0 0 0,1-1 0,-1 1 0,1-1 0,-1 1 0,1-1 0,-1 0 0,1 0 0,-1 0 0,1 0 0,-1 0 0,1-1 0,-1 1 0,0-1 0,1 0 0,-1 1 0,1-1 0,-1 0 0,0 0 0,4-3 0,8-4 0,-2 0 0,1-1 0,-1-1 0,11-11 0,-17 16 0,103-97 274,89-77-1913,-140 134-5187</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08.838"/>
    </inkml:context>
    <inkml:brush xml:id="br0">
      <inkml:brushProperty name="width" value="0.05" units="cm"/>
      <inkml:brushProperty name="height" value="0.05" units="cm"/>
      <inkml:brushProperty name="color" value="#FFFFFF"/>
    </inkml:brush>
  </inkml:definitions>
  <inkml:trace contextRef="#ctx0" brushRef="#br0">0 308 24575,'0'-1'0,"0"-1"0,0 1 0,0 0 0,0 0 0,1-1 0,-1 1 0,0 0 0,1 0 0,-1 0 0,0-1 0,1 1 0,0-1 0,0 1 0,-1 1 0,0 0 0,1-1 0,-1 1 0,0 0 0,1-1 0,-1 1 0,0 0 0,1 0 0,-1-1 0,1 1 0,-1 0 0,0 0 0,1 0 0,-1 0 0,1 0 0,-1-1 0,1 1 0,-1 0 0,1 0 0,-1 0 0,0 0 0,2 0 0,-1 1 0,0-1 0,1 1 0,-1 0 0,0-1 0,1 1 0,-1 0 0,0 0 0,0-1 0,0 1 0,0 0 0,1 0 0,-1 1 0,0-1 0,-1 0 0,1 0 0,0 0 0,0 1 0,0-1 0,0 2 0,2 5 0,0 1 0,-1 0 0,2 11 0,-3-15 0,0 1 0,0-1 0,0 1 0,1-1 0,-1 1 0,1-1 0,1 0 0,-1 0 0,1 0 0,0 0 0,6 8 0,-8-12 0,0-1 0,0 1 0,0-1 0,0 1 0,0-1 0,0 0 0,0 1 0,0-1 0,0 0 0,0 0 0,0 0 0,1 0 0,-1 0 0,0 0 0,0 0 0,0 0 0,0 0 0,0 0 0,0-1 0,0 1 0,0 0 0,0-1 0,2 0 0,25-14 0,-23 12 0,30-23 0,-1 0 0,-1-3 0,39-44 0,-25 26 0,112-111-1365,-112 111-5461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12.203"/>
    </inkml:context>
    <inkml:brush xml:id="br0">
      <inkml:brushProperty name="width" value="0.05" units="cm"/>
      <inkml:brushProperty name="height" value="0.05" units="cm"/>
      <inkml:brushProperty name="color" value="#FFFFFF"/>
    </inkml:brush>
  </inkml:definitions>
  <inkml:trace contextRef="#ctx0" brushRef="#br0">1 364 24575,'0'0'0,"0"0"0,0 0 0,0 0 0,0 0 0,0-1 0,0 1 0,0 0 0,0 0 0,0 0 0,0 0 0,0 0 0,0 0 0,0 0 0,0 0 0,0 0 0,0 0 0,0-1 0,0 1 0,0 0 0,0 0 0,0 0 0,0 0 0,0 0 0,0 0 0,1 0 0,-1 0 0,0 0 0,0 0 0,0 0 0,0 0 0,0 0 0,0 0 0,0 0 0,0 0 0,0 0 0,0 0 0,0 0 0,1 0 0,-1 0 0,0 0 0,0 0 0,0 0 0,0 0 0,0 0 0,0 0 0,0 0 0,0 0 0,0 0 0,0 0 0,0 0 0,1 0 0,-1 0 0,0 0 0,0 0 0,0 0 0,0 0 0,0 0 0,0 0 0,0 0 0,0 0 0,0 0 0,8 7 0,5 9 0,-8-9 0,-1-1 0,1 1 0,0-1 0,0 0 0,0 0 0,1-1 0,12 10 0,-16-14 0,0 0 0,1 1 0,-1-1 0,0 0 0,0-1 0,1 1 0,-1 0 0,1-1 0,-1 1 0,0-1 0,1 0 0,-1 0 0,1 0 0,-1 0 0,1 0 0,-1 0 0,1-1 0,-1 1 0,0-1 0,1 0 0,-1 1 0,0-1 0,1 0 0,-1-1 0,0 1 0,0 0 0,0 0 0,0-1 0,2-2 0,17-14 0,21-26 0,14-12 0,-37 39 11,78-68-699,157-107 0,-215 169-6138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13.803"/>
    </inkml:context>
    <inkml:brush xml:id="br0">
      <inkml:brushProperty name="width" value="0.05" units="cm"/>
      <inkml:brushProperty name="height" value="0.05" units="cm"/>
      <inkml:brushProperty name="color" value="#FFFFFF"/>
    </inkml:brush>
  </inkml:definitions>
  <inkml:trace contextRef="#ctx0" brushRef="#br0">1 373 24575,'3'1'0,"0"-1"0,1 1 0,-1 0 0,0 0 0,0 0 0,1 0 0,-1 1 0,0 0 0,0-1 0,-1 1 0,1 0 0,0 0 0,0 0 0,-1 1 0,0-1 0,1 1 0,-1-1 0,3 6 0,5 6 0,0 1 0,9 21 0,-16-29 0,8 17 0,11 37 0,-15-37 0,22 43 0,-29-66 0,0 0 0,1 0 0,-1 0 0,1-1 0,-1 1 0,1 0 0,-1-1 0,1 1 0,-1 0 0,1-1 0,0 1 0,-1 0 0,1-1 0,0 1 0,0-1 0,-1 0 0,1 1 0,0-1 0,1 1 0,-2-1 0,1 0 0,0 0 0,-1 0 0,1 0 0,0-1 0,-1 1 0,1 0 0,-1 0 0,1 0 0,-1-1 0,1 1 0,0 0 0,-1-1 0,1 1 0,-1 0 0,1-1 0,-1 1 0,0-1 0,1 1 0,0-2 0,2-3 0,1 0 0,-1-1 0,0 1 0,3-9 0,-2 4 0,14-29 0,89-174 0,-81 166 0,3 1 0,47-59 0,-57 84 114,0 0 0,41-33 0,-47 44-358,1 0 0,0 1 0,1 0 0,0 1 1,0 1-1,17-5 0,-6 5-6582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16.395"/>
    </inkml:context>
    <inkml:brush xml:id="br0">
      <inkml:brushProperty name="width" value="0.05" units="cm"/>
      <inkml:brushProperty name="height" value="0.05" units="cm"/>
      <inkml:brushProperty name="color" value="#FFFFFF"/>
    </inkml:brush>
  </inkml:definitions>
  <inkml:trace contextRef="#ctx0" brushRef="#br0">1 692 24575,'618'-31'-1261,"-3"-38"-785,-242 25 1528,4444-367-8805,-2426 291 8731,-2017 104 6141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2.513"/>
    </inkml:context>
    <inkml:brush xml:id="br0">
      <inkml:brushProperty name="width" value="0.05" units="cm"/>
      <inkml:brushProperty name="height" value="0.05" units="cm"/>
      <inkml:brushProperty name="color" value="#FFFFFF"/>
    </inkml:brush>
  </inkml:definitions>
  <inkml:trace contextRef="#ctx0" brushRef="#br0">1 4 24575,'0'-3'0,"0"2"0,0 4 0,0 7 0,0 7 0,0 6 0,2 8 0,2 9 0,2 6 0,1 6 0,-2 5 0,-1 2 0,-1-2 0,-2-10-8191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2.901"/>
    </inkml:context>
    <inkml:brush xml:id="br0">
      <inkml:brushProperty name="width" value="0.05" units="cm"/>
      <inkml:brushProperty name="height" value="0.05" units="cm"/>
      <inkml:brushProperty name="color" value="#FFFFFF"/>
    </inkml:brush>
  </inkml:definitions>
  <inkml:trace contextRef="#ctx0" brushRef="#br0">163 751 24575,'-11'-34'0,"-1"0"0,-26-50 0,0 0 0,24 50 0,2-1 0,1 0 0,-11-68 0,20 92 0,1-1 0,0 1 0,1 0 0,0-1 0,1 1 0,0 0 0,0 0 0,2 0 0,-1 0 0,1 0 0,1 0 0,0 1 0,1-1 0,-1 1 0,2 0 0,12-17 0,-10 17 0,1 1 0,-1 0 0,2 1 0,-1 0 0,1 0 0,1 1 0,-1 1 0,1-1 0,0 2 0,1 0 0,-1 0 0,1 1 0,0 0 0,0 1 0,0 0 0,1 1 0,-1 0 0,25 1 0,-21 2 0,1 0 0,-1 2 0,0 0 0,1 0 0,-1 2 0,-1 0 0,1 0 0,-1 2 0,0 0 0,0 1 0,-1 0 0,0 1 0,24 20 0,-18-9 0,0 0 0,-1 2 0,-1 0 0,-1 1 0,-1 1 0,-2 0 0,0 1 0,-1 1 0,-2 0 0,0 1 0,-2 0 0,-1 0 0,8 51 0,-11-45 0,-2 0 0,-1 0 0,-1 0 0,-2-1 0,-1 1 0,-2 0 0,-1 0 0,-1-1 0,-2 0 0,-1 0 0,-24 51 0,21-58 0,-1-2 0,-2 1 0,0-2 0,-1 0 0,-2-1 0,0-1 0,-22 20 0,25-27 0,0-1 0,-1-1 0,0 0 0,-1-1 0,0 0 0,0-2 0,-1 0 0,-1-1 0,1 0 0,-31 5 0,42-10-97,0-1-1,0 0 1,-1-1-1,1 0 1,0 0-1,0 0 1,0-1-1,-1 0 1,1 0-1,0-1 1,0 0-1,1 0 0,-14-6 1,-2-7-6729</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3.367"/>
    </inkml:context>
    <inkml:brush xml:id="br0">
      <inkml:brushProperty name="width" value="0.05" units="cm"/>
      <inkml:brushProperty name="height" value="0.05" units="cm"/>
      <inkml:brushProperty name="color" value="#FFFFFF"/>
    </inkml:brush>
  </inkml:definitions>
  <inkml:trace contextRef="#ctx0" brushRef="#br0">49 225 24575,'0'1'0,"-1"1"0,0-1 0,0 1 0,1 0 0,-1-1 0,1 1 0,-1 0 0,1-1 0,0 1 0,-1 0 0,1 0 0,0-1 0,0 1 0,1 0 0,-1 0 0,0-1 0,0 1 0,1 0 0,-1-1 0,1 1 0,-1 0 0,1-1 0,0 1 0,0-1 0,0 1 0,0-1 0,0 1 0,0-1 0,1 2 0,-1-2 0,0 0 0,-1 0 0,1 0 0,0 0 0,0 0 0,0 0 0,0 0 0,0 0 0,0 0 0,0-1 0,0 1 0,0 0 0,0-1 0,0 1 0,0 0 0,0-1 0,1 0 0,-1 1 0,0-1 0,0 0 0,1 1 0,-1-1 0,0 0 0,1 0 0,-1 0 0,0 0 0,0 0 0,1 0 0,-1-1 0,0 1 0,0 0 0,1-1 0,-1 1 0,0-1 0,0 1 0,0-1 0,0 0 0,0 1 0,1-1 0,0-1 0,3-5 0,0 0 0,0 1 0,-1-2 0,0 1 0,-1 0 0,0-1 0,0 1 0,0-1 0,-1 0 0,0 0 0,1-13 0,0-5 0,-2 0 0,-1-35 0,-1 56 0,1 0 0,-1 0 0,0 0 0,0 1 0,0-1 0,-1 0 0,0 0 0,0 1 0,-4-8 0,5 11 0,0 0 0,1 0 0,-1 0 0,0 0 0,0 0 0,0 1 0,0-1 0,0 0 0,0 0 0,0 1 0,0-1 0,0 1 0,0-1 0,0 1 0,0-1 0,0 1 0,0 0 0,-2-1 0,2 1 0,-1 0 0,0 0 0,1 1 0,-1-1 0,1 0 0,-1 1 0,1 0 0,-1-1 0,1 1 0,-1 0 0,1-1 0,0 1 0,-1 0 0,1 0 0,0 0 0,0 0 0,-2 2 0,-5 7 0,0-1 0,0 1 0,1 0 0,1 1 0,0 0 0,0 0 0,1 0 0,1 1 0,0-1 0,-6 25 0,6-13 0,0 1 0,2 0 0,0 0 0,4 42 0,-1-53 49,0-1 0,1 0 0,1 1-1,0-1 1,1 0 0,9 21 0,-10-28-156,0 0 0,0 0 1,0 0-1,1 0 0,0 0 1,0-1-1,0 1 0,0-1 1,1 0-1,0 0 0,0-1 1,0 1-1,0-1 0,0 0 1,11 3-1,11 2-6719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3.756"/>
    </inkml:context>
    <inkml:brush xml:id="br0">
      <inkml:brushProperty name="width" value="0.05" units="cm"/>
      <inkml:brushProperty name="height" value="0.05" units="cm"/>
      <inkml:brushProperty name="color" value="#FFFFFF"/>
    </inkml:brush>
  </inkml:definitions>
  <inkml:trace contextRef="#ctx0" brushRef="#br0">272 80 24575,'-24'-28'0,"19"21"0,-1 1 0,1 0 0,-1 0 0,-10-8 0,14 13 0,-1-1 0,0 0 0,0 1 0,1 0 0,-1 0 0,0 0 0,0 0 0,0 0 0,-1 0 0,1 1 0,0-1 0,0 1 0,0 0 0,0 0 0,-6 1 0,0 1 0,1 0 0,0 0 0,0 1 0,1 0 0,-1 1 0,0-1 0,1 1 0,0 1 0,0 0 0,0 0 0,-8 8 0,9-8 0,1 0 0,0 1 0,0-1 0,0 1 0,1 0 0,-1 1 0,2-1 0,-1 1 0,1 0 0,0 0 0,0 0 0,-3 14 0,6-17 0,0 0 0,0 0 0,0 0 0,0 0 0,1 0 0,0 0 0,0 0 0,0 0 0,0 0 0,1 0 0,-1 0 0,1-1 0,0 1 0,0-1 0,0 1 0,1-1 0,-1 0 0,1 0 0,0 0 0,0 0 0,4 3 0,7 6 0,2-1 0,-1 0 0,21 10 0,-32-19 0,162 83 0,-164-85 0,-1 1 0,1 0 0,-1 0 0,0-1 0,1 1 0,-1 0 0,0 0 0,0 1 0,0-1 0,0 0 0,0 0 0,0 0 0,0 1 0,0-1 0,0 0 0,1 4 0,-2-4 0,0-1 0,0 1 0,0 0 0,0 0 0,-1 0 0,1-1 0,0 1 0,0 0 0,0 0 0,-1-1 0,1 1 0,0 0 0,-1-1 0,1 1 0,-1 0 0,1-1 0,-1 1 0,1 0 0,-1-1 0,1 1 0,-1-1 0,1 1 0,-2 0 0,-3 2 0,0 0 0,0-1 0,-1 0 0,1 0 0,0 0 0,-1 0 0,-10 1 0,4-1-151,0-1-1,0-1 0,0 0 0,0 0 1,0-2-1,0 1 0,0-1 1,-16-5-1,1-3-6674</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4.022"/>
    </inkml:context>
    <inkml:brush xml:id="br0">
      <inkml:brushProperty name="width" value="0.05" units="cm"/>
      <inkml:brushProperty name="height" value="0.05" units="cm"/>
      <inkml:brushProperty name="color" value="#FFFFFF"/>
    </inkml:brush>
  </inkml:definitions>
  <inkml:trace contextRef="#ctx0" brushRef="#br0">0 40 24575,'1'-4'0,"-1"-1"0,1 1 0,1 0 0,-1 0 0,4-8 0,-2 5 0,-1 18 0,0 9 0,23 612 0,-20-558-1365,-3-48-5461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4.381"/>
    </inkml:context>
    <inkml:brush xml:id="br0">
      <inkml:brushProperty name="width" value="0.05" units="cm"/>
      <inkml:brushProperty name="height" value="0.05" units="cm"/>
      <inkml:brushProperty name="color" value="#FFFFFF"/>
    </inkml:brush>
  </inkml:definitions>
  <inkml:trace contextRef="#ctx0" brushRef="#br0">1 292 24575,'0'-9'0,"-1"4"0,1-1 0,1 0 0,-1 1 0,1-1 0,0 1 0,2-9 0,-2 12 0,0 0 0,0 0 0,0 0 0,1 0 0,-1 0 0,1 0 0,0 0 0,-1 0 0,1 1 0,0-1 0,0 1 0,0-1 0,0 1 0,0 0 0,0 0 0,1 0 0,-1 0 0,3-1 0,163-45 0,-11 4 0,-152 41 0,0 0 0,0 0 0,0 0 0,0 0 0,-1-1 0,1 0 0,-1 0 0,1 0 0,-1-1 0,6-6 0,-9 9 0,0-1 0,0 0 0,0 0 0,0 0 0,0 0 0,0 0 0,0 0 0,-1 0 0,1 0 0,-1-1 0,0 1 0,0 0 0,1 0 0,-1 0 0,0-1 0,-1 1 0,1 0 0,0 0 0,-1 0 0,1 0 0,-1 0 0,0 0 0,0 0 0,1 0 0,-1 0 0,-1 0 0,-1-3 0,3 4 0,-1-1 0,0 1 0,0 0 0,0-1 0,0 1 0,0 0 0,0 0 0,0 0 0,-1-1 0,1 1 0,0 1 0,-1-1 0,1 0 0,-1 0 0,-1 0 0,3 1 0,-1 0 0,0 0 0,1 0 0,-1 0 0,0 0 0,1 0 0,-1 0 0,0 1 0,1-1 0,-1 0 0,1 0 0,-1 1 0,0-1 0,1 0 0,-1 1 0,1-1 0,-1 1 0,1-1 0,-1 1 0,1-1 0,-1 1 0,1-1 0,0 1 0,-1-1 0,1 1 0,0 0 0,0-1 0,-1 1 0,1-1 0,0 1 0,0 0 0,0-1 0,0 1 0,-1 0 0,1-1 0,0 1 0,0 0 0,1 1 0,-5 29 0,2 1 0,4 55 0,0-25 0,-1 68-1365,-1-108-5461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4.553"/>
    </inkml:context>
    <inkml:brush xml:id="br0">
      <inkml:brushProperty name="width" value="0.05" units="cm"/>
      <inkml:brushProperty name="height" value="0.05" units="cm"/>
      <inkml:brushProperty name="color" value="#FFFFFF"/>
    </inkml:brush>
  </inkml:definitions>
  <inkml:trace contextRef="#ctx0" brushRef="#br0">7 1 24575,'-3'0'0,"0"2"0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4.991"/>
    </inkml:context>
    <inkml:brush xml:id="br0">
      <inkml:brushProperty name="width" value="0.05" units="cm"/>
      <inkml:brushProperty name="height" value="0.05" units="cm"/>
      <inkml:brushProperty name="color" value="#FFFFFF"/>
    </inkml:brush>
  </inkml:definitions>
  <inkml:trace contextRef="#ctx0" brushRef="#br0">12 79 24575,'-6'-1'0,"1"0"0,5 10 0,19 77 0,-11-54 0,6 50 0,-10 29 0,1-161 0,3 0 0,2 1 0,16-49 0,-24 90 0,5-16 0,13-29 0,-17 47 0,-1 1 0,1 0 0,0 0 0,0 0 0,0 0 0,1 1 0,0-1 0,-1 1 0,2 0 0,-1 0 0,8-5 0,-11 8 0,0 1 0,1-1 0,-1 1 0,0-1 0,0 1 0,1 0 0,-1-1 0,0 1 0,1 0 0,-1 0 0,0 0 0,1 0 0,-1 0 0,0 0 0,0 1 0,1-1 0,-1 0 0,0 1 0,1-1 0,-1 1 0,0-1 0,0 1 0,0-1 0,0 1 0,0 0 0,1 0 0,-1 0 0,0-1 0,-1 1 0,1 0 0,0 0 0,0 0 0,0 1 0,-1-1 0,2 1 0,3 6 0,0 0 0,-1 1 0,6 15 0,-7-18 0,11 36-8,-1 1 0,9 55 1,-10-39-1335,-6-34-5484</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5.486"/>
    </inkml:context>
    <inkml:brush xml:id="br0">
      <inkml:brushProperty name="width" value="0.05" units="cm"/>
      <inkml:brushProperty name="height" value="0.05" units="cm"/>
      <inkml:brushProperty name="color" value="#FFFFFF"/>
    </inkml:brush>
  </inkml:definitions>
  <inkml:trace contextRef="#ctx0" brushRef="#br0">211 257 24575,'3'-4'0,"-1"0"0,0 0 0,-1 0 0,1 0 0,-1 0 0,0-1 0,0 1 0,0-1 0,-1 1 0,1-1 0,-1 1 0,-1-6 0,2 0 0,-1-2 0,0 1 0,-1-1 0,0 0 0,0 1 0,-2 0 0,1-1 0,-8-17 0,9 24 0,-1 1 0,0-1 0,0 1 0,0 0 0,-1-1 0,1 1 0,-1 1 0,0-1 0,0 0 0,0 1 0,-1-1 0,1 1 0,-1 0 0,0 0 0,0 0 0,0 1 0,0 0 0,0-1 0,-1 1 0,1 1 0,-6-3 0,8 4 0,-1 0 0,1-1 0,0 1 0,-1 0 0,1 0 0,0 1 0,-1-1 0,1 0 0,0 1 0,0 0 0,-1-1 0,1 1 0,0 0 0,0 0 0,0 0 0,-4 3 0,2-1 0,1 0 0,-1 1 0,0-1 0,1 1 0,0 0 0,0 0 0,-4 6 0,0 5 0,0 0 0,0 0 0,-7 27 0,8-17 0,0 0 0,2 0 0,0 0 0,1 40 0,3-54 0,0 0 0,1-1 0,0 1 0,1 0 0,0-1 0,1 0 0,0 1 0,0-1 0,1 0 0,1 0 0,-1-1 0,2 1 0,8 11 0,-13-19 0,1 0 0,-1 0 0,1 0 0,0 0 0,-1-1 0,1 1 0,0-1 0,0 1 0,0-1 0,0 0 0,0 0 0,0 0 0,1 0 0,-1 0 0,0 0 0,0 0 0,1-1 0,-1 1 0,0-1 0,1 0 0,-1 0 0,1 0 0,-1 0 0,0 0 0,1 0 0,-1-1 0,4 0 0,-2-1 0,1 0 0,-1-1 0,0 1 0,0-1 0,0 0 0,0 0 0,0 0 0,-1-1 0,1 1 0,-1-1 0,0 0 0,4-7 0,5-8 0,-1-1 0,-1-1 0,-1 0 0,-1 0 0,7-28 0,-2-4 0,6-56 0,-22 132 0,2 0 0,1 0 0,4 26 0,-3-33 0,2 1 0,0-1 0,1 0 0,0 0 0,13 29 0,-14-40 31,-1 0 0,1-1 0,0 0 0,0 1 0,0-1 0,1-1 0,-1 1 0,1 0 1,0-1-1,5 4 0,-6-5-117,-1-1 1,1 1 0,0-1-1,-1 0 1,1 0 0,0-1-1,0 1 1,0 0 0,0-1-1,-1 0 1,1 0 0,0 0-1,0 0 1,0 0 0,0 0-1,0-1 1,0 1 0,0-1-1,3-1 1,12-5-6741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5.705"/>
    </inkml:context>
    <inkml:brush xml:id="br0">
      <inkml:brushProperty name="width" value="0.05" units="cm"/>
      <inkml:brushProperty name="height" value="0.05" units="cm"/>
      <inkml:brushProperty name="color" value="#FFFFFF"/>
    </inkml:brush>
  </inkml:definitions>
  <inkml:trace contextRef="#ctx0" brushRef="#br0">79 158 24575,'-8'-33'0,"5"14"0,-2 1 0,0 0 0,-1 1 0,-10-23 0,15 40 0,1-1 0,-1 0 0,1 0 0,-1 0 0,1 0 0,-1 0 0,1 1 0,-1-1 0,0 0 0,0 0 0,1 1 0,-1-1 0,0 1 0,0-1 0,0 1 0,-1-2 0,2 2 0,-1 0 0,1 0 0,-1 0 0,1 1 0,-1-1 0,1 0 0,-1 0 0,1 0 0,0 0 0,-1 0 0,1 0 0,-1 1 0,1-1 0,0 0 0,-1 0 0,1 1 0,0-1 0,-1 0 0,1 0 0,0 1 0,-1-1 0,1 0 0,0 1 0,0-1 0,-1 1 0,-1 2 0,1 1 0,-1-1 0,1 1 0,0-1 0,0 1 0,0 0 0,-1 5 0,0 30 0,2 1 0,2-1 0,1 1 0,11 51 0,-10-67 0,56 302-163,-43-243-1039,-11-50-5624</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6.061"/>
    </inkml:context>
    <inkml:brush xml:id="br0">
      <inkml:brushProperty name="width" value="0.05" units="cm"/>
      <inkml:brushProperty name="height" value="0.05" units="cm"/>
      <inkml:brushProperty name="color" value="#FFFFFF"/>
    </inkml:brush>
  </inkml:definitions>
  <inkml:trace contextRef="#ctx0" brushRef="#br0">12 152 24575,'-1'-1'0,"0"1"0,0-1 0,1 1 0,-1-1 0,0 0 0,1 0 0,-1 1 0,0-1 0,1 0 0,-1 0 0,1 0 0,-1 0 0,1 0 0,-1 0 0,1 0 0,0 0 0,-1 0 0,1 0 0,0 0 0,0 0 0,0 0 0,0 0 0,0 0 0,0 0 0,0 0 0,0 0 0,0 0 0,0 0 0,0 0 0,1 0 0,-1 0 0,1 0 0,-1 0 0,0 1 0,1-1 0,-1 0 0,1 0 0,0 0 0,-1 0 0,1 1 0,0-1 0,0 0 0,-1 0 0,1 1 0,0-1 0,0 1 0,0-1 0,1 0 0,6-3 0,0 0 0,0 1 0,0 0 0,14-4 0,-10 4 0,9-3 0,-3 0 0,35-14 0,-48 17 0,0 1 0,0-1 0,-1-1 0,1 1 0,-1-1 0,1 1 0,-1-1 0,0 0 0,0-1 0,-1 1 0,4-6 0,-7 10 0,0 0 0,0 0 0,0 0 0,0-1 0,0 1 0,0 0 0,0 0 0,0 0 0,0-1 0,1 1 0,-1 0 0,0 0 0,0 0 0,0 0 0,0-1 0,0 1 0,1 0 0,-1 0 0,0 0 0,0 0 0,0 0 0,0-1 0,1 1 0,-1 0 0,0 0 0,0 0 0,0 0 0,1 0 0,-1 0 0,0 0 0,0 0 0,0 0 0,1 0 0,-1 0 0,0 0 0,0 0 0,1 0 0,-1 0 0,0 0 0,0 0 0,1 0 0,2 11 0,0 31 0,-2-26 0,-1-15 0,7 91-682,31 154-1,-32-228-6143</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6.200"/>
    </inkml:context>
    <inkml:brush xml:id="br0">
      <inkml:brushProperty name="width" value="0.05" units="cm"/>
      <inkml:brushProperty name="height" value="0.05" units="cm"/>
      <inkml:brushProperty name="color" value="#FFFFFF"/>
    </inkml:brush>
  </inkml:definitions>
  <inkml:trace contextRef="#ctx0" brushRef="#br0">7 1 24575,'-3'0'0,"0"3"0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8:58:37.290"/>
    </inkml:context>
    <inkml:brush xml:id="br0">
      <inkml:brushProperty name="width" value="0.05" units="cm"/>
      <inkml:brushProperty name="height" value="0.05" units="cm"/>
      <inkml:brushProperty name="color" value="#FFFFFF"/>
    </inkml:brush>
  </inkml:definitions>
  <inkml:trace contextRef="#ctx0" brushRef="#br0">18 155 24575,'-15'126'0,"14"-103"0,-1 74 0,3-87 0,0-1 0,0 0 0,1 1 0,0-1 0,1 0 0,0 0 0,7 17 0,-9-24 0,0 0 0,0-1 0,0 1 0,0 0 0,0-1 0,1 1 0,-1-1 0,0 1 0,1-1 0,-1 1 0,1-1 0,-1 0 0,1 0 0,0 0 0,-1 0 0,1 0 0,0 0 0,0 0 0,0-1 0,0 1 0,0-1 0,0 1 0,-1-1 0,1 0 0,0 1 0,3-1 0,-2-1 0,0 0 0,0 0 0,-1 0 0,1 0 0,-1 0 0,1 0 0,-1-1 0,1 1 0,-1-1 0,1 0 0,-1 1 0,0-1 0,0 0 0,0-1 0,0 1 0,-1 0 0,1 0 0,1-3 0,4-8 0,0-1 0,-1 1 0,0-1 0,-2 0 0,1 0 0,-2-1 0,0 1 0,2-24 0,-3 3 0,-1-1 0,-5-50 0,1 61 0,-8-40 0,8 56 0,0-1 0,0 1 0,-1-1 0,0 1 0,0 0 0,-1 1 0,-6-10 0,11 18 0,-1-1 0,1 0 0,0 1 0,-1-1 0,1 1 0,-1-1 0,1 1 0,0-1 0,-1 1 0,1-1 0,-1 1 0,1 0 0,-1-1 0,1 1 0,-1 0 0,0-1 0,1 1 0,-1 0 0,1 0 0,-1-1 0,0 1 0,1 0 0,-1 0 0,0 0 0,1 0 0,-1 0 0,1 0 0,-1 0 0,0 0 0,1 0 0,-1 0 0,0 0 0,1 1 0,-1-1 0,1 0 0,-1 0 0,0 1 0,1-1 0,-1 0 0,1 1 0,-1-1 0,1 0 0,-1 1 0,1-1 0,-1 1 0,1-1 0,-1 1 0,1-1 0,0 1 0,-1-1 0,1 1 0,0-1 0,-1 1 0,1 0 0,0-1 0,0 1 0,0 1 0,-4 5 0,1 0 0,1 1 0,-3 11 0,5-16 0,-6 25 0,1 0 0,2 1 0,1 0 0,1-1 0,2 1 0,1 0 0,6 34 0,-7-59 0,0 0 0,0 0 0,0 1 0,0-1 0,1 0 0,0 0 0,0 0 0,3 4 0,-5-7 0,1-1 0,0 1 0,0 0 0,-1 0 0,1 0 0,0-1 0,0 1 0,0-1 0,0 1 0,0 0 0,0-1 0,0 0 0,0 1 0,0-1 0,0 1 0,0-1 0,0 0 0,0 0 0,0 0 0,0 0 0,0 0 0,0 0 0,0 0 0,0 0 0,1 0 0,-1 0 0,0-1 0,0 1 0,0 0 0,0-1 0,0 1 0,0-1 0,0 1 0,0-1 0,0 1 0,-1-1 0,3-1 0,3-3 0,0 0 0,0-1 0,0 0 0,-1 0 0,0 0 0,0 0 0,4-9 0,27-52 0,-29 52 0,17-35 0,-13 25 0,1 0 0,1 1 0,18-25 0,-30 48 0,0 0 0,-1 0 0,1 0 0,0 0 0,-1 0 0,1 0 0,0 0 0,0 0 0,0 0 0,0 1 0,0-1 0,0 0 0,0 1 0,0-1 0,0 0 0,0 1 0,1 0 0,-1-1 0,0 1 0,0 0 0,0-1 0,1 1 0,-1 0 0,2 0 0,-2 1 0,0-1 0,0 1 0,0 0 0,1-1 0,-1 1 0,0 0 0,0 0 0,0 0 0,0 0 0,0 0 0,-1 0 0,1 0 0,0 0 0,0 1 0,-1-1 0,1 0 0,0 3 0,4 7 0,-2 1 0,1 0 0,1 19 0,-4-26 0,2 9 0,9 62 0,3-1 0,29 83 0,-43-157 0,-1 1 0,1-1 0,0 1 0,-1-1 0,1 1 0,0-1 0,0 1 0,0-1 0,0 0 0,1 1 0,-1-1 0,0 0 0,0 0 0,1 0 0,-1 0 0,1 0 0,-1 0 0,1 0 0,-1-1 0,1 1 0,-1 0 0,1-1 0,0 1 0,-1-1 0,1 0 0,0 0 0,0 1 0,-1-1 0,1 0 0,0 0 0,-1-1 0,1 1 0,0 0 0,0-1 0,2 0 0,1 0 0,-1-1 0,1 0 0,-1 0 0,0 0 0,0-1 0,0 1 0,0-1 0,0 0 0,0 0 0,-1 0 0,0 0 0,4-5 0,9-18 0,-1 0 0,-1-1 0,-1-1 0,-1 0 0,12-49 0,5-10 0,-20 71 0,-8 16 0,-1 0 0,0 0 0,0 0 0,0 0 0,1 0 0,-1 0 0,0 0 0,0 0 0,0 0 0,1 0 0,-1 0 0,0 0 0,0 0 0,0 0 0,1 0 0,-1 0 0,0 0 0,0 1 0,0-1 0,0 0 0,1 0 0,-1 0 0,0 0 0,0 0 0,0 0 0,0 1 0,1-1 0,-1 0 0,0 0 0,0 0 0,0 0 0,0 1 0,0-1 0,0 0 0,0 0 0,0 0 0,0 1 0,0-1 0,1 0 0,5 33 0,-4-25 0,5 42 0,11 58 0,-15-96 0,1 1 0,0-1 0,1 0 0,1 0 0,-1 0 0,11 14 0,-15-24 0,1 1 0,0-1 0,-1 0 0,1 0 0,0 0 0,0 0 0,0 0 0,0-1 0,0 1 0,0 0 0,1-1 0,-1 0 0,0 1 0,1-1 0,-1 0 0,1 0 0,0-1 0,-1 1 0,1 0 0,0-1 0,-1 0 0,4 1 0,-2-2 0,-1 0 0,0 1 0,0-1 0,0 0 0,0 0 0,0-1 0,-1 1 0,1-1 0,0 1 0,0-1 0,-1 0 0,1 0 0,-1 0 0,0 0 0,0-1 0,0 1 0,0-1 0,3-4 0,9-16 0,-1-1 0,19-47 0,4-9 0,-30 72 171,-4 12 0,-4 15-1878,-1-4-5119</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38.973"/>
    </inkml:context>
    <inkml:brush xml:id="br0">
      <inkml:brushProperty name="width" value="0.05" units="cm"/>
      <inkml:brushProperty name="height" value="0.05" units="cm"/>
      <inkml:brushProperty name="color" value="#FFFFFF"/>
    </inkml:brush>
  </inkml:definitions>
  <inkml:trace contextRef="#ctx0" brushRef="#br0">1 31 24575,'450'1'0,"471"-2"0,-899 0 0,12 2 0,0-3 0,0 0 0,43-10 0,-63 6 342,-25 1-2049,-14 2-5119</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3T09:00:39.362"/>
    </inkml:context>
    <inkml:brush xml:id="br0">
      <inkml:brushProperty name="width" value="0.05" units="cm"/>
      <inkml:brushProperty name="height" value="0.05" units="cm"/>
      <inkml:brushProperty name="color" value="#FFFFFF"/>
    </inkml:brush>
  </inkml:definitions>
  <inkml:trace contextRef="#ctx0" brushRef="#br0">0 1 24575,'6'0'0,"15"0"0,15 0 0,9 0 0,14 0 0,11 0 0,9 0 0,3 0 0,-8 0 0,-5 0 0,-12 0 0,-9 0 0,-12 0 0,-10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8/3/2026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4EFDC-91CC-47CE-97E2-CDF953531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74345-6F5C-14B7-A1D2-602046151DB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8299F3-1606-4D0B-6FD9-8F8A58BBC3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9D1847-03B4-9ED7-7098-50638015A8D6}"/>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1782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F3435-5112-E639-AFF5-24A2659FC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B0171-BAE3-CAB1-AE26-92C60C4FFB1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3CE262A-8BF7-8B71-A599-A9E56B76A8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72F2C3-95B6-0476-E1D6-9682FDB1D85C}"/>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7524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5046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3255519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863837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1506552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629185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9972914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38662397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557135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8/3/2026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2539402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42409015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64480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76959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2" name="Title 1"/>
          <p:cNvSpPr>
            <a:spLocks noGrp="1"/>
          </p:cNvSpPr>
          <p:nvPr>
            <p:ph type="title"/>
          </p:nvPr>
        </p:nvSpPr>
        <p:spPr>
          <a:xfrm>
            <a:off x="190128" y="0"/>
            <a:ext cx="9733444" cy="711081"/>
          </a:xfrm>
          <a:prstGeom prst="rect">
            <a:avLst/>
          </a:prstGeom>
        </p:spPr>
        <p:txBody>
          <a:bodyPr>
            <a:noAutofit/>
          </a:bodyPr>
          <a:lstStyle>
            <a:lvl1pPr>
              <a:defRPr sz="3600" b="0">
                <a:solidFill>
                  <a:schemeClr val="accent6"/>
                </a:solidFill>
                <a:latin typeface="Cooper Black" panose="0208090404030B020404" pitchFamily="18" charset="0"/>
              </a:defRPr>
            </a:lvl1pPr>
          </a:lstStyle>
          <a:p>
            <a:r>
              <a:rPr lang="en-US" dirty="0"/>
              <a:t>Click to edit Master title style</a:t>
            </a:r>
          </a:p>
        </p:txBody>
      </p:sp>
      <p:sp>
        <p:nvSpPr>
          <p:cNvPr id="5" name="TextBox 4">
            <a:extLst>
              <a:ext uri="{FF2B5EF4-FFF2-40B4-BE49-F238E27FC236}">
                <a16:creationId xmlns:a16="http://schemas.microsoft.com/office/drawing/2014/main" id="{A5C5638B-B677-974A-A667-0478687C5541}"/>
              </a:ext>
            </a:extLst>
          </p:cNvPr>
          <p:cNvSpPr txBox="1"/>
          <p:nvPr userDrawn="1"/>
        </p:nvSpPr>
        <p:spPr>
          <a:xfrm>
            <a:off x="8974732" y="6381328"/>
            <a:ext cx="3096344" cy="338554"/>
          </a:xfrm>
          <a:prstGeom prst="rect">
            <a:avLst/>
          </a:prstGeom>
          <a:noFill/>
        </p:spPr>
        <p:txBody>
          <a:bodyPr wrap="square" rtlCol="0">
            <a:spAutoFit/>
          </a:bodyPr>
          <a:lstStyle/>
          <a:p>
            <a:r>
              <a:rPr lang="en-US" sz="1600" b="1" dirty="0">
                <a:solidFill>
                  <a:schemeClr val="accent5">
                    <a:lumMod val="75000"/>
                  </a:schemeClr>
                </a:solidFill>
              </a:rPr>
              <a:t>www.anubhavtrainings.com</a:t>
            </a:r>
          </a:p>
        </p:txBody>
      </p:sp>
      <p:pic>
        <p:nvPicPr>
          <p:cNvPr id="14" name="Picture 13">
            <a:extLst>
              <a:ext uri="{FF2B5EF4-FFF2-40B4-BE49-F238E27FC236}">
                <a16:creationId xmlns:a16="http://schemas.microsoft.com/office/drawing/2014/main" id="{4B91050B-06DD-6B9B-5D4B-52C80C0910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89108" y="40947"/>
            <a:ext cx="801948" cy="792088"/>
          </a:xfrm>
          <a:prstGeom prst="rect">
            <a:avLst/>
          </a:prstGeom>
          <a:effectLst>
            <a:reflection endPos="0" dist="50800" dir="5400000" sy="-100000" algn="bl" rotWithShape="0"/>
          </a:effectLst>
        </p:spPr>
      </p:pic>
      <p:sp>
        <p:nvSpPr>
          <p:cNvPr id="15" name="Text Placeholder 3">
            <a:extLst>
              <a:ext uri="{FF2B5EF4-FFF2-40B4-BE49-F238E27FC236}">
                <a16:creationId xmlns:a16="http://schemas.microsoft.com/office/drawing/2014/main" id="{863B6F30-DCC2-D394-EDCF-46E8F95750EC}"/>
              </a:ext>
            </a:extLst>
          </p:cNvPr>
          <p:cNvSpPr>
            <a:spLocks noGrp="1"/>
          </p:cNvSpPr>
          <p:nvPr>
            <p:ph type="body" sz="quarter" idx="10"/>
          </p:nvPr>
        </p:nvSpPr>
        <p:spPr>
          <a:xfrm>
            <a:off x="368762" y="836712"/>
            <a:ext cx="11342274" cy="5616624"/>
          </a:xfrm>
        </p:spPr>
        <p:txBody>
          <a:bodyPr>
            <a:normAutofit/>
          </a:bodyPr>
          <a:lstStyle>
            <a:lvl1pPr marL="0" indent="0">
              <a:buNone/>
              <a:defRPr sz="2000">
                <a:solidFill>
                  <a:schemeClr val="tx1"/>
                </a:solidFill>
                <a:latin typeface="Amasis MT Pro" panose="02040504050005020304" pitchFamily="18" charset="0"/>
              </a:defRPr>
            </a:lvl1pPr>
          </a:lstStyle>
          <a:p>
            <a:endParaRPr lang="en-US" dirty="0"/>
          </a:p>
        </p:txBody>
      </p:sp>
    </p:spTree>
    <p:extLst>
      <p:ext uri="{BB962C8B-B14F-4D97-AF65-F5344CB8AC3E}">
        <p14:creationId xmlns:p14="http://schemas.microsoft.com/office/powerpoint/2010/main" val="1835492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41614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9.png"/><Relationship Id="rId18" Type="http://schemas.openxmlformats.org/officeDocument/2006/relationships/customXml" Target="../ink/ink6.xml"/><Relationship Id="rId26" Type="http://schemas.openxmlformats.org/officeDocument/2006/relationships/customXml" Target="../ink/ink10.xml"/><Relationship Id="rId39" Type="http://schemas.openxmlformats.org/officeDocument/2006/relationships/image" Target="../media/image22.png"/><Relationship Id="rId21" Type="http://schemas.openxmlformats.org/officeDocument/2006/relationships/image" Target="../media/image13.png"/><Relationship Id="rId34" Type="http://schemas.openxmlformats.org/officeDocument/2006/relationships/customXml" Target="../ink/ink14.xml"/><Relationship Id="rId42" Type="http://schemas.openxmlformats.org/officeDocument/2006/relationships/customXml" Target="../ink/ink18.xml"/><Relationship Id="rId47" Type="http://schemas.openxmlformats.org/officeDocument/2006/relationships/image" Target="../media/image26.png"/><Relationship Id="rId50" Type="http://schemas.openxmlformats.org/officeDocument/2006/relationships/customXml" Target="../ink/ink22.xml"/><Relationship Id="rId55" Type="http://schemas.openxmlformats.org/officeDocument/2006/relationships/image" Target="../media/image30.png"/><Relationship Id="rId7" Type="http://schemas.microsoft.com/office/2007/relationships/diagramDrawing" Target="../diagrams/drawing1.xml"/><Relationship Id="rId2" Type="http://schemas.openxmlformats.org/officeDocument/2006/relationships/image" Target="../media/image6.png"/><Relationship Id="rId16" Type="http://schemas.openxmlformats.org/officeDocument/2006/relationships/customXml" Target="../ink/ink5.xml"/><Relationship Id="rId29" Type="http://schemas.openxmlformats.org/officeDocument/2006/relationships/image" Target="../media/image17.png"/><Relationship Id="rId11" Type="http://schemas.openxmlformats.org/officeDocument/2006/relationships/image" Target="../media/image8.png"/><Relationship Id="rId24" Type="http://schemas.openxmlformats.org/officeDocument/2006/relationships/customXml" Target="../ink/ink9.xml"/><Relationship Id="rId32" Type="http://schemas.openxmlformats.org/officeDocument/2006/relationships/customXml" Target="../ink/ink13.xml"/><Relationship Id="rId37" Type="http://schemas.openxmlformats.org/officeDocument/2006/relationships/image" Target="../media/image21.png"/><Relationship Id="rId40" Type="http://schemas.openxmlformats.org/officeDocument/2006/relationships/customXml" Target="../ink/ink17.xml"/><Relationship Id="rId45" Type="http://schemas.openxmlformats.org/officeDocument/2006/relationships/image" Target="../media/image25.png"/><Relationship Id="rId53" Type="http://schemas.openxmlformats.org/officeDocument/2006/relationships/image" Target="../media/image29.png"/><Relationship Id="rId5" Type="http://schemas.openxmlformats.org/officeDocument/2006/relationships/diagramQuickStyle" Target="../diagrams/quickStyle1.xml"/><Relationship Id="rId19" Type="http://schemas.openxmlformats.org/officeDocument/2006/relationships/image" Target="../media/image12.png"/><Relationship Id="rId4" Type="http://schemas.openxmlformats.org/officeDocument/2006/relationships/diagramLayout" Target="../diagrams/layout1.xml"/><Relationship Id="rId9" Type="http://schemas.openxmlformats.org/officeDocument/2006/relationships/image" Target="../media/image7.png"/><Relationship Id="rId14" Type="http://schemas.openxmlformats.org/officeDocument/2006/relationships/customXml" Target="../ink/ink4.xml"/><Relationship Id="rId22" Type="http://schemas.openxmlformats.org/officeDocument/2006/relationships/customXml" Target="../ink/ink8.xml"/><Relationship Id="rId27" Type="http://schemas.openxmlformats.org/officeDocument/2006/relationships/image" Target="../media/image16.png"/><Relationship Id="rId30" Type="http://schemas.openxmlformats.org/officeDocument/2006/relationships/customXml" Target="../ink/ink12.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21.xml"/><Relationship Id="rId56" Type="http://schemas.openxmlformats.org/officeDocument/2006/relationships/customXml" Target="../ink/ink25.xml"/><Relationship Id="rId8" Type="http://schemas.openxmlformats.org/officeDocument/2006/relationships/customXml" Target="../ink/ink1.xml"/><Relationship Id="rId51" Type="http://schemas.openxmlformats.org/officeDocument/2006/relationships/image" Target="../media/image28.png"/><Relationship Id="rId3" Type="http://schemas.openxmlformats.org/officeDocument/2006/relationships/diagramData" Target="../diagrams/data1.xml"/><Relationship Id="rId12" Type="http://schemas.openxmlformats.org/officeDocument/2006/relationships/customXml" Target="../ink/ink3.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16.xml"/><Relationship Id="rId46" Type="http://schemas.openxmlformats.org/officeDocument/2006/relationships/customXml" Target="../ink/ink20.xml"/><Relationship Id="rId20" Type="http://schemas.openxmlformats.org/officeDocument/2006/relationships/customXml" Target="../ink/ink7.xml"/><Relationship Id="rId41" Type="http://schemas.openxmlformats.org/officeDocument/2006/relationships/image" Target="../media/image23.png"/><Relationship Id="rId54"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diagramColors" Target="../diagrams/colors1.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1.xml"/><Relationship Id="rId36" Type="http://schemas.openxmlformats.org/officeDocument/2006/relationships/customXml" Target="../ink/ink15.xml"/><Relationship Id="rId49" Type="http://schemas.openxmlformats.org/officeDocument/2006/relationships/image" Target="../media/image27.png"/><Relationship Id="rId57" Type="http://schemas.openxmlformats.org/officeDocument/2006/relationships/image" Target="../media/image31.png"/><Relationship Id="rId10" Type="http://schemas.openxmlformats.org/officeDocument/2006/relationships/customXml" Target="../ink/ink2.xml"/><Relationship Id="rId31" Type="http://schemas.openxmlformats.org/officeDocument/2006/relationships/image" Target="../media/image18.png"/><Relationship Id="rId44" Type="http://schemas.openxmlformats.org/officeDocument/2006/relationships/customXml" Target="../ink/ink19.xml"/><Relationship Id="rId52" Type="http://schemas.openxmlformats.org/officeDocument/2006/relationships/customXml" Target="../ink/ink23.xml"/></Relationships>
</file>

<file path=ppt/slides/_rels/slide5.xml.rels><?xml version="1.0" encoding="UTF-8" standalone="yes"?>
<Relationships xmlns="http://schemas.openxmlformats.org/package/2006/relationships"><Relationship Id="rId117" Type="http://schemas.openxmlformats.org/officeDocument/2006/relationships/image" Target="../media/image89.png"/><Relationship Id="rId21" Type="http://schemas.openxmlformats.org/officeDocument/2006/relationships/image" Target="../media/image41.png"/><Relationship Id="rId42" Type="http://schemas.openxmlformats.org/officeDocument/2006/relationships/customXml" Target="../ink/ink46.xml"/><Relationship Id="rId63" Type="http://schemas.openxmlformats.org/officeDocument/2006/relationships/image" Target="../media/image62.png"/><Relationship Id="rId84" Type="http://schemas.openxmlformats.org/officeDocument/2006/relationships/customXml" Target="../ink/ink67.xml"/><Relationship Id="rId138" Type="http://schemas.openxmlformats.org/officeDocument/2006/relationships/customXml" Target="../ink/ink94.xml"/><Relationship Id="rId159" Type="http://schemas.openxmlformats.org/officeDocument/2006/relationships/image" Target="../media/image110.png"/><Relationship Id="rId170" Type="http://schemas.openxmlformats.org/officeDocument/2006/relationships/customXml" Target="../ink/ink110.xml"/><Relationship Id="rId191" Type="http://schemas.openxmlformats.org/officeDocument/2006/relationships/image" Target="../media/image126.png"/><Relationship Id="rId205" Type="http://schemas.openxmlformats.org/officeDocument/2006/relationships/image" Target="../media/image133.png"/><Relationship Id="rId226" Type="http://schemas.openxmlformats.org/officeDocument/2006/relationships/customXml" Target="../ink/ink138.xml"/><Relationship Id="rId247" Type="http://schemas.openxmlformats.org/officeDocument/2006/relationships/customXml" Target="../ink/ink149.xml"/><Relationship Id="rId107" Type="http://schemas.openxmlformats.org/officeDocument/2006/relationships/image" Target="../media/image84.png"/><Relationship Id="rId11" Type="http://schemas.openxmlformats.org/officeDocument/2006/relationships/image" Target="../media/image36.png"/><Relationship Id="rId32" Type="http://schemas.openxmlformats.org/officeDocument/2006/relationships/customXml" Target="../ink/ink41.xml"/><Relationship Id="rId53" Type="http://schemas.openxmlformats.org/officeDocument/2006/relationships/image" Target="../media/image57.png"/><Relationship Id="rId74" Type="http://schemas.openxmlformats.org/officeDocument/2006/relationships/customXml" Target="../ink/ink62.xml"/><Relationship Id="rId128" Type="http://schemas.openxmlformats.org/officeDocument/2006/relationships/customXml" Target="../ink/ink89.xml"/><Relationship Id="rId149" Type="http://schemas.openxmlformats.org/officeDocument/2006/relationships/image" Target="../media/image105.png"/><Relationship Id="rId5" Type="http://schemas.openxmlformats.org/officeDocument/2006/relationships/image" Target="../media/image33.png"/><Relationship Id="rId95" Type="http://schemas.openxmlformats.org/officeDocument/2006/relationships/image" Target="../media/image78.png"/><Relationship Id="rId160" Type="http://schemas.openxmlformats.org/officeDocument/2006/relationships/customXml" Target="../ink/ink105.xml"/><Relationship Id="rId181" Type="http://schemas.openxmlformats.org/officeDocument/2006/relationships/image" Target="../media/image121.png"/><Relationship Id="rId216" Type="http://schemas.openxmlformats.org/officeDocument/2006/relationships/customXml" Target="../ink/ink133.xml"/><Relationship Id="rId237" Type="http://schemas.openxmlformats.org/officeDocument/2006/relationships/image" Target="../media/image149.png"/><Relationship Id="rId22" Type="http://schemas.openxmlformats.org/officeDocument/2006/relationships/customXml" Target="../ink/ink36.xml"/><Relationship Id="rId43" Type="http://schemas.openxmlformats.org/officeDocument/2006/relationships/image" Target="../media/image52.png"/><Relationship Id="rId64" Type="http://schemas.openxmlformats.org/officeDocument/2006/relationships/customXml" Target="../ink/ink57.xml"/><Relationship Id="rId118" Type="http://schemas.openxmlformats.org/officeDocument/2006/relationships/customXml" Target="../ink/ink84.xml"/><Relationship Id="rId139" Type="http://schemas.openxmlformats.org/officeDocument/2006/relationships/image" Target="../media/image100.png"/><Relationship Id="rId85" Type="http://schemas.openxmlformats.org/officeDocument/2006/relationships/image" Target="../media/image73.png"/><Relationship Id="rId150" Type="http://schemas.openxmlformats.org/officeDocument/2006/relationships/customXml" Target="../ink/ink100.xml"/><Relationship Id="rId171" Type="http://schemas.openxmlformats.org/officeDocument/2006/relationships/image" Target="../media/image116.png"/><Relationship Id="rId192" Type="http://schemas.openxmlformats.org/officeDocument/2006/relationships/customXml" Target="../ink/ink121.xml"/><Relationship Id="rId206" Type="http://schemas.openxmlformats.org/officeDocument/2006/relationships/customXml" Target="../ink/ink128.xml"/><Relationship Id="rId227" Type="http://schemas.openxmlformats.org/officeDocument/2006/relationships/image" Target="../media/image144.png"/><Relationship Id="rId248" Type="http://schemas.openxmlformats.org/officeDocument/2006/relationships/image" Target="../media/image154.png"/><Relationship Id="rId12" Type="http://schemas.openxmlformats.org/officeDocument/2006/relationships/customXml" Target="../ink/ink31.xml"/><Relationship Id="rId33" Type="http://schemas.openxmlformats.org/officeDocument/2006/relationships/image" Target="../media/image47.png"/><Relationship Id="rId108" Type="http://schemas.openxmlformats.org/officeDocument/2006/relationships/customXml" Target="../ink/ink79.xml"/><Relationship Id="rId129" Type="http://schemas.openxmlformats.org/officeDocument/2006/relationships/image" Target="../media/image95.png"/><Relationship Id="rId54" Type="http://schemas.openxmlformats.org/officeDocument/2006/relationships/customXml" Target="../ink/ink52.xml"/><Relationship Id="rId75" Type="http://schemas.openxmlformats.org/officeDocument/2006/relationships/image" Target="../media/image68.png"/><Relationship Id="rId96" Type="http://schemas.openxmlformats.org/officeDocument/2006/relationships/customXml" Target="../ink/ink73.xml"/><Relationship Id="rId140" Type="http://schemas.openxmlformats.org/officeDocument/2006/relationships/customXml" Target="../ink/ink95.xml"/><Relationship Id="rId161" Type="http://schemas.openxmlformats.org/officeDocument/2006/relationships/image" Target="../media/image111.png"/><Relationship Id="rId182" Type="http://schemas.openxmlformats.org/officeDocument/2006/relationships/customXml" Target="../ink/ink116.xml"/><Relationship Id="rId217" Type="http://schemas.openxmlformats.org/officeDocument/2006/relationships/image" Target="../media/image139.png"/><Relationship Id="rId6" Type="http://schemas.openxmlformats.org/officeDocument/2006/relationships/customXml" Target="../ink/ink28.xml"/><Relationship Id="rId238" Type="http://schemas.openxmlformats.org/officeDocument/2006/relationships/customXml" Target="../ink/ink144.xml"/><Relationship Id="rId23" Type="http://schemas.openxmlformats.org/officeDocument/2006/relationships/image" Target="../media/image42.png"/><Relationship Id="rId119" Type="http://schemas.openxmlformats.org/officeDocument/2006/relationships/image" Target="../media/image90.png"/><Relationship Id="rId44" Type="http://schemas.openxmlformats.org/officeDocument/2006/relationships/customXml" Target="../ink/ink47.xml"/><Relationship Id="rId65" Type="http://schemas.openxmlformats.org/officeDocument/2006/relationships/image" Target="../media/image63.png"/><Relationship Id="rId86" Type="http://schemas.openxmlformats.org/officeDocument/2006/relationships/customXml" Target="../ink/ink68.xml"/><Relationship Id="rId130" Type="http://schemas.openxmlformats.org/officeDocument/2006/relationships/customXml" Target="../ink/ink90.xml"/><Relationship Id="rId151" Type="http://schemas.openxmlformats.org/officeDocument/2006/relationships/image" Target="../media/image106.png"/><Relationship Id="rId172" Type="http://schemas.openxmlformats.org/officeDocument/2006/relationships/customXml" Target="../ink/ink111.xml"/><Relationship Id="rId193" Type="http://schemas.openxmlformats.org/officeDocument/2006/relationships/image" Target="../media/image127.png"/><Relationship Id="rId207" Type="http://schemas.openxmlformats.org/officeDocument/2006/relationships/image" Target="../media/image134.png"/><Relationship Id="rId228" Type="http://schemas.openxmlformats.org/officeDocument/2006/relationships/customXml" Target="../ink/ink139.xml"/><Relationship Id="rId13" Type="http://schemas.openxmlformats.org/officeDocument/2006/relationships/image" Target="../media/image37.png"/><Relationship Id="rId109" Type="http://schemas.openxmlformats.org/officeDocument/2006/relationships/image" Target="../media/image85.png"/><Relationship Id="rId34" Type="http://schemas.openxmlformats.org/officeDocument/2006/relationships/customXml" Target="../ink/ink42.xml"/><Relationship Id="rId55" Type="http://schemas.openxmlformats.org/officeDocument/2006/relationships/image" Target="../media/image58.png"/><Relationship Id="rId76" Type="http://schemas.openxmlformats.org/officeDocument/2006/relationships/customXml" Target="../ink/ink63.xml"/><Relationship Id="rId97" Type="http://schemas.openxmlformats.org/officeDocument/2006/relationships/image" Target="../media/image79.png"/><Relationship Id="rId120" Type="http://schemas.openxmlformats.org/officeDocument/2006/relationships/customXml" Target="../ink/ink85.xml"/><Relationship Id="rId141" Type="http://schemas.openxmlformats.org/officeDocument/2006/relationships/image" Target="../media/image101.png"/><Relationship Id="rId7" Type="http://schemas.openxmlformats.org/officeDocument/2006/relationships/image" Target="../media/image34.png"/><Relationship Id="rId162" Type="http://schemas.openxmlformats.org/officeDocument/2006/relationships/customXml" Target="../ink/ink106.xml"/><Relationship Id="rId183" Type="http://schemas.openxmlformats.org/officeDocument/2006/relationships/image" Target="../media/image122.png"/><Relationship Id="rId218" Type="http://schemas.openxmlformats.org/officeDocument/2006/relationships/customXml" Target="../ink/ink134.xml"/><Relationship Id="rId239" Type="http://schemas.openxmlformats.org/officeDocument/2006/relationships/image" Target="../media/image150.png"/><Relationship Id="rId24" Type="http://schemas.openxmlformats.org/officeDocument/2006/relationships/customXml" Target="../ink/ink37.xml"/><Relationship Id="rId45" Type="http://schemas.openxmlformats.org/officeDocument/2006/relationships/image" Target="../media/image53.png"/><Relationship Id="rId66" Type="http://schemas.openxmlformats.org/officeDocument/2006/relationships/customXml" Target="../ink/ink58.xml"/><Relationship Id="rId87" Type="http://schemas.openxmlformats.org/officeDocument/2006/relationships/image" Target="../media/image74.png"/><Relationship Id="rId110" Type="http://schemas.openxmlformats.org/officeDocument/2006/relationships/customXml" Target="../ink/ink80.xml"/><Relationship Id="rId131" Type="http://schemas.openxmlformats.org/officeDocument/2006/relationships/image" Target="../media/image96.png"/><Relationship Id="rId152" Type="http://schemas.openxmlformats.org/officeDocument/2006/relationships/customXml" Target="../ink/ink101.xml"/><Relationship Id="rId173" Type="http://schemas.openxmlformats.org/officeDocument/2006/relationships/image" Target="../media/image117.png"/><Relationship Id="rId194" Type="http://schemas.openxmlformats.org/officeDocument/2006/relationships/customXml" Target="../ink/ink122.xml"/><Relationship Id="rId208" Type="http://schemas.openxmlformats.org/officeDocument/2006/relationships/customXml" Target="../ink/ink129.xml"/><Relationship Id="rId229" Type="http://schemas.openxmlformats.org/officeDocument/2006/relationships/image" Target="../media/image145.png"/><Relationship Id="rId240" Type="http://schemas.openxmlformats.org/officeDocument/2006/relationships/customXml" Target="../ink/ink145.xml"/><Relationship Id="rId14" Type="http://schemas.openxmlformats.org/officeDocument/2006/relationships/customXml" Target="../ink/ink32.xml"/><Relationship Id="rId35" Type="http://schemas.openxmlformats.org/officeDocument/2006/relationships/image" Target="../media/image48.png"/><Relationship Id="rId56" Type="http://schemas.openxmlformats.org/officeDocument/2006/relationships/customXml" Target="../ink/ink53.xml"/><Relationship Id="rId77" Type="http://schemas.openxmlformats.org/officeDocument/2006/relationships/image" Target="../media/image69.png"/><Relationship Id="rId100" Type="http://schemas.openxmlformats.org/officeDocument/2006/relationships/customXml" Target="../ink/ink75.xml"/><Relationship Id="rId8" Type="http://schemas.openxmlformats.org/officeDocument/2006/relationships/customXml" Target="../ink/ink29.xml"/><Relationship Id="rId98" Type="http://schemas.openxmlformats.org/officeDocument/2006/relationships/customXml" Target="../ink/ink74.xml"/><Relationship Id="rId121" Type="http://schemas.openxmlformats.org/officeDocument/2006/relationships/image" Target="../media/image91.png"/><Relationship Id="rId142" Type="http://schemas.openxmlformats.org/officeDocument/2006/relationships/customXml" Target="../ink/ink96.xml"/><Relationship Id="rId163" Type="http://schemas.openxmlformats.org/officeDocument/2006/relationships/image" Target="../media/image112.png"/><Relationship Id="rId184" Type="http://schemas.openxmlformats.org/officeDocument/2006/relationships/customXml" Target="../ink/ink117.xml"/><Relationship Id="rId219" Type="http://schemas.openxmlformats.org/officeDocument/2006/relationships/image" Target="../media/image140.png"/><Relationship Id="rId230" Type="http://schemas.openxmlformats.org/officeDocument/2006/relationships/customXml" Target="../ink/ink140.xml"/><Relationship Id="rId25" Type="http://schemas.openxmlformats.org/officeDocument/2006/relationships/image" Target="../media/image43.png"/><Relationship Id="rId46" Type="http://schemas.openxmlformats.org/officeDocument/2006/relationships/customXml" Target="../ink/ink48.xml"/><Relationship Id="rId67" Type="http://schemas.openxmlformats.org/officeDocument/2006/relationships/image" Target="../media/image64.png"/><Relationship Id="rId88" Type="http://schemas.openxmlformats.org/officeDocument/2006/relationships/customXml" Target="../ink/ink69.xml"/><Relationship Id="rId111" Type="http://schemas.openxmlformats.org/officeDocument/2006/relationships/image" Target="../media/image86.png"/><Relationship Id="rId132" Type="http://schemas.openxmlformats.org/officeDocument/2006/relationships/customXml" Target="../ink/ink91.xml"/><Relationship Id="rId153" Type="http://schemas.openxmlformats.org/officeDocument/2006/relationships/image" Target="../media/image107.png"/><Relationship Id="rId174" Type="http://schemas.openxmlformats.org/officeDocument/2006/relationships/customXml" Target="../ink/ink112.xml"/><Relationship Id="rId195" Type="http://schemas.openxmlformats.org/officeDocument/2006/relationships/image" Target="../media/image128.png"/><Relationship Id="rId209" Type="http://schemas.openxmlformats.org/officeDocument/2006/relationships/image" Target="../media/image135.png"/><Relationship Id="rId220" Type="http://schemas.openxmlformats.org/officeDocument/2006/relationships/customXml" Target="../ink/ink135.xml"/><Relationship Id="rId241" Type="http://schemas.openxmlformats.org/officeDocument/2006/relationships/image" Target="../media/image151.png"/><Relationship Id="rId15" Type="http://schemas.openxmlformats.org/officeDocument/2006/relationships/image" Target="../media/image38.png"/><Relationship Id="rId36" Type="http://schemas.openxmlformats.org/officeDocument/2006/relationships/customXml" Target="../ink/ink43.xml"/><Relationship Id="rId57" Type="http://schemas.openxmlformats.org/officeDocument/2006/relationships/image" Target="../media/image59.png"/><Relationship Id="rId10" Type="http://schemas.openxmlformats.org/officeDocument/2006/relationships/customXml" Target="../ink/ink30.xml"/><Relationship Id="rId31" Type="http://schemas.openxmlformats.org/officeDocument/2006/relationships/image" Target="../media/image46.png"/><Relationship Id="rId52" Type="http://schemas.openxmlformats.org/officeDocument/2006/relationships/customXml" Target="../ink/ink51.xml"/><Relationship Id="rId73" Type="http://schemas.openxmlformats.org/officeDocument/2006/relationships/image" Target="../media/image67.png"/><Relationship Id="rId78" Type="http://schemas.openxmlformats.org/officeDocument/2006/relationships/customXml" Target="../ink/ink64.xml"/><Relationship Id="rId94" Type="http://schemas.openxmlformats.org/officeDocument/2006/relationships/customXml" Target="../ink/ink72.xml"/><Relationship Id="rId99" Type="http://schemas.openxmlformats.org/officeDocument/2006/relationships/image" Target="../media/image80.png"/><Relationship Id="rId101" Type="http://schemas.openxmlformats.org/officeDocument/2006/relationships/image" Target="../media/image81.png"/><Relationship Id="rId122" Type="http://schemas.openxmlformats.org/officeDocument/2006/relationships/customXml" Target="../ink/ink86.xml"/><Relationship Id="rId143" Type="http://schemas.openxmlformats.org/officeDocument/2006/relationships/image" Target="../media/image102.png"/><Relationship Id="rId148" Type="http://schemas.openxmlformats.org/officeDocument/2006/relationships/customXml" Target="../ink/ink99.xml"/><Relationship Id="rId164" Type="http://schemas.openxmlformats.org/officeDocument/2006/relationships/customXml" Target="../ink/ink107.xml"/><Relationship Id="rId169" Type="http://schemas.openxmlformats.org/officeDocument/2006/relationships/image" Target="../media/image115.png"/><Relationship Id="rId185" Type="http://schemas.openxmlformats.org/officeDocument/2006/relationships/image" Target="../media/image123.png"/><Relationship Id="rId4" Type="http://schemas.openxmlformats.org/officeDocument/2006/relationships/customXml" Target="../ink/ink27.xml"/><Relationship Id="rId9" Type="http://schemas.openxmlformats.org/officeDocument/2006/relationships/image" Target="../media/image35.png"/><Relationship Id="rId180" Type="http://schemas.openxmlformats.org/officeDocument/2006/relationships/customXml" Target="../ink/ink115.xml"/><Relationship Id="rId210" Type="http://schemas.openxmlformats.org/officeDocument/2006/relationships/customXml" Target="../ink/ink130.xml"/><Relationship Id="rId215" Type="http://schemas.openxmlformats.org/officeDocument/2006/relationships/image" Target="../media/image138.png"/><Relationship Id="rId236" Type="http://schemas.openxmlformats.org/officeDocument/2006/relationships/customXml" Target="../ink/ink143.xml"/><Relationship Id="rId26" Type="http://schemas.openxmlformats.org/officeDocument/2006/relationships/customXml" Target="../ink/ink38.xml"/><Relationship Id="rId231" Type="http://schemas.openxmlformats.org/officeDocument/2006/relationships/image" Target="../media/image146.png"/><Relationship Id="rId47" Type="http://schemas.openxmlformats.org/officeDocument/2006/relationships/image" Target="../media/image54.png"/><Relationship Id="rId68" Type="http://schemas.openxmlformats.org/officeDocument/2006/relationships/customXml" Target="../ink/ink59.xml"/><Relationship Id="rId89" Type="http://schemas.openxmlformats.org/officeDocument/2006/relationships/image" Target="../media/image75.png"/><Relationship Id="rId112" Type="http://schemas.openxmlformats.org/officeDocument/2006/relationships/customXml" Target="../ink/ink81.xml"/><Relationship Id="rId133" Type="http://schemas.openxmlformats.org/officeDocument/2006/relationships/image" Target="../media/image97.png"/><Relationship Id="rId154" Type="http://schemas.openxmlformats.org/officeDocument/2006/relationships/customXml" Target="../ink/ink102.xml"/><Relationship Id="rId175" Type="http://schemas.openxmlformats.org/officeDocument/2006/relationships/image" Target="../media/image118.png"/><Relationship Id="rId196" Type="http://schemas.openxmlformats.org/officeDocument/2006/relationships/customXml" Target="../ink/ink123.xml"/><Relationship Id="rId200" Type="http://schemas.openxmlformats.org/officeDocument/2006/relationships/customXml" Target="../ink/ink125.xml"/><Relationship Id="rId16" Type="http://schemas.openxmlformats.org/officeDocument/2006/relationships/customXml" Target="../ink/ink33.xml"/><Relationship Id="rId221" Type="http://schemas.openxmlformats.org/officeDocument/2006/relationships/image" Target="../media/image141.png"/><Relationship Id="rId242" Type="http://schemas.openxmlformats.org/officeDocument/2006/relationships/customXml" Target="../ink/ink146.xml"/><Relationship Id="rId37" Type="http://schemas.openxmlformats.org/officeDocument/2006/relationships/image" Target="../media/image49.png"/><Relationship Id="rId58" Type="http://schemas.openxmlformats.org/officeDocument/2006/relationships/customXml" Target="../ink/ink54.xml"/><Relationship Id="rId79" Type="http://schemas.openxmlformats.org/officeDocument/2006/relationships/image" Target="../media/image70.png"/><Relationship Id="rId102" Type="http://schemas.openxmlformats.org/officeDocument/2006/relationships/customXml" Target="../ink/ink76.xml"/><Relationship Id="rId123" Type="http://schemas.openxmlformats.org/officeDocument/2006/relationships/image" Target="../media/image92.png"/><Relationship Id="rId144" Type="http://schemas.openxmlformats.org/officeDocument/2006/relationships/customXml" Target="../ink/ink97.xml"/><Relationship Id="rId90" Type="http://schemas.openxmlformats.org/officeDocument/2006/relationships/customXml" Target="../ink/ink70.xml"/><Relationship Id="rId165" Type="http://schemas.openxmlformats.org/officeDocument/2006/relationships/image" Target="../media/image113.png"/><Relationship Id="rId186" Type="http://schemas.openxmlformats.org/officeDocument/2006/relationships/customXml" Target="../ink/ink118.xml"/><Relationship Id="rId211" Type="http://schemas.openxmlformats.org/officeDocument/2006/relationships/image" Target="../media/image136.png"/><Relationship Id="rId232" Type="http://schemas.openxmlformats.org/officeDocument/2006/relationships/customXml" Target="../ink/ink141.xml"/><Relationship Id="rId27" Type="http://schemas.openxmlformats.org/officeDocument/2006/relationships/image" Target="../media/image44.png"/><Relationship Id="rId48" Type="http://schemas.openxmlformats.org/officeDocument/2006/relationships/customXml" Target="../ink/ink49.xml"/><Relationship Id="rId69" Type="http://schemas.openxmlformats.org/officeDocument/2006/relationships/image" Target="../media/image65.png"/><Relationship Id="rId113" Type="http://schemas.openxmlformats.org/officeDocument/2006/relationships/image" Target="../media/image87.png"/><Relationship Id="rId134" Type="http://schemas.openxmlformats.org/officeDocument/2006/relationships/customXml" Target="../ink/ink92.xml"/><Relationship Id="rId80" Type="http://schemas.openxmlformats.org/officeDocument/2006/relationships/customXml" Target="../ink/ink65.xml"/><Relationship Id="rId155" Type="http://schemas.openxmlformats.org/officeDocument/2006/relationships/image" Target="../media/image108.png"/><Relationship Id="rId176" Type="http://schemas.openxmlformats.org/officeDocument/2006/relationships/customXml" Target="../ink/ink113.xml"/><Relationship Id="rId197" Type="http://schemas.openxmlformats.org/officeDocument/2006/relationships/image" Target="../media/image129.png"/><Relationship Id="rId201" Type="http://schemas.openxmlformats.org/officeDocument/2006/relationships/image" Target="../media/image131.png"/><Relationship Id="rId222" Type="http://schemas.openxmlformats.org/officeDocument/2006/relationships/customXml" Target="../ink/ink136.xml"/><Relationship Id="rId243" Type="http://schemas.openxmlformats.org/officeDocument/2006/relationships/customXml" Target="../ink/ink147.xml"/><Relationship Id="rId17" Type="http://schemas.openxmlformats.org/officeDocument/2006/relationships/image" Target="../media/image39.png"/><Relationship Id="rId38" Type="http://schemas.openxmlformats.org/officeDocument/2006/relationships/customXml" Target="../ink/ink44.xml"/><Relationship Id="rId59" Type="http://schemas.openxmlformats.org/officeDocument/2006/relationships/image" Target="../media/image60.png"/><Relationship Id="rId103" Type="http://schemas.openxmlformats.org/officeDocument/2006/relationships/image" Target="../media/image82.png"/><Relationship Id="rId124" Type="http://schemas.openxmlformats.org/officeDocument/2006/relationships/customXml" Target="../ink/ink87.xml"/><Relationship Id="rId70" Type="http://schemas.openxmlformats.org/officeDocument/2006/relationships/customXml" Target="../ink/ink60.xml"/><Relationship Id="rId91" Type="http://schemas.openxmlformats.org/officeDocument/2006/relationships/image" Target="../media/image76.png"/><Relationship Id="rId145" Type="http://schemas.openxmlformats.org/officeDocument/2006/relationships/image" Target="../media/image103.png"/><Relationship Id="rId166" Type="http://schemas.openxmlformats.org/officeDocument/2006/relationships/customXml" Target="../ink/ink108.xml"/><Relationship Id="rId187" Type="http://schemas.openxmlformats.org/officeDocument/2006/relationships/image" Target="../media/image124.png"/><Relationship Id="rId1" Type="http://schemas.openxmlformats.org/officeDocument/2006/relationships/slideLayout" Target="../slideLayouts/slideLayout2.xml"/><Relationship Id="rId212" Type="http://schemas.openxmlformats.org/officeDocument/2006/relationships/customXml" Target="../ink/ink131.xml"/><Relationship Id="rId233" Type="http://schemas.openxmlformats.org/officeDocument/2006/relationships/image" Target="../media/image147.png"/><Relationship Id="rId28" Type="http://schemas.openxmlformats.org/officeDocument/2006/relationships/customXml" Target="../ink/ink39.xml"/><Relationship Id="rId49" Type="http://schemas.openxmlformats.org/officeDocument/2006/relationships/image" Target="../media/image55.png"/><Relationship Id="rId114" Type="http://schemas.openxmlformats.org/officeDocument/2006/relationships/customXml" Target="../ink/ink82.xml"/><Relationship Id="rId60" Type="http://schemas.openxmlformats.org/officeDocument/2006/relationships/customXml" Target="../ink/ink55.xml"/><Relationship Id="rId81" Type="http://schemas.openxmlformats.org/officeDocument/2006/relationships/image" Target="../media/image71.png"/><Relationship Id="rId135" Type="http://schemas.openxmlformats.org/officeDocument/2006/relationships/image" Target="../media/image98.png"/><Relationship Id="rId156" Type="http://schemas.openxmlformats.org/officeDocument/2006/relationships/customXml" Target="../ink/ink103.xml"/><Relationship Id="rId177" Type="http://schemas.openxmlformats.org/officeDocument/2006/relationships/image" Target="../media/image119.png"/><Relationship Id="rId198" Type="http://schemas.openxmlformats.org/officeDocument/2006/relationships/customXml" Target="../ink/ink124.xml"/><Relationship Id="rId202" Type="http://schemas.openxmlformats.org/officeDocument/2006/relationships/customXml" Target="../ink/ink126.xml"/><Relationship Id="rId223" Type="http://schemas.openxmlformats.org/officeDocument/2006/relationships/image" Target="../media/image142.png"/><Relationship Id="rId244" Type="http://schemas.openxmlformats.org/officeDocument/2006/relationships/image" Target="../media/image152.png"/><Relationship Id="rId18" Type="http://schemas.openxmlformats.org/officeDocument/2006/relationships/customXml" Target="../ink/ink34.xml"/><Relationship Id="rId39" Type="http://schemas.openxmlformats.org/officeDocument/2006/relationships/image" Target="../media/image50.png"/><Relationship Id="rId50" Type="http://schemas.openxmlformats.org/officeDocument/2006/relationships/customXml" Target="../ink/ink50.xml"/><Relationship Id="rId104" Type="http://schemas.openxmlformats.org/officeDocument/2006/relationships/customXml" Target="../ink/ink77.xml"/><Relationship Id="rId125" Type="http://schemas.openxmlformats.org/officeDocument/2006/relationships/image" Target="../media/image93.png"/><Relationship Id="rId146" Type="http://schemas.openxmlformats.org/officeDocument/2006/relationships/customXml" Target="../ink/ink98.xml"/><Relationship Id="rId167" Type="http://schemas.openxmlformats.org/officeDocument/2006/relationships/image" Target="../media/image114.png"/><Relationship Id="rId188" Type="http://schemas.openxmlformats.org/officeDocument/2006/relationships/customXml" Target="../ink/ink119.xml"/><Relationship Id="rId71" Type="http://schemas.openxmlformats.org/officeDocument/2006/relationships/image" Target="../media/image66.png"/><Relationship Id="rId92" Type="http://schemas.openxmlformats.org/officeDocument/2006/relationships/customXml" Target="../ink/ink71.xml"/><Relationship Id="rId213" Type="http://schemas.openxmlformats.org/officeDocument/2006/relationships/image" Target="../media/image137.png"/><Relationship Id="rId234" Type="http://schemas.openxmlformats.org/officeDocument/2006/relationships/customXml" Target="../ink/ink142.xml"/><Relationship Id="rId2" Type="http://schemas.openxmlformats.org/officeDocument/2006/relationships/customXml" Target="../ink/ink26.xml"/><Relationship Id="rId29" Type="http://schemas.openxmlformats.org/officeDocument/2006/relationships/image" Target="../media/image45.png"/><Relationship Id="rId40" Type="http://schemas.openxmlformats.org/officeDocument/2006/relationships/customXml" Target="../ink/ink45.xml"/><Relationship Id="rId115" Type="http://schemas.openxmlformats.org/officeDocument/2006/relationships/image" Target="../media/image88.png"/><Relationship Id="rId136" Type="http://schemas.openxmlformats.org/officeDocument/2006/relationships/customXml" Target="../ink/ink93.xml"/><Relationship Id="rId157" Type="http://schemas.openxmlformats.org/officeDocument/2006/relationships/image" Target="../media/image109.png"/><Relationship Id="rId178" Type="http://schemas.openxmlformats.org/officeDocument/2006/relationships/customXml" Target="../ink/ink114.xml"/><Relationship Id="rId61" Type="http://schemas.openxmlformats.org/officeDocument/2006/relationships/image" Target="../media/image61.png"/><Relationship Id="rId82" Type="http://schemas.openxmlformats.org/officeDocument/2006/relationships/customXml" Target="../ink/ink66.xml"/><Relationship Id="rId199" Type="http://schemas.openxmlformats.org/officeDocument/2006/relationships/image" Target="../media/image130.png"/><Relationship Id="rId203" Type="http://schemas.openxmlformats.org/officeDocument/2006/relationships/image" Target="../media/image132.png"/><Relationship Id="rId19" Type="http://schemas.openxmlformats.org/officeDocument/2006/relationships/image" Target="../media/image40.png"/><Relationship Id="rId224" Type="http://schemas.openxmlformats.org/officeDocument/2006/relationships/customXml" Target="../ink/ink137.xml"/><Relationship Id="rId245" Type="http://schemas.openxmlformats.org/officeDocument/2006/relationships/customXml" Target="../ink/ink148.xml"/><Relationship Id="rId30" Type="http://schemas.openxmlformats.org/officeDocument/2006/relationships/customXml" Target="../ink/ink40.xml"/><Relationship Id="rId105" Type="http://schemas.openxmlformats.org/officeDocument/2006/relationships/image" Target="../media/image83.png"/><Relationship Id="rId126" Type="http://schemas.openxmlformats.org/officeDocument/2006/relationships/customXml" Target="../ink/ink88.xml"/><Relationship Id="rId147" Type="http://schemas.openxmlformats.org/officeDocument/2006/relationships/image" Target="../media/image104.png"/><Relationship Id="rId168" Type="http://schemas.openxmlformats.org/officeDocument/2006/relationships/customXml" Target="../ink/ink109.xml"/><Relationship Id="rId51" Type="http://schemas.openxmlformats.org/officeDocument/2006/relationships/image" Target="../media/image56.png"/><Relationship Id="rId72" Type="http://schemas.openxmlformats.org/officeDocument/2006/relationships/customXml" Target="../ink/ink61.xml"/><Relationship Id="rId93" Type="http://schemas.openxmlformats.org/officeDocument/2006/relationships/image" Target="../media/image77.png"/><Relationship Id="rId189" Type="http://schemas.openxmlformats.org/officeDocument/2006/relationships/image" Target="../media/image125.png"/><Relationship Id="rId3" Type="http://schemas.openxmlformats.org/officeDocument/2006/relationships/image" Target="../media/image32.png"/><Relationship Id="rId214" Type="http://schemas.openxmlformats.org/officeDocument/2006/relationships/customXml" Target="../ink/ink132.xml"/><Relationship Id="rId235" Type="http://schemas.openxmlformats.org/officeDocument/2006/relationships/image" Target="../media/image148.png"/><Relationship Id="rId116" Type="http://schemas.openxmlformats.org/officeDocument/2006/relationships/customXml" Target="../ink/ink83.xml"/><Relationship Id="rId137" Type="http://schemas.openxmlformats.org/officeDocument/2006/relationships/image" Target="../media/image99.png"/><Relationship Id="rId158" Type="http://schemas.openxmlformats.org/officeDocument/2006/relationships/customXml" Target="../ink/ink104.xml"/><Relationship Id="rId20" Type="http://schemas.openxmlformats.org/officeDocument/2006/relationships/customXml" Target="../ink/ink35.xml"/><Relationship Id="rId41" Type="http://schemas.openxmlformats.org/officeDocument/2006/relationships/image" Target="../media/image51.png"/><Relationship Id="rId62" Type="http://schemas.openxmlformats.org/officeDocument/2006/relationships/customXml" Target="../ink/ink56.xml"/><Relationship Id="rId83" Type="http://schemas.openxmlformats.org/officeDocument/2006/relationships/image" Target="../media/image72.png"/><Relationship Id="rId179" Type="http://schemas.openxmlformats.org/officeDocument/2006/relationships/image" Target="../media/image120.png"/><Relationship Id="rId190" Type="http://schemas.openxmlformats.org/officeDocument/2006/relationships/customXml" Target="../ink/ink120.xml"/><Relationship Id="rId204" Type="http://schemas.openxmlformats.org/officeDocument/2006/relationships/customXml" Target="../ink/ink127.xml"/><Relationship Id="rId225" Type="http://schemas.openxmlformats.org/officeDocument/2006/relationships/image" Target="../media/image143.png"/><Relationship Id="rId246" Type="http://schemas.openxmlformats.org/officeDocument/2006/relationships/image" Target="../media/image153.png"/><Relationship Id="rId106" Type="http://schemas.openxmlformats.org/officeDocument/2006/relationships/customXml" Target="../ink/ink78.xml"/><Relationship Id="rId127" Type="http://schemas.openxmlformats.org/officeDocument/2006/relationships/image" Target="../media/image94.png"/></Relationships>
</file>

<file path=ppt/slides/_rels/slide6.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6.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57.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63.jpeg"/><Relationship Id="rId3" Type="http://schemas.openxmlformats.org/officeDocument/2006/relationships/image" Target="../media/image158.jpeg"/><Relationship Id="rId7" Type="http://schemas.openxmlformats.org/officeDocument/2006/relationships/image" Target="../media/image162.tiff"/><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61.tiff"/><Relationship Id="rId5" Type="http://schemas.openxmlformats.org/officeDocument/2006/relationships/image" Target="../media/image160.tiff"/><Relationship Id="rId4" Type="http://schemas.openxmlformats.org/officeDocument/2006/relationships/image" Target="../media/image159.tiff"/><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15</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15</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Add another UI inside app</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083770"/>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Working with Authorization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Serverless Fiori Apps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3ADFAEA-950D-F3C3-376B-4E61C87B4933}"/>
              </a:ext>
            </a:extLst>
          </p:cNvPr>
          <p:cNvSpPr/>
          <p:nvPr/>
        </p:nvSpPr>
        <p:spPr>
          <a:xfrm>
            <a:off x="405780" y="3933056"/>
            <a:ext cx="3096344" cy="172819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1800" b="1" dirty="0"/>
              <a:t>Cloud Transport Management</a:t>
            </a:r>
          </a:p>
          <a:p>
            <a:pPr algn="ctr"/>
            <a:endParaRPr lang="en-IN" sz="1800" b="1" dirty="0"/>
          </a:p>
          <a:p>
            <a:pPr algn="ctr"/>
            <a:endParaRPr lang="en-IN" sz="1800" b="1" dirty="0"/>
          </a:p>
          <a:p>
            <a:pPr algn="ctr"/>
            <a:endParaRPr lang="en-IN" sz="1800" b="1" dirty="0"/>
          </a:p>
        </p:txBody>
      </p:sp>
      <p:pic>
        <p:nvPicPr>
          <p:cNvPr id="4" name="Picture 3">
            <a:extLst>
              <a:ext uri="{FF2B5EF4-FFF2-40B4-BE49-F238E27FC236}">
                <a16:creationId xmlns:a16="http://schemas.microsoft.com/office/drawing/2014/main" id="{0F445F9D-1412-CED0-DA4C-38E85D5FC1EA}"/>
              </a:ext>
            </a:extLst>
          </p:cNvPr>
          <p:cNvPicPr>
            <a:picLocks noChangeAspect="1"/>
          </p:cNvPicPr>
          <p:nvPr/>
        </p:nvPicPr>
        <p:blipFill>
          <a:blip r:embed="rId2"/>
          <a:stretch>
            <a:fillRect/>
          </a:stretch>
        </p:blipFill>
        <p:spPr>
          <a:xfrm>
            <a:off x="1197868" y="4797152"/>
            <a:ext cx="1567458" cy="661413"/>
          </a:xfrm>
          <a:prstGeom prst="rect">
            <a:avLst/>
          </a:prstGeom>
        </p:spPr>
      </p:pic>
      <p:sp>
        <p:nvSpPr>
          <p:cNvPr id="5" name="Rectangle 4">
            <a:extLst>
              <a:ext uri="{FF2B5EF4-FFF2-40B4-BE49-F238E27FC236}">
                <a16:creationId xmlns:a16="http://schemas.microsoft.com/office/drawing/2014/main" id="{07E3D0FF-E4A8-93FB-DA5A-D681A959EE87}"/>
              </a:ext>
            </a:extLst>
          </p:cNvPr>
          <p:cNvSpPr/>
          <p:nvPr/>
        </p:nvSpPr>
        <p:spPr>
          <a:xfrm>
            <a:off x="405780" y="5661248"/>
            <a:ext cx="11449272" cy="66141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BTP Sub-account</a:t>
            </a:r>
          </a:p>
        </p:txBody>
      </p:sp>
      <p:sp>
        <p:nvSpPr>
          <p:cNvPr id="7" name="Flowchart: Preparation 6">
            <a:extLst>
              <a:ext uri="{FF2B5EF4-FFF2-40B4-BE49-F238E27FC236}">
                <a16:creationId xmlns:a16="http://schemas.microsoft.com/office/drawing/2014/main" id="{128641EC-0BDB-C498-5F06-A19B87B31806}"/>
              </a:ext>
            </a:extLst>
          </p:cNvPr>
          <p:cNvSpPr/>
          <p:nvPr/>
        </p:nvSpPr>
        <p:spPr>
          <a:xfrm>
            <a:off x="657808" y="2794269"/>
            <a:ext cx="2592288" cy="792088"/>
          </a:xfrm>
          <a:prstGeom prst="flowChartPreparation">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err="1"/>
              <a:t>Ctms-ms</a:t>
            </a:r>
            <a:endParaRPr lang="en-IN" dirty="0"/>
          </a:p>
        </p:txBody>
      </p:sp>
      <p:cxnSp>
        <p:nvCxnSpPr>
          <p:cNvPr id="9" name="Straight Arrow Connector 8">
            <a:extLst>
              <a:ext uri="{FF2B5EF4-FFF2-40B4-BE49-F238E27FC236}">
                <a16:creationId xmlns:a16="http://schemas.microsoft.com/office/drawing/2014/main" id="{CE9C742D-DE0F-685F-4F56-2C74F9AC56B6}"/>
              </a:ext>
            </a:extLst>
          </p:cNvPr>
          <p:cNvCxnSpPr>
            <a:stCxn id="7" idx="2"/>
            <a:endCxn id="6" idx="0"/>
          </p:cNvCxnSpPr>
          <p:nvPr/>
        </p:nvCxnSpPr>
        <p:spPr>
          <a:xfrm>
            <a:off x="1953952" y="3586357"/>
            <a:ext cx="0" cy="34669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Oval 9">
            <a:extLst>
              <a:ext uri="{FF2B5EF4-FFF2-40B4-BE49-F238E27FC236}">
                <a16:creationId xmlns:a16="http://schemas.microsoft.com/office/drawing/2014/main" id="{F502ACBA-43D7-DDF9-932D-1BB43155BA22}"/>
              </a:ext>
            </a:extLst>
          </p:cNvPr>
          <p:cNvSpPr/>
          <p:nvPr/>
        </p:nvSpPr>
        <p:spPr>
          <a:xfrm>
            <a:off x="3142084" y="3861048"/>
            <a:ext cx="576062" cy="5040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dirty="0"/>
              <a:t>1</a:t>
            </a:r>
          </a:p>
        </p:txBody>
      </p:sp>
      <p:sp>
        <p:nvSpPr>
          <p:cNvPr id="11" name="Oval 10">
            <a:extLst>
              <a:ext uri="{FF2B5EF4-FFF2-40B4-BE49-F238E27FC236}">
                <a16:creationId xmlns:a16="http://schemas.microsoft.com/office/drawing/2014/main" id="{6E9650CB-F0D5-0C8C-911D-C6BF3B925FC0}"/>
              </a:ext>
            </a:extLst>
          </p:cNvPr>
          <p:cNvSpPr/>
          <p:nvPr/>
        </p:nvSpPr>
        <p:spPr>
          <a:xfrm>
            <a:off x="2764918" y="2591586"/>
            <a:ext cx="576062" cy="5040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dirty="0"/>
              <a:t>3</a:t>
            </a:r>
          </a:p>
        </p:txBody>
      </p:sp>
      <p:sp>
        <p:nvSpPr>
          <p:cNvPr id="12" name="Oval 11">
            <a:extLst>
              <a:ext uri="{FF2B5EF4-FFF2-40B4-BE49-F238E27FC236}">
                <a16:creationId xmlns:a16="http://schemas.microsoft.com/office/drawing/2014/main" id="{F612775C-7800-135A-2191-501B4DB5425E}"/>
              </a:ext>
            </a:extLst>
          </p:cNvPr>
          <p:cNvSpPr/>
          <p:nvPr/>
        </p:nvSpPr>
        <p:spPr>
          <a:xfrm>
            <a:off x="2097972" y="2506237"/>
            <a:ext cx="576062" cy="5040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dirty="0"/>
              <a:t>2</a:t>
            </a:r>
          </a:p>
        </p:txBody>
      </p:sp>
      <p:sp>
        <p:nvSpPr>
          <p:cNvPr id="13" name="Rectangle: Rounded Corners 12">
            <a:extLst>
              <a:ext uri="{FF2B5EF4-FFF2-40B4-BE49-F238E27FC236}">
                <a16:creationId xmlns:a16="http://schemas.microsoft.com/office/drawing/2014/main" id="{516CF22D-0513-B4B1-9F4C-B652060923BC}"/>
              </a:ext>
            </a:extLst>
          </p:cNvPr>
          <p:cNvSpPr/>
          <p:nvPr/>
        </p:nvSpPr>
        <p:spPr>
          <a:xfrm>
            <a:off x="8830715" y="1671474"/>
            <a:ext cx="3096344" cy="345638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1800" b="1" dirty="0"/>
              <a:t>CI/CD Service</a:t>
            </a:r>
          </a:p>
          <a:p>
            <a:pPr algn="ctr"/>
            <a:endParaRPr lang="en-IN" sz="1800" b="1" dirty="0"/>
          </a:p>
          <a:p>
            <a:pPr algn="ctr"/>
            <a:endParaRPr lang="en-IN" sz="1800" b="1" dirty="0"/>
          </a:p>
          <a:p>
            <a:pPr algn="ctr"/>
            <a:endParaRPr lang="en-IN" sz="1800" b="1" dirty="0"/>
          </a:p>
          <a:p>
            <a:pPr algn="ctr"/>
            <a:endParaRPr lang="en-IN" sz="1800" b="1" dirty="0"/>
          </a:p>
          <a:p>
            <a:pPr algn="ctr"/>
            <a:endParaRPr lang="en-IN" sz="1800" b="1" dirty="0"/>
          </a:p>
        </p:txBody>
      </p:sp>
      <p:graphicFrame>
        <p:nvGraphicFramePr>
          <p:cNvPr id="14" name="Diagram 13">
            <a:extLst>
              <a:ext uri="{FF2B5EF4-FFF2-40B4-BE49-F238E27FC236}">
                <a16:creationId xmlns:a16="http://schemas.microsoft.com/office/drawing/2014/main" id="{8005A4A1-F745-43A4-DD06-87BC4644C2FA}"/>
              </a:ext>
            </a:extLst>
          </p:cNvPr>
          <p:cNvGraphicFramePr/>
          <p:nvPr>
            <p:extLst>
              <p:ext uri="{D42A27DB-BD31-4B8C-83A1-F6EECF244321}">
                <p14:modId xmlns:p14="http://schemas.microsoft.com/office/powerpoint/2010/main" val="3816526968"/>
              </p:ext>
            </p:extLst>
          </p:nvPr>
        </p:nvGraphicFramePr>
        <p:xfrm>
          <a:off x="8275408" y="2938782"/>
          <a:ext cx="4206957" cy="1988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Rectangle 14">
            <a:extLst>
              <a:ext uri="{FF2B5EF4-FFF2-40B4-BE49-F238E27FC236}">
                <a16:creationId xmlns:a16="http://schemas.microsoft.com/office/drawing/2014/main" id="{8E241B43-37F9-AA48-E8B9-2BFEC8EB3603}"/>
              </a:ext>
            </a:extLst>
          </p:cNvPr>
          <p:cNvSpPr/>
          <p:nvPr/>
        </p:nvSpPr>
        <p:spPr>
          <a:xfrm>
            <a:off x="3250096" y="5805264"/>
            <a:ext cx="1404156" cy="366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dev</a:t>
            </a:r>
          </a:p>
        </p:txBody>
      </p:sp>
      <p:cxnSp>
        <p:nvCxnSpPr>
          <p:cNvPr id="17" name="Straight Arrow Connector 16">
            <a:extLst>
              <a:ext uri="{FF2B5EF4-FFF2-40B4-BE49-F238E27FC236}">
                <a16:creationId xmlns:a16="http://schemas.microsoft.com/office/drawing/2014/main" id="{0DCECED0-3963-39B4-D141-1E56907CEDE3}"/>
              </a:ext>
            </a:extLst>
          </p:cNvPr>
          <p:cNvCxnSpPr/>
          <p:nvPr/>
        </p:nvCxnSpPr>
        <p:spPr>
          <a:xfrm flipH="1">
            <a:off x="4510236" y="4221088"/>
            <a:ext cx="5472608" cy="1584176"/>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Rectangle 17">
            <a:extLst>
              <a:ext uri="{FF2B5EF4-FFF2-40B4-BE49-F238E27FC236}">
                <a16:creationId xmlns:a16="http://schemas.microsoft.com/office/drawing/2014/main" id="{6B93702D-1BEE-A354-F908-D268A3CB92C3}"/>
              </a:ext>
            </a:extLst>
          </p:cNvPr>
          <p:cNvSpPr/>
          <p:nvPr/>
        </p:nvSpPr>
        <p:spPr>
          <a:xfrm>
            <a:off x="6886500" y="4725144"/>
            <a:ext cx="1080120" cy="4027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err="1">
                <a:effectLst>
                  <a:outerShdw blurRad="38100" dist="38100" dir="2700000" algn="tl">
                    <a:srgbClr val="000000">
                      <a:alpha val="43137"/>
                    </a:srgbClr>
                  </a:outerShdw>
                </a:effectLst>
              </a:rPr>
              <a:t>Btp</a:t>
            </a:r>
            <a:r>
              <a:rPr lang="en-IN" sz="1400" b="1" dirty="0">
                <a:effectLst>
                  <a:outerShdw blurRad="38100" dist="38100" dir="2700000" algn="tl">
                    <a:srgbClr val="000000">
                      <a:alpha val="43137"/>
                    </a:srgbClr>
                  </a:outerShdw>
                </a:effectLst>
              </a:rPr>
              <a:t>-cred</a:t>
            </a:r>
          </a:p>
        </p:txBody>
      </p:sp>
      <p:cxnSp>
        <p:nvCxnSpPr>
          <p:cNvPr id="19" name="Straight Arrow Connector 18">
            <a:extLst>
              <a:ext uri="{FF2B5EF4-FFF2-40B4-BE49-F238E27FC236}">
                <a16:creationId xmlns:a16="http://schemas.microsoft.com/office/drawing/2014/main" id="{38193B5E-DF3A-6B49-A63C-22A61CE98BAF}"/>
              </a:ext>
            </a:extLst>
          </p:cNvPr>
          <p:cNvCxnSpPr>
            <a:cxnSpLocks/>
            <a:endCxn id="7" idx="3"/>
          </p:cNvCxnSpPr>
          <p:nvPr/>
        </p:nvCxnSpPr>
        <p:spPr>
          <a:xfrm flipH="1" flipV="1">
            <a:off x="3250096" y="3190313"/>
            <a:ext cx="6732748" cy="1549676"/>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Smiley Face 21">
            <a:extLst>
              <a:ext uri="{FF2B5EF4-FFF2-40B4-BE49-F238E27FC236}">
                <a16:creationId xmlns:a16="http://schemas.microsoft.com/office/drawing/2014/main" id="{E575D521-93D0-F6AE-31ED-BF582A2A04D8}"/>
              </a:ext>
            </a:extLst>
          </p:cNvPr>
          <p:cNvSpPr/>
          <p:nvPr/>
        </p:nvSpPr>
        <p:spPr>
          <a:xfrm>
            <a:off x="2566020" y="980728"/>
            <a:ext cx="684076" cy="538115"/>
          </a:xfrm>
          <a:prstGeom prst="smileyFac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3" name="Smiley Face 22">
            <a:extLst>
              <a:ext uri="{FF2B5EF4-FFF2-40B4-BE49-F238E27FC236}">
                <a16:creationId xmlns:a16="http://schemas.microsoft.com/office/drawing/2014/main" id="{8D7E843A-204D-9173-6D20-3DA3FB657BAC}"/>
              </a:ext>
            </a:extLst>
          </p:cNvPr>
          <p:cNvSpPr/>
          <p:nvPr/>
        </p:nvSpPr>
        <p:spPr>
          <a:xfrm>
            <a:off x="2843673" y="1212178"/>
            <a:ext cx="684076" cy="538115"/>
          </a:xfrm>
          <a:prstGeom prst="smileyFac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4" name="Smiley Face 23">
            <a:extLst>
              <a:ext uri="{FF2B5EF4-FFF2-40B4-BE49-F238E27FC236}">
                <a16:creationId xmlns:a16="http://schemas.microsoft.com/office/drawing/2014/main" id="{29E51592-7655-154D-0662-0FAE14F6F017}"/>
              </a:ext>
            </a:extLst>
          </p:cNvPr>
          <p:cNvSpPr/>
          <p:nvPr/>
        </p:nvSpPr>
        <p:spPr>
          <a:xfrm>
            <a:off x="2251129" y="1199202"/>
            <a:ext cx="684076" cy="538115"/>
          </a:xfrm>
          <a:prstGeom prst="smileyFac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83419BC-AA1F-464B-5A47-0D308D48865C}"/>
              </a:ext>
            </a:extLst>
          </p:cNvPr>
          <p:cNvSpPr/>
          <p:nvPr/>
        </p:nvSpPr>
        <p:spPr>
          <a:xfrm>
            <a:off x="5518348" y="908720"/>
            <a:ext cx="2448272" cy="100811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dirty="0" err="1"/>
              <a:t>GitHUB</a:t>
            </a:r>
            <a:endParaRPr lang="en-IN" dirty="0"/>
          </a:p>
        </p:txBody>
      </p:sp>
      <p:cxnSp>
        <p:nvCxnSpPr>
          <p:cNvPr id="27" name="Straight Arrow Connector 26">
            <a:extLst>
              <a:ext uri="{FF2B5EF4-FFF2-40B4-BE49-F238E27FC236}">
                <a16:creationId xmlns:a16="http://schemas.microsoft.com/office/drawing/2014/main" id="{8E17D5B9-1213-A927-44A7-180C656D1778}"/>
              </a:ext>
            </a:extLst>
          </p:cNvPr>
          <p:cNvCxnSpPr>
            <a:stCxn id="23" idx="6"/>
            <a:endCxn id="25" idx="1"/>
          </p:cNvCxnSpPr>
          <p:nvPr/>
        </p:nvCxnSpPr>
        <p:spPr>
          <a:xfrm flipV="1">
            <a:off x="3527749" y="1412776"/>
            <a:ext cx="1990599" cy="6846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8" name="Arrow: Pentagon 27">
            <a:extLst>
              <a:ext uri="{FF2B5EF4-FFF2-40B4-BE49-F238E27FC236}">
                <a16:creationId xmlns:a16="http://schemas.microsoft.com/office/drawing/2014/main" id="{1C4738FE-C0DC-1C7C-E585-5B8B3C8D91E5}"/>
              </a:ext>
            </a:extLst>
          </p:cNvPr>
          <p:cNvSpPr/>
          <p:nvPr/>
        </p:nvSpPr>
        <p:spPr>
          <a:xfrm>
            <a:off x="7246540" y="907499"/>
            <a:ext cx="1728192" cy="505277"/>
          </a:xfrm>
          <a:prstGeom prst="homePlat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t>webhook</a:t>
            </a:r>
          </a:p>
        </p:txBody>
      </p:sp>
      <p:cxnSp>
        <p:nvCxnSpPr>
          <p:cNvPr id="30" name="Connector: Elbow 29">
            <a:extLst>
              <a:ext uri="{FF2B5EF4-FFF2-40B4-BE49-F238E27FC236}">
                <a16:creationId xmlns:a16="http://schemas.microsoft.com/office/drawing/2014/main" id="{1D8D3AD0-387F-87A5-0705-83938C7A33E6}"/>
              </a:ext>
            </a:extLst>
          </p:cNvPr>
          <p:cNvCxnSpPr>
            <a:stCxn id="28" idx="3"/>
            <a:endCxn id="13" idx="0"/>
          </p:cNvCxnSpPr>
          <p:nvPr/>
        </p:nvCxnSpPr>
        <p:spPr>
          <a:xfrm>
            <a:off x="8974732" y="1160138"/>
            <a:ext cx="1404155" cy="511336"/>
          </a:xfrm>
          <a:prstGeom prst="bentConnector2">
            <a:avLst/>
          </a:prstGeom>
          <a:ln>
            <a:headEnd type="triangle"/>
            <a:tailEnd type="triangle"/>
          </a:ln>
        </p:spPr>
        <p:style>
          <a:lnRef idx="1">
            <a:schemeClr val="accent4"/>
          </a:lnRef>
          <a:fillRef idx="0">
            <a:schemeClr val="accent4"/>
          </a:fillRef>
          <a:effectRef idx="0">
            <a:schemeClr val="accent4"/>
          </a:effectRef>
          <a:fontRef idx="minor">
            <a:schemeClr val="tx1"/>
          </a:fontRef>
        </p:style>
      </p:cxnSp>
      <p:grpSp>
        <p:nvGrpSpPr>
          <p:cNvPr id="36" name="Group 35">
            <a:extLst>
              <a:ext uri="{FF2B5EF4-FFF2-40B4-BE49-F238E27FC236}">
                <a16:creationId xmlns:a16="http://schemas.microsoft.com/office/drawing/2014/main" id="{974CC18D-4D2E-BF0D-ACDD-510DF9881E60}"/>
              </a:ext>
            </a:extLst>
          </p:cNvPr>
          <p:cNvGrpSpPr/>
          <p:nvPr/>
        </p:nvGrpSpPr>
        <p:grpSpPr>
          <a:xfrm>
            <a:off x="8907093" y="1127721"/>
            <a:ext cx="1683720" cy="1266480"/>
            <a:chOff x="8907093" y="1127721"/>
            <a:chExt cx="1683720" cy="1266480"/>
          </a:xfrm>
        </p:grpSpPr>
        <mc:AlternateContent xmlns:mc="http://schemas.openxmlformats.org/markup-compatibility/2006">
          <mc:Choice xmlns:p14="http://schemas.microsoft.com/office/powerpoint/2010/main" Requires="p14">
            <p:contentPart p14:bwMode="auto" r:id="rId8">
              <p14:nvContentPartPr>
                <p14:cNvPr id="34" name="Ink 33">
                  <a:extLst>
                    <a:ext uri="{FF2B5EF4-FFF2-40B4-BE49-F238E27FC236}">
                      <a16:creationId xmlns:a16="http://schemas.microsoft.com/office/drawing/2014/main" id="{7F837520-6BE3-40CE-F8AD-CCC0B6D4D19D}"/>
                    </a:ext>
                  </a:extLst>
                </p14:cNvPr>
                <p14:cNvContentPartPr/>
                <p14:nvPr/>
              </p14:nvContentPartPr>
              <p14:xfrm>
                <a:off x="8907093" y="1127721"/>
                <a:ext cx="1633680" cy="1245960"/>
              </p14:xfrm>
            </p:contentPart>
          </mc:Choice>
          <mc:Fallback>
            <p:pic>
              <p:nvPicPr>
                <p:cNvPr id="34" name="Ink 33">
                  <a:extLst>
                    <a:ext uri="{FF2B5EF4-FFF2-40B4-BE49-F238E27FC236}">
                      <a16:creationId xmlns:a16="http://schemas.microsoft.com/office/drawing/2014/main" id="{7F837520-6BE3-40CE-F8AD-CCC0B6D4D19D}"/>
                    </a:ext>
                  </a:extLst>
                </p:cNvPr>
                <p:cNvPicPr/>
                <p:nvPr/>
              </p:nvPicPr>
              <p:blipFill>
                <a:blip r:embed="rId9"/>
                <a:stretch>
                  <a:fillRect/>
                </a:stretch>
              </p:blipFill>
              <p:spPr>
                <a:xfrm>
                  <a:off x="8898453" y="1119081"/>
                  <a:ext cx="1651320" cy="12636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5" name="Ink 34">
                  <a:extLst>
                    <a:ext uri="{FF2B5EF4-FFF2-40B4-BE49-F238E27FC236}">
                      <a16:creationId xmlns:a16="http://schemas.microsoft.com/office/drawing/2014/main" id="{E5B562F3-7F57-0105-0EDB-B3439C428126}"/>
                    </a:ext>
                  </a:extLst>
                </p14:cNvPr>
                <p14:cNvContentPartPr/>
                <p14:nvPr/>
              </p14:nvContentPartPr>
              <p14:xfrm>
                <a:off x="10336653" y="2280081"/>
                <a:ext cx="254160" cy="114120"/>
              </p14:xfrm>
            </p:contentPart>
          </mc:Choice>
          <mc:Fallback>
            <p:pic>
              <p:nvPicPr>
                <p:cNvPr id="35" name="Ink 34">
                  <a:extLst>
                    <a:ext uri="{FF2B5EF4-FFF2-40B4-BE49-F238E27FC236}">
                      <a16:creationId xmlns:a16="http://schemas.microsoft.com/office/drawing/2014/main" id="{E5B562F3-7F57-0105-0EDB-B3439C428126}"/>
                    </a:ext>
                  </a:extLst>
                </p:cNvPr>
                <p:cNvPicPr/>
                <p:nvPr/>
              </p:nvPicPr>
              <p:blipFill>
                <a:blip r:embed="rId11"/>
                <a:stretch>
                  <a:fillRect/>
                </a:stretch>
              </p:blipFill>
              <p:spPr>
                <a:xfrm>
                  <a:off x="10327653" y="2271081"/>
                  <a:ext cx="271800" cy="131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42" name="Ink 41">
                <a:extLst>
                  <a:ext uri="{FF2B5EF4-FFF2-40B4-BE49-F238E27FC236}">
                    <a16:creationId xmlns:a16="http://schemas.microsoft.com/office/drawing/2014/main" id="{0A8EC1DD-565E-683F-0932-74C39AD1B6DF}"/>
                  </a:ext>
                </a:extLst>
              </p14:cNvPr>
              <p14:cNvContentPartPr/>
              <p14:nvPr/>
            </p14:nvContentPartPr>
            <p14:xfrm>
              <a:off x="7087293" y="739281"/>
              <a:ext cx="1895040" cy="828720"/>
            </p14:xfrm>
          </p:contentPart>
        </mc:Choice>
        <mc:Fallback>
          <p:pic>
            <p:nvPicPr>
              <p:cNvPr id="42" name="Ink 41">
                <a:extLst>
                  <a:ext uri="{FF2B5EF4-FFF2-40B4-BE49-F238E27FC236}">
                    <a16:creationId xmlns:a16="http://schemas.microsoft.com/office/drawing/2014/main" id="{0A8EC1DD-565E-683F-0932-74C39AD1B6DF}"/>
                  </a:ext>
                </a:extLst>
              </p:cNvPr>
              <p:cNvPicPr/>
              <p:nvPr/>
            </p:nvPicPr>
            <p:blipFill>
              <a:blip r:embed="rId13"/>
              <a:stretch>
                <a:fillRect/>
              </a:stretch>
            </p:blipFill>
            <p:spPr>
              <a:xfrm>
                <a:off x="7078653" y="730641"/>
                <a:ext cx="1912680" cy="846360"/>
              </a:xfrm>
              <a:prstGeom prst="rect">
                <a:avLst/>
              </a:prstGeom>
            </p:spPr>
          </p:pic>
        </mc:Fallback>
      </mc:AlternateContent>
      <p:grpSp>
        <p:nvGrpSpPr>
          <p:cNvPr id="57" name="Group 56">
            <a:extLst>
              <a:ext uri="{FF2B5EF4-FFF2-40B4-BE49-F238E27FC236}">
                <a16:creationId xmlns:a16="http://schemas.microsoft.com/office/drawing/2014/main" id="{DE866021-6B4D-0466-FEAA-642FAF9F0546}"/>
              </a:ext>
            </a:extLst>
          </p:cNvPr>
          <p:cNvGrpSpPr/>
          <p:nvPr/>
        </p:nvGrpSpPr>
        <p:grpSpPr>
          <a:xfrm>
            <a:off x="9462213" y="2882001"/>
            <a:ext cx="615240" cy="92880"/>
            <a:chOff x="9462213" y="2882001"/>
            <a:chExt cx="615240" cy="92880"/>
          </a:xfrm>
        </p:grpSpPr>
        <mc:AlternateContent xmlns:mc="http://schemas.openxmlformats.org/markup-compatibility/2006">
          <mc:Choice xmlns:p14="http://schemas.microsoft.com/office/powerpoint/2010/main" Requires="p14">
            <p:contentPart p14:bwMode="auto" r:id="rId14">
              <p14:nvContentPartPr>
                <p14:cNvPr id="39" name="Ink 38">
                  <a:extLst>
                    <a:ext uri="{FF2B5EF4-FFF2-40B4-BE49-F238E27FC236}">
                      <a16:creationId xmlns:a16="http://schemas.microsoft.com/office/drawing/2014/main" id="{AE473B0D-9618-C53C-9BBD-E2D7F1A21189}"/>
                    </a:ext>
                  </a:extLst>
                </p14:cNvPr>
                <p14:cNvContentPartPr/>
                <p14:nvPr/>
              </p14:nvContentPartPr>
              <p14:xfrm>
                <a:off x="9462213" y="2882001"/>
                <a:ext cx="250920" cy="12600"/>
              </p14:xfrm>
            </p:contentPart>
          </mc:Choice>
          <mc:Fallback>
            <p:pic>
              <p:nvPicPr>
                <p:cNvPr id="39" name="Ink 38">
                  <a:extLst>
                    <a:ext uri="{FF2B5EF4-FFF2-40B4-BE49-F238E27FC236}">
                      <a16:creationId xmlns:a16="http://schemas.microsoft.com/office/drawing/2014/main" id="{AE473B0D-9618-C53C-9BBD-E2D7F1A21189}"/>
                    </a:ext>
                  </a:extLst>
                </p:cNvPr>
                <p:cNvPicPr/>
                <p:nvPr/>
              </p:nvPicPr>
              <p:blipFill>
                <a:blip r:embed="rId15"/>
                <a:stretch>
                  <a:fillRect/>
                </a:stretch>
              </p:blipFill>
              <p:spPr>
                <a:xfrm>
                  <a:off x="9453213" y="2873001"/>
                  <a:ext cx="2685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0" name="Ink 39">
                  <a:extLst>
                    <a:ext uri="{FF2B5EF4-FFF2-40B4-BE49-F238E27FC236}">
                      <a16:creationId xmlns:a16="http://schemas.microsoft.com/office/drawing/2014/main" id="{EE70308E-39A1-5C6A-7C1F-D589CE915567}"/>
                    </a:ext>
                  </a:extLst>
                </p14:cNvPr>
                <p14:cNvContentPartPr/>
                <p14:nvPr/>
              </p14:nvContentPartPr>
              <p14:xfrm>
                <a:off x="9473733" y="2950761"/>
                <a:ext cx="220680" cy="24120"/>
              </p14:xfrm>
            </p:contentPart>
          </mc:Choice>
          <mc:Fallback>
            <p:pic>
              <p:nvPicPr>
                <p:cNvPr id="40" name="Ink 39">
                  <a:extLst>
                    <a:ext uri="{FF2B5EF4-FFF2-40B4-BE49-F238E27FC236}">
                      <a16:creationId xmlns:a16="http://schemas.microsoft.com/office/drawing/2014/main" id="{EE70308E-39A1-5C6A-7C1F-D589CE915567}"/>
                    </a:ext>
                  </a:extLst>
                </p:cNvPr>
                <p:cNvPicPr/>
                <p:nvPr/>
              </p:nvPicPr>
              <p:blipFill>
                <a:blip r:embed="rId17"/>
                <a:stretch>
                  <a:fillRect/>
                </a:stretch>
              </p:blipFill>
              <p:spPr>
                <a:xfrm>
                  <a:off x="9464733" y="2942121"/>
                  <a:ext cx="2383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5" name="Ink 54">
                  <a:extLst>
                    <a:ext uri="{FF2B5EF4-FFF2-40B4-BE49-F238E27FC236}">
                      <a16:creationId xmlns:a16="http://schemas.microsoft.com/office/drawing/2014/main" id="{56FDC984-2767-723A-93A4-9C88111C7D3C}"/>
                    </a:ext>
                  </a:extLst>
                </p14:cNvPr>
                <p14:cNvContentPartPr/>
                <p14:nvPr/>
              </p14:nvContentPartPr>
              <p14:xfrm>
                <a:off x="9658773" y="2916561"/>
                <a:ext cx="418680" cy="5760"/>
              </p14:xfrm>
            </p:contentPart>
          </mc:Choice>
          <mc:Fallback>
            <p:pic>
              <p:nvPicPr>
                <p:cNvPr id="55" name="Ink 54">
                  <a:extLst>
                    <a:ext uri="{FF2B5EF4-FFF2-40B4-BE49-F238E27FC236}">
                      <a16:creationId xmlns:a16="http://schemas.microsoft.com/office/drawing/2014/main" id="{56FDC984-2767-723A-93A4-9C88111C7D3C}"/>
                    </a:ext>
                  </a:extLst>
                </p:cNvPr>
                <p:cNvPicPr/>
                <p:nvPr/>
              </p:nvPicPr>
              <p:blipFill>
                <a:blip r:embed="rId19"/>
                <a:stretch>
                  <a:fillRect/>
                </a:stretch>
              </p:blipFill>
              <p:spPr>
                <a:xfrm>
                  <a:off x="9650133" y="2907561"/>
                  <a:ext cx="4363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56" name="Ink 55">
                  <a:extLst>
                    <a:ext uri="{FF2B5EF4-FFF2-40B4-BE49-F238E27FC236}">
                      <a16:creationId xmlns:a16="http://schemas.microsoft.com/office/drawing/2014/main" id="{C08D9351-CCA5-D40B-7542-E9E46CB4FA79}"/>
                    </a:ext>
                  </a:extLst>
                </p14:cNvPr>
                <p14:cNvContentPartPr/>
                <p14:nvPr/>
              </p14:nvContentPartPr>
              <p14:xfrm>
                <a:off x="9467973" y="2916561"/>
                <a:ext cx="587160" cy="6480"/>
              </p14:xfrm>
            </p:contentPart>
          </mc:Choice>
          <mc:Fallback>
            <p:pic>
              <p:nvPicPr>
                <p:cNvPr id="56" name="Ink 55">
                  <a:extLst>
                    <a:ext uri="{FF2B5EF4-FFF2-40B4-BE49-F238E27FC236}">
                      <a16:creationId xmlns:a16="http://schemas.microsoft.com/office/drawing/2014/main" id="{C08D9351-CCA5-D40B-7542-E9E46CB4FA79}"/>
                    </a:ext>
                  </a:extLst>
                </p:cNvPr>
                <p:cNvPicPr/>
                <p:nvPr/>
              </p:nvPicPr>
              <p:blipFill>
                <a:blip r:embed="rId21"/>
                <a:stretch>
                  <a:fillRect/>
                </a:stretch>
              </p:blipFill>
              <p:spPr>
                <a:xfrm>
                  <a:off x="9458973" y="2907561"/>
                  <a:ext cx="604800" cy="24120"/>
                </a:xfrm>
                <a:prstGeom prst="rect">
                  <a:avLst/>
                </a:prstGeom>
              </p:spPr>
            </p:pic>
          </mc:Fallback>
        </mc:AlternateContent>
      </p:grpSp>
      <p:grpSp>
        <p:nvGrpSpPr>
          <p:cNvPr id="60" name="Group 59">
            <a:extLst>
              <a:ext uri="{FF2B5EF4-FFF2-40B4-BE49-F238E27FC236}">
                <a16:creationId xmlns:a16="http://schemas.microsoft.com/office/drawing/2014/main" id="{B0ED4E11-4A74-97CE-9E65-D218DA562F1D}"/>
              </a:ext>
            </a:extLst>
          </p:cNvPr>
          <p:cNvGrpSpPr/>
          <p:nvPr/>
        </p:nvGrpSpPr>
        <p:grpSpPr>
          <a:xfrm>
            <a:off x="2364453" y="830721"/>
            <a:ext cx="7067880" cy="1522440"/>
            <a:chOff x="2364453" y="830721"/>
            <a:chExt cx="7067880" cy="1522440"/>
          </a:xfrm>
        </p:grpSpPr>
        <mc:AlternateContent xmlns:mc="http://schemas.openxmlformats.org/markup-compatibility/2006">
          <mc:Choice xmlns:p14="http://schemas.microsoft.com/office/powerpoint/2010/main" Requires="p14">
            <p:contentPart p14:bwMode="auto" r:id="rId22">
              <p14:nvContentPartPr>
                <p14:cNvPr id="3" name="Ink 2">
                  <a:extLst>
                    <a:ext uri="{FF2B5EF4-FFF2-40B4-BE49-F238E27FC236}">
                      <a16:creationId xmlns:a16="http://schemas.microsoft.com/office/drawing/2014/main" id="{0B2C8B93-EE9F-A4C3-D2E9-303A1A65EF05}"/>
                    </a:ext>
                  </a:extLst>
                </p14:cNvPr>
                <p14:cNvContentPartPr/>
                <p14:nvPr/>
              </p14:nvContentPartPr>
              <p14:xfrm>
                <a:off x="2364453" y="912801"/>
                <a:ext cx="1567080" cy="1136520"/>
              </p14:xfrm>
            </p:contentPart>
          </mc:Choice>
          <mc:Fallback>
            <p:pic>
              <p:nvPicPr>
                <p:cNvPr id="3" name="Ink 2">
                  <a:extLst>
                    <a:ext uri="{FF2B5EF4-FFF2-40B4-BE49-F238E27FC236}">
                      <a16:creationId xmlns:a16="http://schemas.microsoft.com/office/drawing/2014/main" id="{0B2C8B93-EE9F-A4C3-D2E9-303A1A65EF05}"/>
                    </a:ext>
                  </a:extLst>
                </p:cNvPr>
                <p:cNvPicPr/>
                <p:nvPr/>
              </p:nvPicPr>
              <p:blipFill>
                <a:blip r:embed="rId23"/>
                <a:stretch>
                  <a:fillRect/>
                </a:stretch>
              </p:blipFill>
              <p:spPr>
                <a:xfrm>
                  <a:off x="2355813" y="903801"/>
                  <a:ext cx="1584720" cy="1154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 name="Ink 7">
                  <a:extLst>
                    <a:ext uri="{FF2B5EF4-FFF2-40B4-BE49-F238E27FC236}">
                      <a16:creationId xmlns:a16="http://schemas.microsoft.com/office/drawing/2014/main" id="{85809D98-2FFF-687C-7063-4E1D7F26B17F}"/>
                    </a:ext>
                  </a:extLst>
                </p14:cNvPr>
                <p14:cNvContentPartPr/>
                <p14:nvPr/>
              </p14:nvContentPartPr>
              <p14:xfrm>
                <a:off x="3844773" y="1231761"/>
                <a:ext cx="1993680" cy="254880"/>
              </p14:xfrm>
            </p:contentPart>
          </mc:Choice>
          <mc:Fallback>
            <p:pic>
              <p:nvPicPr>
                <p:cNvPr id="8" name="Ink 7">
                  <a:extLst>
                    <a:ext uri="{FF2B5EF4-FFF2-40B4-BE49-F238E27FC236}">
                      <a16:creationId xmlns:a16="http://schemas.microsoft.com/office/drawing/2014/main" id="{85809D98-2FFF-687C-7063-4E1D7F26B17F}"/>
                    </a:ext>
                  </a:extLst>
                </p:cNvPr>
                <p:cNvPicPr/>
                <p:nvPr/>
              </p:nvPicPr>
              <p:blipFill>
                <a:blip r:embed="rId25"/>
                <a:stretch>
                  <a:fillRect/>
                </a:stretch>
              </p:blipFill>
              <p:spPr>
                <a:xfrm>
                  <a:off x="3836133" y="1222761"/>
                  <a:ext cx="201132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29252507-1CF8-4072-19BE-9F614DEA0A66}"/>
                    </a:ext>
                  </a:extLst>
                </p14:cNvPr>
                <p14:cNvContentPartPr/>
                <p14:nvPr/>
              </p14:nvContentPartPr>
              <p14:xfrm>
                <a:off x="5588613" y="1150761"/>
                <a:ext cx="151560" cy="276840"/>
              </p14:xfrm>
            </p:contentPart>
          </mc:Choice>
          <mc:Fallback>
            <p:pic>
              <p:nvPicPr>
                <p:cNvPr id="16" name="Ink 15">
                  <a:extLst>
                    <a:ext uri="{FF2B5EF4-FFF2-40B4-BE49-F238E27FC236}">
                      <a16:creationId xmlns:a16="http://schemas.microsoft.com/office/drawing/2014/main" id="{29252507-1CF8-4072-19BE-9F614DEA0A66}"/>
                    </a:ext>
                  </a:extLst>
                </p:cNvPr>
                <p:cNvPicPr/>
                <p:nvPr/>
              </p:nvPicPr>
              <p:blipFill>
                <a:blip r:embed="rId27"/>
                <a:stretch>
                  <a:fillRect/>
                </a:stretch>
              </p:blipFill>
              <p:spPr>
                <a:xfrm>
                  <a:off x="5579613" y="1142121"/>
                  <a:ext cx="16920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7E1626F3-2689-A7E0-F554-9A6BFF8FBC01}"/>
                    </a:ext>
                  </a:extLst>
                </p14:cNvPr>
                <p14:cNvContentPartPr/>
                <p14:nvPr/>
              </p14:nvContentPartPr>
              <p14:xfrm>
                <a:off x="3854133" y="1399161"/>
                <a:ext cx="2045880" cy="485280"/>
              </p14:xfrm>
            </p:contentPart>
          </mc:Choice>
          <mc:Fallback>
            <p:pic>
              <p:nvPicPr>
                <p:cNvPr id="20" name="Ink 19">
                  <a:extLst>
                    <a:ext uri="{FF2B5EF4-FFF2-40B4-BE49-F238E27FC236}">
                      <a16:creationId xmlns:a16="http://schemas.microsoft.com/office/drawing/2014/main" id="{7E1626F3-2689-A7E0-F554-9A6BFF8FBC01}"/>
                    </a:ext>
                  </a:extLst>
                </p:cNvPr>
                <p:cNvPicPr/>
                <p:nvPr/>
              </p:nvPicPr>
              <p:blipFill>
                <a:blip r:embed="rId29"/>
                <a:stretch>
                  <a:fillRect/>
                </a:stretch>
              </p:blipFill>
              <p:spPr>
                <a:xfrm>
                  <a:off x="3845493" y="1390161"/>
                  <a:ext cx="2063520" cy="502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133D9A68-CBC5-3757-9F73-BB0DE52707B4}"/>
                    </a:ext>
                  </a:extLst>
                </p14:cNvPr>
                <p14:cNvContentPartPr/>
                <p14:nvPr/>
              </p14:nvContentPartPr>
              <p14:xfrm>
                <a:off x="5825493" y="1357761"/>
                <a:ext cx="113400" cy="168840"/>
              </p14:xfrm>
            </p:contentPart>
          </mc:Choice>
          <mc:Fallback>
            <p:pic>
              <p:nvPicPr>
                <p:cNvPr id="21" name="Ink 20">
                  <a:extLst>
                    <a:ext uri="{FF2B5EF4-FFF2-40B4-BE49-F238E27FC236}">
                      <a16:creationId xmlns:a16="http://schemas.microsoft.com/office/drawing/2014/main" id="{133D9A68-CBC5-3757-9F73-BB0DE52707B4}"/>
                    </a:ext>
                  </a:extLst>
                </p:cNvPr>
                <p:cNvPicPr/>
                <p:nvPr/>
              </p:nvPicPr>
              <p:blipFill>
                <a:blip r:embed="rId31"/>
                <a:stretch>
                  <a:fillRect/>
                </a:stretch>
              </p:blipFill>
              <p:spPr>
                <a:xfrm>
                  <a:off x="5816493" y="1348761"/>
                  <a:ext cx="1310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6" name="Ink 25">
                  <a:extLst>
                    <a:ext uri="{FF2B5EF4-FFF2-40B4-BE49-F238E27FC236}">
                      <a16:creationId xmlns:a16="http://schemas.microsoft.com/office/drawing/2014/main" id="{68464AC7-2BB7-12C0-FD78-F784580EDBCF}"/>
                    </a:ext>
                  </a:extLst>
                </p14:cNvPr>
                <p14:cNvContentPartPr/>
                <p14:nvPr/>
              </p14:nvContentPartPr>
              <p14:xfrm>
                <a:off x="5808933" y="830721"/>
                <a:ext cx="495720" cy="390600"/>
              </p14:xfrm>
            </p:contentPart>
          </mc:Choice>
          <mc:Fallback>
            <p:pic>
              <p:nvPicPr>
                <p:cNvPr id="26" name="Ink 25">
                  <a:extLst>
                    <a:ext uri="{FF2B5EF4-FFF2-40B4-BE49-F238E27FC236}">
                      <a16:creationId xmlns:a16="http://schemas.microsoft.com/office/drawing/2014/main" id="{68464AC7-2BB7-12C0-FD78-F784580EDBCF}"/>
                    </a:ext>
                  </a:extLst>
                </p:cNvPr>
                <p:cNvPicPr/>
                <p:nvPr/>
              </p:nvPicPr>
              <p:blipFill>
                <a:blip r:embed="rId33"/>
                <a:stretch>
                  <a:fillRect/>
                </a:stretch>
              </p:blipFill>
              <p:spPr>
                <a:xfrm>
                  <a:off x="5800293" y="821721"/>
                  <a:ext cx="513360" cy="408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1" name="Ink 30">
                  <a:extLst>
                    <a:ext uri="{FF2B5EF4-FFF2-40B4-BE49-F238E27FC236}">
                      <a16:creationId xmlns:a16="http://schemas.microsoft.com/office/drawing/2014/main" id="{90289352-D27D-5FBF-240A-CA9EF2CCCCB3}"/>
                    </a:ext>
                  </a:extLst>
                </p14:cNvPr>
                <p14:cNvContentPartPr/>
                <p14:nvPr/>
              </p14:nvContentPartPr>
              <p14:xfrm>
                <a:off x="6069933" y="1580241"/>
                <a:ext cx="1158120" cy="92160"/>
              </p14:xfrm>
            </p:contentPart>
          </mc:Choice>
          <mc:Fallback>
            <p:pic>
              <p:nvPicPr>
                <p:cNvPr id="31" name="Ink 30">
                  <a:extLst>
                    <a:ext uri="{FF2B5EF4-FFF2-40B4-BE49-F238E27FC236}">
                      <a16:creationId xmlns:a16="http://schemas.microsoft.com/office/drawing/2014/main" id="{90289352-D27D-5FBF-240A-CA9EF2CCCCB3}"/>
                    </a:ext>
                  </a:extLst>
                </p:cNvPr>
                <p:cNvPicPr/>
                <p:nvPr/>
              </p:nvPicPr>
              <p:blipFill>
                <a:blip r:embed="rId35"/>
                <a:stretch>
                  <a:fillRect/>
                </a:stretch>
              </p:blipFill>
              <p:spPr>
                <a:xfrm>
                  <a:off x="6060933" y="1571601"/>
                  <a:ext cx="117576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2" name="Ink 31">
                  <a:extLst>
                    <a:ext uri="{FF2B5EF4-FFF2-40B4-BE49-F238E27FC236}">
                      <a16:creationId xmlns:a16="http://schemas.microsoft.com/office/drawing/2014/main" id="{0DB23775-776C-D0E0-C8EB-42F93BD3E648}"/>
                    </a:ext>
                  </a:extLst>
                </p14:cNvPr>
                <p14:cNvContentPartPr/>
                <p14:nvPr/>
              </p14:nvContentPartPr>
              <p14:xfrm>
                <a:off x="6105573" y="1654401"/>
                <a:ext cx="1171080" cy="122400"/>
              </p14:xfrm>
            </p:contentPart>
          </mc:Choice>
          <mc:Fallback>
            <p:pic>
              <p:nvPicPr>
                <p:cNvPr id="32" name="Ink 31">
                  <a:extLst>
                    <a:ext uri="{FF2B5EF4-FFF2-40B4-BE49-F238E27FC236}">
                      <a16:creationId xmlns:a16="http://schemas.microsoft.com/office/drawing/2014/main" id="{0DB23775-776C-D0E0-C8EB-42F93BD3E648}"/>
                    </a:ext>
                  </a:extLst>
                </p:cNvPr>
                <p:cNvPicPr/>
                <p:nvPr/>
              </p:nvPicPr>
              <p:blipFill>
                <a:blip r:embed="rId37"/>
                <a:stretch>
                  <a:fillRect/>
                </a:stretch>
              </p:blipFill>
              <p:spPr>
                <a:xfrm>
                  <a:off x="6096573" y="1645761"/>
                  <a:ext cx="11887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4" name="Ink 43">
                  <a:extLst>
                    <a:ext uri="{FF2B5EF4-FFF2-40B4-BE49-F238E27FC236}">
                      <a16:creationId xmlns:a16="http://schemas.microsoft.com/office/drawing/2014/main" id="{0162480E-8192-8274-7D48-301121A17D40}"/>
                    </a:ext>
                  </a:extLst>
                </p14:cNvPr>
                <p14:cNvContentPartPr/>
                <p14:nvPr/>
              </p14:nvContentPartPr>
              <p14:xfrm>
                <a:off x="6776973" y="1880841"/>
                <a:ext cx="47880" cy="472320"/>
              </p14:xfrm>
            </p:contentPart>
          </mc:Choice>
          <mc:Fallback>
            <p:pic>
              <p:nvPicPr>
                <p:cNvPr id="44" name="Ink 43">
                  <a:extLst>
                    <a:ext uri="{FF2B5EF4-FFF2-40B4-BE49-F238E27FC236}">
                      <a16:creationId xmlns:a16="http://schemas.microsoft.com/office/drawing/2014/main" id="{0162480E-8192-8274-7D48-301121A17D40}"/>
                    </a:ext>
                  </a:extLst>
                </p:cNvPr>
                <p:cNvPicPr/>
                <p:nvPr/>
              </p:nvPicPr>
              <p:blipFill>
                <a:blip r:embed="rId39"/>
                <a:stretch>
                  <a:fillRect/>
                </a:stretch>
              </p:blipFill>
              <p:spPr>
                <a:xfrm>
                  <a:off x="6767973" y="1871841"/>
                  <a:ext cx="65520" cy="4899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5" name="Ink 44">
                  <a:extLst>
                    <a:ext uri="{FF2B5EF4-FFF2-40B4-BE49-F238E27FC236}">
                      <a16:creationId xmlns:a16="http://schemas.microsoft.com/office/drawing/2014/main" id="{B0BD8E82-25A4-EC47-220F-749220A5E458}"/>
                    </a:ext>
                  </a:extLst>
                </p14:cNvPr>
                <p14:cNvContentPartPr/>
                <p14:nvPr/>
              </p14:nvContentPartPr>
              <p14:xfrm>
                <a:off x="6674373" y="1764921"/>
                <a:ext cx="215640" cy="231480"/>
              </p14:xfrm>
            </p:contentPart>
          </mc:Choice>
          <mc:Fallback>
            <p:pic>
              <p:nvPicPr>
                <p:cNvPr id="45" name="Ink 44">
                  <a:extLst>
                    <a:ext uri="{FF2B5EF4-FFF2-40B4-BE49-F238E27FC236}">
                      <a16:creationId xmlns:a16="http://schemas.microsoft.com/office/drawing/2014/main" id="{B0BD8E82-25A4-EC47-220F-749220A5E458}"/>
                    </a:ext>
                  </a:extLst>
                </p:cNvPr>
                <p:cNvPicPr/>
                <p:nvPr/>
              </p:nvPicPr>
              <p:blipFill>
                <a:blip r:embed="rId41"/>
                <a:stretch>
                  <a:fillRect/>
                </a:stretch>
              </p:blipFill>
              <p:spPr>
                <a:xfrm>
                  <a:off x="6665373" y="1756281"/>
                  <a:ext cx="23328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7" name="Ink 46">
                  <a:extLst>
                    <a:ext uri="{FF2B5EF4-FFF2-40B4-BE49-F238E27FC236}">
                      <a16:creationId xmlns:a16="http://schemas.microsoft.com/office/drawing/2014/main" id="{52BEE588-1272-3561-4DD3-AA925B6DC0F2}"/>
                    </a:ext>
                  </a:extLst>
                </p14:cNvPr>
                <p14:cNvContentPartPr/>
                <p14:nvPr/>
              </p14:nvContentPartPr>
              <p14:xfrm>
                <a:off x="8223813" y="1631721"/>
                <a:ext cx="31320" cy="315000"/>
              </p14:xfrm>
            </p:contentPart>
          </mc:Choice>
          <mc:Fallback>
            <p:pic>
              <p:nvPicPr>
                <p:cNvPr id="47" name="Ink 46">
                  <a:extLst>
                    <a:ext uri="{FF2B5EF4-FFF2-40B4-BE49-F238E27FC236}">
                      <a16:creationId xmlns:a16="http://schemas.microsoft.com/office/drawing/2014/main" id="{52BEE588-1272-3561-4DD3-AA925B6DC0F2}"/>
                    </a:ext>
                  </a:extLst>
                </p:cNvPr>
                <p:cNvPicPr/>
                <p:nvPr/>
              </p:nvPicPr>
              <p:blipFill>
                <a:blip r:embed="rId43"/>
                <a:stretch>
                  <a:fillRect/>
                </a:stretch>
              </p:blipFill>
              <p:spPr>
                <a:xfrm>
                  <a:off x="8214813" y="1623081"/>
                  <a:ext cx="4896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8" name="Ink 47">
                  <a:extLst>
                    <a:ext uri="{FF2B5EF4-FFF2-40B4-BE49-F238E27FC236}">
                      <a16:creationId xmlns:a16="http://schemas.microsoft.com/office/drawing/2014/main" id="{F4560361-2071-C061-8F50-A733BE2C9D1C}"/>
                    </a:ext>
                  </a:extLst>
                </p14:cNvPr>
                <p14:cNvContentPartPr/>
                <p14:nvPr/>
              </p14:nvContentPartPr>
              <p14:xfrm>
                <a:off x="8138853" y="1637481"/>
                <a:ext cx="50400" cy="103320"/>
              </p14:xfrm>
            </p:contentPart>
          </mc:Choice>
          <mc:Fallback>
            <p:pic>
              <p:nvPicPr>
                <p:cNvPr id="48" name="Ink 47">
                  <a:extLst>
                    <a:ext uri="{FF2B5EF4-FFF2-40B4-BE49-F238E27FC236}">
                      <a16:creationId xmlns:a16="http://schemas.microsoft.com/office/drawing/2014/main" id="{F4560361-2071-C061-8F50-A733BE2C9D1C}"/>
                    </a:ext>
                  </a:extLst>
                </p:cNvPr>
                <p:cNvPicPr/>
                <p:nvPr/>
              </p:nvPicPr>
              <p:blipFill>
                <a:blip r:embed="rId45"/>
                <a:stretch>
                  <a:fillRect/>
                </a:stretch>
              </p:blipFill>
              <p:spPr>
                <a:xfrm>
                  <a:off x="8129853" y="1628841"/>
                  <a:ext cx="6804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9" name="Ink 48">
                  <a:extLst>
                    <a:ext uri="{FF2B5EF4-FFF2-40B4-BE49-F238E27FC236}">
                      <a16:creationId xmlns:a16="http://schemas.microsoft.com/office/drawing/2014/main" id="{1BDA635C-69D8-6F07-2E09-518C94F4F0D6}"/>
                    </a:ext>
                  </a:extLst>
                </p14:cNvPr>
                <p14:cNvContentPartPr/>
                <p14:nvPr/>
              </p14:nvContentPartPr>
              <p14:xfrm>
                <a:off x="8188893" y="1602921"/>
                <a:ext cx="106560" cy="67680"/>
              </p14:xfrm>
            </p:contentPart>
          </mc:Choice>
          <mc:Fallback>
            <p:pic>
              <p:nvPicPr>
                <p:cNvPr id="49" name="Ink 48">
                  <a:extLst>
                    <a:ext uri="{FF2B5EF4-FFF2-40B4-BE49-F238E27FC236}">
                      <a16:creationId xmlns:a16="http://schemas.microsoft.com/office/drawing/2014/main" id="{1BDA635C-69D8-6F07-2E09-518C94F4F0D6}"/>
                    </a:ext>
                  </a:extLst>
                </p:cNvPr>
                <p:cNvPicPr/>
                <p:nvPr/>
              </p:nvPicPr>
              <p:blipFill>
                <a:blip r:embed="rId47"/>
                <a:stretch>
                  <a:fillRect/>
                </a:stretch>
              </p:blipFill>
              <p:spPr>
                <a:xfrm>
                  <a:off x="8180253" y="1593921"/>
                  <a:ext cx="12420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1" name="Ink 50">
                  <a:extLst>
                    <a:ext uri="{FF2B5EF4-FFF2-40B4-BE49-F238E27FC236}">
                      <a16:creationId xmlns:a16="http://schemas.microsoft.com/office/drawing/2014/main" id="{36EFF64F-B017-7E36-EF36-708679AA0A6C}"/>
                    </a:ext>
                  </a:extLst>
                </p14:cNvPr>
                <p14:cNvContentPartPr/>
                <p14:nvPr/>
              </p14:nvContentPartPr>
              <p14:xfrm>
                <a:off x="8423253" y="1591401"/>
                <a:ext cx="234720" cy="143640"/>
              </p14:xfrm>
            </p:contentPart>
          </mc:Choice>
          <mc:Fallback>
            <p:pic>
              <p:nvPicPr>
                <p:cNvPr id="51" name="Ink 50">
                  <a:extLst>
                    <a:ext uri="{FF2B5EF4-FFF2-40B4-BE49-F238E27FC236}">
                      <a16:creationId xmlns:a16="http://schemas.microsoft.com/office/drawing/2014/main" id="{36EFF64F-B017-7E36-EF36-708679AA0A6C}"/>
                    </a:ext>
                  </a:extLst>
                </p:cNvPr>
                <p:cNvPicPr/>
                <p:nvPr/>
              </p:nvPicPr>
              <p:blipFill>
                <a:blip r:embed="rId49"/>
                <a:stretch>
                  <a:fillRect/>
                </a:stretch>
              </p:blipFill>
              <p:spPr>
                <a:xfrm>
                  <a:off x="8414613" y="1582401"/>
                  <a:ext cx="2523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2" name="Ink 51">
                  <a:extLst>
                    <a:ext uri="{FF2B5EF4-FFF2-40B4-BE49-F238E27FC236}">
                      <a16:creationId xmlns:a16="http://schemas.microsoft.com/office/drawing/2014/main" id="{DFCF7759-6C08-477E-7BDE-271ED4341B73}"/>
                    </a:ext>
                  </a:extLst>
                </p14:cNvPr>
                <p14:cNvContentPartPr/>
                <p14:nvPr/>
              </p14:nvContentPartPr>
              <p14:xfrm>
                <a:off x="8478333" y="1614441"/>
                <a:ext cx="892080" cy="594720"/>
              </p14:xfrm>
            </p:contentPart>
          </mc:Choice>
          <mc:Fallback>
            <p:pic>
              <p:nvPicPr>
                <p:cNvPr id="52" name="Ink 51">
                  <a:extLst>
                    <a:ext uri="{FF2B5EF4-FFF2-40B4-BE49-F238E27FC236}">
                      <a16:creationId xmlns:a16="http://schemas.microsoft.com/office/drawing/2014/main" id="{DFCF7759-6C08-477E-7BDE-271ED4341B73}"/>
                    </a:ext>
                  </a:extLst>
                </p:cNvPr>
                <p:cNvPicPr/>
                <p:nvPr/>
              </p:nvPicPr>
              <p:blipFill>
                <a:blip r:embed="rId51"/>
                <a:stretch>
                  <a:fillRect/>
                </a:stretch>
              </p:blipFill>
              <p:spPr>
                <a:xfrm>
                  <a:off x="8469333" y="1605801"/>
                  <a:ext cx="909720" cy="612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3" name="Ink 52">
                  <a:extLst>
                    <a:ext uri="{FF2B5EF4-FFF2-40B4-BE49-F238E27FC236}">
                      <a16:creationId xmlns:a16="http://schemas.microsoft.com/office/drawing/2014/main" id="{2D840A2D-1FC0-A11E-6A63-3D70AFEBDFCD}"/>
                    </a:ext>
                  </a:extLst>
                </p14:cNvPr>
                <p14:cNvContentPartPr/>
                <p14:nvPr/>
              </p14:nvContentPartPr>
              <p14:xfrm>
                <a:off x="9254493" y="2100801"/>
                <a:ext cx="177840" cy="200880"/>
              </p14:xfrm>
            </p:contentPart>
          </mc:Choice>
          <mc:Fallback>
            <p:pic>
              <p:nvPicPr>
                <p:cNvPr id="53" name="Ink 52">
                  <a:extLst>
                    <a:ext uri="{FF2B5EF4-FFF2-40B4-BE49-F238E27FC236}">
                      <a16:creationId xmlns:a16="http://schemas.microsoft.com/office/drawing/2014/main" id="{2D840A2D-1FC0-A11E-6A63-3D70AFEBDFCD}"/>
                    </a:ext>
                  </a:extLst>
                </p:cNvPr>
                <p:cNvPicPr/>
                <p:nvPr/>
              </p:nvPicPr>
              <p:blipFill>
                <a:blip r:embed="rId53"/>
                <a:stretch>
                  <a:fillRect/>
                </a:stretch>
              </p:blipFill>
              <p:spPr>
                <a:xfrm>
                  <a:off x="9245493" y="2091801"/>
                  <a:ext cx="19548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8" name="Ink 57">
                  <a:extLst>
                    <a:ext uri="{FF2B5EF4-FFF2-40B4-BE49-F238E27FC236}">
                      <a16:creationId xmlns:a16="http://schemas.microsoft.com/office/drawing/2014/main" id="{2747CA38-8032-DD6D-840C-D583741C54C7}"/>
                    </a:ext>
                  </a:extLst>
                </p14:cNvPr>
                <p14:cNvContentPartPr/>
                <p14:nvPr/>
              </p14:nvContentPartPr>
              <p14:xfrm>
                <a:off x="7424973" y="1724241"/>
                <a:ext cx="110880" cy="6480"/>
              </p14:xfrm>
            </p:contentPart>
          </mc:Choice>
          <mc:Fallback>
            <p:pic>
              <p:nvPicPr>
                <p:cNvPr id="58" name="Ink 57">
                  <a:extLst>
                    <a:ext uri="{FF2B5EF4-FFF2-40B4-BE49-F238E27FC236}">
                      <a16:creationId xmlns:a16="http://schemas.microsoft.com/office/drawing/2014/main" id="{2747CA38-8032-DD6D-840C-D583741C54C7}"/>
                    </a:ext>
                  </a:extLst>
                </p:cNvPr>
                <p:cNvPicPr/>
                <p:nvPr/>
              </p:nvPicPr>
              <p:blipFill>
                <a:blip r:embed="rId55"/>
                <a:stretch>
                  <a:fillRect/>
                </a:stretch>
              </p:blipFill>
              <p:spPr>
                <a:xfrm>
                  <a:off x="7416333" y="1715601"/>
                  <a:ext cx="1285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9" name="Ink 58">
                  <a:extLst>
                    <a:ext uri="{FF2B5EF4-FFF2-40B4-BE49-F238E27FC236}">
                      <a16:creationId xmlns:a16="http://schemas.microsoft.com/office/drawing/2014/main" id="{71AF59A2-4A26-47BA-F92E-3C1F4DB6FA5A}"/>
                    </a:ext>
                  </a:extLst>
                </p14:cNvPr>
                <p14:cNvContentPartPr/>
                <p14:nvPr/>
              </p14:nvContentPartPr>
              <p14:xfrm>
                <a:off x="7401933" y="1805601"/>
                <a:ext cx="154440" cy="6480"/>
              </p14:xfrm>
            </p:contentPart>
          </mc:Choice>
          <mc:Fallback>
            <p:pic>
              <p:nvPicPr>
                <p:cNvPr id="59" name="Ink 58">
                  <a:extLst>
                    <a:ext uri="{FF2B5EF4-FFF2-40B4-BE49-F238E27FC236}">
                      <a16:creationId xmlns:a16="http://schemas.microsoft.com/office/drawing/2014/main" id="{71AF59A2-4A26-47BA-F92E-3C1F4DB6FA5A}"/>
                    </a:ext>
                  </a:extLst>
                </p:cNvPr>
                <p:cNvPicPr/>
                <p:nvPr/>
              </p:nvPicPr>
              <p:blipFill>
                <a:blip r:embed="rId57"/>
                <a:stretch>
                  <a:fillRect/>
                </a:stretch>
              </p:blipFill>
              <p:spPr>
                <a:xfrm>
                  <a:off x="7392933" y="1796601"/>
                  <a:ext cx="172080" cy="24120"/>
                </a:xfrm>
                <a:prstGeom prst="rect">
                  <a:avLst/>
                </a:prstGeom>
              </p:spPr>
            </p:pic>
          </mc:Fallback>
        </mc:AlternateContent>
      </p:grpSp>
    </p:spTree>
    <p:extLst>
      <p:ext uri="{BB962C8B-B14F-4D97-AF65-F5344CB8AC3E}">
        <p14:creationId xmlns:p14="http://schemas.microsoft.com/office/powerpoint/2010/main" val="9311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E55BD-4B1D-C497-02A3-5963B9172708}"/>
              </a:ext>
            </a:extLst>
          </p:cNvPr>
          <p:cNvSpPr>
            <a:spLocks noGrp="1"/>
          </p:cNvSpPr>
          <p:nvPr>
            <p:ph type="title"/>
          </p:nvPr>
        </p:nvSpPr>
        <p:spPr/>
        <p:txBody>
          <a:bodyPr/>
          <a:lstStyle/>
          <a:p>
            <a:r>
              <a:rPr lang="en-IN" dirty="0"/>
              <a:t>Serverless Fiori app</a:t>
            </a:r>
          </a:p>
        </p:txBody>
      </p:sp>
      <p:sp>
        <p:nvSpPr>
          <p:cNvPr id="3" name="TextBox 2">
            <a:extLst>
              <a:ext uri="{FF2B5EF4-FFF2-40B4-BE49-F238E27FC236}">
                <a16:creationId xmlns:a16="http://schemas.microsoft.com/office/drawing/2014/main" id="{B849042B-3145-679F-390F-D5554ED537FF}"/>
              </a:ext>
            </a:extLst>
          </p:cNvPr>
          <p:cNvSpPr txBox="1"/>
          <p:nvPr/>
        </p:nvSpPr>
        <p:spPr>
          <a:xfrm>
            <a:off x="117748" y="784925"/>
            <a:ext cx="11953328" cy="2062103"/>
          </a:xfrm>
          <a:prstGeom prst="rect">
            <a:avLst/>
          </a:prstGeom>
          <a:noFill/>
        </p:spPr>
        <p:txBody>
          <a:bodyPr wrap="square" rtlCol="0">
            <a:spAutoFit/>
          </a:bodyPr>
          <a:lstStyle/>
          <a:p>
            <a:pPr marL="342900" indent="-342900">
              <a:buFont typeface="Arial" panose="020B0604020202020204" pitchFamily="34" charset="0"/>
              <a:buChar char="•"/>
            </a:pPr>
            <a:r>
              <a:rPr lang="en-IN" sz="1600" dirty="0">
                <a:solidFill>
                  <a:schemeClr val="bg1"/>
                </a:solidFill>
              </a:rPr>
              <a:t>Anubhav, in my company we have multiple Fiori teams, but only one cap team. Cap team develop backend </a:t>
            </a:r>
            <a:r>
              <a:rPr lang="en-IN" sz="1600" dirty="0" err="1">
                <a:solidFill>
                  <a:schemeClr val="bg1"/>
                </a:solidFill>
              </a:rPr>
              <a:t>db</a:t>
            </a:r>
            <a:r>
              <a:rPr lang="en-IN" sz="1600" dirty="0">
                <a:solidFill>
                  <a:schemeClr val="bg1"/>
                </a:solidFill>
              </a:rPr>
              <a:t> and services, Fiori teams will create MULTIPLE Fiori apps on same cap services. What is the best practice and design.</a:t>
            </a:r>
          </a:p>
          <a:p>
            <a:pPr marL="342900" indent="-342900">
              <a:buFont typeface="Arial" panose="020B0604020202020204" pitchFamily="34" charset="0"/>
              <a:buChar char="•"/>
            </a:pPr>
            <a:r>
              <a:rPr lang="en-IN" sz="1600" dirty="0">
                <a:solidFill>
                  <a:schemeClr val="bg1"/>
                </a:solidFill>
              </a:rPr>
              <a:t>If we want to build 5 Fiori apps, do we add all 5 apps in same </a:t>
            </a:r>
            <a:r>
              <a:rPr lang="en-IN" sz="1600" dirty="0" err="1">
                <a:solidFill>
                  <a:schemeClr val="bg1"/>
                </a:solidFill>
              </a:rPr>
              <a:t>mycapapp</a:t>
            </a:r>
            <a:r>
              <a:rPr lang="en-IN" sz="1600" dirty="0">
                <a:solidFill>
                  <a:schemeClr val="bg1"/>
                </a:solidFill>
              </a:rPr>
              <a:t> folder, it will make our project very bulky.</a:t>
            </a:r>
          </a:p>
          <a:p>
            <a:pPr marL="342900" indent="-342900">
              <a:buFont typeface="Arial" panose="020B0604020202020204" pitchFamily="34" charset="0"/>
              <a:buChar char="•"/>
            </a:pPr>
            <a:r>
              <a:rPr lang="en-IN" sz="1600" dirty="0">
                <a:solidFill>
                  <a:schemeClr val="bg1"/>
                </a:solidFill>
              </a:rPr>
              <a:t>As a engineer I have been taught that, we should separate our UI from API/DB. Because UI changes are so frequent as compared to backend change. If combine </a:t>
            </a:r>
            <a:r>
              <a:rPr lang="en-IN" sz="1600" dirty="0" err="1">
                <a:solidFill>
                  <a:schemeClr val="bg1"/>
                </a:solidFill>
              </a:rPr>
              <a:t>ui</a:t>
            </a:r>
            <a:r>
              <a:rPr lang="en-IN" sz="1600" dirty="0">
                <a:solidFill>
                  <a:schemeClr val="bg1"/>
                </a:solidFill>
              </a:rPr>
              <a:t> and backend in same project, even there is a small label change on </a:t>
            </a:r>
            <a:r>
              <a:rPr lang="en-IN" sz="1600" dirty="0" err="1">
                <a:solidFill>
                  <a:schemeClr val="bg1"/>
                </a:solidFill>
              </a:rPr>
              <a:t>ui</a:t>
            </a:r>
            <a:r>
              <a:rPr lang="en-IN" sz="1600" dirty="0">
                <a:solidFill>
                  <a:schemeClr val="bg1"/>
                </a:solidFill>
              </a:rPr>
              <a:t>, it require whole app </a:t>
            </a:r>
            <a:r>
              <a:rPr lang="en-IN" sz="1600" dirty="0" err="1">
                <a:solidFill>
                  <a:schemeClr val="bg1"/>
                </a:solidFill>
              </a:rPr>
              <a:t>mtar</a:t>
            </a:r>
            <a:r>
              <a:rPr lang="en-IN" sz="1600" dirty="0">
                <a:solidFill>
                  <a:schemeClr val="bg1"/>
                </a:solidFill>
              </a:rPr>
              <a:t> to be built and deployed. </a:t>
            </a:r>
            <a:r>
              <a:rPr lang="en-IN" sz="1600" b="1" dirty="0" err="1">
                <a:solidFill>
                  <a:schemeClr val="bg1"/>
                </a:solidFill>
              </a:rPr>
              <a:t>cf</a:t>
            </a:r>
            <a:r>
              <a:rPr lang="en-IN" sz="1600" b="1" dirty="0">
                <a:solidFill>
                  <a:schemeClr val="bg1"/>
                </a:solidFill>
              </a:rPr>
              <a:t> deploy </a:t>
            </a:r>
            <a:r>
              <a:rPr lang="en-IN" sz="1600" b="1" dirty="0" err="1">
                <a:solidFill>
                  <a:schemeClr val="bg1"/>
                </a:solidFill>
              </a:rPr>
              <a:t>mycapapp-ui</a:t>
            </a:r>
            <a:endParaRPr lang="en-IN" sz="1600" b="1" dirty="0">
              <a:solidFill>
                <a:schemeClr val="bg1"/>
              </a:solidFill>
            </a:endParaRPr>
          </a:p>
          <a:p>
            <a:endParaRPr lang="en-IN" sz="1600" b="1" dirty="0">
              <a:solidFill>
                <a:schemeClr val="bg1"/>
              </a:solidFill>
            </a:endParaRPr>
          </a:p>
          <a:p>
            <a:r>
              <a:rPr lang="en-IN" sz="1600" b="1" dirty="0">
                <a:solidFill>
                  <a:schemeClr val="bg1"/>
                </a:solidFill>
              </a:rPr>
              <a:t>Best practice is to keep our UIs separate in different projects yet backend is same.</a:t>
            </a:r>
          </a:p>
        </p:txBody>
      </p:sp>
      <mc:AlternateContent xmlns:mc="http://schemas.openxmlformats.org/markup-compatibility/2006">
        <mc:Choice xmlns:p14="http://schemas.microsoft.com/office/powerpoint/2010/main" Requires="p14">
          <p:contentPart p14:bwMode="auto" r:id="rId2">
            <p14:nvContentPartPr>
              <p14:cNvPr id="36" name="Ink 35">
                <a:extLst>
                  <a:ext uri="{FF2B5EF4-FFF2-40B4-BE49-F238E27FC236}">
                    <a16:creationId xmlns:a16="http://schemas.microsoft.com/office/drawing/2014/main" id="{7C09AAAC-6324-755C-E1EF-80F288CAA89A}"/>
                  </a:ext>
                </a:extLst>
              </p14:cNvPr>
              <p14:cNvContentPartPr/>
              <p14:nvPr/>
            </p14:nvContentPartPr>
            <p14:xfrm>
              <a:off x="5001093" y="4610361"/>
              <a:ext cx="1971720" cy="745920"/>
            </p14:xfrm>
          </p:contentPart>
        </mc:Choice>
        <mc:Fallback>
          <p:pic>
            <p:nvPicPr>
              <p:cNvPr id="36" name="Ink 35">
                <a:extLst>
                  <a:ext uri="{FF2B5EF4-FFF2-40B4-BE49-F238E27FC236}">
                    <a16:creationId xmlns:a16="http://schemas.microsoft.com/office/drawing/2014/main" id="{7C09AAAC-6324-755C-E1EF-80F288CAA89A}"/>
                  </a:ext>
                </a:extLst>
              </p:cNvPr>
              <p:cNvPicPr/>
              <p:nvPr/>
            </p:nvPicPr>
            <p:blipFill>
              <a:blip r:embed="rId3"/>
              <a:stretch>
                <a:fillRect/>
              </a:stretch>
            </p:blipFill>
            <p:spPr>
              <a:xfrm>
                <a:off x="4992453" y="4601721"/>
                <a:ext cx="1989360" cy="763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7" name="Ink 16">
                <a:extLst>
                  <a:ext uri="{FF2B5EF4-FFF2-40B4-BE49-F238E27FC236}">
                    <a16:creationId xmlns:a16="http://schemas.microsoft.com/office/drawing/2014/main" id="{DB1EB5D6-CCF1-74EF-B7F4-2F1D9F6DF1F8}"/>
                  </a:ext>
                </a:extLst>
              </p14:cNvPr>
              <p14:cNvContentPartPr/>
              <p14:nvPr/>
            </p14:nvContentPartPr>
            <p14:xfrm>
              <a:off x="8150733" y="4191681"/>
              <a:ext cx="2954160" cy="1869120"/>
            </p14:xfrm>
          </p:contentPart>
        </mc:Choice>
        <mc:Fallback>
          <p:pic>
            <p:nvPicPr>
              <p:cNvPr id="17" name="Ink 16">
                <a:extLst>
                  <a:ext uri="{FF2B5EF4-FFF2-40B4-BE49-F238E27FC236}">
                    <a16:creationId xmlns:a16="http://schemas.microsoft.com/office/drawing/2014/main" id="{DB1EB5D6-CCF1-74EF-B7F4-2F1D9F6DF1F8}"/>
                  </a:ext>
                </a:extLst>
              </p:cNvPr>
              <p:cNvPicPr/>
              <p:nvPr/>
            </p:nvPicPr>
            <p:blipFill>
              <a:blip r:embed="rId5"/>
              <a:stretch>
                <a:fillRect/>
              </a:stretch>
            </p:blipFill>
            <p:spPr>
              <a:xfrm>
                <a:off x="8142093" y="4183041"/>
                <a:ext cx="2971800" cy="1886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 name="Ink 18">
                <a:extLst>
                  <a:ext uri="{FF2B5EF4-FFF2-40B4-BE49-F238E27FC236}">
                    <a16:creationId xmlns:a16="http://schemas.microsoft.com/office/drawing/2014/main" id="{7A3B65A7-734D-08DB-6C38-45B71B103066}"/>
                  </a:ext>
                </a:extLst>
              </p14:cNvPr>
              <p14:cNvContentPartPr/>
              <p14:nvPr/>
            </p14:nvContentPartPr>
            <p14:xfrm>
              <a:off x="8947773" y="4926081"/>
              <a:ext cx="325080" cy="180720"/>
            </p14:xfrm>
          </p:contentPart>
        </mc:Choice>
        <mc:Fallback>
          <p:pic>
            <p:nvPicPr>
              <p:cNvPr id="19" name="Ink 18">
                <a:extLst>
                  <a:ext uri="{FF2B5EF4-FFF2-40B4-BE49-F238E27FC236}">
                    <a16:creationId xmlns:a16="http://schemas.microsoft.com/office/drawing/2014/main" id="{7A3B65A7-734D-08DB-6C38-45B71B103066}"/>
                  </a:ext>
                </a:extLst>
              </p:cNvPr>
              <p:cNvPicPr/>
              <p:nvPr/>
            </p:nvPicPr>
            <p:blipFill>
              <a:blip r:embed="rId7"/>
              <a:stretch>
                <a:fillRect/>
              </a:stretch>
            </p:blipFill>
            <p:spPr>
              <a:xfrm>
                <a:off x="8938773" y="4917441"/>
                <a:ext cx="34272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0" name="Ink 19">
                <a:extLst>
                  <a:ext uri="{FF2B5EF4-FFF2-40B4-BE49-F238E27FC236}">
                    <a16:creationId xmlns:a16="http://schemas.microsoft.com/office/drawing/2014/main" id="{F6FECDDB-9246-6866-01E8-EB75C4181FB4}"/>
                  </a:ext>
                </a:extLst>
              </p14:cNvPr>
              <p14:cNvContentPartPr/>
              <p14:nvPr/>
            </p14:nvContentPartPr>
            <p14:xfrm>
              <a:off x="9334413" y="4928961"/>
              <a:ext cx="117000" cy="347040"/>
            </p14:xfrm>
          </p:contentPart>
        </mc:Choice>
        <mc:Fallback>
          <p:pic>
            <p:nvPicPr>
              <p:cNvPr id="20" name="Ink 19">
                <a:extLst>
                  <a:ext uri="{FF2B5EF4-FFF2-40B4-BE49-F238E27FC236}">
                    <a16:creationId xmlns:a16="http://schemas.microsoft.com/office/drawing/2014/main" id="{F6FECDDB-9246-6866-01E8-EB75C4181FB4}"/>
                  </a:ext>
                </a:extLst>
              </p:cNvPr>
              <p:cNvPicPr/>
              <p:nvPr/>
            </p:nvPicPr>
            <p:blipFill>
              <a:blip r:embed="rId9"/>
              <a:stretch>
                <a:fillRect/>
              </a:stretch>
            </p:blipFill>
            <p:spPr>
              <a:xfrm>
                <a:off x="9325413" y="4919961"/>
                <a:ext cx="134640" cy="364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1" name="Ink 20">
                <a:extLst>
                  <a:ext uri="{FF2B5EF4-FFF2-40B4-BE49-F238E27FC236}">
                    <a16:creationId xmlns:a16="http://schemas.microsoft.com/office/drawing/2014/main" id="{3887DCF6-9115-83FF-ED88-B25404C333DD}"/>
                  </a:ext>
                </a:extLst>
              </p14:cNvPr>
              <p14:cNvContentPartPr/>
              <p14:nvPr/>
            </p14:nvContentPartPr>
            <p14:xfrm>
              <a:off x="9502893" y="4920321"/>
              <a:ext cx="434520" cy="268560"/>
            </p14:xfrm>
          </p:contentPart>
        </mc:Choice>
        <mc:Fallback>
          <p:pic>
            <p:nvPicPr>
              <p:cNvPr id="21" name="Ink 20">
                <a:extLst>
                  <a:ext uri="{FF2B5EF4-FFF2-40B4-BE49-F238E27FC236}">
                    <a16:creationId xmlns:a16="http://schemas.microsoft.com/office/drawing/2014/main" id="{3887DCF6-9115-83FF-ED88-B25404C333DD}"/>
                  </a:ext>
                </a:extLst>
              </p:cNvPr>
              <p:cNvPicPr/>
              <p:nvPr/>
            </p:nvPicPr>
            <p:blipFill>
              <a:blip r:embed="rId11"/>
              <a:stretch>
                <a:fillRect/>
              </a:stretch>
            </p:blipFill>
            <p:spPr>
              <a:xfrm>
                <a:off x="9493893" y="4911321"/>
                <a:ext cx="45216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2" name="Ink 21">
                <a:extLst>
                  <a:ext uri="{FF2B5EF4-FFF2-40B4-BE49-F238E27FC236}">
                    <a16:creationId xmlns:a16="http://schemas.microsoft.com/office/drawing/2014/main" id="{4AEDEBFB-A678-3663-04F2-A1985CE72E68}"/>
                  </a:ext>
                </a:extLst>
              </p14:cNvPr>
              <p14:cNvContentPartPr/>
              <p14:nvPr/>
            </p14:nvContentPartPr>
            <p14:xfrm>
              <a:off x="9989973" y="4897281"/>
              <a:ext cx="385560" cy="236880"/>
            </p14:xfrm>
          </p:contentPart>
        </mc:Choice>
        <mc:Fallback>
          <p:pic>
            <p:nvPicPr>
              <p:cNvPr id="22" name="Ink 21">
                <a:extLst>
                  <a:ext uri="{FF2B5EF4-FFF2-40B4-BE49-F238E27FC236}">
                    <a16:creationId xmlns:a16="http://schemas.microsoft.com/office/drawing/2014/main" id="{4AEDEBFB-A678-3663-04F2-A1985CE72E68}"/>
                  </a:ext>
                </a:extLst>
              </p:cNvPr>
              <p:cNvPicPr/>
              <p:nvPr/>
            </p:nvPicPr>
            <p:blipFill>
              <a:blip r:embed="rId13"/>
              <a:stretch>
                <a:fillRect/>
              </a:stretch>
            </p:blipFill>
            <p:spPr>
              <a:xfrm>
                <a:off x="9980973" y="4888281"/>
                <a:ext cx="40320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3" name="Ink 22">
                <a:extLst>
                  <a:ext uri="{FF2B5EF4-FFF2-40B4-BE49-F238E27FC236}">
                    <a16:creationId xmlns:a16="http://schemas.microsoft.com/office/drawing/2014/main" id="{430E2937-67B1-6A60-2748-2FC84DB73295}"/>
                  </a:ext>
                </a:extLst>
              </p14:cNvPr>
              <p14:cNvContentPartPr/>
              <p14:nvPr/>
            </p14:nvContentPartPr>
            <p14:xfrm>
              <a:off x="10402173" y="4855521"/>
              <a:ext cx="94680" cy="273240"/>
            </p14:xfrm>
          </p:contentPart>
        </mc:Choice>
        <mc:Fallback>
          <p:pic>
            <p:nvPicPr>
              <p:cNvPr id="23" name="Ink 22">
                <a:extLst>
                  <a:ext uri="{FF2B5EF4-FFF2-40B4-BE49-F238E27FC236}">
                    <a16:creationId xmlns:a16="http://schemas.microsoft.com/office/drawing/2014/main" id="{430E2937-67B1-6A60-2748-2FC84DB73295}"/>
                  </a:ext>
                </a:extLst>
              </p:cNvPr>
              <p:cNvPicPr/>
              <p:nvPr/>
            </p:nvPicPr>
            <p:blipFill>
              <a:blip r:embed="rId15"/>
              <a:stretch>
                <a:fillRect/>
              </a:stretch>
            </p:blipFill>
            <p:spPr>
              <a:xfrm>
                <a:off x="10393173" y="4846521"/>
                <a:ext cx="11232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4" name="Ink 23">
                <a:extLst>
                  <a:ext uri="{FF2B5EF4-FFF2-40B4-BE49-F238E27FC236}">
                    <a16:creationId xmlns:a16="http://schemas.microsoft.com/office/drawing/2014/main" id="{3E0BA4FB-F39E-7CB8-554B-64EF2B8418F6}"/>
                  </a:ext>
                </a:extLst>
              </p14:cNvPr>
              <p14:cNvContentPartPr/>
              <p14:nvPr/>
            </p14:nvContentPartPr>
            <p14:xfrm>
              <a:off x="8837253" y="4837881"/>
              <a:ext cx="127800" cy="312120"/>
            </p14:xfrm>
          </p:contentPart>
        </mc:Choice>
        <mc:Fallback>
          <p:pic>
            <p:nvPicPr>
              <p:cNvPr id="24" name="Ink 23">
                <a:extLst>
                  <a:ext uri="{FF2B5EF4-FFF2-40B4-BE49-F238E27FC236}">
                    <a16:creationId xmlns:a16="http://schemas.microsoft.com/office/drawing/2014/main" id="{3E0BA4FB-F39E-7CB8-554B-64EF2B8418F6}"/>
                  </a:ext>
                </a:extLst>
              </p:cNvPr>
              <p:cNvPicPr/>
              <p:nvPr/>
            </p:nvPicPr>
            <p:blipFill>
              <a:blip r:embed="rId17"/>
              <a:stretch>
                <a:fillRect/>
              </a:stretch>
            </p:blipFill>
            <p:spPr>
              <a:xfrm>
                <a:off x="8828253" y="4829241"/>
                <a:ext cx="14544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5" name="Ink 24">
                <a:extLst>
                  <a:ext uri="{FF2B5EF4-FFF2-40B4-BE49-F238E27FC236}">
                    <a16:creationId xmlns:a16="http://schemas.microsoft.com/office/drawing/2014/main" id="{EAD80E0F-0B3A-D1A7-DA5B-134719E61AD8}"/>
                  </a:ext>
                </a:extLst>
              </p14:cNvPr>
              <p14:cNvContentPartPr/>
              <p14:nvPr/>
            </p14:nvContentPartPr>
            <p14:xfrm>
              <a:off x="8884053" y="4480761"/>
              <a:ext cx="195480" cy="261000"/>
            </p14:xfrm>
          </p:contentPart>
        </mc:Choice>
        <mc:Fallback>
          <p:pic>
            <p:nvPicPr>
              <p:cNvPr id="25" name="Ink 24">
                <a:extLst>
                  <a:ext uri="{FF2B5EF4-FFF2-40B4-BE49-F238E27FC236}">
                    <a16:creationId xmlns:a16="http://schemas.microsoft.com/office/drawing/2014/main" id="{EAD80E0F-0B3A-D1A7-DA5B-134719E61AD8}"/>
                  </a:ext>
                </a:extLst>
              </p:cNvPr>
              <p:cNvPicPr/>
              <p:nvPr/>
            </p:nvPicPr>
            <p:blipFill>
              <a:blip r:embed="rId19"/>
              <a:stretch>
                <a:fillRect/>
              </a:stretch>
            </p:blipFill>
            <p:spPr>
              <a:xfrm>
                <a:off x="8875053" y="4471761"/>
                <a:ext cx="21312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6" name="Ink 25">
                <a:extLst>
                  <a:ext uri="{FF2B5EF4-FFF2-40B4-BE49-F238E27FC236}">
                    <a16:creationId xmlns:a16="http://schemas.microsoft.com/office/drawing/2014/main" id="{F409A086-3BA9-6682-996B-7753DF1487FD}"/>
                  </a:ext>
                </a:extLst>
              </p14:cNvPr>
              <p14:cNvContentPartPr/>
              <p14:nvPr/>
            </p14:nvContentPartPr>
            <p14:xfrm>
              <a:off x="9084213" y="4486881"/>
              <a:ext cx="247680" cy="224640"/>
            </p14:xfrm>
          </p:contentPart>
        </mc:Choice>
        <mc:Fallback>
          <p:pic>
            <p:nvPicPr>
              <p:cNvPr id="26" name="Ink 25">
                <a:extLst>
                  <a:ext uri="{FF2B5EF4-FFF2-40B4-BE49-F238E27FC236}">
                    <a16:creationId xmlns:a16="http://schemas.microsoft.com/office/drawing/2014/main" id="{F409A086-3BA9-6682-996B-7753DF1487FD}"/>
                  </a:ext>
                </a:extLst>
              </p:cNvPr>
              <p:cNvPicPr/>
              <p:nvPr/>
            </p:nvPicPr>
            <p:blipFill>
              <a:blip r:embed="rId21"/>
              <a:stretch>
                <a:fillRect/>
              </a:stretch>
            </p:blipFill>
            <p:spPr>
              <a:xfrm>
                <a:off x="9075213" y="4477881"/>
                <a:ext cx="26532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7" name="Ink 26">
                <a:extLst>
                  <a:ext uri="{FF2B5EF4-FFF2-40B4-BE49-F238E27FC236}">
                    <a16:creationId xmlns:a16="http://schemas.microsoft.com/office/drawing/2014/main" id="{BD95D1BB-3812-CCB6-EA41-ED60CC87B761}"/>
                  </a:ext>
                </a:extLst>
              </p14:cNvPr>
              <p14:cNvContentPartPr/>
              <p14:nvPr/>
            </p14:nvContentPartPr>
            <p14:xfrm>
              <a:off x="9294453" y="4553481"/>
              <a:ext cx="337320" cy="248400"/>
            </p14:xfrm>
          </p:contentPart>
        </mc:Choice>
        <mc:Fallback>
          <p:pic>
            <p:nvPicPr>
              <p:cNvPr id="27" name="Ink 26">
                <a:extLst>
                  <a:ext uri="{FF2B5EF4-FFF2-40B4-BE49-F238E27FC236}">
                    <a16:creationId xmlns:a16="http://schemas.microsoft.com/office/drawing/2014/main" id="{BD95D1BB-3812-CCB6-EA41-ED60CC87B761}"/>
                  </a:ext>
                </a:extLst>
              </p:cNvPr>
              <p:cNvPicPr/>
              <p:nvPr/>
            </p:nvPicPr>
            <p:blipFill>
              <a:blip r:embed="rId23"/>
              <a:stretch>
                <a:fillRect/>
              </a:stretch>
            </p:blipFill>
            <p:spPr>
              <a:xfrm>
                <a:off x="9285453" y="4544841"/>
                <a:ext cx="35496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9" name="Ink 28">
                <a:extLst>
                  <a:ext uri="{FF2B5EF4-FFF2-40B4-BE49-F238E27FC236}">
                    <a16:creationId xmlns:a16="http://schemas.microsoft.com/office/drawing/2014/main" id="{CC4FB2B0-AEE2-301C-E50C-1131B945BBA3}"/>
                  </a:ext>
                </a:extLst>
              </p14:cNvPr>
              <p14:cNvContentPartPr/>
              <p14:nvPr/>
            </p14:nvContentPartPr>
            <p14:xfrm>
              <a:off x="9657333" y="4555641"/>
              <a:ext cx="86400" cy="109440"/>
            </p14:xfrm>
          </p:contentPart>
        </mc:Choice>
        <mc:Fallback>
          <p:pic>
            <p:nvPicPr>
              <p:cNvPr id="29" name="Ink 28">
                <a:extLst>
                  <a:ext uri="{FF2B5EF4-FFF2-40B4-BE49-F238E27FC236}">
                    <a16:creationId xmlns:a16="http://schemas.microsoft.com/office/drawing/2014/main" id="{CC4FB2B0-AEE2-301C-E50C-1131B945BBA3}"/>
                  </a:ext>
                </a:extLst>
              </p:cNvPr>
              <p:cNvPicPr/>
              <p:nvPr/>
            </p:nvPicPr>
            <p:blipFill>
              <a:blip r:embed="rId25"/>
              <a:stretch>
                <a:fillRect/>
              </a:stretch>
            </p:blipFill>
            <p:spPr>
              <a:xfrm>
                <a:off x="9648693" y="4546641"/>
                <a:ext cx="1040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0" name="Ink 29">
                <a:extLst>
                  <a:ext uri="{FF2B5EF4-FFF2-40B4-BE49-F238E27FC236}">
                    <a16:creationId xmlns:a16="http://schemas.microsoft.com/office/drawing/2014/main" id="{F216EEFB-B2DE-49E2-6111-6AC330D1D063}"/>
                  </a:ext>
                </a:extLst>
              </p14:cNvPr>
              <p14:cNvContentPartPr/>
              <p14:nvPr/>
            </p14:nvContentPartPr>
            <p14:xfrm>
              <a:off x="9808173" y="4415961"/>
              <a:ext cx="96840" cy="271800"/>
            </p14:xfrm>
          </p:contentPart>
        </mc:Choice>
        <mc:Fallback>
          <p:pic>
            <p:nvPicPr>
              <p:cNvPr id="30" name="Ink 29">
                <a:extLst>
                  <a:ext uri="{FF2B5EF4-FFF2-40B4-BE49-F238E27FC236}">
                    <a16:creationId xmlns:a16="http://schemas.microsoft.com/office/drawing/2014/main" id="{F216EEFB-B2DE-49E2-6111-6AC330D1D063}"/>
                  </a:ext>
                </a:extLst>
              </p:cNvPr>
              <p:cNvPicPr/>
              <p:nvPr/>
            </p:nvPicPr>
            <p:blipFill>
              <a:blip r:embed="rId27"/>
              <a:stretch>
                <a:fillRect/>
              </a:stretch>
            </p:blipFill>
            <p:spPr>
              <a:xfrm>
                <a:off x="9799533" y="4407321"/>
                <a:ext cx="11448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1" name="Ink 30">
                <a:extLst>
                  <a:ext uri="{FF2B5EF4-FFF2-40B4-BE49-F238E27FC236}">
                    <a16:creationId xmlns:a16="http://schemas.microsoft.com/office/drawing/2014/main" id="{D7868E1C-E13D-EF31-F673-54455C1A030F}"/>
                  </a:ext>
                </a:extLst>
              </p14:cNvPr>
              <p14:cNvContentPartPr/>
              <p14:nvPr/>
            </p14:nvContentPartPr>
            <p14:xfrm>
              <a:off x="9933813" y="4565361"/>
              <a:ext cx="293400" cy="127440"/>
            </p14:xfrm>
          </p:contentPart>
        </mc:Choice>
        <mc:Fallback>
          <p:pic>
            <p:nvPicPr>
              <p:cNvPr id="31" name="Ink 30">
                <a:extLst>
                  <a:ext uri="{FF2B5EF4-FFF2-40B4-BE49-F238E27FC236}">
                    <a16:creationId xmlns:a16="http://schemas.microsoft.com/office/drawing/2014/main" id="{D7868E1C-E13D-EF31-F673-54455C1A030F}"/>
                  </a:ext>
                </a:extLst>
              </p:cNvPr>
              <p:cNvPicPr/>
              <p:nvPr/>
            </p:nvPicPr>
            <p:blipFill>
              <a:blip r:embed="rId29"/>
              <a:stretch>
                <a:fillRect/>
              </a:stretch>
            </p:blipFill>
            <p:spPr>
              <a:xfrm>
                <a:off x="9925173" y="4556721"/>
                <a:ext cx="3110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3" name="Ink 32">
                <a:extLst>
                  <a:ext uri="{FF2B5EF4-FFF2-40B4-BE49-F238E27FC236}">
                    <a16:creationId xmlns:a16="http://schemas.microsoft.com/office/drawing/2014/main" id="{86690649-293D-B207-BAB6-CB4CE7B414B3}"/>
                  </a:ext>
                </a:extLst>
              </p14:cNvPr>
              <p14:cNvContentPartPr/>
              <p14:nvPr/>
            </p14:nvContentPartPr>
            <p14:xfrm>
              <a:off x="9381213" y="4791801"/>
              <a:ext cx="1362960" cy="22680"/>
            </p14:xfrm>
          </p:contentPart>
        </mc:Choice>
        <mc:Fallback>
          <p:pic>
            <p:nvPicPr>
              <p:cNvPr id="33" name="Ink 32">
                <a:extLst>
                  <a:ext uri="{FF2B5EF4-FFF2-40B4-BE49-F238E27FC236}">
                    <a16:creationId xmlns:a16="http://schemas.microsoft.com/office/drawing/2014/main" id="{86690649-293D-B207-BAB6-CB4CE7B414B3}"/>
                  </a:ext>
                </a:extLst>
              </p:cNvPr>
              <p:cNvPicPr/>
              <p:nvPr/>
            </p:nvPicPr>
            <p:blipFill>
              <a:blip r:embed="rId31"/>
              <a:stretch>
                <a:fillRect/>
              </a:stretch>
            </p:blipFill>
            <p:spPr>
              <a:xfrm>
                <a:off x="9372213" y="4782801"/>
                <a:ext cx="138060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30" name="Ink 129">
                <a:extLst>
                  <a:ext uri="{FF2B5EF4-FFF2-40B4-BE49-F238E27FC236}">
                    <a16:creationId xmlns:a16="http://schemas.microsoft.com/office/drawing/2014/main" id="{B79F0D43-9A37-7949-4A67-59F31642FCB2}"/>
                  </a:ext>
                </a:extLst>
              </p14:cNvPr>
              <p14:cNvContentPartPr/>
              <p14:nvPr/>
            </p14:nvContentPartPr>
            <p14:xfrm>
              <a:off x="10006173" y="5282481"/>
              <a:ext cx="14040" cy="230040"/>
            </p14:xfrm>
          </p:contentPart>
        </mc:Choice>
        <mc:Fallback>
          <p:pic>
            <p:nvPicPr>
              <p:cNvPr id="130" name="Ink 129">
                <a:extLst>
                  <a:ext uri="{FF2B5EF4-FFF2-40B4-BE49-F238E27FC236}">
                    <a16:creationId xmlns:a16="http://schemas.microsoft.com/office/drawing/2014/main" id="{B79F0D43-9A37-7949-4A67-59F31642FCB2}"/>
                  </a:ext>
                </a:extLst>
              </p:cNvPr>
              <p:cNvPicPr/>
              <p:nvPr/>
            </p:nvPicPr>
            <p:blipFill>
              <a:blip r:embed="rId33"/>
              <a:stretch>
                <a:fillRect/>
              </a:stretch>
            </p:blipFill>
            <p:spPr>
              <a:xfrm>
                <a:off x="9997173" y="5273841"/>
                <a:ext cx="3168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31" name="Ink 130">
                <a:extLst>
                  <a:ext uri="{FF2B5EF4-FFF2-40B4-BE49-F238E27FC236}">
                    <a16:creationId xmlns:a16="http://schemas.microsoft.com/office/drawing/2014/main" id="{D1CB2470-3D8B-C400-861F-D50F814AF44C}"/>
                  </a:ext>
                </a:extLst>
              </p14:cNvPr>
              <p14:cNvContentPartPr/>
              <p14:nvPr/>
            </p14:nvContentPartPr>
            <p14:xfrm>
              <a:off x="9879453" y="5496681"/>
              <a:ext cx="500040" cy="118080"/>
            </p14:xfrm>
          </p:contentPart>
        </mc:Choice>
        <mc:Fallback>
          <p:pic>
            <p:nvPicPr>
              <p:cNvPr id="131" name="Ink 130">
                <a:extLst>
                  <a:ext uri="{FF2B5EF4-FFF2-40B4-BE49-F238E27FC236}">
                    <a16:creationId xmlns:a16="http://schemas.microsoft.com/office/drawing/2014/main" id="{D1CB2470-3D8B-C400-861F-D50F814AF44C}"/>
                  </a:ext>
                </a:extLst>
              </p:cNvPr>
              <p:cNvPicPr/>
              <p:nvPr/>
            </p:nvPicPr>
            <p:blipFill>
              <a:blip r:embed="rId35"/>
              <a:stretch>
                <a:fillRect/>
              </a:stretch>
            </p:blipFill>
            <p:spPr>
              <a:xfrm>
                <a:off x="9870813" y="5488041"/>
                <a:ext cx="5176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32" name="Ink 131">
                <a:extLst>
                  <a:ext uri="{FF2B5EF4-FFF2-40B4-BE49-F238E27FC236}">
                    <a16:creationId xmlns:a16="http://schemas.microsoft.com/office/drawing/2014/main" id="{4C8A9B64-E77C-64D9-C3CF-286867BCEE6F}"/>
                  </a:ext>
                </a:extLst>
              </p14:cNvPr>
              <p14:cNvContentPartPr/>
              <p14:nvPr/>
            </p14:nvContentPartPr>
            <p14:xfrm>
              <a:off x="9907173" y="5596041"/>
              <a:ext cx="59040" cy="290520"/>
            </p14:xfrm>
          </p:contentPart>
        </mc:Choice>
        <mc:Fallback>
          <p:pic>
            <p:nvPicPr>
              <p:cNvPr id="132" name="Ink 131">
                <a:extLst>
                  <a:ext uri="{FF2B5EF4-FFF2-40B4-BE49-F238E27FC236}">
                    <a16:creationId xmlns:a16="http://schemas.microsoft.com/office/drawing/2014/main" id="{4C8A9B64-E77C-64D9-C3CF-286867BCEE6F}"/>
                  </a:ext>
                </a:extLst>
              </p:cNvPr>
              <p:cNvPicPr/>
              <p:nvPr/>
            </p:nvPicPr>
            <p:blipFill>
              <a:blip r:embed="rId37"/>
              <a:stretch>
                <a:fillRect/>
              </a:stretch>
            </p:blipFill>
            <p:spPr>
              <a:xfrm>
                <a:off x="9898173" y="5587401"/>
                <a:ext cx="76680" cy="308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33" name="Ink 132">
                <a:extLst>
                  <a:ext uri="{FF2B5EF4-FFF2-40B4-BE49-F238E27FC236}">
                    <a16:creationId xmlns:a16="http://schemas.microsoft.com/office/drawing/2014/main" id="{02D87EA3-D9A1-C05D-BA49-3C6B053665C8}"/>
                  </a:ext>
                </a:extLst>
              </p14:cNvPr>
              <p14:cNvContentPartPr/>
              <p14:nvPr/>
            </p14:nvContentPartPr>
            <p14:xfrm>
              <a:off x="9936693" y="5833641"/>
              <a:ext cx="518400" cy="27360"/>
            </p14:xfrm>
          </p:contentPart>
        </mc:Choice>
        <mc:Fallback>
          <p:pic>
            <p:nvPicPr>
              <p:cNvPr id="133" name="Ink 132">
                <a:extLst>
                  <a:ext uri="{FF2B5EF4-FFF2-40B4-BE49-F238E27FC236}">
                    <a16:creationId xmlns:a16="http://schemas.microsoft.com/office/drawing/2014/main" id="{02D87EA3-D9A1-C05D-BA49-3C6B053665C8}"/>
                  </a:ext>
                </a:extLst>
              </p:cNvPr>
              <p:cNvPicPr/>
              <p:nvPr/>
            </p:nvPicPr>
            <p:blipFill>
              <a:blip r:embed="rId39"/>
              <a:stretch>
                <a:fillRect/>
              </a:stretch>
            </p:blipFill>
            <p:spPr>
              <a:xfrm>
                <a:off x="9927693" y="5824641"/>
                <a:ext cx="53604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34" name="Ink 133">
                <a:extLst>
                  <a:ext uri="{FF2B5EF4-FFF2-40B4-BE49-F238E27FC236}">
                    <a16:creationId xmlns:a16="http://schemas.microsoft.com/office/drawing/2014/main" id="{BF8622C4-DF77-47C8-17DE-0A396A1C1A8B}"/>
                  </a:ext>
                </a:extLst>
              </p14:cNvPr>
              <p14:cNvContentPartPr/>
              <p14:nvPr/>
            </p14:nvContentPartPr>
            <p14:xfrm>
              <a:off x="10366533" y="5598201"/>
              <a:ext cx="68400" cy="208440"/>
            </p14:xfrm>
          </p:contentPart>
        </mc:Choice>
        <mc:Fallback>
          <p:pic>
            <p:nvPicPr>
              <p:cNvPr id="134" name="Ink 133">
                <a:extLst>
                  <a:ext uri="{FF2B5EF4-FFF2-40B4-BE49-F238E27FC236}">
                    <a16:creationId xmlns:a16="http://schemas.microsoft.com/office/drawing/2014/main" id="{BF8622C4-DF77-47C8-17DE-0A396A1C1A8B}"/>
                  </a:ext>
                </a:extLst>
              </p:cNvPr>
              <p:cNvPicPr/>
              <p:nvPr/>
            </p:nvPicPr>
            <p:blipFill>
              <a:blip r:embed="rId41"/>
              <a:stretch>
                <a:fillRect/>
              </a:stretch>
            </p:blipFill>
            <p:spPr>
              <a:xfrm>
                <a:off x="10357533" y="5589201"/>
                <a:ext cx="8604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 name="Ink 3">
                <a:extLst>
                  <a:ext uri="{FF2B5EF4-FFF2-40B4-BE49-F238E27FC236}">
                    <a16:creationId xmlns:a16="http://schemas.microsoft.com/office/drawing/2014/main" id="{F0D411D8-CE17-14F7-26E2-C9638DA89738}"/>
                  </a:ext>
                </a:extLst>
              </p14:cNvPr>
              <p14:cNvContentPartPr/>
              <p14:nvPr/>
            </p14:nvContentPartPr>
            <p14:xfrm>
              <a:off x="9086013" y="3173961"/>
              <a:ext cx="303840" cy="173160"/>
            </p14:xfrm>
          </p:contentPart>
        </mc:Choice>
        <mc:Fallback>
          <p:pic>
            <p:nvPicPr>
              <p:cNvPr id="4" name="Ink 3">
                <a:extLst>
                  <a:ext uri="{FF2B5EF4-FFF2-40B4-BE49-F238E27FC236}">
                    <a16:creationId xmlns:a16="http://schemas.microsoft.com/office/drawing/2014/main" id="{F0D411D8-CE17-14F7-26E2-C9638DA89738}"/>
                  </a:ext>
                </a:extLst>
              </p:cNvPr>
              <p:cNvPicPr/>
              <p:nvPr/>
            </p:nvPicPr>
            <p:blipFill>
              <a:blip r:embed="rId43"/>
              <a:stretch>
                <a:fillRect/>
              </a:stretch>
            </p:blipFill>
            <p:spPr>
              <a:xfrm>
                <a:off x="9077013" y="3164961"/>
                <a:ext cx="32148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 name="Ink 4">
                <a:extLst>
                  <a:ext uri="{FF2B5EF4-FFF2-40B4-BE49-F238E27FC236}">
                    <a16:creationId xmlns:a16="http://schemas.microsoft.com/office/drawing/2014/main" id="{6F40C17D-5F52-A247-3BB4-C99A4B402506}"/>
                  </a:ext>
                </a:extLst>
              </p14:cNvPr>
              <p14:cNvContentPartPr/>
              <p14:nvPr/>
            </p14:nvContentPartPr>
            <p14:xfrm>
              <a:off x="9462213" y="3177201"/>
              <a:ext cx="86760" cy="212040"/>
            </p14:xfrm>
          </p:contentPart>
        </mc:Choice>
        <mc:Fallback>
          <p:pic>
            <p:nvPicPr>
              <p:cNvPr id="5" name="Ink 4">
                <a:extLst>
                  <a:ext uri="{FF2B5EF4-FFF2-40B4-BE49-F238E27FC236}">
                    <a16:creationId xmlns:a16="http://schemas.microsoft.com/office/drawing/2014/main" id="{6F40C17D-5F52-A247-3BB4-C99A4B402506}"/>
                  </a:ext>
                </a:extLst>
              </p:cNvPr>
              <p:cNvPicPr/>
              <p:nvPr/>
            </p:nvPicPr>
            <p:blipFill>
              <a:blip r:embed="rId45"/>
              <a:stretch>
                <a:fillRect/>
              </a:stretch>
            </p:blipFill>
            <p:spPr>
              <a:xfrm>
                <a:off x="9453213" y="3168201"/>
                <a:ext cx="1044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 name="Ink 5">
                <a:extLst>
                  <a:ext uri="{FF2B5EF4-FFF2-40B4-BE49-F238E27FC236}">
                    <a16:creationId xmlns:a16="http://schemas.microsoft.com/office/drawing/2014/main" id="{109D0E43-B337-F87C-75D4-EA0C73EF4D91}"/>
                  </a:ext>
                </a:extLst>
              </p14:cNvPr>
              <p14:cNvContentPartPr/>
              <p14:nvPr/>
            </p14:nvContentPartPr>
            <p14:xfrm>
              <a:off x="9660573" y="3154521"/>
              <a:ext cx="91440" cy="165960"/>
            </p14:xfrm>
          </p:contentPart>
        </mc:Choice>
        <mc:Fallback>
          <p:pic>
            <p:nvPicPr>
              <p:cNvPr id="6" name="Ink 5">
                <a:extLst>
                  <a:ext uri="{FF2B5EF4-FFF2-40B4-BE49-F238E27FC236}">
                    <a16:creationId xmlns:a16="http://schemas.microsoft.com/office/drawing/2014/main" id="{109D0E43-B337-F87C-75D4-EA0C73EF4D91}"/>
                  </a:ext>
                </a:extLst>
              </p:cNvPr>
              <p:cNvPicPr/>
              <p:nvPr/>
            </p:nvPicPr>
            <p:blipFill>
              <a:blip r:embed="rId47"/>
              <a:stretch>
                <a:fillRect/>
              </a:stretch>
            </p:blipFill>
            <p:spPr>
              <a:xfrm>
                <a:off x="9651573" y="3145521"/>
                <a:ext cx="10908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7" name="Ink 6">
                <a:extLst>
                  <a:ext uri="{FF2B5EF4-FFF2-40B4-BE49-F238E27FC236}">
                    <a16:creationId xmlns:a16="http://schemas.microsoft.com/office/drawing/2014/main" id="{D89E35CB-FFAA-BF55-E148-407436498D1D}"/>
                  </a:ext>
                </a:extLst>
              </p14:cNvPr>
              <p14:cNvContentPartPr/>
              <p14:nvPr/>
            </p14:nvContentPartPr>
            <p14:xfrm>
              <a:off x="9810333" y="3194481"/>
              <a:ext cx="144000" cy="116280"/>
            </p14:xfrm>
          </p:contentPart>
        </mc:Choice>
        <mc:Fallback>
          <p:pic>
            <p:nvPicPr>
              <p:cNvPr id="7" name="Ink 6">
                <a:extLst>
                  <a:ext uri="{FF2B5EF4-FFF2-40B4-BE49-F238E27FC236}">
                    <a16:creationId xmlns:a16="http://schemas.microsoft.com/office/drawing/2014/main" id="{D89E35CB-FFAA-BF55-E148-407436498D1D}"/>
                  </a:ext>
                </a:extLst>
              </p:cNvPr>
              <p:cNvPicPr/>
              <p:nvPr/>
            </p:nvPicPr>
            <p:blipFill>
              <a:blip r:embed="rId49"/>
              <a:stretch>
                <a:fillRect/>
              </a:stretch>
            </p:blipFill>
            <p:spPr>
              <a:xfrm>
                <a:off x="9801693" y="3185841"/>
                <a:ext cx="1616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8" name="Ink 7">
                <a:extLst>
                  <a:ext uri="{FF2B5EF4-FFF2-40B4-BE49-F238E27FC236}">
                    <a16:creationId xmlns:a16="http://schemas.microsoft.com/office/drawing/2014/main" id="{80520E6C-3B53-3DB7-1985-FD8F0794D24A}"/>
                  </a:ext>
                </a:extLst>
              </p14:cNvPr>
              <p14:cNvContentPartPr/>
              <p14:nvPr/>
            </p14:nvContentPartPr>
            <p14:xfrm>
              <a:off x="10042893" y="3165681"/>
              <a:ext cx="89280" cy="228240"/>
            </p14:xfrm>
          </p:contentPart>
        </mc:Choice>
        <mc:Fallback>
          <p:pic>
            <p:nvPicPr>
              <p:cNvPr id="8" name="Ink 7">
                <a:extLst>
                  <a:ext uri="{FF2B5EF4-FFF2-40B4-BE49-F238E27FC236}">
                    <a16:creationId xmlns:a16="http://schemas.microsoft.com/office/drawing/2014/main" id="{80520E6C-3B53-3DB7-1985-FD8F0794D24A}"/>
                  </a:ext>
                </a:extLst>
              </p:cNvPr>
              <p:cNvPicPr/>
              <p:nvPr/>
            </p:nvPicPr>
            <p:blipFill>
              <a:blip r:embed="rId51"/>
              <a:stretch>
                <a:fillRect/>
              </a:stretch>
            </p:blipFill>
            <p:spPr>
              <a:xfrm>
                <a:off x="10033893" y="3156681"/>
                <a:ext cx="10692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9" name="Ink 8">
                <a:extLst>
                  <a:ext uri="{FF2B5EF4-FFF2-40B4-BE49-F238E27FC236}">
                    <a16:creationId xmlns:a16="http://schemas.microsoft.com/office/drawing/2014/main" id="{43A79B8C-4550-4324-E2FA-6339340D9E0A}"/>
                  </a:ext>
                </a:extLst>
              </p14:cNvPr>
              <p14:cNvContentPartPr/>
              <p14:nvPr/>
            </p14:nvContentPartPr>
            <p14:xfrm>
              <a:off x="10187253" y="3164961"/>
              <a:ext cx="178200" cy="127080"/>
            </p14:xfrm>
          </p:contentPart>
        </mc:Choice>
        <mc:Fallback>
          <p:pic>
            <p:nvPicPr>
              <p:cNvPr id="9" name="Ink 8">
                <a:extLst>
                  <a:ext uri="{FF2B5EF4-FFF2-40B4-BE49-F238E27FC236}">
                    <a16:creationId xmlns:a16="http://schemas.microsoft.com/office/drawing/2014/main" id="{43A79B8C-4550-4324-E2FA-6339340D9E0A}"/>
                  </a:ext>
                </a:extLst>
              </p:cNvPr>
              <p:cNvPicPr/>
              <p:nvPr/>
            </p:nvPicPr>
            <p:blipFill>
              <a:blip r:embed="rId53"/>
              <a:stretch>
                <a:fillRect/>
              </a:stretch>
            </p:blipFill>
            <p:spPr>
              <a:xfrm>
                <a:off x="10178253" y="3156321"/>
                <a:ext cx="19584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0" name="Ink 9">
                <a:extLst>
                  <a:ext uri="{FF2B5EF4-FFF2-40B4-BE49-F238E27FC236}">
                    <a16:creationId xmlns:a16="http://schemas.microsoft.com/office/drawing/2014/main" id="{505DBB87-1E66-1F8C-EF34-B039581CEB8D}"/>
                  </a:ext>
                </a:extLst>
              </p14:cNvPr>
              <p14:cNvContentPartPr/>
              <p14:nvPr/>
            </p14:nvContentPartPr>
            <p14:xfrm>
              <a:off x="10410813" y="3132201"/>
              <a:ext cx="102960" cy="218160"/>
            </p14:xfrm>
          </p:contentPart>
        </mc:Choice>
        <mc:Fallback>
          <p:pic>
            <p:nvPicPr>
              <p:cNvPr id="10" name="Ink 9">
                <a:extLst>
                  <a:ext uri="{FF2B5EF4-FFF2-40B4-BE49-F238E27FC236}">
                    <a16:creationId xmlns:a16="http://schemas.microsoft.com/office/drawing/2014/main" id="{505DBB87-1E66-1F8C-EF34-B039581CEB8D}"/>
                  </a:ext>
                </a:extLst>
              </p:cNvPr>
              <p:cNvPicPr/>
              <p:nvPr/>
            </p:nvPicPr>
            <p:blipFill>
              <a:blip r:embed="rId55"/>
              <a:stretch>
                <a:fillRect/>
              </a:stretch>
            </p:blipFill>
            <p:spPr>
              <a:xfrm>
                <a:off x="10401813" y="3123561"/>
                <a:ext cx="12060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1" name="Ink 10">
                <a:extLst>
                  <a:ext uri="{FF2B5EF4-FFF2-40B4-BE49-F238E27FC236}">
                    <a16:creationId xmlns:a16="http://schemas.microsoft.com/office/drawing/2014/main" id="{F1857B23-0B2B-9ABA-9D1E-E5F9AD05BF2A}"/>
                  </a:ext>
                </a:extLst>
              </p14:cNvPr>
              <p14:cNvContentPartPr/>
              <p14:nvPr/>
            </p14:nvContentPartPr>
            <p14:xfrm>
              <a:off x="10590813" y="3119241"/>
              <a:ext cx="99360" cy="198360"/>
            </p14:xfrm>
          </p:contentPart>
        </mc:Choice>
        <mc:Fallback>
          <p:pic>
            <p:nvPicPr>
              <p:cNvPr id="11" name="Ink 10">
                <a:extLst>
                  <a:ext uri="{FF2B5EF4-FFF2-40B4-BE49-F238E27FC236}">
                    <a16:creationId xmlns:a16="http://schemas.microsoft.com/office/drawing/2014/main" id="{F1857B23-0B2B-9ABA-9D1E-E5F9AD05BF2A}"/>
                  </a:ext>
                </a:extLst>
              </p:cNvPr>
              <p:cNvPicPr/>
              <p:nvPr/>
            </p:nvPicPr>
            <p:blipFill>
              <a:blip r:embed="rId57"/>
              <a:stretch>
                <a:fillRect/>
              </a:stretch>
            </p:blipFill>
            <p:spPr>
              <a:xfrm>
                <a:off x="10581813" y="3110601"/>
                <a:ext cx="117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2" name="Ink 11">
                <a:extLst>
                  <a:ext uri="{FF2B5EF4-FFF2-40B4-BE49-F238E27FC236}">
                    <a16:creationId xmlns:a16="http://schemas.microsoft.com/office/drawing/2014/main" id="{883C434C-B3DC-3083-9F29-2BA4C766D894}"/>
                  </a:ext>
                </a:extLst>
              </p14:cNvPr>
              <p14:cNvContentPartPr/>
              <p14:nvPr/>
            </p14:nvContentPartPr>
            <p14:xfrm>
              <a:off x="9050373" y="2892441"/>
              <a:ext cx="2014920" cy="578520"/>
            </p14:xfrm>
          </p:contentPart>
        </mc:Choice>
        <mc:Fallback>
          <p:pic>
            <p:nvPicPr>
              <p:cNvPr id="12" name="Ink 11">
                <a:extLst>
                  <a:ext uri="{FF2B5EF4-FFF2-40B4-BE49-F238E27FC236}">
                    <a16:creationId xmlns:a16="http://schemas.microsoft.com/office/drawing/2014/main" id="{883C434C-B3DC-3083-9F29-2BA4C766D894}"/>
                  </a:ext>
                </a:extLst>
              </p:cNvPr>
              <p:cNvPicPr/>
              <p:nvPr/>
            </p:nvPicPr>
            <p:blipFill>
              <a:blip r:embed="rId59"/>
              <a:stretch>
                <a:fillRect/>
              </a:stretch>
            </p:blipFill>
            <p:spPr>
              <a:xfrm>
                <a:off x="9041733" y="2883801"/>
                <a:ext cx="2032560" cy="5961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4" name="Ink 13">
                <a:extLst>
                  <a:ext uri="{FF2B5EF4-FFF2-40B4-BE49-F238E27FC236}">
                    <a16:creationId xmlns:a16="http://schemas.microsoft.com/office/drawing/2014/main" id="{91DA37C0-9B3B-DD4B-B378-1CF2FF2F5DC2}"/>
                  </a:ext>
                </a:extLst>
              </p14:cNvPr>
              <p14:cNvContentPartPr/>
              <p14:nvPr/>
            </p14:nvContentPartPr>
            <p14:xfrm>
              <a:off x="9843453" y="3524241"/>
              <a:ext cx="24120" cy="571680"/>
            </p14:xfrm>
          </p:contentPart>
        </mc:Choice>
        <mc:Fallback>
          <p:pic>
            <p:nvPicPr>
              <p:cNvPr id="14" name="Ink 13">
                <a:extLst>
                  <a:ext uri="{FF2B5EF4-FFF2-40B4-BE49-F238E27FC236}">
                    <a16:creationId xmlns:a16="http://schemas.microsoft.com/office/drawing/2014/main" id="{91DA37C0-9B3B-DD4B-B378-1CF2FF2F5DC2}"/>
                  </a:ext>
                </a:extLst>
              </p:cNvPr>
              <p:cNvPicPr/>
              <p:nvPr/>
            </p:nvPicPr>
            <p:blipFill>
              <a:blip r:embed="rId61"/>
              <a:stretch>
                <a:fillRect/>
              </a:stretch>
            </p:blipFill>
            <p:spPr>
              <a:xfrm>
                <a:off x="9834453" y="3515601"/>
                <a:ext cx="41760" cy="589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5" name="Ink 14">
                <a:extLst>
                  <a:ext uri="{FF2B5EF4-FFF2-40B4-BE49-F238E27FC236}">
                    <a16:creationId xmlns:a16="http://schemas.microsoft.com/office/drawing/2014/main" id="{883B81E1-DAC1-9964-D0A8-B206E12D98B0}"/>
                  </a:ext>
                </a:extLst>
              </p14:cNvPr>
              <p14:cNvContentPartPr/>
              <p14:nvPr/>
            </p14:nvContentPartPr>
            <p14:xfrm>
              <a:off x="9786213" y="4151721"/>
              <a:ext cx="117360" cy="88920"/>
            </p14:xfrm>
          </p:contentPart>
        </mc:Choice>
        <mc:Fallback>
          <p:pic>
            <p:nvPicPr>
              <p:cNvPr id="15" name="Ink 14">
                <a:extLst>
                  <a:ext uri="{FF2B5EF4-FFF2-40B4-BE49-F238E27FC236}">
                    <a16:creationId xmlns:a16="http://schemas.microsoft.com/office/drawing/2014/main" id="{883B81E1-DAC1-9964-D0A8-B206E12D98B0}"/>
                  </a:ext>
                </a:extLst>
              </p:cNvPr>
              <p:cNvPicPr/>
              <p:nvPr/>
            </p:nvPicPr>
            <p:blipFill>
              <a:blip r:embed="rId63"/>
              <a:stretch>
                <a:fillRect/>
              </a:stretch>
            </p:blipFill>
            <p:spPr>
              <a:xfrm>
                <a:off x="9777573" y="4143081"/>
                <a:ext cx="13500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36" name="Ink 135">
                <a:extLst>
                  <a:ext uri="{FF2B5EF4-FFF2-40B4-BE49-F238E27FC236}">
                    <a16:creationId xmlns:a16="http://schemas.microsoft.com/office/drawing/2014/main" id="{33A95CA6-354F-3D53-D9F6-85B846FE4C11}"/>
                  </a:ext>
                </a:extLst>
              </p14:cNvPr>
              <p14:cNvContentPartPr/>
              <p14:nvPr/>
            </p14:nvContentPartPr>
            <p14:xfrm>
              <a:off x="10279773" y="2650881"/>
              <a:ext cx="73800" cy="318600"/>
            </p14:xfrm>
          </p:contentPart>
        </mc:Choice>
        <mc:Fallback>
          <p:pic>
            <p:nvPicPr>
              <p:cNvPr id="136" name="Ink 135">
                <a:extLst>
                  <a:ext uri="{FF2B5EF4-FFF2-40B4-BE49-F238E27FC236}">
                    <a16:creationId xmlns:a16="http://schemas.microsoft.com/office/drawing/2014/main" id="{33A95CA6-354F-3D53-D9F6-85B846FE4C11}"/>
                  </a:ext>
                </a:extLst>
              </p:cNvPr>
              <p:cNvPicPr/>
              <p:nvPr/>
            </p:nvPicPr>
            <p:blipFill>
              <a:blip r:embed="rId65"/>
              <a:stretch>
                <a:fillRect/>
              </a:stretch>
            </p:blipFill>
            <p:spPr>
              <a:xfrm>
                <a:off x="10271133" y="2642241"/>
                <a:ext cx="91440" cy="336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37" name="Ink 136">
                <a:extLst>
                  <a:ext uri="{FF2B5EF4-FFF2-40B4-BE49-F238E27FC236}">
                    <a16:creationId xmlns:a16="http://schemas.microsoft.com/office/drawing/2014/main" id="{2A40F78C-891F-283B-0D46-DAFE8B63EC32}"/>
                  </a:ext>
                </a:extLst>
              </p14:cNvPr>
              <p14:cNvContentPartPr/>
              <p14:nvPr/>
            </p14:nvContentPartPr>
            <p14:xfrm>
              <a:off x="10259613" y="2922321"/>
              <a:ext cx="68040" cy="64080"/>
            </p14:xfrm>
          </p:contentPart>
        </mc:Choice>
        <mc:Fallback>
          <p:pic>
            <p:nvPicPr>
              <p:cNvPr id="137" name="Ink 136">
                <a:extLst>
                  <a:ext uri="{FF2B5EF4-FFF2-40B4-BE49-F238E27FC236}">
                    <a16:creationId xmlns:a16="http://schemas.microsoft.com/office/drawing/2014/main" id="{2A40F78C-891F-283B-0D46-DAFE8B63EC32}"/>
                  </a:ext>
                </a:extLst>
              </p:cNvPr>
              <p:cNvPicPr/>
              <p:nvPr/>
            </p:nvPicPr>
            <p:blipFill>
              <a:blip r:embed="rId67"/>
              <a:stretch>
                <a:fillRect/>
              </a:stretch>
            </p:blipFill>
            <p:spPr>
              <a:xfrm>
                <a:off x="10250973" y="2913681"/>
                <a:ext cx="8568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39" name="Ink 138">
                <a:extLst>
                  <a:ext uri="{FF2B5EF4-FFF2-40B4-BE49-F238E27FC236}">
                    <a16:creationId xmlns:a16="http://schemas.microsoft.com/office/drawing/2014/main" id="{6D64A9ED-7416-A0BD-215D-89021DB26832}"/>
                  </a:ext>
                </a:extLst>
              </p14:cNvPr>
              <p14:cNvContentPartPr/>
              <p14:nvPr/>
            </p14:nvContentPartPr>
            <p14:xfrm>
              <a:off x="9844173" y="2924841"/>
              <a:ext cx="230760" cy="194400"/>
            </p14:xfrm>
          </p:contentPart>
        </mc:Choice>
        <mc:Fallback>
          <p:pic>
            <p:nvPicPr>
              <p:cNvPr id="139" name="Ink 138">
                <a:extLst>
                  <a:ext uri="{FF2B5EF4-FFF2-40B4-BE49-F238E27FC236}">
                    <a16:creationId xmlns:a16="http://schemas.microsoft.com/office/drawing/2014/main" id="{6D64A9ED-7416-A0BD-215D-89021DB26832}"/>
                  </a:ext>
                </a:extLst>
              </p:cNvPr>
              <p:cNvPicPr/>
              <p:nvPr/>
            </p:nvPicPr>
            <p:blipFill>
              <a:blip r:embed="rId69"/>
              <a:stretch>
                <a:fillRect/>
              </a:stretch>
            </p:blipFill>
            <p:spPr>
              <a:xfrm>
                <a:off x="9835173" y="2916201"/>
                <a:ext cx="2484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40" name="Ink 139">
                <a:extLst>
                  <a:ext uri="{FF2B5EF4-FFF2-40B4-BE49-F238E27FC236}">
                    <a16:creationId xmlns:a16="http://schemas.microsoft.com/office/drawing/2014/main" id="{D3A4D9D0-FCF6-A614-3F50-4184207A0D3B}"/>
                  </a:ext>
                </a:extLst>
              </p14:cNvPr>
              <p14:cNvContentPartPr/>
              <p14:nvPr/>
            </p14:nvContentPartPr>
            <p14:xfrm>
              <a:off x="9843453" y="2973081"/>
              <a:ext cx="244080" cy="193320"/>
            </p14:xfrm>
          </p:contentPart>
        </mc:Choice>
        <mc:Fallback>
          <p:pic>
            <p:nvPicPr>
              <p:cNvPr id="140" name="Ink 139">
                <a:extLst>
                  <a:ext uri="{FF2B5EF4-FFF2-40B4-BE49-F238E27FC236}">
                    <a16:creationId xmlns:a16="http://schemas.microsoft.com/office/drawing/2014/main" id="{D3A4D9D0-FCF6-A614-3F50-4184207A0D3B}"/>
                  </a:ext>
                </a:extLst>
              </p:cNvPr>
              <p:cNvPicPr/>
              <p:nvPr/>
            </p:nvPicPr>
            <p:blipFill>
              <a:blip r:embed="rId71"/>
              <a:stretch>
                <a:fillRect/>
              </a:stretch>
            </p:blipFill>
            <p:spPr>
              <a:xfrm>
                <a:off x="9834813" y="2964081"/>
                <a:ext cx="26172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1" name="Ink 50">
                <a:extLst>
                  <a:ext uri="{FF2B5EF4-FFF2-40B4-BE49-F238E27FC236}">
                    <a16:creationId xmlns:a16="http://schemas.microsoft.com/office/drawing/2014/main" id="{EFEA817E-D586-2985-861A-20F4EA8E8B17}"/>
                  </a:ext>
                </a:extLst>
              </p14:cNvPr>
              <p14:cNvContentPartPr/>
              <p14:nvPr/>
            </p14:nvContentPartPr>
            <p14:xfrm>
              <a:off x="5254893" y="4768041"/>
              <a:ext cx="133560" cy="202320"/>
            </p14:xfrm>
          </p:contentPart>
        </mc:Choice>
        <mc:Fallback>
          <p:pic>
            <p:nvPicPr>
              <p:cNvPr id="51" name="Ink 50">
                <a:extLst>
                  <a:ext uri="{FF2B5EF4-FFF2-40B4-BE49-F238E27FC236}">
                    <a16:creationId xmlns:a16="http://schemas.microsoft.com/office/drawing/2014/main" id="{EFEA817E-D586-2985-861A-20F4EA8E8B17}"/>
                  </a:ext>
                </a:extLst>
              </p:cNvPr>
              <p:cNvPicPr/>
              <p:nvPr/>
            </p:nvPicPr>
            <p:blipFill>
              <a:blip r:embed="rId73"/>
              <a:stretch>
                <a:fillRect/>
              </a:stretch>
            </p:blipFill>
            <p:spPr>
              <a:xfrm>
                <a:off x="5246253" y="4759041"/>
                <a:ext cx="15120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2" name="Ink 51">
                <a:extLst>
                  <a:ext uri="{FF2B5EF4-FFF2-40B4-BE49-F238E27FC236}">
                    <a16:creationId xmlns:a16="http://schemas.microsoft.com/office/drawing/2014/main" id="{76515028-83A6-9AA4-7A6C-1543603B4563}"/>
                  </a:ext>
                </a:extLst>
              </p14:cNvPr>
              <p14:cNvContentPartPr/>
              <p14:nvPr/>
            </p14:nvContentPartPr>
            <p14:xfrm>
              <a:off x="5451453" y="4825641"/>
              <a:ext cx="86760" cy="213480"/>
            </p14:xfrm>
          </p:contentPart>
        </mc:Choice>
        <mc:Fallback>
          <p:pic>
            <p:nvPicPr>
              <p:cNvPr id="52" name="Ink 51">
                <a:extLst>
                  <a:ext uri="{FF2B5EF4-FFF2-40B4-BE49-F238E27FC236}">
                    <a16:creationId xmlns:a16="http://schemas.microsoft.com/office/drawing/2014/main" id="{76515028-83A6-9AA4-7A6C-1543603B4563}"/>
                  </a:ext>
                </a:extLst>
              </p:cNvPr>
              <p:cNvPicPr/>
              <p:nvPr/>
            </p:nvPicPr>
            <p:blipFill>
              <a:blip r:embed="rId75"/>
              <a:stretch>
                <a:fillRect/>
              </a:stretch>
            </p:blipFill>
            <p:spPr>
              <a:xfrm>
                <a:off x="5442813" y="4816641"/>
                <a:ext cx="1044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3" name="Ink 52">
                <a:extLst>
                  <a:ext uri="{FF2B5EF4-FFF2-40B4-BE49-F238E27FC236}">
                    <a16:creationId xmlns:a16="http://schemas.microsoft.com/office/drawing/2014/main" id="{AE8E1FF6-2BF5-2EB8-53B5-80E6BDA60349}"/>
                  </a:ext>
                </a:extLst>
              </p14:cNvPr>
              <p14:cNvContentPartPr/>
              <p14:nvPr/>
            </p14:nvContentPartPr>
            <p14:xfrm>
              <a:off x="5617773" y="4718001"/>
              <a:ext cx="151200" cy="228600"/>
            </p14:xfrm>
          </p:contentPart>
        </mc:Choice>
        <mc:Fallback>
          <p:pic>
            <p:nvPicPr>
              <p:cNvPr id="53" name="Ink 52">
                <a:extLst>
                  <a:ext uri="{FF2B5EF4-FFF2-40B4-BE49-F238E27FC236}">
                    <a16:creationId xmlns:a16="http://schemas.microsoft.com/office/drawing/2014/main" id="{AE8E1FF6-2BF5-2EB8-53B5-80E6BDA60349}"/>
                  </a:ext>
                </a:extLst>
              </p:cNvPr>
              <p:cNvPicPr/>
              <p:nvPr/>
            </p:nvPicPr>
            <p:blipFill>
              <a:blip r:embed="rId77"/>
              <a:stretch>
                <a:fillRect/>
              </a:stretch>
            </p:blipFill>
            <p:spPr>
              <a:xfrm>
                <a:off x="5609133" y="4709361"/>
                <a:ext cx="16884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4" name="Ink 53">
                <a:extLst>
                  <a:ext uri="{FF2B5EF4-FFF2-40B4-BE49-F238E27FC236}">
                    <a16:creationId xmlns:a16="http://schemas.microsoft.com/office/drawing/2014/main" id="{1CEF89DB-2611-2C80-7B61-2A7602911174}"/>
                  </a:ext>
                </a:extLst>
              </p14:cNvPr>
              <p14:cNvContentPartPr/>
              <p14:nvPr/>
            </p14:nvContentPartPr>
            <p14:xfrm>
              <a:off x="5808573" y="4774161"/>
              <a:ext cx="79560" cy="164520"/>
            </p14:xfrm>
          </p:contentPart>
        </mc:Choice>
        <mc:Fallback>
          <p:pic>
            <p:nvPicPr>
              <p:cNvPr id="54" name="Ink 53">
                <a:extLst>
                  <a:ext uri="{FF2B5EF4-FFF2-40B4-BE49-F238E27FC236}">
                    <a16:creationId xmlns:a16="http://schemas.microsoft.com/office/drawing/2014/main" id="{1CEF89DB-2611-2C80-7B61-2A7602911174}"/>
                  </a:ext>
                </a:extLst>
              </p:cNvPr>
              <p:cNvPicPr/>
              <p:nvPr/>
            </p:nvPicPr>
            <p:blipFill>
              <a:blip r:embed="rId79"/>
              <a:stretch>
                <a:fillRect/>
              </a:stretch>
            </p:blipFill>
            <p:spPr>
              <a:xfrm>
                <a:off x="5799933" y="4765521"/>
                <a:ext cx="972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5" name="Ink 54">
                <a:extLst>
                  <a:ext uri="{FF2B5EF4-FFF2-40B4-BE49-F238E27FC236}">
                    <a16:creationId xmlns:a16="http://schemas.microsoft.com/office/drawing/2014/main" id="{B1841E82-70AB-D49C-418B-E8A8D787C5E1}"/>
                  </a:ext>
                </a:extLst>
              </p14:cNvPr>
              <p14:cNvContentPartPr/>
              <p14:nvPr/>
            </p14:nvContentPartPr>
            <p14:xfrm>
              <a:off x="5960133" y="4779201"/>
              <a:ext cx="79560" cy="157680"/>
            </p14:xfrm>
          </p:contentPart>
        </mc:Choice>
        <mc:Fallback>
          <p:pic>
            <p:nvPicPr>
              <p:cNvPr id="55" name="Ink 54">
                <a:extLst>
                  <a:ext uri="{FF2B5EF4-FFF2-40B4-BE49-F238E27FC236}">
                    <a16:creationId xmlns:a16="http://schemas.microsoft.com/office/drawing/2014/main" id="{B1841E82-70AB-D49C-418B-E8A8D787C5E1}"/>
                  </a:ext>
                </a:extLst>
              </p:cNvPr>
              <p:cNvPicPr/>
              <p:nvPr/>
            </p:nvPicPr>
            <p:blipFill>
              <a:blip r:embed="rId81"/>
              <a:stretch>
                <a:fillRect/>
              </a:stretch>
            </p:blipFill>
            <p:spPr>
              <a:xfrm>
                <a:off x="5951133" y="4770561"/>
                <a:ext cx="972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6" name="Ink 55">
                <a:extLst>
                  <a:ext uri="{FF2B5EF4-FFF2-40B4-BE49-F238E27FC236}">
                    <a16:creationId xmlns:a16="http://schemas.microsoft.com/office/drawing/2014/main" id="{CF310ACD-7BAE-31D3-5787-407BB2E9C46E}"/>
                  </a:ext>
                </a:extLst>
              </p14:cNvPr>
              <p14:cNvContentPartPr/>
              <p14:nvPr/>
            </p14:nvContentPartPr>
            <p14:xfrm>
              <a:off x="6105573" y="4719081"/>
              <a:ext cx="52200" cy="201960"/>
            </p14:xfrm>
          </p:contentPart>
        </mc:Choice>
        <mc:Fallback>
          <p:pic>
            <p:nvPicPr>
              <p:cNvPr id="56" name="Ink 55">
                <a:extLst>
                  <a:ext uri="{FF2B5EF4-FFF2-40B4-BE49-F238E27FC236}">
                    <a16:creationId xmlns:a16="http://schemas.microsoft.com/office/drawing/2014/main" id="{CF310ACD-7BAE-31D3-5787-407BB2E9C46E}"/>
                  </a:ext>
                </a:extLst>
              </p:cNvPr>
              <p:cNvPicPr/>
              <p:nvPr/>
            </p:nvPicPr>
            <p:blipFill>
              <a:blip r:embed="rId83"/>
              <a:stretch>
                <a:fillRect/>
              </a:stretch>
            </p:blipFill>
            <p:spPr>
              <a:xfrm>
                <a:off x="6096573" y="4710081"/>
                <a:ext cx="698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7" name="Ink 56">
                <a:extLst>
                  <a:ext uri="{FF2B5EF4-FFF2-40B4-BE49-F238E27FC236}">
                    <a16:creationId xmlns:a16="http://schemas.microsoft.com/office/drawing/2014/main" id="{9A914D03-98A0-E967-ABA6-9CDEC1457CB0}"/>
                  </a:ext>
                </a:extLst>
              </p14:cNvPr>
              <p14:cNvContentPartPr/>
              <p14:nvPr/>
            </p14:nvContentPartPr>
            <p14:xfrm>
              <a:off x="6116733" y="4777041"/>
              <a:ext cx="82080" cy="9000"/>
            </p14:xfrm>
          </p:contentPart>
        </mc:Choice>
        <mc:Fallback>
          <p:pic>
            <p:nvPicPr>
              <p:cNvPr id="57" name="Ink 56">
                <a:extLst>
                  <a:ext uri="{FF2B5EF4-FFF2-40B4-BE49-F238E27FC236}">
                    <a16:creationId xmlns:a16="http://schemas.microsoft.com/office/drawing/2014/main" id="{9A914D03-98A0-E967-ABA6-9CDEC1457CB0}"/>
                  </a:ext>
                </a:extLst>
              </p:cNvPr>
              <p:cNvPicPr/>
              <p:nvPr/>
            </p:nvPicPr>
            <p:blipFill>
              <a:blip r:embed="rId85"/>
              <a:stretch>
                <a:fillRect/>
              </a:stretch>
            </p:blipFill>
            <p:spPr>
              <a:xfrm>
                <a:off x="6108093" y="4768401"/>
                <a:ext cx="997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6A55C931-C520-A975-F212-EC5A2924C277}"/>
                  </a:ext>
                </a:extLst>
              </p14:cNvPr>
              <p14:cNvContentPartPr/>
              <p14:nvPr/>
            </p14:nvContentPartPr>
            <p14:xfrm>
              <a:off x="5786613" y="5102841"/>
              <a:ext cx="35640" cy="168480"/>
            </p14:xfrm>
          </p:contentPart>
        </mc:Choice>
        <mc:Fallback>
          <p:pic>
            <p:nvPicPr>
              <p:cNvPr id="59" name="Ink 58">
                <a:extLst>
                  <a:ext uri="{FF2B5EF4-FFF2-40B4-BE49-F238E27FC236}">
                    <a16:creationId xmlns:a16="http://schemas.microsoft.com/office/drawing/2014/main" id="{6A55C931-C520-A975-F212-EC5A2924C277}"/>
                  </a:ext>
                </a:extLst>
              </p:cNvPr>
              <p:cNvPicPr/>
              <p:nvPr/>
            </p:nvPicPr>
            <p:blipFill>
              <a:blip r:embed="rId87"/>
              <a:stretch>
                <a:fillRect/>
              </a:stretch>
            </p:blipFill>
            <p:spPr>
              <a:xfrm>
                <a:off x="5777613" y="5093841"/>
                <a:ext cx="532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0" name="Ink 59">
                <a:extLst>
                  <a:ext uri="{FF2B5EF4-FFF2-40B4-BE49-F238E27FC236}">
                    <a16:creationId xmlns:a16="http://schemas.microsoft.com/office/drawing/2014/main" id="{A5892F6D-F81C-CFBB-9AA3-9EFB392A19AF}"/>
                  </a:ext>
                </a:extLst>
              </p14:cNvPr>
              <p14:cNvContentPartPr/>
              <p14:nvPr/>
            </p14:nvContentPartPr>
            <p14:xfrm>
              <a:off x="5874093" y="5178081"/>
              <a:ext cx="32040" cy="62640"/>
            </p14:xfrm>
          </p:contentPart>
        </mc:Choice>
        <mc:Fallback>
          <p:pic>
            <p:nvPicPr>
              <p:cNvPr id="60" name="Ink 59">
                <a:extLst>
                  <a:ext uri="{FF2B5EF4-FFF2-40B4-BE49-F238E27FC236}">
                    <a16:creationId xmlns:a16="http://schemas.microsoft.com/office/drawing/2014/main" id="{A5892F6D-F81C-CFBB-9AA3-9EFB392A19AF}"/>
                  </a:ext>
                </a:extLst>
              </p:cNvPr>
              <p:cNvPicPr/>
              <p:nvPr/>
            </p:nvPicPr>
            <p:blipFill>
              <a:blip r:embed="rId89"/>
              <a:stretch>
                <a:fillRect/>
              </a:stretch>
            </p:blipFill>
            <p:spPr>
              <a:xfrm>
                <a:off x="5865093" y="5169441"/>
                <a:ext cx="4968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1" name="Ink 60">
                <a:extLst>
                  <a:ext uri="{FF2B5EF4-FFF2-40B4-BE49-F238E27FC236}">
                    <a16:creationId xmlns:a16="http://schemas.microsoft.com/office/drawing/2014/main" id="{1B1C99CF-44BB-D5A7-8432-9D40FAF27C99}"/>
                  </a:ext>
                </a:extLst>
              </p14:cNvPr>
              <p14:cNvContentPartPr/>
              <p14:nvPr/>
            </p14:nvContentPartPr>
            <p14:xfrm>
              <a:off x="5885613" y="5075481"/>
              <a:ext cx="360" cy="15840"/>
            </p14:xfrm>
          </p:contentPart>
        </mc:Choice>
        <mc:Fallback>
          <p:pic>
            <p:nvPicPr>
              <p:cNvPr id="61" name="Ink 60">
                <a:extLst>
                  <a:ext uri="{FF2B5EF4-FFF2-40B4-BE49-F238E27FC236}">
                    <a16:creationId xmlns:a16="http://schemas.microsoft.com/office/drawing/2014/main" id="{1B1C99CF-44BB-D5A7-8432-9D40FAF27C99}"/>
                  </a:ext>
                </a:extLst>
              </p:cNvPr>
              <p:cNvPicPr/>
              <p:nvPr/>
            </p:nvPicPr>
            <p:blipFill>
              <a:blip r:embed="rId91"/>
              <a:stretch>
                <a:fillRect/>
              </a:stretch>
            </p:blipFill>
            <p:spPr>
              <a:xfrm>
                <a:off x="5876613" y="5066481"/>
                <a:ext cx="1800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2" name="Ink 61">
                <a:extLst>
                  <a:ext uri="{FF2B5EF4-FFF2-40B4-BE49-F238E27FC236}">
                    <a16:creationId xmlns:a16="http://schemas.microsoft.com/office/drawing/2014/main" id="{82FC00F3-955B-E957-878E-4DE054246D11}"/>
                  </a:ext>
                </a:extLst>
              </p14:cNvPr>
              <p14:cNvContentPartPr/>
              <p14:nvPr/>
            </p14:nvContentPartPr>
            <p14:xfrm>
              <a:off x="5920173" y="5179521"/>
              <a:ext cx="90000" cy="69480"/>
            </p14:xfrm>
          </p:contentPart>
        </mc:Choice>
        <mc:Fallback>
          <p:pic>
            <p:nvPicPr>
              <p:cNvPr id="62" name="Ink 61">
                <a:extLst>
                  <a:ext uri="{FF2B5EF4-FFF2-40B4-BE49-F238E27FC236}">
                    <a16:creationId xmlns:a16="http://schemas.microsoft.com/office/drawing/2014/main" id="{82FC00F3-955B-E957-878E-4DE054246D11}"/>
                  </a:ext>
                </a:extLst>
              </p:cNvPr>
              <p:cNvPicPr/>
              <p:nvPr/>
            </p:nvPicPr>
            <p:blipFill>
              <a:blip r:embed="rId93"/>
              <a:stretch>
                <a:fillRect/>
              </a:stretch>
            </p:blipFill>
            <p:spPr>
              <a:xfrm>
                <a:off x="5911533" y="5170521"/>
                <a:ext cx="10764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3" name="Ink 62">
                <a:extLst>
                  <a:ext uri="{FF2B5EF4-FFF2-40B4-BE49-F238E27FC236}">
                    <a16:creationId xmlns:a16="http://schemas.microsoft.com/office/drawing/2014/main" id="{7A373411-0930-7ED2-D3F7-2F6846F77010}"/>
                  </a:ext>
                </a:extLst>
              </p14:cNvPr>
              <p14:cNvContentPartPr/>
              <p14:nvPr/>
            </p14:nvContentPartPr>
            <p14:xfrm>
              <a:off x="6018813" y="5133081"/>
              <a:ext cx="131760" cy="115200"/>
            </p14:xfrm>
          </p:contentPart>
        </mc:Choice>
        <mc:Fallback>
          <p:pic>
            <p:nvPicPr>
              <p:cNvPr id="63" name="Ink 62">
                <a:extLst>
                  <a:ext uri="{FF2B5EF4-FFF2-40B4-BE49-F238E27FC236}">
                    <a16:creationId xmlns:a16="http://schemas.microsoft.com/office/drawing/2014/main" id="{7A373411-0930-7ED2-D3F7-2F6846F77010}"/>
                  </a:ext>
                </a:extLst>
              </p:cNvPr>
              <p:cNvPicPr/>
              <p:nvPr/>
            </p:nvPicPr>
            <p:blipFill>
              <a:blip r:embed="rId95"/>
              <a:stretch>
                <a:fillRect/>
              </a:stretch>
            </p:blipFill>
            <p:spPr>
              <a:xfrm>
                <a:off x="6009813" y="5124441"/>
                <a:ext cx="1494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4" name="Ink 63">
                <a:extLst>
                  <a:ext uri="{FF2B5EF4-FFF2-40B4-BE49-F238E27FC236}">
                    <a16:creationId xmlns:a16="http://schemas.microsoft.com/office/drawing/2014/main" id="{8B9BB28D-FF3D-AC1E-E6FA-D2DDE4E17DDA}"/>
                  </a:ext>
                </a:extLst>
              </p14:cNvPr>
              <p14:cNvContentPartPr/>
              <p14:nvPr/>
            </p14:nvContentPartPr>
            <p14:xfrm>
              <a:off x="6145893" y="5126961"/>
              <a:ext cx="115200" cy="112320"/>
            </p14:xfrm>
          </p:contentPart>
        </mc:Choice>
        <mc:Fallback>
          <p:pic>
            <p:nvPicPr>
              <p:cNvPr id="64" name="Ink 63">
                <a:extLst>
                  <a:ext uri="{FF2B5EF4-FFF2-40B4-BE49-F238E27FC236}">
                    <a16:creationId xmlns:a16="http://schemas.microsoft.com/office/drawing/2014/main" id="{8B9BB28D-FF3D-AC1E-E6FA-D2DDE4E17DDA}"/>
                  </a:ext>
                </a:extLst>
              </p:cNvPr>
              <p:cNvPicPr/>
              <p:nvPr/>
            </p:nvPicPr>
            <p:blipFill>
              <a:blip r:embed="rId97"/>
              <a:stretch>
                <a:fillRect/>
              </a:stretch>
            </p:blipFill>
            <p:spPr>
              <a:xfrm>
                <a:off x="6136893" y="5118321"/>
                <a:ext cx="13284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5" name="Ink 64">
                <a:extLst>
                  <a:ext uri="{FF2B5EF4-FFF2-40B4-BE49-F238E27FC236}">
                    <a16:creationId xmlns:a16="http://schemas.microsoft.com/office/drawing/2014/main" id="{51F7873C-2D8B-5D45-95F2-2A2D42FD285B}"/>
                  </a:ext>
                </a:extLst>
              </p14:cNvPr>
              <p14:cNvContentPartPr/>
              <p14:nvPr/>
            </p14:nvContentPartPr>
            <p14:xfrm>
              <a:off x="5632893" y="5155761"/>
              <a:ext cx="85320" cy="145080"/>
            </p14:xfrm>
          </p:contentPart>
        </mc:Choice>
        <mc:Fallback>
          <p:pic>
            <p:nvPicPr>
              <p:cNvPr id="65" name="Ink 64">
                <a:extLst>
                  <a:ext uri="{FF2B5EF4-FFF2-40B4-BE49-F238E27FC236}">
                    <a16:creationId xmlns:a16="http://schemas.microsoft.com/office/drawing/2014/main" id="{51F7873C-2D8B-5D45-95F2-2A2D42FD285B}"/>
                  </a:ext>
                </a:extLst>
              </p:cNvPr>
              <p:cNvPicPr/>
              <p:nvPr/>
            </p:nvPicPr>
            <p:blipFill>
              <a:blip r:embed="rId99"/>
              <a:stretch>
                <a:fillRect/>
              </a:stretch>
            </p:blipFill>
            <p:spPr>
              <a:xfrm>
                <a:off x="5623893" y="5147121"/>
                <a:ext cx="10296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7" name="Ink 66">
                <a:extLst>
                  <a:ext uri="{FF2B5EF4-FFF2-40B4-BE49-F238E27FC236}">
                    <a16:creationId xmlns:a16="http://schemas.microsoft.com/office/drawing/2014/main" id="{023E6B8A-82E4-C40B-3E26-EEF7B1FEA1EA}"/>
                  </a:ext>
                </a:extLst>
              </p14:cNvPr>
              <p14:cNvContentPartPr/>
              <p14:nvPr/>
            </p14:nvContentPartPr>
            <p14:xfrm>
              <a:off x="6186573" y="4779201"/>
              <a:ext cx="2305440" cy="406440"/>
            </p14:xfrm>
          </p:contentPart>
        </mc:Choice>
        <mc:Fallback>
          <p:pic>
            <p:nvPicPr>
              <p:cNvPr id="67" name="Ink 66">
                <a:extLst>
                  <a:ext uri="{FF2B5EF4-FFF2-40B4-BE49-F238E27FC236}">
                    <a16:creationId xmlns:a16="http://schemas.microsoft.com/office/drawing/2014/main" id="{023E6B8A-82E4-C40B-3E26-EEF7B1FEA1EA}"/>
                  </a:ext>
                </a:extLst>
              </p:cNvPr>
              <p:cNvPicPr/>
              <p:nvPr/>
            </p:nvPicPr>
            <p:blipFill>
              <a:blip r:embed="rId101"/>
              <a:stretch>
                <a:fillRect/>
              </a:stretch>
            </p:blipFill>
            <p:spPr>
              <a:xfrm>
                <a:off x="6177573" y="4770561"/>
                <a:ext cx="232308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8" name="Ink 67">
                <a:extLst>
                  <a:ext uri="{FF2B5EF4-FFF2-40B4-BE49-F238E27FC236}">
                    <a16:creationId xmlns:a16="http://schemas.microsoft.com/office/drawing/2014/main" id="{E96EA96D-5DC5-61D5-A982-54DB950CE888}"/>
                  </a:ext>
                </a:extLst>
              </p14:cNvPr>
              <p14:cNvContentPartPr/>
              <p14:nvPr/>
            </p14:nvContentPartPr>
            <p14:xfrm>
              <a:off x="8427573" y="4715841"/>
              <a:ext cx="171000" cy="148680"/>
            </p14:xfrm>
          </p:contentPart>
        </mc:Choice>
        <mc:Fallback>
          <p:pic>
            <p:nvPicPr>
              <p:cNvPr id="68" name="Ink 67">
                <a:extLst>
                  <a:ext uri="{FF2B5EF4-FFF2-40B4-BE49-F238E27FC236}">
                    <a16:creationId xmlns:a16="http://schemas.microsoft.com/office/drawing/2014/main" id="{E96EA96D-5DC5-61D5-A982-54DB950CE888}"/>
                  </a:ext>
                </a:extLst>
              </p:cNvPr>
              <p:cNvPicPr/>
              <p:nvPr/>
            </p:nvPicPr>
            <p:blipFill>
              <a:blip r:embed="rId103"/>
              <a:stretch>
                <a:fillRect/>
              </a:stretch>
            </p:blipFill>
            <p:spPr>
              <a:xfrm>
                <a:off x="8418933" y="4707201"/>
                <a:ext cx="18864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0" name="Ink 69">
                <a:extLst>
                  <a:ext uri="{FF2B5EF4-FFF2-40B4-BE49-F238E27FC236}">
                    <a16:creationId xmlns:a16="http://schemas.microsoft.com/office/drawing/2014/main" id="{3A930B2E-F174-F495-2249-692151B7AADD}"/>
                  </a:ext>
                </a:extLst>
              </p14:cNvPr>
              <p14:cNvContentPartPr/>
              <p14:nvPr/>
            </p14:nvContentPartPr>
            <p14:xfrm>
              <a:off x="4638933" y="4796841"/>
              <a:ext cx="350280" cy="116640"/>
            </p14:xfrm>
          </p:contentPart>
        </mc:Choice>
        <mc:Fallback>
          <p:pic>
            <p:nvPicPr>
              <p:cNvPr id="70" name="Ink 69">
                <a:extLst>
                  <a:ext uri="{FF2B5EF4-FFF2-40B4-BE49-F238E27FC236}">
                    <a16:creationId xmlns:a16="http://schemas.microsoft.com/office/drawing/2014/main" id="{3A930B2E-F174-F495-2249-692151B7AADD}"/>
                  </a:ext>
                </a:extLst>
              </p:cNvPr>
              <p:cNvPicPr/>
              <p:nvPr/>
            </p:nvPicPr>
            <p:blipFill>
              <a:blip r:embed="rId105"/>
              <a:stretch>
                <a:fillRect/>
              </a:stretch>
            </p:blipFill>
            <p:spPr>
              <a:xfrm>
                <a:off x="4630293" y="4788201"/>
                <a:ext cx="3679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1" name="Ink 70">
                <a:extLst>
                  <a:ext uri="{FF2B5EF4-FFF2-40B4-BE49-F238E27FC236}">
                    <a16:creationId xmlns:a16="http://schemas.microsoft.com/office/drawing/2014/main" id="{F8B27E4D-E3F9-AF87-628F-37B01EDE3CE8}"/>
                  </a:ext>
                </a:extLst>
              </p14:cNvPr>
              <p14:cNvContentPartPr/>
              <p14:nvPr/>
            </p14:nvContentPartPr>
            <p14:xfrm>
              <a:off x="4587453" y="4716561"/>
              <a:ext cx="72360" cy="203040"/>
            </p14:xfrm>
          </p:contentPart>
        </mc:Choice>
        <mc:Fallback>
          <p:pic>
            <p:nvPicPr>
              <p:cNvPr id="71" name="Ink 70">
                <a:extLst>
                  <a:ext uri="{FF2B5EF4-FFF2-40B4-BE49-F238E27FC236}">
                    <a16:creationId xmlns:a16="http://schemas.microsoft.com/office/drawing/2014/main" id="{F8B27E4D-E3F9-AF87-628F-37B01EDE3CE8}"/>
                  </a:ext>
                </a:extLst>
              </p:cNvPr>
              <p:cNvPicPr/>
              <p:nvPr/>
            </p:nvPicPr>
            <p:blipFill>
              <a:blip r:embed="rId107"/>
              <a:stretch>
                <a:fillRect/>
              </a:stretch>
            </p:blipFill>
            <p:spPr>
              <a:xfrm>
                <a:off x="4578453" y="4707561"/>
                <a:ext cx="9000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2" name="Ink 71">
                <a:extLst>
                  <a:ext uri="{FF2B5EF4-FFF2-40B4-BE49-F238E27FC236}">
                    <a16:creationId xmlns:a16="http://schemas.microsoft.com/office/drawing/2014/main" id="{8A353BDD-9677-BD02-549F-3730141E19DF}"/>
                  </a:ext>
                </a:extLst>
              </p14:cNvPr>
              <p14:cNvContentPartPr/>
              <p14:nvPr/>
            </p14:nvContentPartPr>
            <p14:xfrm>
              <a:off x="4576293" y="4722321"/>
              <a:ext cx="22320" cy="223200"/>
            </p14:xfrm>
          </p:contentPart>
        </mc:Choice>
        <mc:Fallback>
          <p:pic>
            <p:nvPicPr>
              <p:cNvPr id="72" name="Ink 71">
                <a:extLst>
                  <a:ext uri="{FF2B5EF4-FFF2-40B4-BE49-F238E27FC236}">
                    <a16:creationId xmlns:a16="http://schemas.microsoft.com/office/drawing/2014/main" id="{8A353BDD-9677-BD02-549F-3730141E19DF}"/>
                  </a:ext>
                </a:extLst>
              </p:cNvPr>
              <p:cNvPicPr/>
              <p:nvPr/>
            </p:nvPicPr>
            <p:blipFill>
              <a:blip r:embed="rId109"/>
              <a:stretch>
                <a:fillRect/>
              </a:stretch>
            </p:blipFill>
            <p:spPr>
              <a:xfrm>
                <a:off x="4567293" y="4713321"/>
                <a:ext cx="3996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3" name="Ink 72">
                <a:extLst>
                  <a:ext uri="{FF2B5EF4-FFF2-40B4-BE49-F238E27FC236}">
                    <a16:creationId xmlns:a16="http://schemas.microsoft.com/office/drawing/2014/main" id="{E99E75D5-288F-857C-8C8E-4CA59979FFD5}"/>
                  </a:ext>
                </a:extLst>
              </p14:cNvPr>
              <p14:cNvContentPartPr/>
              <p14:nvPr/>
            </p14:nvContentPartPr>
            <p14:xfrm>
              <a:off x="4668453" y="4919241"/>
              <a:ext cx="360720" cy="217800"/>
            </p14:xfrm>
          </p:contentPart>
        </mc:Choice>
        <mc:Fallback>
          <p:pic>
            <p:nvPicPr>
              <p:cNvPr id="73" name="Ink 72">
                <a:extLst>
                  <a:ext uri="{FF2B5EF4-FFF2-40B4-BE49-F238E27FC236}">
                    <a16:creationId xmlns:a16="http://schemas.microsoft.com/office/drawing/2014/main" id="{E99E75D5-288F-857C-8C8E-4CA59979FFD5}"/>
                  </a:ext>
                </a:extLst>
              </p:cNvPr>
              <p:cNvPicPr/>
              <p:nvPr/>
            </p:nvPicPr>
            <p:blipFill>
              <a:blip r:embed="rId111"/>
              <a:stretch>
                <a:fillRect/>
              </a:stretch>
            </p:blipFill>
            <p:spPr>
              <a:xfrm>
                <a:off x="4659813" y="4910241"/>
                <a:ext cx="37836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4" name="Ink 73">
                <a:extLst>
                  <a:ext uri="{FF2B5EF4-FFF2-40B4-BE49-F238E27FC236}">
                    <a16:creationId xmlns:a16="http://schemas.microsoft.com/office/drawing/2014/main" id="{5EAF07B0-01A1-0945-5703-DF260F6D2896}"/>
                  </a:ext>
                </a:extLst>
              </p14:cNvPr>
              <p14:cNvContentPartPr/>
              <p14:nvPr/>
            </p14:nvContentPartPr>
            <p14:xfrm>
              <a:off x="4608333" y="5069721"/>
              <a:ext cx="67320" cy="182520"/>
            </p14:xfrm>
          </p:contentPart>
        </mc:Choice>
        <mc:Fallback>
          <p:pic>
            <p:nvPicPr>
              <p:cNvPr id="74" name="Ink 73">
                <a:extLst>
                  <a:ext uri="{FF2B5EF4-FFF2-40B4-BE49-F238E27FC236}">
                    <a16:creationId xmlns:a16="http://schemas.microsoft.com/office/drawing/2014/main" id="{5EAF07B0-01A1-0945-5703-DF260F6D2896}"/>
                  </a:ext>
                </a:extLst>
              </p:cNvPr>
              <p:cNvPicPr/>
              <p:nvPr/>
            </p:nvPicPr>
            <p:blipFill>
              <a:blip r:embed="rId113"/>
              <a:stretch>
                <a:fillRect/>
              </a:stretch>
            </p:blipFill>
            <p:spPr>
              <a:xfrm>
                <a:off x="4599693" y="5060721"/>
                <a:ext cx="8496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5" name="Ink 74">
                <a:extLst>
                  <a:ext uri="{FF2B5EF4-FFF2-40B4-BE49-F238E27FC236}">
                    <a16:creationId xmlns:a16="http://schemas.microsoft.com/office/drawing/2014/main" id="{0A5F884F-DFEF-6FF2-7589-22601EFF1492}"/>
                  </a:ext>
                </a:extLst>
              </p14:cNvPr>
              <p14:cNvContentPartPr/>
              <p14:nvPr/>
            </p14:nvContentPartPr>
            <p14:xfrm>
              <a:off x="4577733" y="5075481"/>
              <a:ext cx="20160" cy="190080"/>
            </p14:xfrm>
          </p:contentPart>
        </mc:Choice>
        <mc:Fallback>
          <p:pic>
            <p:nvPicPr>
              <p:cNvPr id="75" name="Ink 74">
                <a:extLst>
                  <a:ext uri="{FF2B5EF4-FFF2-40B4-BE49-F238E27FC236}">
                    <a16:creationId xmlns:a16="http://schemas.microsoft.com/office/drawing/2014/main" id="{0A5F884F-DFEF-6FF2-7589-22601EFF1492}"/>
                  </a:ext>
                </a:extLst>
              </p:cNvPr>
              <p:cNvPicPr/>
              <p:nvPr/>
            </p:nvPicPr>
            <p:blipFill>
              <a:blip r:embed="rId115"/>
              <a:stretch>
                <a:fillRect/>
              </a:stretch>
            </p:blipFill>
            <p:spPr>
              <a:xfrm>
                <a:off x="4568733" y="5066481"/>
                <a:ext cx="3780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7" name="Ink 76">
                <a:extLst>
                  <a:ext uri="{FF2B5EF4-FFF2-40B4-BE49-F238E27FC236}">
                    <a16:creationId xmlns:a16="http://schemas.microsoft.com/office/drawing/2014/main" id="{1AA19FA4-02D5-CCD0-5406-6B1FDBBD641F}"/>
                  </a:ext>
                </a:extLst>
              </p14:cNvPr>
              <p14:cNvContentPartPr/>
              <p14:nvPr/>
            </p14:nvContentPartPr>
            <p14:xfrm>
              <a:off x="4654773" y="5185281"/>
              <a:ext cx="368640" cy="307800"/>
            </p14:xfrm>
          </p:contentPart>
        </mc:Choice>
        <mc:Fallback>
          <p:pic>
            <p:nvPicPr>
              <p:cNvPr id="77" name="Ink 76">
                <a:extLst>
                  <a:ext uri="{FF2B5EF4-FFF2-40B4-BE49-F238E27FC236}">
                    <a16:creationId xmlns:a16="http://schemas.microsoft.com/office/drawing/2014/main" id="{1AA19FA4-02D5-CCD0-5406-6B1FDBBD641F}"/>
                  </a:ext>
                </a:extLst>
              </p:cNvPr>
              <p:cNvPicPr/>
              <p:nvPr/>
            </p:nvPicPr>
            <p:blipFill>
              <a:blip r:embed="rId117"/>
              <a:stretch>
                <a:fillRect/>
              </a:stretch>
            </p:blipFill>
            <p:spPr>
              <a:xfrm>
                <a:off x="4646133" y="5176281"/>
                <a:ext cx="38628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8" name="Ink 77">
                <a:extLst>
                  <a:ext uri="{FF2B5EF4-FFF2-40B4-BE49-F238E27FC236}">
                    <a16:creationId xmlns:a16="http://schemas.microsoft.com/office/drawing/2014/main" id="{A08ED7D5-38E9-0A7B-D93C-A449C9AEE2DC}"/>
                  </a:ext>
                </a:extLst>
              </p14:cNvPr>
              <p14:cNvContentPartPr/>
              <p14:nvPr/>
            </p14:nvContentPartPr>
            <p14:xfrm>
              <a:off x="4618053" y="5376441"/>
              <a:ext cx="69120" cy="246600"/>
            </p14:xfrm>
          </p:contentPart>
        </mc:Choice>
        <mc:Fallback>
          <p:pic>
            <p:nvPicPr>
              <p:cNvPr id="78" name="Ink 77">
                <a:extLst>
                  <a:ext uri="{FF2B5EF4-FFF2-40B4-BE49-F238E27FC236}">
                    <a16:creationId xmlns:a16="http://schemas.microsoft.com/office/drawing/2014/main" id="{A08ED7D5-38E9-0A7B-D93C-A449C9AEE2DC}"/>
                  </a:ext>
                </a:extLst>
              </p:cNvPr>
              <p:cNvPicPr/>
              <p:nvPr/>
            </p:nvPicPr>
            <p:blipFill>
              <a:blip r:embed="rId119"/>
              <a:stretch>
                <a:fillRect/>
              </a:stretch>
            </p:blipFill>
            <p:spPr>
              <a:xfrm>
                <a:off x="4609413" y="5367441"/>
                <a:ext cx="8676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9" name="Ink 78">
                <a:extLst>
                  <a:ext uri="{FF2B5EF4-FFF2-40B4-BE49-F238E27FC236}">
                    <a16:creationId xmlns:a16="http://schemas.microsoft.com/office/drawing/2014/main" id="{D8EBC0F9-FE11-F405-8D0D-6404B99BEFBB}"/>
                  </a:ext>
                </a:extLst>
              </p14:cNvPr>
              <p14:cNvContentPartPr/>
              <p14:nvPr/>
            </p14:nvContentPartPr>
            <p14:xfrm>
              <a:off x="4574133" y="5341521"/>
              <a:ext cx="75600" cy="302760"/>
            </p14:xfrm>
          </p:contentPart>
        </mc:Choice>
        <mc:Fallback>
          <p:pic>
            <p:nvPicPr>
              <p:cNvPr id="79" name="Ink 78">
                <a:extLst>
                  <a:ext uri="{FF2B5EF4-FFF2-40B4-BE49-F238E27FC236}">
                    <a16:creationId xmlns:a16="http://schemas.microsoft.com/office/drawing/2014/main" id="{D8EBC0F9-FE11-F405-8D0D-6404B99BEFBB}"/>
                  </a:ext>
                </a:extLst>
              </p:cNvPr>
              <p:cNvPicPr/>
              <p:nvPr/>
            </p:nvPicPr>
            <p:blipFill>
              <a:blip r:embed="rId121"/>
              <a:stretch>
                <a:fillRect/>
              </a:stretch>
            </p:blipFill>
            <p:spPr>
              <a:xfrm>
                <a:off x="4565493" y="5332521"/>
                <a:ext cx="9324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1" name="Ink 80">
                <a:extLst>
                  <a:ext uri="{FF2B5EF4-FFF2-40B4-BE49-F238E27FC236}">
                    <a16:creationId xmlns:a16="http://schemas.microsoft.com/office/drawing/2014/main" id="{7CA1AA1D-956E-1B9B-E1D3-800176059D75}"/>
                  </a:ext>
                </a:extLst>
              </p14:cNvPr>
              <p14:cNvContentPartPr/>
              <p14:nvPr/>
            </p14:nvContentPartPr>
            <p14:xfrm>
              <a:off x="4328613" y="4745361"/>
              <a:ext cx="136080" cy="14400"/>
            </p14:xfrm>
          </p:contentPart>
        </mc:Choice>
        <mc:Fallback>
          <p:pic>
            <p:nvPicPr>
              <p:cNvPr id="81" name="Ink 80">
                <a:extLst>
                  <a:ext uri="{FF2B5EF4-FFF2-40B4-BE49-F238E27FC236}">
                    <a16:creationId xmlns:a16="http://schemas.microsoft.com/office/drawing/2014/main" id="{7CA1AA1D-956E-1B9B-E1D3-800176059D75}"/>
                  </a:ext>
                </a:extLst>
              </p:cNvPr>
              <p:cNvPicPr/>
              <p:nvPr/>
            </p:nvPicPr>
            <p:blipFill>
              <a:blip r:embed="rId123"/>
              <a:stretch>
                <a:fillRect/>
              </a:stretch>
            </p:blipFill>
            <p:spPr>
              <a:xfrm>
                <a:off x="4319973" y="4736721"/>
                <a:ext cx="1537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2" name="Ink 81">
                <a:extLst>
                  <a:ext uri="{FF2B5EF4-FFF2-40B4-BE49-F238E27FC236}">
                    <a16:creationId xmlns:a16="http://schemas.microsoft.com/office/drawing/2014/main" id="{4516057D-A2CF-DC31-3696-3217A07667C8}"/>
                  </a:ext>
                </a:extLst>
              </p14:cNvPr>
              <p14:cNvContentPartPr/>
              <p14:nvPr/>
            </p14:nvContentPartPr>
            <p14:xfrm>
              <a:off x="4322853" y="4837881"/>
              <a:ext cx="170280" cy="360"/>
            </p14:xfrm>
          </p:contentPart>
        </mc:Choice>
        <mc:Fallback>
          <p:pic>
            <p:nvPicPr>
              <p:cNvPr id="82" name="Ink 81">
                <a:extLst>
                  <a:ext uri="{FF2B5EF4-FFF2-40B4-BE49-F238E27FC236}">
                    <a16:creationId xmlns:a16="http://schemas.microsoft.com/office/drawing/2014/main" id="{4516057D-A2CF-DC31-3696-3217A07667C8}"/>
                  </a:ext>
                </a:extLst>
              </p:cNvPr>
              <p:cNvPicPr/>
              <p:nvPr/>
            </p:nvPicPr>
            <p:blipFill>
              <a:blip r:embed="rId125"/>
              <a:stretch>
                <a:fillRect/>
              </a:stretch>
            </p:blipFill>
            <p:spPr>
              <a:xfrm>
                <a:off x="4314213" y="4829241"/>
                <a:ext cx="1879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3" name="Ink 82">
                <a:extLst>
                  <a:ext uri="{FF2B5EF4-FFF2-40B4-BE49-F238E27FC236}">
                    <a16:creationId xmlns:a16="http://schemas.microsoft.com/office/drawing/2014/main" id="{F2CB6684-DFF3-694F-FDE2-F93CCCB43B01}"/>
                  </a:ext>
                </a:extLst>
              </p14:cNvPr>
              <p14:cNvContentPartPr/>
              <p14:nvPr/>
            </p14:nvContentPartPr>
            <p14:xfrm>
              <a:off x="4300893" y="4705041"/>
              <a:ext cx="14760" cy="207360"/>
            </p14:xfrm>
          </p:contentPart>
        </mc:Choice>
        <mc:Fallback>
          <p:pic>
            <p:nvPicPr>
              <p:cNvPr id="83" name="Ink 82">
                <a:extLst>
                  <a:ext uri="{FF2B5EF4-FFF2-40B4-BE49-F238E27FC236}">
                    <a16:creationId xmlns:a16="http://schemas.microsoft.com/office/drawing/2014/main" id="{F2CB6684-DFF3-694F-FDE2-F93CCCB43B01}"/>
                  </a:ext>
                </a:extLst>
              </p:cNvPr>
              <p:cNvPicPr/>
              <p:nvPr/>
            </p:nvPicPr>
            <p:blipFill>
              <a:blip r:embed="rId127"/>
              <a:stretch>
                <a:fillRect/>
              </a:stretch>
            </p:blipFill>
            <p:spPr>
              <a:xfrm>
                <a:off x="4291893" y="4696041"/>
                <a:ext cx="3240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4" name="Ink 83">
                <a:extLst>
                  <a:ext uri="{FF2B5EF4-FFF2-40B4-BE49-F238E27FC236}">
                    <a16:creationId xmlns:a16="http://schemas.microsoft.com/office/drawing/2014/main" id="{DCDC8E72-32D2-CED9-2607-6C0D1D9009B8}"/>
                  </a:ext>
                </a:extLst>
              </p14:cNvPr>
              <p14:cNvContentPartPr/>
              <p14:nvPr/>
            </p14:nvContentPartPr>
            <p14:xfrm>
              <a:off x="4183533" y="4692801"/>
              <a:ext cx="177840" cy="232920"/>
            </p14:xfrm>
          </p:contentPart>
        </mc:Choice>
        <mc:Fallback>
          <p:pic>
            <p:nvPicPr>
              <p:cNvPr id="84" name="Ink 83">
                <a:extLst>
                  <a:ext uri="{FF2B5EF4-FFF2-40B4-BE49-F238E27FC236}">
                    <a16:creationId xmlns:a16="http://schemas.microsoft.com/office/drawing/2014/main" id="{DCDC8E72-32D2-CED9-2607-6C0D1D9009B8}"/>
                  </a:ext>
                </a:extLst>
              </p:cNvPr>
              <p:cNvPicPr/>
              <p:nvPr/>
            </p:nvPicPr>
            <p:blipFill>
              <a:blip r:embed="rId129"/>
              <a:stretch>
                <a:fillRect/>
              </a:stretch>
            </p:blipFill>
            <p:spPr>
              <a:xfrm>
                <a:off x="4174893" y="4684161"/>
                <a:ext cx="19548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5" name="Ink 84">
                <a:extLst>
                  <a:ext uri="{FF2B5EF4-FFF2-40B4-BE49-F238E27FC236}">
                    <a16:creationId xmlns:a16="http://schemas.microsoft.com/office/drawing/2014/main" id="{4003B4D9-2C98-052B-7E9B-5E653B860110}"/>
                  </a:ext>
                </a:extLst>
              </p14:cNvPr>
              <p14:cNvContentPartPr/>
              <p14:nvPr/>
            </p14:nvContentPartPr>
            <p14:xfrm>
              <a:off x="4282533" y="5121561"/>
              <a:ext cx="12960" cy="111600"/>
            </p14:xfrm>
          </p:contentPart>
        </mc:Choice>
        <mc:Fallback>
          <p:pic>
            <p:nvPicPr>
              <p:cNvPr id="85" name="Ink 84">
                <a:extLst>
                  <a:ext uri="{FF2B5EF4-FFF2-40B4-BE49-F238E27FC236}">
                    <a16:creationId xmlns:a16="http://schemas.microsoft.com/office/drawing/2014/main" id="{4003B4D9-2C98-052B-7E9B-5E653B860110}"/>
                  </a:ext>
                </a:extLst>
              </p:cNvPr>
              <p:cNvPicPr/>
              <p:nvPr/>
            </p:nvPicPr>
            <p:blipFill>
              <a:blip r:embed="rId131"/>
              <a:stretch>
                <a:fillRect/>
              </a:stretch>
            </p:blipFill>
            <p:spPr>
              <a:xfrm>
                <a:off x="4273533" y="5112921"/>
                <a:ext cx="306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6" name="Ink 85">
                <a:extLst>
                  <a:ext uri="{FF2B5EF4-FFF2-40B4-BE49-F238E27FC236}">
                    <a16:creationId xmlns:a16="http://schemas.microsoft.com/office/drawing/2014/main" id="{099E74E7-2572-9692-89E2-0D2EF614A806}"/>
                  </a:ext>
                </a:extLst>
              </p14:cNvPr>
              <p14:cNvContentPartPr/>
              <p14:nvPr/>
            </p14:nvContentPartPr>
            <p14:xfrm>
              <a:off x="4154733" y="5080521"/>
              <a:ext cx="153720" cy="176400"/>
            </p14:xfrm>
          </p:contentPart>
        </mc:Choice>
        <mc:Fallback>
          <p:pic>
            <p:nvPicPr>
              <p:cNvPr id="86" name="Ink 85">
                <a:extLst>
                  <a:ext uri="{FF2B5EF4-FFF2-40B4-BE49-F238E27FC236}">
                    <a16:creationId xmlns:a16="http://schemas.microsoft.com/office/drawing/2014/main" id="{099E74E7-2572-9692-89E2-0D2EF614A806}"/>
                  </a:ext>
                </a:extLst>
              </p:cNvPr>
              <p:cNvPicPr/>
              <p:nvPr/>
            </p:nvPicPr>
            <p:blipFill>
              <a:blip r:embed="rId133"/>
              <a:stretch>
                <a:fillRect/>
              </a:stretch>
            </p:blipFill>
            <p:spPr>
              <a:xfrm>
                <a:off x="4145733" y="5071881"/>
                <a:ext cx="1713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7" name="Ink 86">
                <a:extLst>
                  <a:ext uri="{FF2B5EF4-FFF2-40B4-BE49-F238E27FC236}">
                    <a16:creationId xmlns:a16="http://schemas.microsoft.com/office/drawing/2014/main" id="{0C4FF9EB-815C-899C-1C4B-36BA02AFC9DD}"/>
                  </a:ext>
                </a:extLst>
              </p14:cNvPr>
              <p14:cNvContentPartPr/>
              <p14:nvPr/>
            </p14:nvContentPartPr>
            <p14:xfrm>
              <a:off x="4311333" y="5135241"/>
              <a:ext cx="102960" cy="9720"/>
            </p14:xfrm>
          </p:contentPart>
        </mc:Choice>
        <mc:Fallback>
          <p:pic>
            <p:nvPicPr>
              <p:cNvPr id="87" name="Ink 86">
                <a:extLst>
                  <a:ext uri="{FF2B5EF4-FFF2-40B4-BE49-F238E27FC236}">
                    <a16:creationId xmlns:a16="http://schemas.microsoft.com/office/drawing/2014/main" id="{0C4FF9EB-815C-899C-1C4B-36BA02AFC9DD}"/>
                  </a:ext>
                </a:extLst>
              </p:cNvPr>
              <p:cNvPicPr/>
              <p:nvPr/>
            </p:nvPicPr>
            <p:blipFill>
              <a:blip r:embed="rId135"/>
              <a:stretch>
                <a:fillRect/>
              </a:stretch>
            </p:blipFill>
            <p:spPr>
              <a:xfrm>
                <a:off x="4302693" y="5126601"/>
                <a:ext cx="1206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8" name="Ink 87">
                <a:extLst>
                  <a:ext uri="{FF2B5EF4-FFF2-40B4-BE49-F238E27FC236}">
                    <a16:creationId xmlns:a16="http://schemas.microsoft.com/office/drawing/2014/main" id="{CB4FC158-955D-ECD9-3A24-610CC112FAC1}"/>
                  </a:ext>
                </a:extLst>
              </p14:cNvPr>
              <p14:cNvContentPartPr/>
              <p14:nvPr/>
            </p14:nvContentPartPr>
            <p14:xfrm>
              <a:off x="4311333" y="5184921"/>
              <a:ext cx="109440" cy="6480"/>
            </p14:xfrm>
          </p:contentPart>
        </mc:Choice>
        <mc:Fallback>
          <p:pic>
            <p:nvPicPr>
              <p:cNvPr id="88" name="Ink 87">
                <a:extLst>
                  <a:ext uri="{FF2B5EF4-FFF2-40B4-BE49-F238E27FC236}">
                    <a16:creationId xmlns:a16="http://schemas.microsoft.com/office/drawing/2014/main" id="{CB4FC158-955D-ECD9-3A24-610CC112FAC1}"/>
                  </a:ext>
                </a:extLst>
              </p:cNvPr>
              <p:cNvPicPr/>
              <p:nvPr/>
            </p:nvPicPr>
            <p:blipFill>
              <a:blip r:embed="rId137"/>
              <a:stretch>
                <a:fillRect/>
              </a:stretch>
            </p:blipFill>
            <p:spPr>
              <a:xfrm>
                <a:off x="4302693" y="5176281"/>
                <a:ext cx="12708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9" name="Ink 88">
                <a:extLst>
                  <a:ext uri="{FF2B5EF4-FFF2-40B4-BE49-F238E27FC236}">
                    <a16:creationId xmlns:a16="http://schemas.microsoft.com/office/drawing/2014/main" id="{71E1C1B6-E3DB-212F-97AE-DB3C1D11772A}"/>
                  </a:ext>
                </a:extLst>
              </p14:cNvPr>
              <p14:cNvContentPartPr/>
              <p14:nvPr/>
            </p14:nvContentPartPr>
            <p14:xfrm>
              <a:off x="4287933" y="5396961"/>
              <a:ext cx="35640" cy="195480"/>
            </p14:xfrm>
          </p:contentPart>
        </mc:Choice>
        <mc:Fallback>
          <p:pic>
            <p:nvPicPr>
              <p:cNvPr id="89" name="Ink 88">
                <a:extLst>
                  <a:ext uri="{FF2B5EF4-FFF2-40B4-BE49-F238E27FC236}">
                    <a16:creationId xmlns:a16="http://schemas.microsoft.com/office/drawing/2014/main" id="{71E1C1B6-E3DB-212F-97AE-DB3C1D11772A}"/>
                  </a:ext>
                </a:extLst>
              </p:cNvPr>
              <p:cNvPicPr/>
              <p:nvPr/>
            </p:nvPicPr>
            <p:blipFill>
              <a:blip r:embed="rId139"/>
              <a:stretch>
                <a:fillRect/>
              </a:stretch>
            </p:blipFill>
            <p:spPr>
              <a:xfrm>
                <a:off x="4279293" y="5387961"/>
                <a:ext cx="5328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0" name="Ink 89">
                <a:extLst>
                  <a:ext uri="{FF2B5EF4-FFF2-40B4-BE49-F238E27FC236}">
                    <a16:creationId xmlns:a16="http://schemas.microsoft.com/office/drawing/2014/main" id="{94D12595-C3DE-533B-184F-8ACE7DE82D28}"/>
                  </a:ext>
                </a:extLst>
              </p14:cNvPr>
              <p14:cNvContentPartPr/>
              <p14:nvPr/>
            </p14:nvContentPartPr>
            <p14:xfrm>
              <a:off x="4158693" y="5387961"/>
              <a:ext cx="174240" cy="226440"/>
            </p14:xfrm>
          </p:contentPart>
        </mc:Choice>
        <mc:Fallback>
          <p:pic>
            <p:nvPicPr>
              <p:cNvPr id="90" name="Ink 89">
                <a:extLst>
                  <a:ext uri="{FF2B5EF4-FFF2-40B4-BE49-F238E27FC236}">
                    <a16:creationId xmlns:a16="http://schemas.microsoft.com/office/drawing/2014/main" id="{94D12595-C3DE-533B-184F-8ACE7DE82D28}"/>
                  </a:ext>
                </a:extLst>
              </p:cNvPr>
              <p:cNvPicPr/>
              <p:nvPr/>
            </p:nvPicPr>
            <p:blipFill>
              <a:blip r:embed="rId141"/>
              <a:stretch>
                <a:fillRect/>
              </a:stretch>
            </p:blipFill>
            <p:spPr>
              <a:xfrm>
                <a:off x="4149693" y="5378961"/>
                <a:ext cx="19188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1" name="Ink 90">
                <a:extLst>
                  <a:ext uri="{FF2B5EF4-FFF2-40B4-BE49-F238E27FC236}">
                    <a16:creationId xmlns:a16="http://schemas.microsoft.com/office/drawing/2014/main" id="{36ACF6AB-DFF5-C3B3-71B5-D05BA967A5DC}"/>
                  </a:ext>
                </a:extLst>
              </p14:cNvPr>
              <p14:cNvContentPartPr/>
              <p14:nvPr/>
            </p14:nvContentPartPr>
            <p14:xfrm>
              <a:off x="4299813" y="5434041"/>
              <a:ext cx="126000" cy="11880"/>
            </p14:xfrm>
          </p:contentPart>
        </mc:Choice>
        <mc:Fallback>
          <p:pic>
            <p:nvPicPr>
              <p:cNvPr id="91" name="Ink 90">
                <a:extLst>
                  <a:ext uri="{FF2B5EF4-FFF2-40B4-BE49-F238E27FC236}">
                    <a16:creationId xmlns:a16="http://schemas.microsoft.com/office/drawing/2014/main" id="{36ACF6AB-DFF5-C3B3-71B5-D05BA967A5DC}"/>
                  </a:ext>
                </a:extLst>
              </p:cNvPr>
              <p:cNvPicPr/>
              <p:nvPr/>
            </p:nvPicPr>
            <p:blipFill>
              <a:blip r:embed="rId143"/>
              <a:stretch>
                <a:fillRect/>
              </a:stretch>
            </p:blipFill>
            <p:spPr>
              <a:xfrm>
                <a:off x="4291173" y="5425401"/>
                <a:ext cx="14364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2" name="Ink 91">
                <a:extLst>
                  <a:ext uri="{FF2B5EF4-FFF2-40B4-BE49-F238E27FC236}">
                    <a16:creationId xmlns:a16="http://schemas.microsoft.com/office/drawing/2014/main" id="{76BADDCE-ECFD-D292-A8FD-C5AE221B87BF}"/>
                  </a:ext>
                </a:extLst>
              </p14:cNvPr>
              <p14:cNvContentPartPr/>
              <p14:nvPr/>
            </p14:nvContentPartPr>
            <p14:xfrm>
              <a:off x="4317093" y="5520801"/>
              <a:ext cx="154080" cy="6480"/>
            </p14:xfrm>
          </p:contentPart>
        </mc:Choice>
        <mc:Fallback>
          <p:pic>
            <p:nvPicPr>
              <p:cNvPr id="92" name="Ink 91">
                <a:extLst>
                  <a:ext uri="{FF2B5EF4-FFF2-40B4-BE49-F238E27FC236}">
                    <a16:creationId xmlns:a16="http://schemas.microsoft.com/office/drawing/2014/main" id="{76BADDCE-ECFD-D292-A8FD-C5AE221B87BF}"/>
                  </a:ext>
                </a:extLst>
              </p:cNvPr>
              <p:cNvPicPr/>
              <p:nvPr/>
            </p:nvPicPr>
            <p:blipFill>
              <a:blip r:embed="rId145"/>
              <a:stretch>
                <a:fillRect/>
              </a:stretch>
            </p:blipFill>
            <p:spPr>
              <a:xfrm>
                <a:off x="4308453" y="5511801"/>
                <a:ext cx="1717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4" name="Ink 93">
                <a:extLst>
                  <a:ext uri="{FF2B5EF4-FFF2-40B4-BE49-F238E27FC236}">
                    <a16:creationId xmlns:a16="http://schemas.microsoft.com/office/drawing/2014/main" id="{8C5EF660-1C18-9B3A-6AA1-76710CC40745}"/>
                  </a:ext>
                </a:extLst>
              </p14:cNvPr>
              <p14:cNvContentPartPr/>
              <p14:nvPr/>
            </p14:nvContentPartPr>
            <p14:xfrm>
              <a:off x="2581533" y="5520801"/>
              <a:ext cx="1599120" cy="694800"/>
            </p14:xfrm>
          </p:contentPart>
        </mc:Choice>
        <mc:Fallback>
          <p:pic>
            <p:nvPicPr>
              <p:cNvPr id="94" name="Ink 93">
                <a:extLst>
                  <a:ext uri="{FF2B5EF4-FFF2-40B4-BE49-F238E27FC236}">
                    <a16:creationId xmlns:a16="http://schemas.microsoft.com/office/drawing/2014/main" id="{8C5EF660-1C18-9B3A-6AA1-76710CC40745}"/>
                  </a:ext>
                </a:extLst>
              </p:cNvPr>
              <p:cNvPicPr/>
              <p:nvPr/>
            </p:nvPicPr>
            <p:blipFill>
              <a:blip r:embed="rId147"/>
              <a:stretch>
                <a:fillRect/>
              </a:stretch>
            </p:blipFill>
            <p:spPr>
              <a:xfrm>
                <a:off x="2572533" y="5512161"/>
                <a:ext cx="1616760" cy="7124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6" name="Ink 95">
                <a:extLst>
                  <a:ext uri="{FF2B5EF4-FFF2-40B4-BE49-F238E27FC236}">
                    <a16:creationId xmlns:a16="http://schemas.microsoft.com/office/drawing/2014/main" id="{2949B997-0499-30AE-139D-73273475118A}"/>
                  </a:ext>
                </a:extLst>
              </p14:cNvPr>
              <p14:cNvContentPartPr/>
              <p14:nvPr/>
            </p14:nvContentPartPr>
            <p14:xfrm>
              <a:off x="2309733" y="5144601"/>
              <a:ext cx="1839960" cy="93600"/>
            </p14:xfrm>
          </p:contentPart>
        </mc:Choice>
        <mc:Fallback>
          <p:pic>
            <p:nvPicPr>
              <p:cNvPr id="96" name="Ink 95">
                <a:extLst>
                  <a:ext uri="{FF2B5EF4-FFF2-40B4-BE49-F238E27FC236}">
                    <a16:creationId xmlns:a16="http://schemas.microsoft.com/office/drawing/2014/main" id="{2949B997-0499-30AE-139D-73273475118A}"/>
                  </a:ext>
                </a:extLst>
              </p:cNvPr>
              <p:cNvPicPr/>
              <p:nvPr/>
            </p:nvPicPr>
            <p:blipFill>
              <a:blip r:embed="rId149"/>
              <a:stretch>
                <a:fillRect/>
              </a:stretch>
            </p:blipFill>
            <p:spPr>
              <a:xfrm>
                <a:off x="2301093" y="5135601"/>
                <a:ext cx="185760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7" name="Ink 96">
                <a:extLst>
                  <a:ext uri="{FF2B5EF4-FFF2-40B4-BE49-F238E27FC236}">
                    <a16:creationId xmlns:a16="http://schemas.microsoft.com/office/drawing/2014/main" id="{A1A6D4CC-8D49-14CA-6F28-F66E8E6C4C3A}"/>
                  </a:ext>
                </a:extLst>
              </p14:cNvPr>
              <p14:cNvContentPartPr/>
              <p14:nvPr/>
            </p14:nvContentPartPr>
            <p14:xfrm>
              <a:off x="2235573" y="4206441"/>
              <a:ext cx="1937160" cy="568440"/>
            </p14:xfrm>
          </p:contentPart>
        </mc:Choice>
        <mc:Fallback>
          <p:pic>
            <p:nvPicPr>
              <p:cNvPr id="97" name="Ink 96">
                <a:extLst>
                  <a:ext uri="{FF2B5EF4-FFF2-40B4-BE49-F238E27FC236}">
                    <a16:creationId xmlns:a16="http://schemas.microsoft.com/office/drawing/2014/main" id="{A1A6D4CC-8D49-14CA-6F28-F66E8E6C4C3A}"/>
                  </a:ext>
                </a:extLst>
              </p:cNvPr>
              <p:cNvPicPr/>
              <p:nvPr/>
            </p:nvPicPr>
            <p:blipFill>
              <a:blip r:embed="rId151"/>
              <a:stretch>
                <a:fillRect/>
              </a:stretch>
            </p:blipFill>
            <p:spPr>
              <a:xfrm>
                <a:off x="2226573" y="4197801"/>
                <a:ext cx="1954800" cy="5860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9" name="Ink 98">
                <a:extLst>
                  <a:ext uri="{FF2B5EF4-FFF2-40B4-BE49-F238E27FC236}">
                    <a16:creationId xmlns:a16="http://schemas.microsoft.com/office/drawing/2014/main" id="{3FD02472-766C-E31C-3F43-20F80D83F46A}"/>
                  </a:ext>
                </a:extLst>
              </p14:cNvPr>
              <p14:cNvContentPartPr/>
              <p14:nvPr/>
            </p14:nvContentPartPr>
            <p14:xfrm>
              <a:off x="1191213" y="3826641"/>
              <a:ext cx="163440" cy="655560"/>
            </p14:xfrm>
          </p:contentPart>
        </mc:Choice>
        <mc:Fallback>
          <p:pic>
            <p:nvPicPr>
              <p:cNvPr id="99" name="Ink 98">
                <a:extLst>
                  <a:ext uri="{FF2B5EF4-FFF2-40B4-BE49-F238E27FC236}">
                    <a16:creationId xmlns:a16="http://schemas.microsoft.com/office/drawing/2014/main" id="{3FD02472-766C-E31C-3F43-20F80D83F46A}"/>
                  </a:ext>
                </a:extLst>
              </p:cNvPr>
              <p:cNvPicPr/>
              <p:nvPr/>
            </p:nvPicPr>
            <p:blipFill>
              <a:blip r:embed="rId153"/>
              <a:stretch>
                <a:fillRect/>
              </a:stretch>
            </p:blipFill>
            <p:spPr>
              <a:xfrm>
                <a:off x="1182213" y="3817641"/>
                <a:ext cx="181080" cy="6732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0" name="Ink 99">
                <a:extLst>
                  <a:ext uri="{FF2B5EF4-FFF2-40B4-BE49-F238E27FC236}">
                    <a16:creationId xmlns:a16="http://schemas.microsoft.com/office/drawing/2014/main" id="{BA69874A-0980-F4A4-75B3-0820F6733D00}"/>
                  </a:ext>
                </a:extLst>
              </p14:cNvPr>
              <p14:cNvContentPartPr/>
              <p14:nvPr/>
            </p14:nvContentPartPr>
            <p14:xfrm>
              <a:off x="1151613" y="4201041"/>
              <a:ext cx="204480" cy="70200"/>
            </p14:xfrm>
          </p:contentPart>
        </mc:Choice>
        <mc:Fallback>
          <p:pic>
            <p:nvPicPr>
              <p:cNvPr id="100" name="Ink 99">
                <a:extLst>
                  <a:ext uri="{FF2B5EF4-FFF2-40B4-BE49-F238E27FC236}">
                    <a16:creationId xmlns:a16="http://schemas.microsoft.com/office/drawing/2014/main" id="{BA69874A-0980-F4A4-75B3-0820F6733D00}"/>
                  </a:ext>
                </a:extLst>
              </p:cNvPr>
              <p:cNvPicPr/>
              <p:nvPr/>
            </p:nvPicPr>
            <p:blipFill>
              <a:blip r:embed="rId155"/>
              <a:stretch>
                <a:fillRect/>
              </a:stretch>
            </p:blipFill>
            <p:spPr>
              <a:xfrm>
                <a:off x="1142613" y="4192401"/>
                <a:ext cx="22212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1" name="Ink 100">
                <a:extLst>
                  <a:ext uri="{FF2B5EF4-FFF2-40B4-BE49-F238E27FC236}">
                    <a16:creationId xmlns:a16="http://schemas.microsoft.com/office/drawing/2014/main" id="{562C9DEB-05EC-F03F-FE4B-3E70BD1C003C}"/>
                  </a:ext>
                </a:extLst>
              </p14:cNvPr>
              <p14:cNvContentPartPr/>
              <p14:nvPr/>
            </p14:nvContentPartPr>
            <p14:xfrm>
              <a:off x="1348173" y="4166841"/>
              <a:ext cx="360" cy="360"/>
            </p14:xfrm>
          </p:contentPart>
        </mc:Choice>
        <mc:Fallback>
          <p:pic>
            <p:nvPicPr>
              <p:cNvPr id="101" name="Ink 100">
                <a:extLst>
                  <a:ext uri="{FF2B5EF4-FFF2-40B4-BE49-F238E27FC236}">
                    <a16:creationId xmlns:a16="http://schemas.microsoft.com/office/drawing/2014/main" id="{562C9DEB-05EC-F03F-FE4B-3E70BD1C003C}"/>
                  </a:ext>
                </a:extLst>
              </p:cNvPr>
              <p:cNvPicPr/>
              <p:nvPr/>
            </p:nvPicPr>
            <p:blipFill>
              <a:blip r:embed="rId157"/>
              <a:stretch>
                <a:fillRect/>
              </a:stretch>
            </p:blipFill>
            <p:spPr>
              <a:xfrm>
                <a:off x="1339533" y="415784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02" name="Ink 101">
                <a:extLst>
                  <a:ext uri="{FF2B5EF4-FFF2-40B4-BE49-F238E27FC236}">
                    <a16:creationId xmlns:a16="http://schemas.microsoft.com/office/drawing/2014/main" id="{82933363-AA65-8214-8134-33D9A0322ACB}"/>
                  </a:ext>
                </a:extLst>
              </p14:cNvPr>
              <p14:cNvContentPartPr/>
              <p14:nvPr/>
            </p14:nvContentPartPr>
            <p14:xfrm>
              <a:off x="1597293" y="4140561"/>
              <a:ext cx="23400" cy="170280"/>
            </p14:xfrm>
          </p:contentPart>
        </mc:Choice>
        <mc:Fallback>
          <p:pic>
            <p:nvPicPr>
              <p:cNvPr id="102" name="Ink 101">
                <a:extLst>
                  <a:ext uri="{FF2B5EF4-FFF2-40B4-BE49-F238E27FC236}">
                    <a16:creationId xmlns:a16="http://schemas.microsoft.com/office/drawing/2014/main" id="{82933363-AA65-8214-8134-33D9A0322ACB}"/>
                  </a:ext>
                </a:extLst>
              </p:cNvPr>
              <p:cNvPicPr/>
              <p:nvPr/>
            </p:nvPicPr>
            <p:blipFill>
              <a:blip r:embed="rId159"/>
              <a:stretch>
                <a:fillRect/>
              </a:stretch>
            </p:blipFill>
            <p:spPr>
              <a:xfrm>
                <a:off x="1588293" y="4131561"/>
                <a:ext cx="4104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3" name="Ink 102">
                <a:extLst>
                  <a:ext uri="{FF2B5EF4-FFF2-40B4-BE49-F238E27FC236}">
                    <a16:creationId xmlns:a16="http://schemas.microsoft.com/office/drawing/2014/main" id="{D6849F08-42C6-42A7-A844-AB7975D55BE8}"/>
                  </a:ext>
                </a:extLst>
              </p14:cNvPr>
              <p14:cNvContentPartPr/>
              <p14:nvPr/>
            </p14:nvContentPartPr>
            <p14:xfrm>
              <a:off x="778293" y="3791361"/>
              <a:ext cx="1086120" cy="926640"/>
            </p14:xfrm>
          </p:contentPart>
        </mc:Choice>
        <mc:Fallback>
          <p:pic>
            <p:nvPicPr>
              <p:cNvPr id="103" name="Ink 102">
                <a:extLst>
                  <a:ext uri="{FF2B5EF4-FFF2-40B4-BE49-F238E27FC236}">
                    <a16:creationId xmlns:a16="http://schemas.microsoft.com/office/drawing/2014/main" id="{D6849F08-42C6-42A7-A844-AB7975D55BE8}"/>
                  </a:ext>
                </a:extLst>
              </p:cNvPr>
              <p:cNvPicPr/>
              <p:nvPr/>
            </p:nvPicPr>
            <p:blipFill>
              <a:blip r:embed="rId161"/>
              <a:stretch>
                <a:fillRect/>
              </a:stretch>
            </p:blipFill>
            <p:spPr>
              <a:xfrm>
                <a:off x="769293" y="3782361"/>
                <a:ext cx="1103760" cy="9442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4" name="Ink 103">
                <a:extLst>
                  <a:ext uri="{FF2B5EF4-FFF2-40B4-BE49-F238E27FC236}">
                    <a16:creationId xmlns:a16="http://schemas.microsoft.com/office/drawing/2014/main" id="{EB96C82A-BDA2-784C-5B99-116D43805845}"/>
                  </a:ext>
                </a:extLst>
              </p14:cNvPr>
              <p14:cNvContentPartPr/>
              <p14:nvPr/>
            </p14:nvContentPartPr>
            <p14:xfrm>
              <a:off x="1358253" y="5000241"/>
              <a:ext cx="128880" cy="547920"/>
            </p14:xfrm>
          </p:contentPart>
        </mc:Choice>
        <mc:Fallback>
          <p:pic>
            <p:nvPicPr>
              <p:cNvPr id="104" name="Ink 103">
                <a:extLst>
                  <a:ext uri="{FF2B5EF4-FFF2-40B4-BE49-F238E27FC236}">
                    <a16:creationId xmlns:a16="http://schemas.microsoft.com/office/drawing/2014/main" id="{EB96C82A-BDA2-784C-5B99-116D43805845}"/>
                  </a:ext>
                </a:extLst>
              </p:cNvPr>
              <p:cNvPicPr/>
              <p:nvPr/>
            </p:nvPicPr>
            <p:blipFill>
              <a:blip r:embed="rId163"/>
              <a:stretch>
                <a:fillRect/>
              </a:stretch>
            </p:blipFill>
            <p:spPr>
              <a:xfrm>
                <a:off x="1349613" y="4991241"/>
                <a:ext cx="146520" cy="5655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5" name="Ink 104">
                <a:extLst>
                  <a:ext uri="{FF2B5EF4-FFF2-40B4-BE49-F238E27FC236}">
                    <a16:creationId xmlns:a16="http://schemas.microsoft.com/office/drawing/2014/main" id="{28BBEACE-365B-12C6-9328-DB9AF088D074}"/>
                  </a:ext>
                </a:extLst>
              </p14:cNvPr>
              <p14:cNvContentPartPr/>
              <p14:nvPr/>
            </p14:nvContentPartPr>
            <p14:xfrm>
              <a:off x="1348173" y="5228481"/>
              <a:ext cx="97560" cy="66960"/>
            </p14:xfrm>
          </p:contentPart>
        </mc:Choice>
        <mc:Fallback>
          <p:pic>
            <p:nvPicPr>
              <p:cNvPr id="105" name="Ink 104">
                <a:extLst>
                  <a:ext uri="{FF2B5EF4-FFF2-40B4-BE49-F238E27FC236}">
                    <a16:creationId xmlns:a16="http://schemas.microsoft.com/office/drawing/2014/main" id="{28BBEACE-365B-12C6-9328-DB9AF088D074}"/>
                  </a:ext>
                </a:extLst>
              </p:cNvPr>
              <p:cNvPicPr/>
              <p:nvPr/>
            </p:nvPicPr>
            <p:blipFill>
              <a:blip r:embed="rId165"/>
              <a:stretch>
                <a:fillRect/>
              </a:stretch>
            </p:blipFill>
            <p:spPr>
              <a:xfrm>
                <a:off x="1339533" y="5219841"/>
                <a:ext cx="11520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6" name="Ink 105">
                <a:extLst>
                  <a:ext uri="{FF2B5EF4-FFF2-40B4-BE49-F238E27FC236}">
                    <a16:creationId xmlns:a16="http://schemas.microsoft.com/office/drawing/2014/main" id="{7993B3BA-7586-B662-8E77-A4DFA47C18E1}"/>
                  </a:ext>
                </a:extLst>
              </p14:cNvPr>
              <p14:cNvContentPartPr/>
              <p14:nvPr/>
            </p14:nvContentPartPr>
            <p14:xfrm>
              <a:off x="1591173" y="5185281"/>
              <a:ext cx="214920" cy="133920"/>
            </p14:xfrm>
          </p:contentPart>
        </mc:Choice>
        <mc:Fallback>
          <p:pic>
            <p:nvPicPr>
              <p:cNvPr id="106" name="Ink 105">
                <a:extLst>
                  <a:ext uri="{FF2B5EF4-FFF2-40B4-BE49-F238E27FC236}">
                    <a16:creationId xmlns:a16="http://schemas.microsoft.com/office/drawing/2014/main" id="{7993B3BA-7586-B662-8E77-A4DFA47C18E1}"/>
                  </a:ext>
                </a:extLst>
              </p:cNvPr>
              <p:cNvPicPr/>
              <p:nvPr/>
            </p:nvPicPr>
            <p:blipFill>
              <a:blip r:embed="rId167"/>
              <a:stretch>
                <a:fillRect/>
              </a:stretch>
            </p:blipFill>
            <p:spPr>
              <a:xfrm>
                <a:off x="1582533" y="5176281"/>
                <a:ext cx="2325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7" name="Ink 106">
                <a:extLst>
                  <a:ext uri="{FF2B5EF4-FFF2-40B4-BE49-F238E27FC236}">
                    <a16:creationId xmlns:a16="http://schemas.microsoft.com/office/drawing/2014/main" id="{F453C167-9B45-32D7-FB32-E2741E1218A7}"/>
                  </a:ext>
                </a:extLst>
              </p14:cNvPr>
              <p14:cNvContentPartPr/>
              <p14:nvPr/>
            </p14:nvContentPartPr>
            <p14:xfrm>
              <a:off x="914373" y="4799361"/>
              <a:ext cx="1238040" cy="977040"/>
            </p14:xfrm>
          </p:contentPart>
        </mc:Choice>
        <mc:Fallback>
          <p:pic>
            <p:nvPicPr>
              <p:cNvPr id="107" name="Ink 106">
                <a:extLst>
                  <a:ext uri="{FF2B5EF4-FFF2-40B4-BE49-F238E27FC236}">
                    <a16:creationId xmlns:a16="http://schemas.microsoft.com/office/drawing/2014/main" id="{F453C167-9B45-32D7-FB32-E2741E1218A7}"/>
                  </a:ext>
                </a:extLst>
              </p:cNvPr>
              <p:cNvPicPr/>
              <p:nvPr/>
            </p:nvPicPr>
            <p:blipFill>
              <a:blip r:embed="rId169"/>
              <a:stretch>
                <a:fillRect/>
              </a:stretch>
            </p:blipFill>
            <p:spPr>
              <a:xfrm>
                <a:off x="905733" y="4790721"/>
                <a:ext cx="1255680" cy="994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8" name="Ink 107">
                <a:extLst>
                  <a:ext uri="{FF2B5EF4-FFF2-40B4-BE49-F238E27FC236}">
                    <a16:creationId xmlns:a16="http://schemas.microsoft.com/office/drawing/2014/main" id="{C5B28D3C-0B31-9CD3-5B64-6303BA224480}"/>
                  </a:ext>
                </a:extLst>
              </p14:cNvPr>
              <p14:cNvContentPartPr/>
              <p14:nvPr/>
            </p14:nvContentPartPr>
            <p14:xfrm>
              <a:off x="1637613" y="5885481"/>
              <a:ext cx="69120" cy="556560"/>
            </p14:xfrm>
          </p:contentPart>
        </mc:Choice>
        <mc:Fallback>
          <p:pic>
            <p:nvPicPr>
              <p:cNvPr id="108" name="Ink 107">
                <a:extLst>
                  <a:ext uri="{FF2B5EF4-FFF2-40B4-BE49-F238E27FC236}">
                    <a16:creationId xmlns:a16="http://schemas.microsoft.com/office/drawing/2014/main" id="{C5B28D3C-0B31-9CD3-5B64-6303BA224480}"/>
                  </a:ext>
                </a:extLst>
              </p:cNvPr>
              <p:cNvPicPr/>
              <p:nvPr/>
            </p:nvPicPr>
            <p:blipFill>
              <a:blip r:embed="rId171"/>
              <a:stretch>
                <a:fillRect/>
              </a:stretch>
            </p:blipFill>
            <p:spPr>
              <a:xfrm>
                <a:off x="1628613" y="5876841"/>
                <a:ext cx="86760" cy="5742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9" name="Ink 108">
                <a:extLst>
                  <a:ext uri="{FF2B5EF4-FFF2-40B4-BE49-F238E27FC236}">
                    <a16:creationId xmlns:a16="http://schemas.microsoft.com/office/drawing/2014/main" id="{9CC973E2-5A9E-0268-84ED-81F6F3BED166}"/>
                  </a:ext>
                </a:extLst>
              </p14:cNvPr>
              <p14:cNvContentPartPr/>
              <p14:nvPr/>
            </p14:nvContentPartPr>
            <p14:xfrm>
              <a:off x="1637613" y="6158361"/>
              <a:ext cx="82800" cy="45720"/>
            </p14:xfrm>
          </p:contentPart>
        </mc:Choice>
        <mc:Fallback>
          <p:pic>
            <p:nvPicPr>
              <p:cNvPr id="109" name="Ink 108">
                <a:extLst>
                  <a:ext uri="{FF2B5EF4-FFF2-40B4-BE49-F238E27FC236}">
                    <a16:creationId xmlns:a16="http://schemas.microsoft.com/office/drawing/2014/main" id="{9CC973E2-5A9E-0268-84ED-81F6F3BED166}"/>
                  </a:ext>
                </a:extLst>
              </p:cNvPr>
              <p:cNvPicPr/>
              <p:nvPr/>
            </p:nvPicPr>
            <p:blipFill>
              <a:blip r:embed="rId173"/>
              <a:stretch>
                <a:fillRect/>
              </a:stretch>
            </p:blipFill>
            <p:spPr>
              <a:xfrm>
                <a:off x="1628973" y="6149721"/>
                <a:ext cx="10044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0" name="Ink 109">
                <a:extLst>
                  <a:ext uri="{FF2B5EF4-FFF2-40B4-BE49-F238E27FC236}">
                    <a16:creationId xmlns:a16="http://schemas.microsoft.com/office/drawing/2014/main" id="{184E6D26-32D1-7A3C-B799-462DBD992AE4}"/>
                  </a:ext>
                </a:extLst>
              </p14:cNvPr>
              <p14:cNvContentPartPr/>
              <p14:nvPr/>
            </p14:nvContentPartPr>
            <p14:xfrm>
              <a:off x="1869093" y="6123081"/>
              <a:ext cx="208440" cy="197640"/>
            </p14:xfrm>
          </p:contentPart>
        </mc:Choice>
        <mc:Fallback>
          <p:pic>
            <p:nvPicPr>
              <p:cNvPr id="110" name="Ink 109">
                <a:extLst>
                  <a:ext uri="{FF2B5EF4-FFF2-40B4-BE49-F238E27FC236}">
                    <a16:creationId xmlns:a16="http://schemas.microsoft.com/office/drawing/2014/main" id="{184E6D26-32D1-7A3C-B799-462DBD992AE4}"/>
                  </a:ext>
                </a:extLst>
              </p:cNvPr>
              <p:cNvPicPr/>
              <p:nvPr/>
            </p:nvPicPr>
            <p:blipFill>
              <a:blip r:embed="rId175"/>
              <a:stretch>
                <a:fillRect/>
              </a:stretch>
            </p:blipFill>
            <p:spPr>
              <a:xfrm>
                <a:off x="1860453" y="6114441"/>
                <a:ext cx="22608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1" name="Ink 110">
                <a:extLst>
                  <a:ext uri="{FF2B5EF4-FFF2-40B4-BE49-F238E27FC236}">
                    <a16:creationId xmlns:a16="http://schemas.microsoft.com/office/drawing/2014/main" id="{65BA1E7B-5E5F-91E1-3AB1-429DB194DD26}"/>
                  </a:ext>
                </a:extLst>
              </p14:cNvPr>
              <p14:cNvContentPartPr/>
              <p14:nvPr/>
            </p14:nvContentPartPr>
            <p14:xfrm>
              <a:off x="1336293" y="5756601"/>
              <a:ext cx="1322640" cy="1004760"/>
            </p14:xfrm>
          </p:contentPart>
        </mc:Choice>
        <mc:Fallback>
          <p:pic>
            <p:nvPicPr>
              <p:cNvPr id="111" name="Ink 110">
                <a:extLst>
                  <a:ext uri="{FF2B5EF4-FFF2-40B4-BE49-F238E27FC236}">
                    <a16:creationId xmlns:a16="http://schemas.microsoft.com/office/drawing/2014/main" id="{65BA1E7B-5E5F-91E1-3AB1-429DB194DD26}"/>
                  </a:ext>
                </a:extLst>
              </p:cNvPr>
              <p:cNvPicPr/>
              <p:nvPr/>
            </p:nvPicPr>
            <p:blipFill>
              <a:blip r:embed="rId177"/>
              <a:stretch>
                <a:fillRect/>
              </a:stretch>
            </p:blipFill>
            <p:spPr>
              <a:xfrm>
                <a:off x="1327293" y="5747961"/>
                <a:ext cx="1340280" cy="10224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3" name="Ink 112">
                <a:extLst>
                  <a:ext uri="{FF2B5EF4-FFF2-40B4-BE49-F238E27FC236}">
                    <a16:creationId xmlns:a16="http://schemas.microsoft.com/office/drawing/2014/main" id="{188E8C2A-DBBA-2CB8-C055-3256E3804534}"/>
                  </a:ext>
                </a:extLst>
              </p14:cNvPr>
              <p14:cNvContentPartPr/>
              <p14:nvPr/>
            </p14:nvContentPartPr>
            <p14:xfrm>
              <a:off x="286533" y="3964161"/>
              <a:ext cx="76320" cy="284040"/>
            </p14:xfrm>
          </p:contentPart>
        </mc:Choice>
        <mc:Fallback>
          <p:pic>
            <p:nvPicPr>
              <p:cNvPr id="113" name="Ink 112">
                <a:extLst>
                  <a:ext uri="{FF2B5EF4-FFF2-40B4-BE49-F238E27FC236}">
                    <a16:creationId xmlns:a16="http://schemas.microsoft.com/office/drawing/2014/main" id="{188E8C2A-DBBA-2CB8-C055-3256E3804534}"/>
                  </a:ext>
                </a:extLst>
              </p:cNvPr>
              <p:cNvPicPr/>
              <p:nvPr/>
            </p:nvPicPr>
            <p:blipFill>
              <a:blip r:embed="rId179"/>
              <a:stretch>
                <a:fillRect/>
              </a:stretch>
            </p:blipFill>
            <p:spPr>
              <a:xfrm>
                <a:off x="277893" y="3955161"/>
                <a:ext cx="9396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4" name="Ink 113">
                <a:extLst>
                  <a:ext uri="{FF2B5EF4-FFF2-40B4-BE49-F238E27FC236}">
                    <a16:creationId xmlns:a16="http://schemas.microsoft.com/office/drawing/2014/main" id="{162316A4-4F35-BB2C-FA11-53F5C2BC54A6}"/>
                  </a:ext>
                </a:extLst>
              </p14:cNvPr>
              <p14:cNvContentPartPr/>
              <p14:nvPr/>
            </p14:nvContentPartPr>
            <p14:xfrm>
              <a:off x="241533" y="4116441"/>
              <a:ext cx="60840" cy="21600"/>
            </p14:xfrm>
          </p:contentPart>
        </mc:Choice>
        <mc:Fallback>
          <p:pic>
            <p:nvPicPr>
              <p:cNvPr id="114" name="Ink 113">
                <a:extLst>
                  <a:ext uri="{FF2B5EF4-FFF2-40B4-BE49-F238E27FC236}">
                    <a16:creationId xmlns:a16="http://schemas.microsoft.com/office/drawing/2014/main" id="{162316A4-4F35-BB2C-FA11-53F5C2BC54A6}"/>
                  </a:ext>
                </a:extLst>
              </p:cNvPr>
              <p:cNvPicPr/>
              <p:nvPr/>
            </p:nvPicPr>
            <p:blipFill>
              <a:blip r:embed="rId181"/>
              <a:stretch>
                <a:fillRect/>
              </a:stretch>
            </p:blipFill>
            <p:spPr>
              <a:xfrm>
                <a:off x="232893" y="4107441"/>
                <a:ext cx="784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5" name="Ink 114">
                <a:extLst>
                  <a:ext uri="{FF2B5EF4-FFF2-40B4-BE49-F238E27FC236}">
                    <a16:creationId xmlns:a16="http://schemas.microsoft.com/office/drawing/2014/main" id="{846A6FD7-E07A-967E-CD31-ED3F6BFE17B9}"/>
                  </a:ext>
                </a:extLst>
              </p14:cNvPr>
              <p14:cNvContentPartPr/>
              <p14:nvPr/>
            </p14:nvContentPartPr>
            <p14:xfrm>
              <a:off x="446013" y="3999801"/>
              <a:ext cx="13320" cy="163800"/>
            </p14:xfrm>
          </p:contentPart>
        </mc:Choice>
        <mc:Fallback>
          <p:pic>
            <p:nvPicPr>
              <p:cNvPr id="115" name="Ink 114">
                <a:extLst>
                  <a:ext uri="{FF2B5EF4-FFF2-40B4-BE49-F238E27FC236}">
                    <a16:creationId xmlns:a16="http://schemas.microsoft.com/office/drawing/2014/main" id="{846A6FD7-E07A-967E-CD31-ED3F6BFE17B9}"/>
                  </a:ext>
                </a:extLst>
              </p:cNvPr>
              <p:cNvPicPr/>
              <p:nvPr/>
            </p:nvPicPr>
            <p:blipFill>
              <a:blip r:embed="rId183"/>
              <a:stretch>
                <a:fillRect/>
              </a:stretch>
            </p:blipFill>
            <p:spPr>
              <a:xfrm>
                <a:off x="437013" y="3991161"/>
                <a:ext cx="3096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6" name="Ink 115">
                <a:extLst>
                  <a:ext uri="{FF2B5EF4-FFF2-40B4-BE49-F238E27FC236}">
                    <a16:creationId xmlns:a16="http://schemas.microsoft.com/office/drawing/2014/main" id="{A55C2709-8E60-BDB4-EA0E-2C7CDDE06B34}"/>
                  </a:ext>
                </a:extLst>
              </p14:cNvPr>
              <p14:cNvContentPartPr/>
              <p14:nvPr/>
            </p14:nvContentPartPr>
            <p14:xfrm>
              <a:off x="457173" y="5170881"/>
              <a:ext cx="120600" cy="244080"/>
            </p14:xfrm>
          </p:contentPart>
        </mc:Choice>
        <mc:Fallback>
          <p:pic>
            <p:nvPicPr>
              <p:cNvPr id="116" name="Ink 115">
                <a:extLst>
                  <a:ext uri="{FF2B5EF4-FFF2-40B4-BE49-F238E27FC236}">
                    <a16:creationId xmlns:a16="http://schemas.microsoft.com/office/drawing/2014/main" id="{A55C2709-8E60-BDB4-EA0E-2C7CDDE06B34}"/>
                  </a:ext>
                </a:extLst>
              </p:cNvPr>
              <p:cNvPicPr/>
              <p:nvPr/>
            </p:nvPicPr>
            <p:blipFill>
              <a:blip r:embed="rId185"/>
              <a:stretch>
                <a:fillRect/>
              </a:stretch>
            </p:blipFill>
            <p:spPr>
              <a:xfrm>
                <a:off x="448173" y="5161881"/>
                <a:ext cx="13824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7" name="Ink 116">
                <a:extLst>
                  <a:ext uri="{FF2B5EF4-FFF2-40B4-BE49-F238E27FC236}">
                    <a16:creationId xmlns:a16="http://schemas.microsoft.com/office/drawing/2014/main" id="{AC28E5B5-1EA5-D6C0-C2C9-15343F8F562E}"/>
                  </a:ext>
                </a:extLst>
              </p14:cNvPr>
              <p14:cNvContentPartPr/>
              <p14:nvPr/>
            </p14:nvContentPartPr>
            <p14:xfrm>
              <a:off x="405693" y="5292201"/>
              <a:ext cx="149400" cy="34200"/>
            </p14:xfrm>
          </p:contentPart>
        </mc:Choice>
        <mc:Fallback>
          <p:pic>
            <p:nvPicPr>
              <p:cNvPr id="117" name="Ink 116">
                <a:extLst>
                  <a:ext uri="{FF2B5EF4-FFF2-40B4-BE49-F238E27FC236}">
                    <a16:creationId xmlns:a16="http://schemas.microsoft.com/office/drawing/2014/main" id="{AC28E5B5-1EA5-D6C0-C2C9-15343F8F562E}"/>
                  </a:ext>
                </a:extLst>
              </p:cNvPr>
              <p:cNvPicPr/>
              <p:nvPr/>
            </p:nvPicPr>
            <p:blipFill>
              <a:blip r:embed="rId187"/>
              <a:stretch>
                <a:fillRect/>
              </a:stretch>
            </p:blipFill>
            <p:spPr>
              <a:xfrm>
                <a:off x="397053" y="5283561"/>
                <a:ext cx="16704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8" name="Ink 117">
                <a:extLst>
                  <a:ext uri="{FF2B5EF4-FFF2-40B4-BE49-F238E27FC236}">
                    <a16:creationId xmlns:a16="http://schemas.microsoft.com/office/drawing/2014/main" id="{2F22A579-08EC-7E17-D732-871E8042D509}"/>
                  </a:ext>
                </a:extLst>
              </p14:cNvPr>
              <p14:cNvContentPartPr/>
              <p14:nvPr/>
            </p14:nvContentPartPr>
            <p14:xfrm>
              <a:off x="624933" y="5179881"/>
              <a:ext cx="161640" cy="214920"/>
            </p14:xfrm>
          </p:contentPart>
        </mc:Choice>
        <mc:Fallback>
          <p:pic>
            <p:nvPicPr>
              <p:cNvPr id="118" name="Ink 117">
                <a:extLst>
                  <a:ext uri="{FF2B5EF4-FFF2-40B4-BE49-F238E27FC236}">
                    <a16:creationId xmlns:a16="http://schemas.microsoft.com/office/drawing/2014/main" id="{2F22A579-08EC-7E17-D732-871E8042D509}"/>
                  </a:ext>
                </a:extLst>
              </p:cNvPr>
              <p:cNvPicPr/>
              <p:nvPr/>
            </p:nvPicPr>
            <p:blipFill>
              <a:blip r:embed="rId189"/>
              <a:stretch>
                <a:fillRect/>
              </a:stretch>
            </p:blipFill>
            <p:spPr>
              <a:xfrm>
                <a:off x="615933" y="5170881"/>
                <a:ext cx="17928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9" name="Ink 118">
                <a:extLst>
                  <a:ext uri="{FF2B5EF4-FFF2-40B4-BE49-F238E27FC236}">
                    <a16:creationId xmlns:a16="http://schemas.microsoft.com/office/drawing/2014/main" id="{A43919E5-26AE-0319-6F33-3E6A9272C86E}"/>
                  </a:ext>
                </a:extLst>
              </p14:cNvPr>
              <p14:cNvContentPartPr/>
              <p14:nvPr/>
            </p14:nvContentPartPr>
            <p14:xfrm>
              <a:off x="647973" y="6152601"/>
              <a:ext cx="146160" cy="235080"/>
            </p14:xfrm>
          </p:contentPart>
        </mc:Choice>
        <mc:Fallback>
          <p:pic>
            <p:nvPicPr>
              <p:cNvPr id="119" name="Ink 118">
                <a:extLst>
                  <a:ext uri="{FF2B5EF4-FFF2-40B4-BE49-F238E27FC236}">
                    <a16:creationId xmlns:a16="http://schemas.microsoft.com/office/drawing/2014/main" id="{A43919E5-26AE-0319-6F33-3E6A9272C86E}"/>
                  </a:ext>
                </a:extLst>
              </p:cNvPr>
              <p:cNvPicPr/>
              <p:nvPr/>
            </p:nvPicPr>
            <p:blipFill>
              <a:blip r:embed="rId191"/>
              <a:stretch>
                <a:fillRect/>
              </a:stretch>
            </p:blipFill>
            <p:spPr>
              <a:xfrm>
                <a:off x="639333" y="6143601"/>
                <a:ext cx="1638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0" name="Ink 119">
                <a:extLst>
                  <a:ext uri="{FF2B5EF4-FFF2-40B4-BE49-F238E27FC236}">
                    <a16:creationId xmlns:a16="http://schemas.microsoft.com/office/drawing/2014/main" id="{74270E0F-251E-1751-CABD-3FD9E3839F60}"/>
                  </a:ext>
                </a:extLst>
              </p14:cNvPr>
              <p14:cNvContentPartPr/>
              <p14:nvPr/>
            </p14:nvContentPartPr>
            <p14:xfrm>
              <a:off x="633933" y="6306681"/>
              <a:ext cx="52560" cy="19800"/>
            </p14:xfrm>
          </p:contentPart>
        </mc:Choice>
        <mc:Fallback>
          <p:pic>
            <p:nvPicPr>
              <p:cNvPr id="120" name="Ink 119">
                <a:extLst>
                  <a:ext uri="{FF2B5EF4-FFF2-40B4-BE49-F238E27FC236}">
                    <a16:creationId xmlns:a16="http://schemas.microsoft.com/office/drawing/2014/main" id="{74270E0F-251E-1751-CABD-3FD9E3839F60}"/>
                  </a:ext>
                </a:extLst>
              </p:cNvPr>
              <p:cNvPicPr/>
              <p:nvPr/>
            </p:nvPicPr>
            <p:blipFill>
              <a:blip r:embed="rId193"/>
              <a:stretch>
                <a:fillRect/>
              </a:stretch>
            </p:blipFill>
            <p:spPr>
              <a:xfrm>
                <a:off x="624933" y="6297681"/>
                <a:ext cx="702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1" name="Ink 120">
                <a:extLst>
                  <a:ext uri="{FF2B5EF4-FFF2-40B4-BE49-F238E27FC236}">
                    <a16:creationId xmlns:a16="http://schemas.microsoft.com/office/drawing/2014/main" id="{7657D494-1576-8036-B254-C345321AABEF}"/>
                  </a:ext>
                </a:extLst>
              </p14:cNvPr>
              <p14:cNvContentPartPr/>
              <p14:nvPr/>
            </p14:nvContentPartPr>
            <p14:xfrm>
              <a:off x="808533" y="6197961"/>
              <a:ext cx="158760" cy="186480"/>
            </p14:xfrm>
          </p:contentPart>
        </mc:Choice>
        <mc:Fallback>
          <p:pic>
            <p:nvPicPr>
              <p:cNvPr id="121" name="Ink 120">
                <a:extLst>
                  <a:ext uri="{FF2B5EF4-FFF2-40B4-BE49-F238E27FC236}">
                    <a16:creationId xmlns:a16="http://schemas.microsoft.com/office/drawing/2014/main" id="{7657D494-1576-8036-B254-C345321AABEF}"/>
                  </a:ext>
                </a:extLst>
              </p:cNvPr>
              <p:cNvPicPr/>
              <p:nvPr/>
            </p:nvPicPr>
            <p:blipFill>
              <a:blip r:embed="rId195"/>
              <a:stretch>
                <a:fillRect/>
              </a:stretch>
            </p:blipFill>
            <p:spPr>
              <a:xfrm>
                <a:off x="799893" y="6188961"/>
                <a:ext cx="17640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5" name="Ink 124">
                <a:extLst>
                  <a:ext uri="{FF2B5EF4-FFF2-40B4-BE49-F238E27FC236}">
                    <a16:creationId xmlns:a16="http://schemas.microsoft.com/office/drawing/2014/main" id="{DE186CFD-4E5A-08E1-9444-45F13377B345}"/>
                  </a:ext>
                </a:extLst>
              </p14:cNvPr>
              <p14:cNvContentPartPr/>
              <p14:nvPr/>
            </p14:nvContentPartPr>
            <p14:xfrm>
              <a:off x="1932813" y="4136961"/>
              <a:ext cx="704520" cy="105120"/>
            </p14:xfrm>
          </p:contentPart>
        </mc:Choice>
        <mc:Fallback>
          <p:pic>
            <p:nvPicPr>
              <p:cNvPr id="125" name="Ink 124">
                <a:extLst>
                  <a:ext uri="{FF2B5EF4-FFF2-40B4-BE49-F238E27FC236}">
                    <a16:creationId xmlns:a16="http://schemas.microsoft.com/office/drawing/2014/main" id="{DE186CFD-4E5A-08E1-9444-45F13377B345}"/>
                  </a:ext>
                </a:extLst>
              </p:cNvPr>
              <p:cNvPicPr/>
              <p:nvPr/>
            </p:nvPicPr>
            <p:blipFill>
              <a:blip r:embed="rId197"/>
              <a:stretch>
                <a:fillRect/>
              </a:stretch>
            </p:blipFill>
            <p:spPr>
              <a:xfrm>
                <a:off x="1923813" y="4128321"/>
                <a:ext cx="72216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6" name="Ink 125">
                <a:extLst>
                  <a:ext uri="{FF2B5EF4-FFF2-40B4-BE49-F238E27FC236}">
                    <a16:creationId xmlns:a16="http://schemas.microsoft.com/office/drawing/2014/main" id="{29F978B8-1D72-49D6-6AA4-C53179698465}"/>
                  </a:ext>
                </a:extLst>
              </p14:cNvPr>
              <p14:cNvContentPartPr/>
              <p14:nvPr/>
            </p14:nvContentPartPr>
            <p14:xfrm>
              <a:off x="1944333" y="3633681"/>
              <a:ext cx="203760" cy="158760"/>
            </p14:xfrm>
          </p:contentPart>
        </mc:Choice>
        <mc:Fallback>
          <p:pic>
            <p:nvPicPr>
              <p:cNvPr id="126" name="Ink 125">
                <a:extLst>
                  <a:ext uri="{FF2B5EF4-FFF2-40B4-BE49-F238E27FC236}">
                    <a16:creationId xmlns:a16="http://schemas.microsoft.com/office/drawing/2014/main" id="{29F978B8-1D72-49D6-6AA4-C53179698465}"/>
                  </a:ext>
                </a:extLst>
              </p:cNvPr>
              <p:cNvPicPr/>
              <p:nvPr/>
            </p:nvPicPr>
            <p:blipFill>
              <a:blip r:embed="rId199"/>
              <a:stretch>
                <a:fillRect/>
              </a:stretch>
            </p:blipFill>
            <p:spPr>
              <a:xfrm>
                <a:off x="1935693" y="3624681"/>
                <a:ext cx="22140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7" name="Ink 126">
                <a:extLst>
                  <a:ext uri="{FF2B5EF4-FFF2-40B4-BE49-F238E27FC236}">
                    <a16:creationId xmlns:a16="http://schemas.microsoft.com/office/drawing/2014/main" id="{8D9588CE-EDE1-63F4-AE47-BAAA214E1A7A}"/>
                  </a:ext>
                </a:extLst>
              </p14:cNvPr>
              <p14:cNvContentPartPr/>
              <p14:nvPr/>
            </p14:nvContentPartPr>
            <p14:xfrm>
              <a:off x="2187333" y="4859121"/>
              <a:ext cx="140760" cy="146880"/>
            </p14:xfrm>
          </p:contentPart>
        </mc:Choice>
        <mc:Fallback>
          <p:pic>
            <p:nvPicPr>
              <p:cNvPr id="127" name="Ink 126">
                <a:extLst>
                  <a:ext uri="{FF2B5EF4-FFF2-40B4-BE49-F238E27FC236}">
                    <a16:creationId xmlns:a16="http://schemas.microsoft.com/office/drawing/2014/main" id="{8D9588CE-EDE1-63F4-AE47-BAAA214E1A7A}"/>
                  </a:ext>
                </a:extLst>
              </p:cNvPr>
              <p:cNvPicPr/>
              <p:nvPr/>
            </p:nvPicPr>
            <p:blipFill>
              <a:blip r:embed="rId201"/>
              <a:stretch>
                <a:fillRect/>
              </a:stretch>
            </p:blipFill>
            <p:spPr>
              <a:xfrm>
                <a:off x="2178693" y="4850481"/>
                <a:ext cx="15840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8" name="Ink 127">
                <a:extLst>
                  <a:ext uri="{FF2B5EF4-FFF2-40B4-BE49-F238E27FC236}">
                    <a16:creationId xmlns:a16="http://schemas.microsoft.com/office/drawing/2014/main" id="{C9185DEF-EB2A-A9B5-0F7D-AEFD563F7909}"/>
                  </a:ext>
                </a:extLst>
              </p14:cNvPr>
              <p14:cNvContentPartPr/>
              <p14:nvPr/>
            </p14:nvContentPartPr>
            <p14:xfrm>
              <a:off x="2557773" y="5695401"/>
              <a:ext cx="199800" cy="153360"/>
            </p14:xfrm>
          </p:contentPart>
        </mc:Choice>
        <mc:Fallback>
          <p:pic>
            <p:nvPicPr>
              <p:cNvPr id="128" name="Ink 127">
                <a:extLst>
                  <a:ext uri="{FF2B5EF4-FFF2-40B4-BE49-F238E27FC236}">
                    <a16:creationId xmlns:a16="http://schemas.microsoft.com/office/drawing/2014/main" id="{C9185DEF-EB2A-A9B5-0F7D-AEFD563F7909}"/>
                  </a:ext>
                </a:extLst>
              </p:cNvPr>
              <p:cNvPicPr/>
              <p:nvPr/>
            </p:nvPicPr>
            <p:blipFill>
              <a:blip r:embed="rId203"/>
              <a:stretch>
                <a:fillRect/>
              </a:stretch>
            </p:blipFill>
            <p:spPr>
              <a:xfrm>
                <a:off x="2549133" y="5686401"/>
                <a:ext cx="21744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42" name="Ink 141">
                <a:extLst>
                  <a:ext uri="{FF2B5EF4-FFF2-40B4-BE49-F238E27FC236}">
                    <a16:creationId xmlns:a16="http://schemas.microsoft.com/office/drawing/2014/main" id="{825F70BA-BFC1-C77A-6434-87908A1E86D1}"/>
                  </a:ext>
                </a:extLst>
              </p14:cNvPr>
              <p14:cNvContentPartPr/>
              <p14:nvPr/>
            </p14:nvContentPartPr>
            <p14:xfrm>
              <a:off x="1440693" y="3465201"/>
              <a:ext cx="254160" cy="268560"/>
            </p14:xfrm>
          </p:contentPart>
        </mc:Choice>
        <mc:Fallback>
          <p:pic>
            <p:nvPicPr>
              <p:cNvPr id="142" name="Ink 141">
                <a:extLst>
                  <a:ext uri="{FF2B5EF4-FFF2-40B4-BE49-F238E27FC236}">
                    <a16:creationId xmlns:a16="http://schemas.microsoft.com/office/drawing/2014/main" id="{825F70BA-BFC1-C77A-6434-87908A1E86D1}"/>
                  </a:ext>
                </a:extLst>
              </p:cNvPr>
              <p:cNvPicPr/>
              <p:nvPr/>
            </p:nvPicPr>
            <p:blipFill>
              <a:blip r:embed="rId205"/>
              <a:stretch>
                <a:fillRect/>
              </a:stretch>
            </p:blipFill>
            <p:spPr>
              <a:xfrm>
                <a:off x="1432053" y="3456561"/>
                <a:ext cx="27180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43" name="Ink 142">
                <a:extLst>
                  <a:ext uri="{FF2B5EF4-FFF2-40B4-BE49-F238E27FC236}">
                    <a16:creationId xmlns:a16="http://schemas.microsoft.com/office/drawing/2014/main" id="{30AFDBF1-FC3D-6A09-699E-B84706DFF8FE}"/>
                  </a:ext>
                </a:extLst>
              </p14:cNvPr>
              <p14:cNvContentPartPr/>
              <p14:nvPr/>
            </p14:nvContentPartPr>
            <p14:xfrm>
              <a:off x="1909773" y="4639161"/>
              <a:ext cx="245520" cy="282600"/>
            </p14:xfrm>
          </p:contentPart>
        </mc:Choice>
        <mc:Fallback>
          <p:pic>
            <p:nvPicPr>
              <p:cNvPr id="143" name="Ink 142">
                <a:extLst>
                  <a:ext uri="{FF2B5EF4-FFF2-40B4-BE49-F238E27FC236}">
                    <a16:creationId xmlns:a16="http://schemas.microsoft.com/office/drawing/2014/main" id="{30AFDBF1-FC3D-6A09-699E-B84706DFF8FE}"/>
                  </a:ext>
                </a:extLst>
              </p:cNvPr>
              <p:cNvPicPr/>
              <p:nvPr/>
            </p:nvPicPr>
            <p:blipFill>
              <a:blip r:embed="rId207"/>
              <a:stretch>
                <a:fillRect/>
              </a:stretch>
            </p:blipFill>
            <p:spPr>
              <a:xfrm>
                <a:off x="1900773" y="4630161"/>
                <a:ext cx="26316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45" name="Ink 144">
                <a:extLst>
                  <a:ext uri="{FF2B5EF4-FFF2-40B4-BE49-F238E27FC236}">
                    <a16:creationId xmlns:a16="http://schemas.microsoft.com/office/drawing/2014/main" id="{59A8A00B-653C-5924-651C-7F75BB17B624}"/>
                  </a:ext>
                </a:extLst>
              </p14:cNvPr>
              <p14:cNvContentPartPr/>
              <p14:nvPr/>
            </p14:nvContentPartPr>
            <p14:xfrm>
              <a:off x="2210733" y="5592081"/>
              <a:ext cx="258840" cy="221760"/>
            </p14:xfrm>
          </p:contentPart>
        </mc:Choice>
        <mc:Fallback>
          <p:pic>
            <p:nvPicPr>
              <p:cNvPr id="145" name="Ink 144">
                <a:extLst>
                  <a:ext uri="{FF2B5EF4-FFF2-40B4-BE49-F238E27FC236}">
                    <a16:creationId xmlns:a16="http://schemas.microsoft.com/office/drawing/2014/main" id="{59A8A00B-653C-5924-651C-7F75BB17B624}"/>
                  </a:ext>
                </a:extLst>
              </p:cNvPr>
              <p:cNvPicPr/>
              <p:nvPr/>
            </p:nvPicPr>
            <p:blipFill>
              <a:blip r:embed="rId209"/>
              <a:stretch>
                <a:fillRect/>
              </a:stretch>
            </p:blipFill>
            <p:spPr>
              <a:xfrm>
                <a:off x="2201733" y="5583441"/>
                <a:ext cx="276480" cy="239400"/>
              </a:xfrm>
              <a:prstGeom prst="rect">
                <a:avLst/>
              </a:prstGeom>
            </p:spPr>
          </p:pic>
        </mc:Fallback>
      </mc:AlternateContent>
      <p:grpSp>
        <p:nvGrpSpPr>
          <p:cNvPr id="152" name="Group 151">
            <a:extLst>
              <a:ext uri="{FF2B5EF4-FFF2-40B4-BE49-F238E27FC236}">
                <a16:creationId xmlns:a16="http://schemas.microsoft.com/office/drawing/2014/main" id="{76567981-F3A4-D341-4EC6-A86E5254E829}"/>
              </a:ext>
            </a:extLst>
          </p:cNvPr>
          <p:cNvGrpSpPr/>
          <p:nvPr/>
        </p:nvGrpSpPr>
        <p:grpSpPr>
          <a:xfrm>
            <a:off x="2719773" y="6173841"/>
            <a:ext cx="3308400" cy="475920"/>
            <a:chOff x="2719773" y="6173841"/>
            <a:chExt cx="3308400" cy="475920"/>
          </a:xfrm>
        </p:grpSpPr>
        <mc:AlternateContent xmlns:mc="http://schemas.openxmlformats.org/markup-compatibility/2006">
          <mc:Choice xmlns:p14="http://schemas.microsoft.com/office/powerpoint/2010/main" Requires="p14">
            <p:contentPart p14:bwMode="auto" r:id="rId210">
              <p14:nvContentPartPr>
                <p14:cNvPr id="147" name="Ink 146">
                  <a:extLst>
                    <a:ext uri="{FF2B5EF4-FFF2-40B4-BE49-F238E27FC236}">
                      <a16:creationId xmlns:a16="http://schemas.microsoft.com/office/drawing/2014/main" id="{51765B23-C0D6-592F-D7F8-AE7CDEC5A585}"/>
                    </a:ext>
                  </a:extLst>
                </p14:cNvPr>
                <p14:cNvContentPartPr/>
                <p14:nvPr/>
              </p14:nvContentPartPr>
              <p14:xfrm>
                <a:off x="3061413" y="6380841"/>
                <a:ext cx="248400" cy="143280"/>
              </p14:xfrm>
            </p:contentPart>
          </mc:Choice>
          <mc:Fallback>
            <p:pic>
              <p:nvPicPr>
                <p:cNvPr id="147" name="Ink 146">
                  <a:extLst>
                    <a:ext uri="{FF2B5EF4-FFF2-40B4-BE49-F238E27FC236}">
                      <a16:creationId xmlns:a16="http://schemas.microsoft.com/office/drawing/2014/main" id="{51765B23-C0D6-592F-D7F8-AE7CDEC5A585}"/>
                    </a:ext>
                  </a:extLst>
                </p:cNvPr>
                <p:cNvPicPr/>
                <p:nvPr/>
              </p:nvPicPr>
              <p:blipFill>
                <a:blip r:embed="rId211"/>
                <a:stretch>
                  <a:fillRect/>
                </a:stretch>
              </p:blipFill>
              <p:spPr>
                <a:xfrm>
                  <a:off x="3052413" y="6372201"/>
                  <a:ext cx="2660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48" name="Ink 147">
                  <a:extLst>
                    <a:ext uri="{FF2B5EF4-FFF2-40B4-BE49-F238E27FC236}">
                      <a16:creationId xmlns:a16="http://schemas.microsoft.com/office/drawing/2014/main" id="{6475786F-A8E2-D142-C2D1-030FAD37D60F}"/>
                    </a:ext>
                  </a:extLst>
                </p14:cNvPr>
                <p14:cNvContentPartPr/>
                <p14:nvPr/>
              </p14:nvContentPartPr>
              <p14:xfrm>
                <a:off x="3894813" y="6330441"/>
                <a:ext cx="203760" cy="154080"/>
              </p14:xfrm>
            </p:contentPart>
          </mc:Choice>
          <mc:Fallback>
            <p:pic>
              <p:nvPicPr>
                <p:cNvPr id="148" name="Ink 147">
                  <a:extLst>
                    <a:ext uri="{FF2B5EF4-FFF2-40B4-BE49-F238E27FC236}">
                      <a16:creationId xmlns:a16="http://schemas.microsoft.com/office/drawing/2014/main" id="{6475786F-A8E2-D142-C2D1-030FAD37D60F}"/>
                    </a:ext>
                  </a:extLst>
                </p:cNvPr>
                <p:cNvPicPr/>
                <p:nvPr/>
              </p:nvPicPr>
              <p:blipFill>
                <a:blip r:embed="rId213"/>
                <a:stretch>
                  <a:fillRect/>
                </a:stretch>
              </p:blipFill>
              <p:spPr>
                <a:xfrm>
                  <a:off x="3885813" y="6321801"/>
                  <a:ext cx="22140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49" name="Ink 148">
                  <a:extLst>
                    <a:ext uri="{FF2B5EF4-FFF2-40B4-BE49-F238E27FC236}">
                      <a16:creationId xmlns:a16="http://schemas.microsoft.com/office/drawing/2014/main" id="{033B1541-3573-BECE-6118-461D915C1281}"/>
                    </a:ext>
                  </a:extLst>
                </p14:cNvPr>
                <p14:cNvContentPartPr/>
                <p14:nvPr/>
              </p14:nvContentPartPr>
              <p14:xfrm>
                <a:off x="4780053" y="6229281"/>
                <a:ext cx="243720" cy="163080"/>
              </p14:xfrm>
            </p:contentPart>
          </mc:Choice>
          <mc:Fallback>
            <p:pic>
              <p:nvPicPr>
                <p:cNvPr id="149" name="Ink 148">
                  <a:extLst>
                    <a:ext uri="{FF2B5EF4-FFF2-40B4-BE49-F238E27FC236}">
                      <a16:creationId xmlns:a16="http://schemas.microsoft.com/office/drawing/2014/main" id="{033B1541-3573-BECE-6118-461D915C1281}"/>
                    </a:ext>
                  </a:extLst>
                </p:cNvPr>
                <p:cNvPicPr/>
                <p:nvPr/>
              </p:nvPicPr>
              <p:blipFill>
                <a:blip r:embed="rId215"/>
                <a:stretch>
                  <a:fillRect/>
                </a:stretch>
              </p:blipFill>
              <p:spPr>
                <a:xfrm>
                  <a:off x="4771413" y="6220641"/>
                  <a:ext cx="26136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50" name="Ink 149">
                  <a:extLst>
                    <a:ext uri="{FF2B5EF4-FFF2-40B4-BE49-F238E27FC236}">
                      <a16:creationId xmlns:a16="http://schemas.microsoft.com/office/drawing/2014/main" id="{EB6129DC-BD96-751E-3C22-BA0E3CAFFEB6}"/>
                    </a:ext>
                  </a:extLst>
                </p14:cNvPr>
                <p14:cNvContentPartPr/>
                <p14:nvPr/>
              </p14:nvContentPartPr>
              <p14:xfrm>
                <a:off x="5752413" y="6173841"/>
                <a:ext cx="257400" cy="241560"/>
              </p14:xfrm>
            </p:contentPart>
          </mc:Choice>
          <mc:Fallback>
            <p:pic>
              <p:nvPicPr>
                <p:cNvPr id="150" name="Ink 149">
                  <a:extLst>
                    <a:ext uri="{FF2B5EF4-FFF2-40B4-BE49-F238E27FC236}">
                      <a16:creationId xmlns:a16="http://schemas.microsoft.com/office/drawing/2014/main" id="{EB6129DC-BD96-751E-3C22-BA0E3CAFFEB6}"/>
                    </a:ext>
                  </a:extLst>
                </p:cNvPr>
                <p:cNvPicPr/>
                <p:nvPr/>
              </p:nvPicPr>
              <p:blipFill>
                <a:blip r:embed="rId217"/>
                <a:stretch>
                  <a:fillRect/>
                </a:stretch>
              </p:blipFill>
              <p:spPr>
                <a:xfrm>
                  <a:off x="5743773" y="6165201"/>
                  <a:ext cx="27504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51" name="Ink 150">
                  <a:extLst>
                    <a:ext uri="{FF2B5EF4-FFF2-40B4-BE49-F238E27FC236}">
                      <a16:creationId xmlns:a16="http://schemas.microsoft.com/office/drawing/2014/main" id="{586D1DC8-F793-15DD-4BD1-C21973DB61BF}"/>
                    </a:ext>
                  </a:extLst>
                </p14:cNvPr>
                <p14:cNvContentPartPr/>
                <p14:nvPr/>
              </p14:nvContentPartPr>
              <p14:xfrm>
                <a:off x="2719773" y="6400641"/>
                <a:ext cx="3308400" cy="249120"/>
              </p14:xfrm>
            </p:contentPart>
          </mc:Choice>
          <mc:Fallback>
            <p:pic>
              <p:nvPicPr>
                <p:cNvPr id="151" name="Ink 150">
                  <a:extLst>
                    <a:ext uri="{FF2B5EF4-FFF2-40B4-BE49-F238E27FC236}">
                      <a16:creationId xmlns:a16="http://schemas.microsoft.com/office/drawing/2014/main" id="{586D1DC8-F793-15DD-4BD1-C21973DB61BF}"/>
                    </a:ext>
                  </a:extLst>
                </p:cNvPr>
                <p:cNvPicPr/>
                <p:nvPr/>
              </p:nvPicPr>
              <p:blipFill>
                <a:blip r:embed="rId219"/>
                <a:stretch>
                  <a:fillRect/>
                </a:stretch>
              </p:blipFill>
              <p:spPr>
                <a:xfrm>
                  <a:off x="2711133" y="6392001"/>
                  <a:ext cx="3326040" cy="266760"/>
                </a:xfrm>
                <a:prstGeom prst="rect">
                  <a:avLst/>
                </a:prstGeom>
              </p:spPr>
            </p:pic>
          </mc:Fallback>
        </mc:AlternateContent>
      </p:grpSp>
      <p:grpSp>
        <p:nvGrpSpPr>
          <p:cNvPr id="155" name="Group 154">
            <a:extLst>
              <a:ext uri="{FF2B5EF4-FFF2-40B4-BE49-F238E27FC236}">
                <a16:creationId xmlns:a16="http://schemas.microsoft.com/office/drawing/2014/main" id="{3458F12C-54DC-7629-D031-64055FE24FF8}"/>
              </a:ext>
            </a:extLst>
          </p:cNvPr>
          <p:cNvGrpSpPr/>
          <p:nvPr/>
        </p:nvGrpSpPr>
        <p:grpSpPr>
          <a:xfrm>
            <a:off x="4646493" y="4081881"/>
            <a:ext cx="1678320" cy="456120"/>
            <a:chOff x="4646493" y="4081881"/>
            <a:chExt cx="1678320" cy="456120"/>
          </a:xfrm>
        </p:grpSpPr>
        <mc:AlternateContent xmlns:mc="http://schemas.openxmlformats.org/markup-compatibility/2006">
          <mc:Choice xmlns:p14="http://schemas.microsoft.com/office/powerpoint/2010/main" Requires="p14">
            <p:contentPart p14:bwMode="auto" r:id="rId220">
              <p14:nvContentPartPr>
                <p14:cNvPr id="37" name="Ink 36">
                  <a:extLst>
                    <a:ext uri="{FF2B5EF4-FFF2-40B4-BE49-F238E27FC236}">
                      <a16:creationId xmlns:a16="http://schemas.microsoft.com/office/drawing/2014/main" id="{6851CBEB-F9AE-20DD-A0E1-BBB3622E629E}"/>
                    </a:ext>
                  </a:extLst>
                </p14:cNvPr>
                <p14:cNvContentPartPr/>
                <p14:nvPr/>
              </p14:nvContentPartPr>
              <p14:xfrm>
                <a:off x="4774293" y="4287081"/>
                <a:ext cx="12240" cy="159120"/>
              </p14:xfrm>
            </p:contentPart>
          </mc:Choice>
          <mc:Fallback>
            <p:pic>
              <p:nvPicPr>
                <p:cNvPr id="37" name="Ink 36">
                  <a:extLst>
                    <a:ext uri="{FF2B5EF4-FFF2-40B4-BE49-F238E27FC236}">
                      <a16:creationId xmlns:a16="http://schemas.microsoft.com/office/drawing/2014/main" id="{6851CBEB-F9AE-20DD-A0E1-BBB3622E629E}"/>
                    </a:ext>
                  </a:extLst>
                </p:cNvPr>
                <p:cNvPicPr/>
                <p:nvPr/>
              </p:nvPicPr>
              <p:blipFill>
                <a:blip r:embed="rId221"/>
                <a:stretch>
                  <a:fillRect/>
                </a:stretch>
              </p:blipFill>
              <p:spPr>
                <a:xfrm>
                  <a:off x="4765653" y="4278081"/>
                  <a:ext cx="2988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38" name="Ink 37">
                  <a:extLst>
                    <a:ext uri="{FF2B5EF4-FFF2-40B4-BE49-F238E27FC236}">
                      <a16:creationId xmlns:a16="http://schemas.microsoft.com/office/drawing/2014/main" id="{E146A7FF-D8ED-573F-251C-7F20CBAC5D8A}"/>
                    </a:ext>
                  </a:extLst>
                </p14:cNvPr>
                <p14:cNvContentPartPr/>
                <p14:nvPr/>
              </p14:nvContentPartPr>
              <p14:xfrm>
                <a:off x="4646493" y="4081881"/>
                <a:ext cx="266400" cy="445680"/>
              </p14:xfrm>
            </p:contentPart>
          </mc:Choice>
          <mc:Fallback>
            <p:pic>
              <p:nvPicPr>
                <p:cNvPr id="38" name="Ink 37">
                  <a:extLst>
                    <a:ext uri="{FF2B5EF4-FFF2-40B4-BE49-F238E27FC236}">
                      <a16:creationId xmlns:a16="http://schemas.microsoft.com/office/drawing/2014/main" id="{E146A7FF-D8ED-573F-251C-7F20CBAC5D8A}"/>
                    </a:ext>
                  </a:extLst>
                </p:cNvPr>
                <p:cNvPicPr/>
                <p:nvPr/>
              </p:nvPicPr>
              <p:blipFill>
                <a:blip r:embed="rId223"/>
                <a:stretch>
                  <a:fillRect/>
                </a:stretch>
              </p:blipFill>
              <p:spPr>
                <a:xfrm>
                  <a:off x="4637853" y="4072881"/>
                  <a:ext cx="284040" cy="4633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39" name="Ink 38">
                  <a:extLst>
                    <a:ext uri="{FF2B5EF4-FFF2-40B4-BE49-F238E27FC236}">
                      <a16:creationId xmlns:a16="http://schemas.microsoft.com/office/drawing/2014/main" id="{55065926-882C-A2A2-718C-4EFA344B5E74}"/>
                    </a:ext>
                  </a:extLst>
                </p14:cNvPr>
                <p14:cNvContentPartPr/>
                <p14:nvPr/>
              </p14:nvContentPartPr>
              <p14:xfrm>
                <a:off x="4965093" y="4282761"/>
                <a:ext cx="53640" cy="180720"/>
              </p14:xfrm>
            </p:contentPart>
          </mc:Choice>
          <mc:Fallback>
            <p:pic>
              <p:nvPicPr>
                <p:cNvPr id="39" name="Ink 38">
                  <a:extLst>
                    <a:ext uri="{FF2B5EF4-FFF2-40B4-BE49-F238E27FC236}">
                      <a16:creationId xmlns:a16="http://schemas.microsoft.com/office/drawing/2014/main" id="{55065926-882C-A2A2-718C-4EFA344B5E74}"/>
                    </a:ext>
                  </a:extLst>
                </p:cNvPr>
                <p:cNvPicPr/>
                <p:nvPr/>
              </p:nvPicPr>
              <p:blipFill>
                <a:blip r:embed="rId225"/>
                <a:stretch>
                  <a:fillRect/>
                </a:stretch>
              </p:blipFill>
              <p:spPr>
                <a:xfrm>
                  <a:off x="4956093" y="4273761"/>
                  <a:ext cx="7128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40" name="Ink 39">
                  <a:extLst>
                    <a:ext uri="{FF2B5EF4-FFF2-40B4-BE49-F238E27FC236}">
                      <a16:creationId xmlns:a16="http://schemas.microsoft.com/office/drawing/2014/main" id="{5C77AD85-A7E4-46EA-8C31-971CF74A52FB}"/>
                    </a:ext>
                  </a:extLst>
                </p14:cNvPr>
                <p14:cNvContentPartPr/>
                <p14:nvPr/>
              </p14:nvContentPartPr>
              <p14:xfrm>
                <a:off x="5070213" y="4277001"/>
                <a:ext cx="111600" cy="155880"/>
              </p14:xfrm>
            </p:contentPart>
          </mc:Choice>
          <mc:Fallback>
            <p:pic>
              <p:nvPicPr>
                <p:cNvPr id="40" name="Ink 39">
                  <a:extLst>
                    <a:ext uri="{FF2B5EF4-FFF2-40B4-BE49-F238E27FC236}">
                      <a16:creationId xmlns:a16="http://schemas.microsoft.com/office/drawing/2014/main" id="{5C77AD85-A7E4-46EA-8C31-971CF74A52FB}"/>
                    </a:ext>
                  </a:extLst>
                </p:cNvPr>
                <p:cNvPicPr/>
                <p:nvPr/>
              </p:nvPicPr>
              <p:blipFill>
                <a:blip r:embed="rId227"/>
                <a:stretch>
                  <a:fillRect/>
                </a:stretch>
              </p:blipFill>
              <p:spPr>
                <a:xfrm>
                  <a:off x="5061573" y="4268001"/>
                  <a:ext cx="12924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41" name="Ink 40">
                  <a:extLst>
                    <a:ext uri="{FF2B5EF4-FFF2-40B4-BE49-F238E27FC236}">
                      <a16:creationId xmlns:a16="http://schemas.microsoft.com/office/drawing/2014/main" id="{56D93134-0FA0-98D1-80D8-701F026FB3E5}"/>
                    </a:ext>
                  </a:extLst>
                </p14:cNvPr>
                <p14:cNvContentPartPr/>
                <p14:nvPr/>
              </p14:nvContentPartPr>
              <p14:xfrm>
                <a:off x="5254893" y="4158201"/>
                <a:ext cx="18000" cy="274680"/>
              </p14:xfrm>
            </p:contentPart>
          </mc:Choice>
          <mc:Fallback>
            <p:pic>
              <p:nvPicPr>
                <p:cNvPr id="41" name="Ink 40">
                  <a:extLst>
                    <a:ext uri="{FF2B5EF4-FFF2-40B4-BE49-F238E27FC236}">
                      <a16:creationId xmlns:a16="http://schemas.microsoft.com/office/drawing/2014/main" id="{56D93134-0FA0-98D1-80D8-701F026FB3E5}"/>
                    </a:ext>
                  </a:extLst>
                </p:cNvPr>
                <p:cNvPicPr/>
                <p:nvPr/>
              </p:nvPicPr>
              <p:blipFill>
                <a:blip r:embed="rId229"/>
                <a:stretch>
                  <a:fillRect/>
                </a:stretch>
              </p:blipFill>
              <p:spPr>
                <a:xfrm>
                  <a:off x="5245893" y="4149201"/>
                  <a:ext cx="3564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42" name="Ink 41">
                  <a:extLst>
                    <a:ext uri="{FF2B5EF4-FFF2-40B4-BE49-F238E27FC236}">
                      <a16:creationId xmlns:a16="http://schemas.microsoft.com/office/drawing/2014/main" id="{8D1EE3DD-7677-E9D1-7C15-ACF9B0F4B767}"/>
                    </a:ext>
                  </a:extLst>
                </p14:cNvPr>
                <p14:cNvContentPartPr/>
                <p14:nvPr/>
              </p14:nvContentPartPr>
              <p14:xfrm>
                <a:off x="5237253" y="4270161"/>
                <a:ext cx="156240" cy="137880"/>
              </p14:xfrm>
            </p:contentPart>
          </mc:Choice>
          <mc:Fallback>
            <p:pic>
              <p:nvPicPr>
                <p:cNvPr id="42" name="Ink 41">
                  <a:extLst>
                    <a:ext uri="{FF2B5EF4-FFF2-40B4-BE49-F238E27FC236}">
                      <a16:creationId xmlns:a16="http://schemas.microsoft.com/office/drawing/2014/main" id="{8D1EE3DD-7677-E9D1-7C15-ACF9B0F4B767}"/>
                    </a:ext>
                  </a:extLst>
                </p:cNvPr>
                <p:cNvPicPr/>
                <p:nvPr/>
              </p:nvPicPr>
              <p:blipFill>
                <a:blip r:embed="rId231"/>
                <a:stretch>
                  <a:fillRect/>
                </a:stretch>
              </p:blipFill>
              <p:spPr>
                <a:xfrm>
                  <a:off x="5228253" y="4261521"/>
                  <a:ext cx="17388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43" name="Ink 42">
                  <a:extLst>
                    <a:ext uri="{FF2B5EF4-FFF2-40B4-BE49-F238E27FC236}">
                      <a16:creationId xmlns:a16="http://schemas.microsoft.com/office/drawing/2014/main" id="{37AD741A-DEAA-37EE-3BDB-FF69A8ED53E9}"/>
                    </a:ext>
                  </a:extLst>
                </p14:cNvPr>
                <p14:cNvContentPartPr/>
                <p14:nvPr/>
              </p14:nvContentPartPr>
              <p14:xfrm>
                <a:off x="5397093" y="4137681"/>
                <a:ext cx="2520" cy="1440"/>
              </p14:xfrm>
            </p:contentPart>
          </mc:Choice>
          <mc:Fallback>
            <p:pic>
              <p:nvPicPr>
                <p:cNvPr id="43" name="Ink 42">
                  <a:extLst>
                    <a:ext uri="{FF2B5EF4-FFF2-40B4-BE49-F238E27FC236}">
                      <a16:creationId xmlns:a16="http://schemas.microsoft.com/office/drawing/2014/main" id="{37AD741A-DEAA-37EE-3BDB-FF69A8ED53E9}"/>
                    </a:ext>
                  </a:extLst>
                </p:cNvPr>
                <p:cNvPicPr/>
                <p:nvPr/>
              </p:nvPicPr>
              <p:blipFill>
                <a:blip r:embed="rId233"/>
                <a:stretch>
                  <a:fillRect/>
                </a:stretch>
              </p:blipFill>
              <p:spPr>
                <a:xfrm>
                  <a:off x="5388453" y="4129041"/>
                  <a:ext cx="2016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44" name="Ink 43">
                  <a:extLst>
                    <a:ext uri="{FF2B5EF4-FFF2-40B4-BE49-F238E27FC236}">
                      <a16:creationId xmlns:a16="http://schemas.microsoft.com/office/drawing/2014/main" id="{4530ADD7-461F-C753-6B1B-7A071A19BD83}"/>
                    </a:ext>
                  </a:extLst>
                </p14:cNvPr>
                <p14:cNvContentPartPr/>
                <p14:nvPr/>
              </p14:nvContentPartPr>
              <p14:xfrm>
                <a:off x="5435613" y="4260081"/>
                <a:ext cx="111240" cy="143280"/>
              </p14:xfrm>
            </p:contentPart>
          </mc:Choice>
          <mc:Fallback>
            <p:pic>
              <p:nvPicPr>
                <p:cNvPr id="44" name="Ink 43">
                  <a:extLst>
                    <a:ext uri="{FF2B5EF4-FFF2-40B4-BE49-F238E27FC236}">
                      <a16:creationId xmlns:a16="http://schemas.microsoft.com/office/drawing/2014/main" id="{4530ADD7-461F-C753-6B1B-7A071A19BD83}"/>
                    </a:ext>
                  </a:extLst>
                </p:cNvPr>
                <p:cNvPicPr/>
                <p:nvPr/>
              </p:nvPicPr>
              <p:blipFill>
                <a:blip r:embed="rId235"/>
                <a:stretch>
                  <a:fillRect/>
                </a:stretch>
              </p:blipFill>
              <p:spPr>
                <a:xfrm>
                  <a:off x="5426973" y="4251081"/>
                  <a:ext cx="12888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45" name="Ink 44">
                  <a:extLst>
                    <a:ext uri="{FF2B5EF4-FFF2-40B4-BE49-F238E27FC236}">
                      <a16:creationId xmlns:a16="http://schemas.microsoft.com/office/drawing/2014/main" id="{D4228138-4002-21EB-43F1-3D65B1F0890D}"/>
                    </a:ext>
                  </a:extLst>
                </p14:cNvPr>
                <p14:cNvContentPartPr/>
                <p14:nvPr/>
              </p14:nvContentPartPr>
              <p14:xfrm>
                <a:off x="5589693" y="4230561"/>
                <a:ext cx="148320" cy="172440"/>
              </p14:xfrm>
            </p:contentPart>
          </mc:Choice>
          <mc:Fallback>
            <p:pic>
              <p:nvPicPr>
                <p:cNvPr id="45" name="Ink 44">
                  <a:extLst>
                    <a:ext uri="{FF2B5EF4-FFF2-40B4-BE49-F238E27FC236}">
                      <a16:creationId xmlns:a16="http://schemas.microsoft.com/office/drawing/2014/main" id="{D4228138-4002-21EB-43F1-3D65B1F0890D}"/>
                    </a:ext>
                  </a:extLst>
                </p:cNvPr>
                <p:cNvPicPr/>
                <p:nvPr/>
              </p:nvPicPr>
              <p:blipFill>
                <a:blip r:embed="rId237"/>
                <a:stretch>
                  <a:fillRect/>
                </a:stretch>
              </p:blipFill>
              <p:spPr>
                <a:xfrm>
                  <a:off x="5581053" y="4221561"/>
                  <a:ext cx="16596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46" name="Ink 45">
                  <a:extLst>
                    <a:ext uri="{FF2B5EF4-FFF2-40B4-BE49-F238E27FC236}">
                      <a16:creationId xmlns:a16="http://schemas.microsoft.com/office/drawing/2014/main" id="{038A060C-0D22-61B6-BCD1-3FB15EE45AB7}"/>
                    </a:ext>
                  </a:extLst>
                </p14:cNvPr>
                <p14:cNvContentPartPr/>
                <p14:nvPr/>
              </p14:nvContentPartPr>
              <p14:xfrm>
                <a:off x="5764653" y="4109961"/>
                <a:ext cx="38520" cy="271800"/>
              </p14:xfrm>
            </p:contentPart>
          </mc:Choice>
          <mc:Fallback>
            <p:pic>
              <p:nvPicPr>
                <p:cNvPr id="46" name="Ink 45">
                  <a:extLst>
                    <a:ext uri="{FF2B5EF4-FFF2-40B4-BE49-F238E27FC236}">
                      <a16:creationId xmlns:a16="http://schemas.microsoft.com/office/drawing/2014/main" id="{038A060C-0D22-61B6-BCD1-3FB15EE45AB7}"/>
                    </a:ext>
                  </a:extLst>
                </p:cNvPr>
                <p:cNvPicPr/>
                <p:nvPr/>
              </p:nvPicPr>
              <p:blipFill>
                <a:blip r:embed="rId239"/>
                <a:stretch>
                  <a:fillRect/>
                </a:stretch>
              </p:blipFill>
              <p:spPr>
                <a:xfrm>
                  <a:off x="5755653" y="4100961"/>
                  <a:ext cx="5616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47" name="Ink 46">
                  <a:extLst>
                    <a:ext uri="{FF2B5EF4-FFF2-40B4-BE49-F238E27FC236}">
                      <a16:creationId xmlns:a16="http://schemas.microsoft.com/office/drawing/2014/main" id="{8D0E10E6-0D71-0D79-CD98-9017DCF883C5}"/>
                    </a:ext>
                  </a:extLst>
                </p14:cNvPr>
                <p14:cNvContentPartPr/>
                <p14:nvPr/>
              </p14:nvContentPartPr>
              <p14:xfrm>
                <a:off x="5783013" y="4251081"/>
                <a:ext cx="105480" cy="154080"/>
              </p14:xfrm>
            </p:contentPart>
          </mc:Choice>
          <mc:Fallback>
            <p:pic>
              <p:nvPicPr>
                <p:cNvPr id="47" name="Ink 46">
                  <a:extLst>
                    <a:ext uri="{FF2B5EF4-FFF2-40B4-BE49-F238E27FC236}">
                      <a16:creationId xmlns:a16="http://schemas.microsoft.com/office/drawing/2014/main" id="{8D0E10E6-0D71-0D79-CD98-9017DCF883C5}"/>
                    </a:ext>
                  </a:extLst>
                </p:cNvPr>
                <p:cNvPicPr/>
                <p:nvPr/>
              </p:nvPicPr>
              <p:blipFill>
                <a:blip r:embed="rId241"/>
                <a:stretch>
                  <a:fillRect/>
                </a:stretch>
              </p:blipFill>
              <p:spPr>
                <a:xfrm>
                  <a:off x="5774373" y="4242441"/>
                  <a:ext cx="12312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48" name="Ink 47">
                  <a:extLst>
                    <a:ext uri="{FF2B5EF4-FFF2-40B4-BE49-F238E27FC236}">
                      <a16:creationId xmlns:a16="http://schemas.microsoft.com/office/drawing/2014/main" id="{46E502FC-130A-9644-1189-E92FEB14BBA8}"/>
                    </a:ext>
                  </a:extLst>
                </p14:cNvPr>
                <p14:cNvContentPartPr/>
                <p14:nvPr/>
              </p14:nvContentPartPr>
              <p14:xfrm>
                <a:off x="5871573" y="4149201"/>
                <a:ext cx="2520" cy="1440"/>
              </p14:xfrm>
            </p:contentPart>
          </mc:Choice>
          <mc:Fallback>
            <p:pic>
              <p:nvPicPr>
                <p:cNvPr id="48" name="Ink 47">
                  <a:extLst>
                    <a:ext uri="{FF2B5EF4-FFF2-40B4-BE49-F238E27FC236}">
                      <a16:creationId xmlns:a16="http://schemas.microsoft.com/office/drawing/2014/main" id="{46E502FC-130A-9644-1189-E92FEB14BBA8}"/>
                    </a:ext>
                  </a:extLst>
                </p:cNvPr>
                <p:cNvPicPr/>
                <p:nvPr/>
              </p:nvPicPr>
              <p:blipFill>
                <a:blip r:embed="rId233"/>
                <a:stretch>
                  <a:fillRect/>
                </a:stretch>
              </p:blipFill>
              <p:spPr>
                <a:xfrm>
                  <a:off x="5862933" y="4140561"/>
                  <a:ext cx="2016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49" name="Ink 48">
                  <a:extLst>
                    <a:ext uri="{FF2B5EF4-FFF2-40B4-BE49-F238E27FC236}">
                      <a16:creationId xmlns:a16="http://schemas.microsoft.com/office/drawing/2014/main" id="{A168DBDE-B362-484A-1B09-A55461C0079D}"/>
                    </a:ext>
                  </a:extLst>
                </p14:cNvPr>
                <p14:cNvContentPartPr/>
                <p14:nvPr/>
              </p14:nvContentPartPr>
              <p14:xfrm>
                <a:off x="5977773" y="4215081"/>
                <a:ext cx="347040" cy="187560"/>
              </p14:xfrm>
            </p:contentPart>
          </mc:Choice>
          <mc:Fallback>
            <p:pic>
              <p:nvPicPr>
                <p:cNvPr id="49" name="Ink 48">
                  <a:extLst>
                    <a:ext uri="{FF2B5EF4-FFF2-40B4-BE49-F238E27FC236}">
                      <a16:creationId xmlns:a16="http://schemas.microsoft.com/office/drawing/2014/main" id="{A168DBDE-B362-484A-1B09-A55461C0079D}"/>
                    </a:ext>
                  </a:extLst>
                </p:cNvPr>
                <p:cNvPicPr/>
                <p:nvPr/>
              </p:nvPicPr>
              <p:blipFill>
                <a:blip r:embed="rId244"/>
                <a:stretch>
                  <a:fillRect/>
                </a:stretch>
              </p:blipFill>
              <p:spPr>
                <a:xfrm>
                  <a:off x="5968773" y="4206441"/>
                  <a:ext cx="36468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53" name="Ink 152">
                  <a:extLst>
                    <a:ext uri="{FF2B5EF4-FFF2-40B4-BE49-F238E27FC236}">
                      <a16:creationId xmlns:a16="http://schemas.microsoft.com/office/drawing/2014/main" id="{19114DCE-42AA-27ED-9088-430988722813}"/>
                    </a:ext>
                  </a:extLst>
                </p14:cNvPr>
                <p14:cNvContentPartPr/>
                <p14:nvPr/>
              </p14:nvContentPartPr>
              <p14:xfrm>
                <a:off x="5393493" y="4526121"/>
                <a:ext cx="571320" cy="11880"/>
              </p14:xfrm>
            </p:contentPart>
          </mc:Choice>
          <mc:Fallback>
            <p:pic>
              <p:nvPicPr>
                <p:cNvPr id="153" name="Ink 152">
                  <a:extLst>
                    <a:ext uri="{FF2B5EF4-FFF2-40B4-BE49-F238E27FC236}">
                      <a16:creationId xmlns:a16="http://schemas.microsoft.com/office/drawing/2014/main" id="{19114DCE-42AA-27ED-9088-430988722813}"/>
                    </a:ext>
                  </a:extLst>
                </p:cNvPr>
                <p:cNvPicPr/>
                <p:nvPr/>
              </p:nvPicPr>
              <p:blipFill>
                <a:blip r:embed="rId246"/>
                <a:stretch>
                  <a:fillRect/>
                </a:stretch>
              </p:blipFill>
              <p:spPr>
                <a:xfrm>
                  <a:off x="5384853" y="4517481"/>
                  <a:ext cx="58896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54" name="Ink 153">
                  <a:extLst>
                    <a:ext uri="{FF2B5EF4-FFF2-40B4-BE49-F238E27FC236}">
                      <a16:creationId xmlns:a16="http://schemas.microsoft.com/office/drawing/2014/main" id="{9AAECF8F-8F47-A8FB-98A0-99AD471ECE3E}"/>
                    </a:ext>
                  </a:extLst>
                </p14:cNvPr>
                <p14:cNvContentPartPr/>
                <p14:nvPr/>
              </p14:nvContentPartPr>
              <p14:xfrm>
                <a:off x="5648373" y="4519641"/>
                <a:ext cx="255240" cy="360"/>
              </p14:xfrm>
            </p:contentPart>
          </mc:Choice>
          <mc:Fallback>
            <p:pic>
              <p:nvPicPr>
                <p:cNvPr id="154" name="Ink 153">
                  <a:extLst>
                    <a:ext uri="{FF2B5EF4-FFF2-40B4-BE49-F238E27FC236}">
                      <a16:creationId xmlns:a16="http://schemas.microsoft.com/office/drawing/2014/main" id="{9AAECF8F-8F47-A8FB-98A0-99AD471ECE3E}"/>
                    </a:ext>
                  </a:extLst>
                </p:cNvPr>
                <p:cNvPicPr/>
                <p:nvPr/>
              </p:nvPicPr>
              <p:blipFill>
                <a:blip r:embed="rId248"/>
                <a:stretch>
                  <a:fillRect/>
                </a:stretch>
              </p:blipFill>
              <p:spPr>
                <a:xfrm>
                  <a:off x="5639373" y="4511001"/>
                  <a:ext cx="272880" cy="18000"/>
                </a:xfrm>
                <a:prstGeom prst="rect">
                  <a:avLst/>
                </a:prstGeom>
              </p:spPr>
            </p:pic>
          </mc:Fallback>
        </mc:AlternateContent>
      </p:grpSp>
    </p:spTree>
    <p:extLst>
      <p:ext uri="{BB962C8B-B14F-4D97-AF65-F5344CB8AC3E}">
        <p14:creationId xmlns:p14="http://schemas.microsoft.com/office/powerpoint/2010/main" val="3081496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Serverless Fiori App</a:t>
            </a:r>
          </a:p>
        </p:txBody>
      </p:sp>
      <p:pic>
        <p:nvPicPr>
          <p:cNvPr id="7170" name="Picture 2" descr="Deploy Serverless SAP Fiori Apps from the Kyma Runtime | SAP Blogs">
            <a:extLst>
              <a:ext uri="{FF2B5EF4-FFF2-40B4-BE49-F238E27FC236}">
                <a16:creationId xmlns:a16="http://schemas.microsoft.com/office/drawing/2014/main" id="{5DB90D4E-62D0-7285-B8BD-E5627D869EE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9155" y="1131394"/>
            <a:ext cx="9250189" cy="5406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935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6A629-B27B-B77F-5242-BC5BC558C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10471-2884-8CF4-FA16-EAFC9B4E9E69}"/>
              </a:ext>
            </a:extLst>
          </p:cNvPr>
          <p:cNvSpPr>
            <a:spLocks noGrp="1"/>
          </p:cNvSpPr>
          <p:nvPr>
            <p:ph type="title"/>
          </p:nvPr>
        </p:nvSpPr>
        <p:spPr>
          <a:xfrm>
            <a:off x="345105" y="0"/>
            <a:ext cx="9733444" cy="711081"/>
          </a:xfrm>
        </p:spPr>
        <p:txBody>
          <a:bodyPr/>
          <a:lstStyle/>
          <a:p>
            <a:r>
              <a:rPr lang="en-US" dirty="0"/>
              <a:t>Serverless Fiori Apps</a:t>
            </a:r>
          </a:p>
        </p:txBody>
      </p:sp>
      <p:sp>
        <p:nvSpPr>
          <p:cNvPr id="3" name="Text Placeholder 2">
            <a:extLst>
              <a:ext uri="{FF2B5EF4-FFF2-40B4-BE49-F238E27FC236}">
                <a16:creationId xmlns:a16="http://schemas.microsoft.com/office/drawing/2014/main" id="{8A840F89-164C-F0CD-C82C-E82333E318F0}"/>
              </a:ext>
            </a:extLst>
          </p:cNvPr>
          <p:cNvSpPr>
            <a:spLocks noGrp="1"/>
          </p:cNvSpPr>
          <p:nvPr>
            <p:ph type="body" sz="quarter" idx="10"/>
          </p:nvPr>
        </p:nvSpPr>
        <p:spPr/>
        <p:txBody>
          <a:bodyPr>
            <a:normAutofit/>
          </a:bodyPr>
          <a:lstStyle/>
          <a:p>
            <a:r>
              <a:rPr lang="en-US" sz="1400" dirty="0"/>
              <a:t>Hi Anubhav, when we have multiple </a:t>
            </a:r>
            <a:r>
              <a:rPr lang="en-US" sz="1400" dirty="0" err="1"/>
              <a:t>FIoRI</a:t>
            </a:r>
            <a:r>
              <a:rPr lang="en-US" sz="1400" dirty="0"/>
              <a:t> apps in the same </a:t>
            </a:r>
            <a:r>
              <a:rPr lang="en-US" sz="1400" dirty="0" err="1"/>
              <a:t>capm</a:t>
            </a:r>
            <a:r>
              <a:rPr lang="en-US" sz="1400" dirty="0"/>
              <a:t> service, </a:t>
            </a:r>
          </a:p>
          <a:p>
            <a:r>
              <a:rPr lang="en-US" sz="1400" dirty="0"/>
              <a:t>we have to create roles for all the </a:t>
            </a:r>
            <a:r>
              <a:rPr lang="en-US" sz="1400" dirty="0" err="1"/>
              <a:t>FIoRI</a:t>
            </a:r>
            <a:r>
              <a:rPr lang="en-US" sz="1400" dirty="0"/>
              <a:t> apps in the same </a:t>
            </a:r>
            <a:r>
              <a:rPr lang="en-US" sz="1400" dirty="0" err="1"/>
              <a:t>xs-security.json</a:t>
            </a:r>
            <a:r>
              <a:rPr lang="en-US" sz="1400" dirty="0"/>
              <a:t> and have to assign it to relevant app users right ? </a:t>
            </a:r>
          </a:p>
          <a:p>
            <a:r>
              <a:rPr lang="en-US" sz="1400" b="1" dirty="0"/>
              <a:t>Since these are independent apps, the security also needs to manage independently. Each app has its own </a:t>
            </a:r>
            <a:r>
              <a:rPr lang="en-US" sz="1400" b="1" dirty="0" err="1"/>
              <a:t>xs</a:t>
            </a:r>
            <a:r>
              <a:rPr lang="en-US" sz="1400" b="1" dirty="0"/>
              <a:t>-security file.</a:t>
            </a:r>
          </a:p>
          <a:p>
            <a:r>
              <a:rPr lang="en-US" sz="1400" dirty="0"/>
              <a:t>Also when we build multiple </a:t>
            </a:r>
            <a:r>
              <a:rPr lang="en-US" sz="1400" dirty="0" err="1"/>
              <a:t>fiori</a:t>
            </a:r>
            <a:r>
              <a:rPr lang="en-US" sz="1400" dirty="0"/>
              <a:t> apps, we will have multiple </a:t>
            </a:r>
            <a:r>
              <a:rPr lang="en-US" sz="1400" dirty="0" err="1"/>
              <a:t>ui</a:t>
            </a:r>
            <a:r>
              <a:rPr lang="en-US" sz="1400" dirty="0"/>
              <a:t> micro services for the same cap app right ?</a:t>
            </a:r>
          </a:p>
          <a:p>
            <a:r>
              <a:rPr lang="en-US" sz="1400" b="1" dirty="0"/>
              <a:t>No, CAP app has its own microservice. You have these loosely coupled Fiori apps which are indepent apps.</a:t>
            </a:r>
          </a:p>
          <a:p>
            <a:endParaRPr lang="en-US" sz="1800" dirty="0"/>
          </a:p>
          <a:p>
            <a:r>
              <a:rPr lang="en-US" sz="1800" dirty="0"/>
              <a:t>cds outbox messages pls show us how we can have different message displayed to the </a:t>
            </a:r>
            <a:r>
              <a:rPr lang="en-US" sz="1800" dirty="0" err="1"/>
              <a:t>user.I</a:t>
            </a:r>
            <a:r>
              <a:rPr lang="en-US" sz="1800" dirty="0"/>
              <a:t> checked in the </a:t>
            </a:r>
            <a:r>
              <a:rPr lang="en-US" sz="1800" dirty="0" err="1"/>
              <a:t>google,but</a:t>
            </a:r>
            <a:r>
              <a:rPr lang="en-US" sz="1800" dirty="0"/>
              <a:t> couldn't find example on it</a:t>
            </a:r>
          </a:p>
          <a:p>
            <a:r>
              <a:rPr lang="en-US" sz="1800" b="1" dirty="0"/>
              <a:t>Let me explore and come back </a:t>
            </a:r>
            <a:r>
              <a:rPr lang="en-US" sz="1800" b="1" dirty="0">
                <a:sym typeface="Wingdings" panose="05000000000000000000" pitchFamily="2" charset="2"/>
              </a:rPr>
              <a:t></a:t>
            </a:r>
            <a:endParaRPr lang="en-US" sz="1800" b="1" dirty="0"/>
          </a:p>
          <a:p>
            <a:endParaRPr lang="en-US" sz="1800" dirty="0"/>
          </a:p>
          <a:p>
            <a:r>
              <a:rPr lang="en-US" sz="1800" b="1" dirty="0"/>
              <a:t>one doubt regarding HDI </a:t>
            </a:r>
            <a:r>
              <a:rPr lang="en-US" sz="1800" b="1" dirty="0" err="1"/>
              <a:t>microservice.with</a:t>
            </a:r>
            <a:r>
              <a:rPr lang="en-US" sz="1800" b="1" dirty="0"/>
              <a:t> CICD and CTMS we are anyway deploying in Dev again and then release to QA. Can we avoid manual deployment first ( Mickey service ) .</a:t>
            </a:r>
          </a:p>
          <a:p>
            <a:r>
              <a:rPr lang="en-US" sz="1800" dirty="0"/>
              <a:t>Yes, you can but if you don’t do mickey, how you test whether your app after deployment will work with HANA or not?</a:t>
            </a:r>
          </a:p>
          <a:p>
            <a:endParaRPr lang="en-US" sz="1800" dirty="0"/>
          </a:p>
          <a:p>
            <a:r>
              <a:rPr lang="en-US" sz="1800" dirty="0"/>
              <a:t>Use CTMS to deploy in dev as well , test and then release to QA. is there any disadvantage if we do this way.</a:t>
            </a:r>
          </a:p>
          <a:p>
            <a:r>
              <a:rPr lang="en-US" sz="1800" b="1" dirty="0"/>
              <a:t>No</a:t>
            </a:r>
          </a:p>
        </p:txBody>
      </p:sp>
    </p:spTree>
    <p:extLst>
      <p:ext uri="{BB962C8B-B14F-4D97-AF65-F5344CB8AC3E}">
        <p14:creationId xmlns:p14="http://schemas.microsoft.com/office/powerpoint/2010/main" val="254891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1412-93B0-FB18-627D-E63D59685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80814-4936-4285-A8F9-475F90717253}"/>
              </a:ext>
            </a:extLst>
          </p:cNvPr>
          <p:cNvSpPr>
            <a:spLocks noGrp="1"/>
          </p:cNvSpPr>
          <p:nvPr>
            <p:ph type="title"/>
          </p:nvPr>
        </p:nvSpPr>
        <p:spPr>
          <a:xfrm>
            <a:off x="345105" y="0"/>
            <a:ext cx="9733444" cy="711081"/>
          </a:xfrm>
        </p:spPr>
        <p:txBody>
          <a:bodyPr/>
          <a:lstStyle/>
          <a:p>
            <a:r>
              <a:rPr lang="en-US" dirty="0"/>
              <a:t>Fiori on Cloud Recipe ingredients </a:t>
            </a:r>
            <a:r>
              <a:rPr lang="en-US" dirty="0">
                <a:solidFill>
                  <a:srgbClr val="FF0000"/>
                </a:solidFill>
              </a:rPr>
              <a:t>3X3</a:t>
            </a:r>
          </a:p>
        </p:txBody>
      </p:sp>
      <p:sp>
        <p:nvSpPr>
          <p:cNvPr id="3" name="Text Placeholder 2">
            <a:extLst>
              <a:ext uri="{FF2B5EF4-FFF2-40B4-BE49-F238E27FC236}">
                <a16:creationId xmlns:a16="http://schemas.microsoft.com/office/drawing/2014/main" id="{4F04A336-9BEA-4F30-323B-B2E970D10BD7}"/>
              </a:ext>
            </a:extLst>
          </p:cNvPr>
          <p:cNvSpPr>
            <a:spLocks noGrp="1"/>
          </p:cNvSpPr>
          <p:nvPr>
            <p:ph type="body" sz="quarter" idx="10"/>
          </p:nvPr>
        </p:nvSpPr>
        <p:spPr/>
        <p:txBody>
          <a:bodyPr>
            <a:normAutofit/>
          </a:bodyPr>
          <a:lstStyle/>
          <a:p>
            <a:r>
              <a:rPr lang="en-US" sz="1800" b="1" dirty="0"/>
              <a:t>Modules</a:t>
            </a:r>
          </a:p>
          <a:p>
            <a:pPr marL="285750" indent="-285750">
              <a:buFontTx/>
              <a:buChar char="-"/>
            </a:pPr>
            <a:r>
              <a:rPr lang="en-US" sz="1800" dirty="0"/>
              <a:t>Our application (html5 module) – it is our actual Fiori app, when we build the </a:t>
            </a:r>
            <a:r>
              <a:rPr lang="en-US" sz="1800" dirty="0" err="1"/>
              <a:t>mta_archieve</a:t>
            </a:r>
            <a:r>
              <a:rPr lang="en-US" sz="1800" dirty="0"/>
              <a:t>, this will also package all the Fiori app content in a zip file.</a:t>
            </a:r>
          </a:p>
          <a:p>
            <a:pPr marL="285750" indent="-285750">
              <a:buFontTx/>
              <a:buChar char="-"/>
            </a:pPr>
            <a:r>
              <a:rPr lang="en-US" sz="1800" dirty="0"/>
              <a:t>HTML5 Content Deployer (app content)– this module will be used to take the zip file of our Fiori app and usage the html5-repo-host service and store our app in BTP HTML5 Repository.</a:t>
            </a:r>
          </a:p>
          <a:p>
            <a:pPr marL="285750" indent="-285750">
              <a:buFontTx/>
              <a:buChar char="-"/>
            </a:pPr>
            <a:r>
              <a:rPr lang="en-US" sz="1800" dirty="0"/>
              <a:t>Destination Content – The module will use the destination service and creates the destination for html5-repo-host service and auth (</a:t>
            </a:r>
            <a:r>
              <a:rPr lang="en-US" sz="1800" dirty="0" err="1"/>
              <a:t>xsuaa</a:t>
            </a:r>
            <a:r>
              <a:rPr lang="en-US" sz="1800" dirty="0"/>
              <a:t>) service which later will be used by managed app  router hence by build </a:t>
            </a:r>
            <a:r>
              <a:rPr lang="en-US" sz="1800" dirty="0" err="1"/>
              <a:t>workzone</a:t>
            </a:r>
            <a:r>
              <a:rPr lang="en-US" sz="1800" dirty="0"/>
              <a:t> and our app.</a:t>
            </a:r>
          </a:p>
          <a:p>
            <a:r>
              <a:rPr lang="en-US" sz="1800" b="1" dirty="0"/>
              <a:t>Resources</a:t>
            </a:r>
          </a:p>
          <a:p>
            <a:pPr marL="285750" indent="-285750">
              <a:buFontTx/>
              <a:buChar char="-"/>
            </a:pPr>
            <a:r>
              <a:rPr lang="en-US" sz="1800" dirty="0"/>
              <a:t>html5-repo-host service – this will be used by Build </a:t>
            </a:r>
            <a:r>
              <a:rPr lang="en-US" sz="1800" dirty="0" err="1"/>
              <a:t>workzone</a:t>
            </a:r>
            <a:r>
              <a:rPr lang="en-US" sz="1800" dirty="0"/>
              <a:t> and managed app router to </a:t>
            </a:r>
            <a:r>
              <a:rPr lang="en-US" sz="1800" b="1" dirty="0"/>
              <a:t>load</a:t>
            </a:r>
            <a:r>
              <a:rPr lang="en-US" sz="1800" dirty="0"/>
              <a:t> our Fiori app deployed in html5 repository @ Runtime when user tries to load our app.</a:t>
            </a:r>
          </a:p>
          <a:p>
            <a:pPr marL="285750" indent="-285750">
              <a:buFontTx/>
              <a:buChar char="-"/>
            </a:pPr>
            <a:r>
              <a:rPr lang="en-US" sz="1800" dirty="0"/>
              <a:t>Destination-service – this service will contain all the destinations inside and help app and managed app router to locate other services @ Runtime</a:t>
            </a:r>
          </a:p>
          <a:p>
            <a:pPr marL="285750" indent="-285750">
              <a:buFontTx/>
              <a:buChar char="-"/>
            </a:pPr>
            <a:r>
              <a:rPr lang="en-US" sz="1800" dirty="0"/>
              <a:t>Auth service (</a:t>
            </a:r>
            <a:r>
              <a:rPr lang="en-US" sz="1800" dirty="0" err="1"/>
              <a:t>xsuaa</a:t>
            </a:r>
            <a:r>
              <a:rPr lang="en-US" sz="1800" dirty="0"/>
              <a:t>) – so our app can call the XSUAA for JWT token for authentication.</a:t>
            </a:r>
          </a:p>
          <a:p>
            <a:pPr marL="285750" indent="-285750">
              <a:buFontTx/>
              <a:buChar char="-"/>
            </a:pPr>
            <a:endParaRPr lang="en-US" sz="1800" dirty="0"/>
          </a:p>
          <a:p>
            <a:r>
              <a:rPr lang="en-US" sz="1800" b="1" dirty="0"/>
              <a:t>Managed App Router (built-in in BTP)</a:t>
            </a:r>
            <a:r>
              <a:rPr lang="en-US" sz="1800" dirty="0"/>
              <a:t> – it is a built-in, FREE, app router provided by SAP in BTP. Which is responsible to communicate between all microservices of our Fiori UIs. It is used by build work zone (Fiori Launchpad). There is also a successor of managed app router called as Application frontend service.</a:t>
            </a:r>
          </a:p>
        </p:txBody>
      </p:sp>
    </p:spTree>
    <p:extLst>
      <p:ext uri="{BB962C8B-B14F-4D97-AF65-F5344CB8AC3E}">
        <p14:creationId xmlns:p14="http://schemas.microsoft.com/office/powerpoint/2010/main" val="856997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20D7A-29BA-E9A1-AC99-1B4FE8398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31ACB-CD6C-29DE-60C9-AC55CF8AFE8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752943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9D14B-CAFC-BFD6-36C0-30FB498BB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739C9-167F-B634-2C59-32A778F9F3F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334182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39248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8066</TotalTime>
  <Words>819</Words>
  <Application>Microsoft Office PowerPoint</Application>
  <PresentationFormat>Custom</PresentationFormat>
  <Paragraphs>89</Paragraphs>
  <Slides>14</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vt:i4>
      </vt:variant>
    </vt:vector>
  </HeadingPairs>
  <TitlesOfParts>
    <vt:vector size="25" baseType="lpstr">
      <vt:lpstr>Amasis MT Pro</vt:lpstr>
      <vt:lpstr>Amasis MT Pro Black</vt:lpstr>
      <vt:lpstr>Arial</vt:lpstr>
      <vt:lpstr>Arial Black</vt:lpstr>
      <vt:lpstr>Calibri</vt:lpstr>
      <vt:lpstr>Cooper Black</vt:lpstr>
      <vt:lpstr>Segoe UI</vt:lpstr>
      <vt:lpstr>Segoe UI Light</vt:lpstr>
      <vt:lpstr>Wingdings</vt:lpstr>
      <vt:lpstr>Office Theme</vt:lpstr>
      <vt:lpstr>1_Office Theme</vt:lpstr>
      <vt:lpstr>SAP BTP Extension Suite Training</vt:lpstr>
      <vt:lpstr>PowerPoint Presentation</vt:lpstr>
      <vt:lpstr>Agenda – Day 15</vt:lpstr>
      <vt:lpstr>PowerPoint Presentation</vt:lpstr>
      <vt:lpstr>Serverless Fiori app</vt:lpstr>
      <vt:lpstr>Serverless Fiori App</vt:lpstr>
      <vt:lpstr>Serverless Fiori Apps</vt:lpstr>
      <vt:lpstr>Fiori on Cloud Recipe ingredients 3X3</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303</cp:revision>
  <dcterms:created xsi:type="dcterms:W3CDTF">2013-09-12T13:05:01Z</dcterms:created>
  <dcterms:modified xsi:type="dcterms:W3CDTF">2026-08-03T09:00:46Z</dcterms:modified>
</cp:coreProperties>
</file>